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40.jpg" ContentType="image/jpg"/>
  <Override PartName="/ppt/media/image41.jpg" ContentType="image/jpg"/>
  <Override PartName="/ppt/media/image42.jpg" ContentType="image/jpg"/>
  <Override PartName="/ppt/media/image43.jpg" ContentType="image/jpg"/>
  <Override PartName="/ppt/media/image46.jpg" ContentType="image/jpg"/>
  <Override PartName="/ppt/media/image47.jpg" ContentType="image/jpg"/>
  <Override PartName="/ppt/media/image49.jpg" ContentType="image/jpg"/>
  <Override PartName="/ppt/media/image60.jpg" ContentType="image/jpg"/>
  <Override PartName="/ppt/media/image61.jpg" ContentType="image/jpg"/>
  <Override PartName="/ppt/media/image62.jpg" ContentType="image/jpg"/>
  <Override PartName="/ppt/media/image63.jpg" ContentType="image/jpg"/>
  <Override PartName="/ppt/media/image64.jpg" ContentType="image/jpg"/>
  <Override PartName="/ppt/media/image65.jpg" ContentType="image/jpg"/>
  <Override PartName="/ppt/media/image66.jpg" ContentType="image/jpg"/>
  <Override PartName="/ppt/media/image67.jpg" ContentType="image/jpg"/>
  <Override PartName="/ppt/media/image68.jpg" ContentType="image/jpg"/>
  <Override PartName="/ppt/media/image69.jpg" ContentType="image/jpg"/>
  <Override PartName="/ppt/media/image70.jpg" ContentType="image/jpg"/>
  <Override PartName="/ppt/media/image71.jpg" ContentType="image/jpg"/>
  <Override PartName="/ppt/media/image72.jpg" ContentType="image/jpg"/>
  <Override PartName="/ppt/media/image73.jpg" ContentType="image/jpg"/>
  <Override PartName="/ppt/media/image74.jpg" ContentType="image/jpg"/>
  <Override PartName="/ppt/media/image75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63" r:id="rId6"/>
    <p:sldId id="259" r:id="rId7"/>
    <p:sldId id="260" r:id="rId8"/>
    <p:sldId id="269" r:id="rId9"/>
    <p:sldId id="270" r:id="rId10"/>
    <p:sldId id="271" r:id="rId11"/>
    <p:sldId id="272" r:id="rId12"/>
    <p:sldId id="273" r:id="rId13"/>
    <p:sldId id="265" r:id="rId14"/>
    <p:sldId id="266" r:id="rId15"/>
    <p:sldId id="267" r:id="rId16"/>
    <p:sldId id="268" r:id="rId17"/>
  </p:sldIdLst>
  <p:sldSz cx="180006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64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767462"/>
            <a:ext cx="13500497" cy="3759917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5672376"/>
            <a:ext cx="13500497" cy="2607442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10" indent="0" algn="ctr">
              <a:buNone/>
              <a:defRPr sz="2953"/>
            </a:lvl2pPr>
            <a:lvl3pPr marL="1350020" indent="0" algn="ctr">
              <a:buNone/>
              <a:defRPr sz="2658"/>
            </a:lvl3pPr>
            <a:lvl4pPr marL="2025030" indent="0" algn="ctr">
              <a:buNone/>
              <a:defRPr sz="2362"/>
            </a:lvl4pPr>
            <a:lvl5pPr marL="2700040" indent="0" algn="ctr">
              <a:buNone/>
              <a:defRPr sz="2362"/>
            </a:lvl5pPr>
            <a:lvl6pPr marL="3375050" indent="0" algn="ctr">
              <a:buNone/>
              <a:defRPr sz="2362"/>
            </a:lvl6pPr>
            <a:lvl7pPr marL="4050060" indent="0" algn="ctr">
              <a:buNone/>
              <a:defRPr sz="2362"/>
            </a:lvl7pPr>
            <a:lvl8pPr marL="4725071" indent="0" algn="ctr">
              <a:buNone/>
              <a:defRPr sz="2362"/>
            </a:lvl8pPr>
            <a:lvl9pPr marL="5400081" indent="0" algn="ctr">
              <a:buNone/>
              <a:defRPr sz="236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C56E-3457-493C-BA76-30E6E8E6E7B0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2D027-0BB5-440C-B71D-F97367A74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119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C56E-3457-493C-BA76-30E6E8E6E7B0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2D027-0BB5-440C-B71D-F97367A74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2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692442"/>
            <a:ext cx="15525572" cy="4492401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7227343"/>
            <a:ext cx="15525572" cy="2362447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1pPr>
            <a:lvl2pPr marL="675010" indent="0">
              <a:buNone/>
              <a:defRPr sz="2953">
                <a:solidFill>
                  <a:schemeClr val="tx1">
                    <a:tint val="75000"/>
                  </a:schemeClr>
                </a:solidFill>
              </a:defRPr>
            </a:lvl2pPr>
            <a:lvl3pPr marL="1350020" indent="0">
              <a:buNone/>
              <a:defRPr sz="2658">
                <a:solidFill>
                  <a:schemeClr val="tx1">
                    <a:tint val="75000"/>
                  </a:schemeClr>
                </a:solidFill>
              </a:defRPr>
            </a:lvl3pPr>
            <a:lvl4pPr marL="202503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4pPr>
            <a:lvl5pPr marL="270004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5pPr>
            <a:lvl6pPr marL="337505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6pPr>
            <a:lvl7pPr marL="405006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7pPr>
            <a:lvl8pPr marL="472507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8pPr>
            <a:lvl9pPr marL="540008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C56E-3457-493C-BA76-30E6E8E6E7B0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2D027-0BB5-440C-B71D-F97367A74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235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874937"/>
            <a:ext cx="7650282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874937"/>
            <a:ext cx="7650282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C56E-3457-493C-BA76-30E6E8E6E7B0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2D027-0BB5-440C-B71D-F97367A74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359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574988"/>
            <a:ext cx="15525572" cy="2087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647443"/>
            <a:ext cx="7615123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944914"/>
            <a:ext cx="7615123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647443"/>
            <a:ext cx="7652626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944914"/>
            <a:ext cx="7652626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C56E-3457-493C-BA76-30E6E8E6E7B0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2D027-0BB5-440C-B71D-F97367A74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749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C56E-3457-493C-BA76-30E6E8E6E7B0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2D027-0BB5-440C-B71D-F97367A74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05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C56E-3457-493C-BA76-30E6E8E6E7B0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2D027-0BB5-440C-B71D-F97367A74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13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C56E-3457-493C-BA76-30E6E8E6E7B0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2D027-0BB5-440C-B71D-F97367A74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441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554966"/>
            <a:ext cx="9112836" cy="7674832"/>
          </a:xfrm>
        </p:spPr>
        <p:txBody>
          <a:bodyPr anchor="t"/>
          <a:lstStyle>
            <a:lvl1pPr marL="0" indent="0">
              <a:buNone/>
              <a:defRPr sz="4724"/>
            </a:lvl1pPr>
            <a:lvl2pPr marL="675010" indent="0">
              <a:buNone/>
              <a:defRPr sz="4134"/>
            </a:lvl2pPr>
            <a:lvl3pPr marL="1350020" indent="0">
              <a:buNone/>
              <a:defRPr sz="3543"/>
            </a:lvl3pPr>
            <a:lvl4pPr marL="2025030" indent="0">
              <a:buNone/>
              <a:defRPr sz="2953"/>
            </a:lvl4pPr>
            <a:lvl5pPr marL="2700040" indent="0">
              <a:buNone/>
              <a:defRPr sz="2953"/>
            </a:lvl5pPr>
            <a:lvl6pPr marL="3375050" indent="0">
              <a:buNone/>
              <a:defRPr sz="2953"/>
            </a:lvl6pPr>
            <a:lvl7pPr marL="4050060" indent="0">
              <a:buNone/>
              <a:defRPr sz="2953"/>
            </a:lvl7pPr>
            <a:lvl8pPr marL="4725071" indent="0">
              <a:buNone/>
              <a:defRPr sz="2953"/>
            </a:lvl8pPr>
            <a:lvl9pPr marL="5400081" indent="0">
              <a:buNone/>
              <a:defRPr sz="295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C56E-3457-493C-BA76-30E6E8E6E7B0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2D027-0BB5-440C-B71D-F97367A74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821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C56E-3457-493C-BA76-30E6E8E6E7B0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2D027-0BB5-440C-B71D-F97367A74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2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574987"/>
            <a:ext cx="3881393" cy="9152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574987"/>
            <a:ext cx="11419171" cy="9152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7C56E-3457-493C-BA76-30E6E8E6E7B0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2D027-0BB5-440C-B71D-F97367A74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172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574988"/>
            <a:ext cx="1552557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874937"/>
            <a:ext cx="1552557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7C56E-3457-493C-BA76-30E6E8E6E7B0}" type="datetimeFigureOut">
              <a:rPr lang="zh-CN" altLang="en-US" smtClean="0"/>
              <a:t>2026/6/13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0009781"/>
            <a:ext cx="607522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2D027-0BB5-440C-B71D-F97367A749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570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50020" rtl="0" eaLnBrk="1" latinLnBrk="0" hangingPunct="1">
        <a:lnSpc>
          <a:spcPct val="90000"/>
        </a:lnSpc>
        <a:spcBef>
          <a:spcPct val="0"/>
        </a:spcBef>
        <a:buNone/>
        <a:defRPr sz="64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5" indent="-337505" algn="l" defTabSz="135002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1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2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3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4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5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6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7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8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3.png"/><Relationship Id="rId21" Type="http://schemas.openxmlformats.org/officeDocument/2006/relationships/image" Target="../media/image28.png"/><Relationship Id="rId34" Type="http://schemas.openxmlformats.org/officeDocument/2006/relationships/image" Target="../media/image41.jpg"/><Relationship Id="rId42" Type="http://schemas.openxmlformats.org/officeDocument/2006/relationships/image" Target="../media/image49.jpg"/><Relationship Id="rId47" Type="http://schemas.openxmlformats.org/officeDocument/2006/relationships/image" Target="../media/image54.png"/><Relationship Id="rId50" Type="http://schemas.openxmlformats.org/officeDocument/2006/relationships/image" Target="../media/image57.png"/><Relationship Id="rId55" Type="http://schemas.openxmlformats.org/officeDocument/2006/relationships/image" Target="../media/image62.jpg"/><Relationship Id="rId63" Type="http://schemas.openxmlformats.org/officeDocument/2006/relationships/image" Target="../media/image70.jpg"/><Relationship Id="rId68" Type="http://schemas.openxmlformats.org/officeDocument/2006/relationships/image" Target="../media/image75.jp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9" Type="http://schemas.openxmlformats.org/officeDocument/2006/relationships/image" Target="../media/image36.pn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32" Type="http://schemas.openxmlformats.org/officeDocument/2006/relationships/image" Target="../media/image39.png"/><Relationship Id="rId37" Type="http://schemas.openxmlformats.org/officeDocument/2006/relationships/image" Target="../media/image44.png"/><Relationship Id="rId40" Type="http://schemas.openxmlformats.org/officeDocument/2006/relationships/image" Target="../media/image47.jpg"/><Relationship Id="rId45" Type="http://schemas.openxmlformats.org/officeDocument/2006/relationships/image" Target="../media/image52.png"/><Relationship Id="rId53" Type="http://schemas.openxmlformats.org/officeDocument/2006/relationships/image" Target="../media/image60.jpg"/><Relationship Id="rId58" Type="http://schemas.openxmlformats.org/officeDocument/2006/relationships/image" Target="../media/image65.jpg"/><Relationship Id="rId66" Type="http://schemas.openxmlformats.org/officeDocument/2006/relationships/image" Target="../media/image73.jpg"/><Relationship Id="rId5" Type="http://schemas.openxmlformats.org/officeDocument/2006/relationships/image" Target="../media/image12.png"/><Relationship Id="rId61" Type="http://schemas.openxmlformats.org/officeDocument/2006/relationships/image" Target="../media/image68.jpg"/><Relationship Id="rId19" Type="http://schemas.openxmlformats.org/officeDocument/2006/relationships/image" Target="../media/image2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png"/><Relationship Id="rId30" Type="http://schemas.openxmlformats.org/officeDocument/2006/relationships/image" Target="../media/image37.png"/><Relationship Id="rId35" Type="http://schemas.openxmlformats.org/officeDocument/2006/relationships/image" Target="../media/image42.jpg"/><Relationship Id="rId43" Type="http://schemas.openxmlformats.org/officeDocument/2006/relationships/image" Target="../media/image50.png"/><Relationship Id="rId48" Type="http://schemas.openxmlformats.org/officeDocument/2006/relationships/image" Target="../media/image55.png"/><Relationship Id="rId56" Type="http://schemas.openxmlformats.org/officeDocument/2006/relationships/image" Target="../media/image63.jpg"/><Relationship Id="rId64" Type="http://schemas.openxmlformats.org/officeDocument/2006/relationships/image" Target="../media/image71.jpg"/><Relationship Id="rId8" Type="http://schemas.openxmlformats.org/officeDocument/2006/relationships/image" Target="../media/image15.png"/><Relationship Id="rId51" Type="http://schemas.openxmlformats.org/officeDocument/2006/relationships/image" Target="../media/image58.png"/><Relationship Id="rId3" Type="http://schemas.openxmlformats.org/officeDocument/2006/relationships/image" Target="../media/image10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2.png"/><Relationship Id="rId33" Type="http://schemas.openxmlformats.org/officeDocument/2006/relationships/image" Target="../media/image40.jpg"/><Relationship Id="rId38" Type="http://schemas.openxmlformats.org/officeDocument/2006/relationships/image" Target="../media/image45.png"/><Relationship Id="rId46" Type="http://schemas.openxmlformats.org/officeDocument/2006/relationships/image" Target="../media/image53.png"/><Relationship Id="rId59" Type="http://schemas.openxmlformats.org/officeDocument/2006/relationships/image" Target="../media/image66.jpg"/><Relationship Id="rId67" Type="http://schemas.openxmlformats.org/officeDocument/2006/relationships/image" Target="../media/image74.jpg"/><Relationship Id="rId20" Type="http://schemas.openxmlformats.org/officeDocument/2006/relationships/image" Target="../media/image27.png"/><Relationship Id="rId41" Type="http://schemas.openxmlformats.org/officeDocument/2006/relationships/image" Target="../media/image48.png"/><Relationship Id="rId54" Type="http://schemas.openxmlformats.org/officeDocument/2006/relationships/image" Target="../media/image61.jpg"/><Relationship Id="rId62" Type="http://schemas.openxmlformats.org/officeDocument/2006/relationships/image" Target="../media/image6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image" Target="../media/image35.png"/><Relationship Id="rId36" Type="http://schemas.openxmlformats.org/officeDocument/2006/relationships/image" Target="../media/image43.jpg"/><Relationship Id="rId49" Type="http://schemas.openxmlformats.org/officeDocument/2006/relationships/image" Target="../media/image56.png"/><Relationship Id="rId57" Type="http://schemas.openxmlformats.org/officeDocument/2006/relationships/image" Target="../media/image64.jpg"/><Relationship Id="rId10" Type="http://schemas.openxmlformats.org/officeDocument/2006/relationships/image" Target="../media/image17.png"/><Relationship Id="rId31" Type="http://schemas.openxmlformats.org/officeDocument/2006/relationships/image" Target="../media/image38.png"/><Relationship Id="rId44" Type="http://schemas.openxmlformats.org/officeDocument/2006/relationships/image" Target="../media/image51.png"/><Relationship Id="rId52" Type="http://schemas.openxmlformats.org/officeDocument/2006/relationships/image" Target="../media/image59.png"/><Relationship Id="rId60" Type="http://schemas.openxmlformats.org/officeDocument/2006/relationships/image" Target="../media/image67.jpg"/><Relationship Id="rId65" Type="http://schemas.openxmlformats.org/officeDocument/2006/relationships/image" Target="../media/image72.jp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9" Type="http://schemas.openxmlformats.org/officeDocument/2006/relationships/image" Target="../media/image46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g"/><Relationship Id="rId13" Type="http://schemas.openxmlformats.org/officeDocument/2006/relationships/image" Target="../media/image69.jpg"/><Relationship Id="rId18" Type="http://schemas.openxmlformats.org/officeDocument/2006/relationships/image" Target="../media/image74.jpg"/><Relationship Id="rId26" Type="http://schemas.openxmlformats.org/officeDocument/2006/relationships/image" Target="../media/image83.png"/><Relationship Id="rId3" Type="http://schemas.openxmlformats.org/officeDocument/2006/relationships/image" Target="../media/image77.png"/><Relationship Id="rId21" Type="http://schemas.openxmlformats.org/officeDocument/2006/relationships/image" Target="../media/image79.png"/><Relationship Id="rId7" Type="http://schemas.openxmlformats.org/officeDocument/2006/relationships/image" Target="../media/image63.jpg"/><Relationship Id="rId12" Type="http://schemas.openxmlformats.org/officeDocument/2006/relationships/image" Target="../media/image68.jpg"/><Relationship Id="rId17" Type="http://schemas.openxmlformats.org/officeDocument/2006/relationships/image" Target="../media/image73.jpg"/><Relationship Id="rId25" Type="http://schemas.openxmlformats.org/officeDocument/2006/relationships/image" Target="../media/image82.png"/><Relationship Id="rId2" Type="http://schemas.openxmlformats.org/officeDocument/2006/relationships/image" Target="../media/image76.png"/><Relationship Id="rId16" Type="http://schemas.openxmlformats.org/officeDocument/2006/relationships/image" Target="../media/image72.jpg"/><Relationship Id="rId20" Type="http://schemas.openxmlformats.org/officeDocument/2006/relationships/image" Target="../media/image78.png"/><Relationship Id="rId29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jpg"/><Relationship Id="rId11" Type="http://schemas.openxmlformats.org/officeDocument/2006/relationships/image" Target="../media/image67.jpg"/><Relationship Id="rId24" Type="http://schemas.openxmlformats.org/officeDocument/2006/relationships/image" Target="../media/image81.png"/><Relationship Id="rId5" Type="http://schemas.openxmlformats.org/officeDocument/2006/relationships/image" Target="../media/image61.jpg"/><Relationship Id="rId15" Type="http://schemas.openxmlformats.org/officeDocument/2006/relationships/image" Target="../media/image71.jpg"/><Relationship Id="rId23" Type="http://schemas.openxmlformats.org/officeDocument/2006/relationships/image" Target="../media/image6.jpg"/><Relationship Id="rId28" Type="http://schemas.openxmlformats.org/officeDocument/2006/relationships/image" Target="../media/image85.png"/><Relationship Id="rId10" Type="http://schemas.openxmlformats.org/officeDocument/2006/relationships/image" Target="../media/image66.jpg"/><Relationship Id="rId19" Type="http://schemas.openxmlformats.org/officeDocument/2006/relationships/image" Target="../media/image75.jpg"/><Relationship Id="rId4" Type="http://schemas.openxmlformats.org/officeDocument/2006/relationships/image" Target="../media/image60.jpg"/><Relationship Id="rId9" Type="http://schemas.openxmlformats.org/officeDocument/2006/relationships/image" Target="../media/image65.jpg"/><Relationship Id="rId14" Type="http://schemas.openxmlformats.org/officeDocument/2006/relationships/image" Target="../media/image70.jpg"/><Relationship Id="rId22" Type="http://schemas.openxmlformats.org/officeDocument/2006/relationships/image" Target="../media/image80.png"/><Relationship Id="rId27" Type="http://schemas.openxmlformats.org/officeDocument/2006/relationships/image" Target="../media/image8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64.jpg"/><Relationship Id="rId18" Type="http://schemas.openxmlformats.org/officeDocument/2006/relationships/image" Target="../media/image69.jpg"/><Relationship Id="rId26" Type="http://schemas.openxmlformats.org/officeDocument/2006/relationships/image" Target="../media/image340.png"/><Relationship Id="rId3" Type="http://schemas.openxmlformats.org/officeDocument/2006/relationships/image" Target="../media/image100.png"/><Relationship Id="rId21" Type="http://schemas.openxmlformats.org/officeDocument/2006/relationships/image" Target="../media/image72.jpg"/><Relationship Id="rId7" Type="http://schemas.openxmlformats.org/officeDocument/2006/relationships/image" Target="../media/image130.png"/><Relationship Id="rId12" Type="http://schemas.openxmlformats.org/officeDocument/2006/relationships/image" Target="../media/image63.jpg"/><Relationship Id="rId17" Type="http://schemas.openxmlformats.org/officeDocument/2006/relationships/image" Target="../media/image68.jpg"/><Relationship Id="rId25" Type="http://schemas.openxmlformats.org/officeDocument/2006/relationships/image" Target="../media/image330.png"/><Relationship Id="rId2" Type="http://schemas.openxmlformats.org/officeDocument/2006/relationships/image" Target="../media/image90.png"/><Relationship Id="rId16" Type="http://schemas.openxmlformats.org/officeDocument/2006/relationships/image" Target="../media/image67.jpg"/><Relationship Id="rId20" Type="http://schemas.openxmlformats.org/officeDocument/2006/relationships/image" Target="../media/image71.jpg"/><Relationship Id="rId29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62.jpg"/><Relationship Id="rId24" Type="http://schemas.openxmlformats.org/officeDocument/2006/relationships/image" Target="../media/image75.jpg"/><Relationship Id="rId5" Type="http://schemas.openxmlformats.org/officeDocument/2006/relationships/image" Target="../media/image110.png"/><Relationship Id="rId15" Type="http://schemas.openxmlformats.org/officeDocument/2006/relationships/image" Target="../media/image66.jpg"/><Relationship Id="rId23" Type="http://schemas.openxmlformats.org/officeDocument/2006/relationships/image" Target="../media/image74.jpg"/><Relationship Id="rId28" Type="http://schemas.openxmlformats.org/officeDocument/2006/relationships/image" Target="../media/image360.png"/><Relationship Id="rId10" Type="http://schemas.openxmlformats.org/officeDocument/2006/relationships/image" Target="../media/image61.jpg"/><Relationship Id="rId19" Type="http://schemas.openxmlformats.org/officeDocument/2006/relationships/image" Target="../media/image70.jpg"/><Relationship Id="rId31" Type="http://schemas.openxmlformats.org/officeDocument/2006/relationships/image" Target="../media/image390.png"/><Relationship Id="rId4" Type="http://schemas.openxmlformats.org/officeDocument/2006/relationships/image" Target="../media/image6.jpg"/><Relationship Id="rId9" Type="http://schemas.openxmlformats.org/officeDocument/2006/relationships/image" Target="../media/image60.jpg"/><Relationship Id="rId14" Type="http://schemas.openxmlformats.org/officeDocument/2006/relationships/image" Target="../media/image65.jpg"/><Relationship Id="rId22" Type="http://schemas.openxmlformats.org/officeDocument/2006/relationships/image" Target="../media/image73.jpg"/><Relationship Id="rId27" Type="http://schemas.openxmlformats.org/officeDocument/2006/relationships/image" Target="../media/image350.png"/><Relationship Id="rId30" Type="http://schemas.openxmlformats.org/officeDocument/2006/relationships/image" Target="../media/image38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jpg"/><Relationship Id="rId13" Type="http://schemas.openxmlformats.org/officeDocument/2006/relationships/image" Target="../media/image66.jpg"/><Relationship Id="rId18" Type="http://schemas.openxmlformats.org/officeDocument/2006/relationships/image" Target="../media/image71.jpg"/><Relationship Id="rId26" Type="http://schemas.openxmlformats.org/officeDocument/2006/relationships/image" Target="../media/image360.png"/><Relationship Id="rId3" Type="http://schemas.openxmlformats.org/officeDocument/2006/relationships/image" Target="../media/image6.jpg"/><Relationship Id="rId21" Type="http://schemas.openxmlformats.org/officeDocument/2006/relationships/image" Target="../media/image74.jpg"/><Relationship Id="rId7" Type="http://schemas.openxmlformats.org/officeDocument/2006/relationships/image" Target="../media/image60.jpg"/><Relationship Id="rId12" Type="http://schemas.openxmlformats.org/officeDocument/2006/relationships/image" Target="../media/image65.jpg"/><Relationship Id="rId17" Type="http://schemas.openxmlformats.org/officeDocument/2006/relationships/image" Target="../media/image70.jpg"/><Relationship Id="rId25" Type="http://schemas.openxmlformats.org/officeDocument/2006/relationships/image" Target="../media/image43.png"/><Relationship Id="rId2" Type="http://schemas.openxmlformats.org/officeDocument/2006/relationships/image" Target="../media/image400.png"/><Relationship Id="rId16" Type="http://schemas.openxmlformats.org/officeDocument/2006/relationships/image" Target="../media/image69.jpg"/><Relationship Id="rId20" Type="http://schemas.openxmlformats.org/officeDocument/2006/relationships/image" Target="../media/image73.jpg"/><Relationship Id="rId29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64.jpg"/><Relationship Id="rId24" Type="http://schemas.openxmlformats.org/officeDocument/2006/relationships/image" Target="../media/image42.png"/><Relationship Id="rId32" Type="http://schemas.openxmlformats.org/officeDocument/2006/relationships/image" Target="../media/image490.png"/><Relationship Id="rId5" Type="http://schemas.openxmlformats.org/officeDocument/2006/relationships/image" Target="../media/image120.png"/><Relationship Id="rId15" Type="http://schemas.openxmlformats.org/officeDocument/2006/relationships/image" Target="../media/image68.jpg"/><Relationship Id="rId23" Type="http://schemas.openxmlformats.org/officeDocument/2006/relationships/image" Target="../media/image41.png"/><Relationship Id="rId28" Type="http://schemas.openxmlformats.org/officeDocument/2006/relationships/image" Target="../media/image450.png"/><Relationship Id="rId10" Type="http://schemas.openxmlformats.org/officeDocument/2006/relationships/image" Target="../media/image63.jpg"/><Relationship Id="rId19" Type="http://schemas.openxmlformats.org/officeDocument/2006/relationships/image" Target="../media/image72.jpg"/><Relationship Id="rId31" Type="http://schemas.openxmlformats.org/officeDocument/2006/relationships/image" Target="../media/image480.png"/><Relationship Id="rId4" Type="http://schemas.openxmlformats.org/officeDocument/2006/relationships/image" Target="../media/image110.png"/><Relationship Id="rId9" Type="http://schemas.openxmlformats.org/officeDocument/2006/relationships/image" Target="../media/image62.jpg"/><Relationship Id="rId14" Type="http://schemas.openxmlformats.org/officeDocument/2006/relationships/image" Target="../media/image67.jpg"/><Relationship Id="rId22" Type="http://schemas.openxmlformats.org/officeDocument/2006/relationships/image" Target="../media/image75.jpg"/><Relationship Id="rId27" Type="http://schemas.openxmlformats.org/officeDocument/2006/relationships/image" Target="../media/image440.png"/><Relationship Id="rId30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7.jpg"/><Relationship Id="rId18" Type="http://schemas.openxmlformats.org/officeDocument/2006/relationships/image" Target="../media/image103.png"/><Relationship Id="rId26" Type="http://schemas.openxmlformats.org/officeDocument/2006/relationships/image" Target="../media/image112.png"/><Relationship Id="rId3" Type="http://schemas.openxmlformats.org/officeDocument/2006/relationships/image" Target="../media/image87.png"/><Relationship Id="rId21" Type="http://schemas.openxmlformats.org/officeDocument/2006/relationships/image" Target="../media/image106.png"/><Relationship Id="rId34" Type="http://schemas.openxmlformats.org/officeDocument/2006/relationships/image" Target="../media/image119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5" Type="http://schemas.openxmlformats.org/officeDocument/2006/relationships/image" Target="../media/image111.png"/><Relationship Id="rId33" Type="http://schemas.openxmlformats.org/officeDocument/2006/relationships/image" Target="../media/image118.png"/><Relationship Id="rId2" Type="http://schemas.openxmlformats.org/officeDocument/2006/relationships/image" Target="../media/image860.png"/><Relationship Id="rId16" Type="http://schemas.openxmlformats.org/officeDocument/2006/relationships/image" Target="../media/image101.png"/><Relationship Id="rId20" Type="http://schemas.openxmlformats.org/officeDocument/2006/relationships/image" Target="../media/image105.png"/><Relationship Id="rId29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24" Type="http://schemas.openxmlformats.org/officeDocument/2006/relationships/image" Target="../media/image109.png"/><Relationship Id="rId32" Type="http://schemas.openxmlformats.org/officeDocument/2006/relationships/image" Target="../media/image6.jpg"/><Relationship Id="rId5" Type="http://schemas.openxmlformats.org/officeDocument/2006/relationships/image" Target="../media/image89.png"/><Relationship Id="rId15" Type="http://schemas.openxmlformats.org/officeDocument/2006/relationships/image" Target="../media/image89.jpg"/><Relationship Id="rId23" Type="http://schemas.openxmlformats.org/officeDocument/2006/relationships/image" Target="../media/image108.png"/><Relationship Id="rId28" Type="http://schemas.openxmlformats.org/officeDocument/2006/relationships/image" Target="../media/image114.png"/><Relationship Id="rId36" Type="http://schemas.openxmlformats.org/officeDocument/2006/relationships/image" Target="../media/image98.png"/><Relationship Id="rId10" Type="http://schemas.openxmlformats.org/officeDocument/2006/relationships/image" Target="../media/image95.png"/><Relationship Id="rId19" Type="http://schemas.openxmlformats.org/officeDocument/2006/relationships/image" Target="../media/image104.png"/><Relationship Id="rId31" Type="http://schemas.openxmlformats.org/officeDocument/2006/relationships/image" Target="../media/image117.png"/><Relationship Id="rId4" Type="http://schemas.openxmlformats.org/officeDocument/2006/relationships/image" Target="../media/image88.png"/><Relationship Id="rId9" Type="http://schemas.openxmlformats.org/officeDocument/2006/relationships/image" Target="../media/image94.png"/><Relationship Id="rId14" Type="http://schemas.openxmlformats.org/officeDocument/2006/relationships/image" Target="../media/image88.jpg"/><Relationship Id="rId22" Type="http://schemas.openxmlformats.org/officeDocument/2006/relationships/image" Target="../media/image107.png"/><Relationship Id="rId27" Type="http://schemas.openxmlformats.org/officeDocument/2006/relationships/image" Target="../media/image113.png"/><Relationship Id="rId30" Type="http://schemas.openxmlformats.org/officeDocument/2006/relationships/image" Target="../media/image116.png"/><Relationship Id="rId35" Type="http://schemas.openxmlformats.org/officeDocument/2006/relationships/image" Target="../media/image121.png"/><Relationship Id="rId8" Type="http://schemas.openxmlformats.org/officeDocument/2006/relationships/image" Target="../media/image93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6.png"/><Relationship Id="rId18" Type="http://schemas.openxmlformats.org/officeDocument/2006/relationships/image" Target="../media/image132.png"/><Relationship Id="rId39" Type="http://schemas.openxmlformats.org/officeDocument/2006/relationships/image" Target="../media/image670.png"/><Relationship Id="rId21" Type="http://schemas.openxmlformats.org/officeDocument/2006/relationships/image" Target="../media/image134.png"/><Relationship Id="rId34" Type="http://schemas.openxmlformats.org/officeDocument/2006/relationships/image" Target="../media/image631.png"/><Relationship Id="rId42" Type="http://schemas.microsoft.com/office/2007/relationships/hdphoto" Target="../media/hdphoto1.wdp"/><Relationship Id="rId7" Type="http://schemas.openxmlformats.org/officeDocument/2006/relationships/image" Target="../media/image125.png"/><Relationship Id="rId12" Type="http://schemas.openxmlformats.org/officeDocument/2006/relationships/image" Target="../media/image105.png"/><Relationship Id="rId17" Type="http://schemas.openxmlformats.org/officeDocument/2006/relationships/image" Target="../media/image117.png"/><Relationship Id="rId25" Type="http://schemas.openxmlformats.org/officeDocument/2006/relationships/image" Target="../media/image122.png"/><Relationship Id="rId38" Type="http://schemas.openxmlformats.org/officeDocument/2006/relationships/image" Target="../media/image660.png"/><Relationship Id="rId2" Type="http://schemas.openxmlformats.org/officeDocument/2006/relationships/image" Target="../media/image860.png"/><Relationship Id="rId16" Type="http://schemas.openxmlformats.org/officeDocument/2006/relationships/image" Target="../media/image131.png"/><Relationship Id="rId20" Type="http://schemas.openxmlformats.org/officeDocument/2006/relationships/image" Target="../media/image133.png"/><Relationship Id="rId29" Type="http://schemas.openxmlformats.org/officeDocument/2006/relationships/image" Target="../media/image142.png"/><Relationship Id="rId41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11" Type="http://schemas.openxmlformats.org/officeDocument/2006/relationships/image" Target="../media/image128.png"/><Relationship Id="rId24" Type="http://schemas.openxmlformats.org/officeDocument/2006/relationships/image" Target="../media/image98.png"/><Relationship Id="rId37" Type="http://schemas.openxmlformats.org/officeDocument/2006/relationships/image" Target="../media/image135.png"/><Relationship Id="rId40" Type="http://schemas.openxmlformats.org/officeDocument/2006/relationships/image" Target="../media/image680.png"/><Relationship Id="rId5" Type="http://schemas.openxmlformats.org/officeDocument/2006/relationships/image" Target="../media/image123.png"/><Relationship Id="rId15" Type="http://schemas.openxmlformats.org/officeDocument/2006/relationships/image" Target="../media/image129.png"/><Relationship Id="rId23" Type="http://schemas.openxmlformats.org/officeDocument/2006/relationships/image" Target="../media/image99.png"/><Relationship Id="rId28" Type="http://schemas.openxmlformats.org/officeDocument/2006/relationships/image" Target="../media/image141.png"/><Relationship Id="rId36" Type="http://schemas.openxmlformats.org/officeDocument/2006/relationships/image" Target="../media/image651.png"/><Relationship Id="rId10" Type="http://schemas.openxmlformats.org/officeDocument/2006/relationships/image" Target="../media/image103.png"/><Relationship Id="rId19" Type="http://schemas.openxmlformats.org/officeDocument/2006/relationships/image" Target="../media/image118.png"/><Relationship Id="rId4" Type="http://schemas.openxmlformats.org/officeDocument/2006/relationships/image" Target="../media/image116.png"/><Relationship Id="rId9" Type="http://schemas.openxmlformats.org/officeDocument/2006/relationships/image" Target="../media/image127.png"/><Relationship Id="rId14" Type="http://schemas.openxmlformats.org/officeDocument/2006/relationships/image" Target="../media/image107.png"/><Relationship Id="rId22" Type="http://schemas.openxmlformats.org/officeDocument/2006/relationships/image" Target="../media/image87.jpg"/><Relationship Id="rId27" Type="http://schemas.openxmlformats.org/officeDocument/2006/relationships/image" Target="../media/image139.png"/><Relationship Id="rId30" Type="http://schemas.openxmlformats.org/officeDocument/2006/relationships/image" Target="../media/image143.png"/><Relationship Id="rId35" Type="http://schemas.openxmlformats.org/officeDocument/2006/relationships/image" Target="../media/image641.png"/><Relationship Id="rId43" Type="http://schemas.openxmlformats.org/officeDocument/2006/relationships/image" Target="../media/image6.jpg"/><Relationship Id="rId8" Type="http://schemas.openxmlformats.org/officeDocument/2006/relationships/image" Target="../media/image126.png"/><Relationship Id="rId3" Type="http://schemas.openxmlformats.org/officeDocument/2006/relationships/image" Target="../media/image87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2.png"/><Relationship Id="rId18" Type="http://schemas.openxmlformats.org/officeDocument/2006/relationships/image" Target="../media/image132.png"/><Relationship Id="rId26" Type="http://schemas.microsoft.com/office/2007/relationships/hdphoto" Target="../media/hdphoto2.wdp"/><Relationship Id="rId39" Type="http://schemas.openxmlformats.org/officeDocument/2006/relationships/image" Target="../media/image135.png"/><Relationship Id="rId21" Type="http://schemas.openxmlformats.org/officeDocument/2006/relationships/image" Target="../media/image155.png"/><Relationship Id="rId34" Type="http://schemas.openxmlformats.org/officeDocument/2006/relationships/image" Target="../media/image163.png"/><Relationship Id="rId42" Type="http://schemas.openxmlformats.org/officeDocument/2006/relationships/image" Target="../media/image6800.png"/><Relationship Id="rId47" Type="http://schemas.openxmlformats.org/officeDocument/2006/relationships/image" Target="../media/image166.png"/><Relationship Id="rId7" Type="http://schemas.openxmlformats.org/officeDocument/2006/relationships/image" Target="../media/image150.png"/><Relationship Id="rId2" Type="http://schemas.openxmlformats.org/officeDocument/2006/relationships/image" Target="../media/image146.png"/><Relationship Id="rId16" Type="http://schemas.openxmlformats.org/officeDocument/2006/relationships/image" Target="../media/image154.png"/><Relationship Id="rId29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11" Type="http://schemas.openxmlformats.org/officeDocument/2006/relationships/image" Target="../media/image128.png"/><Relationship Id="rId24" Type="http://schemas.openxmlformats.org/officeDocument/2006/relationships/image" Target="../media/image87.jpg"/><Relationship Id="rId32" Type="http://schemas.openxmlformats.org/officeDocument/2006/relationships/image" Target="../media/image161.png"/><Relationship Id="rId37" Type="http://schemas.openxmlformats.org/officeDocument/2006/relationships/image" Target="../media/image6410.png"/><Relationship Id="rId40" Type="http://schemas.openxmlformats.org/officeDocument/2006/relationships/image" Target="../media/image6600.png"/><Relationship Id="rId45" Type="http://schemas.microsoft.com/office/2007/relationships/hdphoto" Target="../media/hdphoto1.wdp"/><Relationship Id="rId5" Type="http://schemas.openxmlformats.org/officeDocument/2006/relationships/image" Target="../media/image148.png"/><Relationship Id="rId15" Type="http://schemas.openxmlformats.org/officeDocument/2006/relationships/image" Target="../media/image153.png"/><Relationship Id="rId23" Type="http://schemas.openxmlformats.org/officeDocument/2006/relationships/image" Target="../media/image137.png"/><Relationship Id="rId28" Type="http://schemas.microsoft.com/office/2007/relationships/hdphoto" Target="../media/hdphoto3.wdp"/><Relationship Id="rId36" Type="http://schemas.openxmlformats.org/officeDocument/2006/relationships/image" Target="../media/image6310.png"/><Relationship Id="rId10" Type="http://schemas.openxmlformats.org/officeDocument/2006/relationships/image" Target="../media/image151.png"/><Relationship Id="rId19" Type="http://schemas.openxmlformats.org/officeDocument/2006/relationships/image" Target="../media/image118.png"/><Relationship Id="rId31" Type="http://schemas.openxmlformats.org/officeDocument/2006/relationships/image" Target="../media/image160.png"/><Relationship Id="rId44" Type="http://schemas.openxmlformats.org/officeDocument/2006/relationships/image" Target="../media/image136.png"/><Relationship Id="rId4" Type="http://schemas.openxmlformats.org/officeDocument/2006/relationships/image" Target="../media/image87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Relationship Id="rId22" Type="http://schemas.openxmlformats.org/officeDocument/2006/relationships/image" Target="../media/image134.png"/><Relationship Id="rId27" Type="http://schemas.openxmlformats.org/officeDocument/2006/relationships/image" Target="../media/image144.png"/><Relationship Id="rId30" Type="http://schemas.microsoft.com/office/2007/relationships/hdphoto" Target="../media/hdphoto4.wdp"/><Relationship Id="rId43" Type="http://schemas.openxmlformats.org/officeDocument/2006/relationships/image" Target="../media/image164.png"/><Relationship Id="rId8" Type="http://schemas.openxmlformats.org/officeDocument/2006/relationships/image" Target="../media/image101.png"/><Relationship Id="rId3" Type="http://schemas.openxmlformats.org/officeDocument/2006/relationships/image" Target="../media/image147.png"/><Relationship Id="rId12" Type="http://schemas.openxmlformats.org/officeDocument/2006/relationships/image" Target="../media/image105.png"/><Relationship Id="rId17" Type="http://schemas.openxmlformats.org/officeDocument/2006/relationships/image" Target="../media/image112.png"/><Relationship Id="rId25" Type="http://schemas.openxmlformats.org/officeDocument/2006/relationships/image" Target="../media/image138.png"/><Relationship Id="rId33" Type="http://schemas.openxmlformats.org/officeDocument/2006/relationships/image" Target="../media/image162.png"/><Relationship Id="rId38" Type="http://schemas.openxmlformats.org/officeDocument/2006/relationships/image" Target="../media/image6510.png"/><Relationship Id="rId46" Type="http://schemas.openxmlformats.org/officeDocument/2006/relationships/image" Target="../media/image1022.png"/><Relationship Id="rId20" Type="http://schemas.openxmlformats.org/officeDocument/2006/relationships/image" Target="../media/image115.png"/><Relationship Id="rId41" Type="http://schemas.openxmlformats.org/officeDocument/2006/relationships/image" Target="../media/image6700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2.png"/><Relationship Id="rId18" Type="http://schemas.microsoft.com/office/2007/relationships/hdphoto" Target="../media/hdphoto4.wdp"/><Relationship Id="rId21" Type="http://schemas.openxmlformats.org/officeDocument/2006/relationships/image" Target="../media/image175.png"/><Relationship Id="rId42" Type="http://schemas.openxmlformats.org/officeDocument/2006/relationships/image" Target="../media/image176.png"/><Relationship Id="rId47" Type="http://schemas.openxmlformats.org/officeDocument/2006/relationships/image" Target="../media/image177.png"/><Relationship Id="rId50" Type="http://schemas.openxmlformats.org/officeDocument/2006/relationships/image" Target="../media/image1022.png"/><Relationship Id="rId55" Type="http://schemas.openxmlformats.org/officeDocument/2006/relationships/image" Target="../media/image180.png"/><Relationship Id="rId63" Type="http://schemas.microsoft.com/office/2007/relationships/hdphoto" Target="../media/hdphoto6.wdp"/><Relationship Id="rId68" Type="http://schemas.openxmlformats.org/officeDocument/2006/relationships/image" Target="../media/image186.png"/><Relationship Id="rId7" Type="http://schemas.openxmlformats.org/officeDocument/2006/relationships/image" Target="../media/image168.png"/><Relationship Id="rId71" Type="http://schemas.openxmlformats.org/officeDocument/2006/relationships/image" Target="../media/image189.png"/><Relationship Id="rId2" Type="http://schemas.openxmlformats.org/officeDocument/2006/relationships/image" Target="../media/image147.png"/><Relationship Id="rId16" Type="http://schemas.openxmlformats.org/officeDocument/2006/relationships/image" Target="../media/image137.png"/><Relationship Id="rId11" Type="http://schemas.openxmlformats.org/officeDocument/2006/relationships/image" Target="../media/image170.png"/><Relationship Id="rId40" Type="http://schemas.openxmlformats.org/officeDocument/2006/relationships/image" Target="../media/image6600.png"/><Relationship Id="rId37" Type="http://schemas.openxmlformats.org/officeDocument/2006/relationships/image" Target="../media/image6410.png"/><Relationship Id="rId53" Type="http://schemas.openxmlformats.org/officeDocument/2006/relationships/image" Target="../media/image178.png"/><Relationship Id="rId58" Type="http://schemas.microsoft.com/office/2007/relationships/hdphoto" Target="../media/hdphoto2.wdp"/><Relationship Id="rId66" Type="http://schemas.openxmlformats.org/officeDocument/2006/relationships/image" Target="../media/image184.png"/><Relationship Id="rId5" Type="http://schemas.openxmlformats.org/officeDocument/2006/relationships/image" Target="../media/image101.png"/><Relationship Id="rId61" Type="http://schemas.openxmlformats.org/officeDocument/2006/relationships/image" Target="../media/image87.jpg"/><Relationship Id="rId10" Type="http://schemas.openxmlformats.org/officeDocument/2006/relationships/image" Target="../media/image105.png"/><Relationship Id="rId19" Type="http://schemas.openxmlformats.org/officeDocument/2006/relationships/image" Target="../media/image173.png"/><Relationship Id="rId44" Type="http://schemas.microsoft.com/office/2007/relationships/hdphoto" Target="../media/hdphoto1.wdp"/><Relationship Id="rId52" Type="http://schemas.openxmlformats.org/officeDocument/2006/relationships/image" Target="../media/image127.png"/><Relationship Id="rId60" Type="http://schemas.microsoft.com/office/2007/relationships/hdphoto" Target="../media/hdphoto5.wdp"/><Relationship Id="rId65" Type="http://schemas.microsoft.com/office/2007/relationships/hdphoto" Target="../media/hdphoto7.wdp"/><Relationship Id="rId73" Type="http://schemas.openxmlformats.org/officeDocument/2006/relationships/image" Target="../media/image191.png"/><Relationship Id="rId4" Type="http://schemas.openxmlformats.org/officeDocument/2006/relationships/image" Target="../media/image93.png"/><Relationship Id="rId9" Type="http://schemas.openxmlformats.org/officeDocument/2006/relationships/image" Target="../media/image152.png"/><Relationship Id="rId14" Type="http://schemas.openxmlformats.org/officeDocument/2006/relationships/image" Target="../media/image146.png"/><Relationship Id="rId22" Type="http://schemas.openxmlformats.org/officeDocument/2006/relationships/image" Target="../media/image135.png"/><Relationship Id="rId43" Type="http://schemas.openxmlformats.org/officeDocument/2006/relationships/image" Target="../media/image136.png"/><Relationship Id="rId56" Type="http://schemas.openxmlformats.org/officeDocument/2006/relationships/image" Target="../media/image860.png"/><Relationship Id="rId64" Type="http://schemas.openxmlformats.org/officeDocument/2006/relationships/image" Target="../media/image158.png"/><Relationship Id="rId69" Type="http://schemas.openxmlformats.org/officeDocument/2006/relationships/image" Target="../media/image187.png"/><Relationship Id="rId8" Type="http://schemas.openxmlformats.org/officeDocument/2006/relationships/image" Target="../media/image169.png"/><Relationship Id="rId51" Type="http://schemas.openxmlformats.org/officeDocument/2006/relationships/image" Target="../media/image94.png"/><Relationship Id="rId72" Type="http://schemas.openxmlformats.org/officeDocument/2006/relationships/image" Target="../media/image190.png"/><Relationship Id="rId3" Type="http://schemas.openxmlformats.org/officeDocument/2006/relationships/image" Target="../media/image123.png"/><Relationship Id="rId12" Type="http://schemas.openxmlformats.org/officeDocument/2006/relationships/image" Target="../media/image171.png"/><Relationship Id="rId17" Type="http://schemas.openxmlformats.org/officeDocument/2006/relationships/image" Target="../media/image145.png"/><Relationship Id="rId46" Type="http://schemas.openxmlformats.org/officeDocument/2006/relationships/image" Target="../media/image6310.png"/><Relationship Id="rId38" Type="http://schemas.openxmlformats.org/officeDocument/2006/relationships/image" Target="../media/image6510.png"/><Relationship Id="rId59" Type="http://schemas.openxmlformats.org/officeDocument/2006/relationships/image" Target="../media/image156.png"/><Relationship Id="rId67" Type="http://schemas.openxmlformats.org/officeDocument/2006/relationships/image" Target="../media/image185.png"/><Relationship Id="rId20" Type="http://schemas.openxmlformats.org/officeDocument/2006/relationships/image" Target="../media/image174.png"/><Relationship Id="rId41" Type="http://schemas.openxmlformats.org/officeDocument/2006/relationships/image" Target="../media/image6700.png"/><Relationship Id="rId54" Type="http://schemas.openxmlformats.org/officeDocument/2006/relationships/image" Target="../media/image179.png"/><Relationship Id="rId62" Type="http://schemas.openxmlformats.org/officeDocument/2006/relationships/image" Target="../media/image157.png"/><Relationship Id="rId70" Type="http://schemas.openxmlformats.org/officeDocument/2006/relationships/image" Target="../media/image1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png"/><Relationship Id="rId15" Type="http://schemas.openxmlformats.org/officeDocument/2006/relationships/image" Target="../media/image116.png"/><Relationship Id="rId49" Type="http://schemas.openxmlformats.org/officeDocument/2006/relationships/image" Target="../media/image6800.png"/><Relationship Id="rId57" Type="http://schemas.openxmlformats.org/officeDocument/2006/relationships/image" Target="../media/image13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jpeg"/><Relationship Id="rId2" Type="http://schemas.openxmlformats.org/officeDocument/2006/relationships/image" Target="../media/image16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image" Target="../media/image184.jpg"/><Relationship Id="rId18" Type="http://schemas.openxmlformats.org/officeDocument/2006/relationships/image" Target="../media/image192.png"/><Relationship Id="rId3" Type="http://schemas.openxmlformats.org/officeDocument/2006/relationships/image" Target="../media/image165.png"/><Relationship Id="rId7" Type="http://schemas.openxmlformats.org/officeDocument/2006/relationships/image" Target="../media/image87.jpg"/><Relationship Id="rId12" Type="http://schemas.microsoft.com/office/2007/relationships/hdphoto" Target="../media/hdphoto9.wdp"/><Relationship Id="rId17" Type="http://schemas.openxmlformats.org/officeDocument/2006/relationships/image" Target="../media/image188.jpg"/><Relationship Id="rId2" Type="http://schemas.openxmlformats.org/officeDocument/2006/relationships/image" Target="../media/image163.jpg"/><Relationship Id="rId16" Type="http://schemas.openxmlformats.org/officeDocument/2006/relationships/image" Target="../media/image187.jpg"/><Relationship Id="rId1" Type="http://schemas.openxmlformats.org/officeDocument/2006/relationships/slideLayout" Target="../slideLayouts/slideLayout2.xml"/><Relationship Id="rId6" Type="http://schemas.microsoft.com/office/2007/relationships/hdphoto" Target="../media/hdphoto8.wdp"/><Relationship Id="rId11" Type="http://schemas.openxmlformats.org/officeDocument/2006/relationships/image" Target="../media/image183.png"/><Relationship Id="rId5" Type="http://schemas.openxmlformats.org/officeDocument/2006/relationships/image" Target="../media/image181.png"/><Relationship Id="rId15" Type="http://schemas.openxmlformats.org/officeDocument/2006/relationships/image" Target="../media/image186.jpg"/><Relationship Id="rId10" Type="http://schemas.openxmlformats.org/officeDocument/2006/relationships/image" Target="../media/image89.jpg"/><Relationship Id="rId19" Type="http://schemas.microsoft.com/office/2007/relationships/hdphoto" Target="../media/hdphoto10.wdp"/><Relationship Id="rId4" Type="http://schemas.microsoft.com/office/2007/relationships/hdphoto" Target="../media/hdphoto3.wdp"/><Relationship Id="rId9" Type="http://schemas.microsoft.com/office/2007/relationships/hdphoto" Target="../media/hdphoto2.wdp"/><Relationship Id="rId14" Type="http://schemas.openxmlformats.org/officeDocument/2006/relationships/image" Target="../media/image185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13" Type="http://schemas.openxmlformats.org/officeDocument/2006/relationships/image" Target="../media/image89.jpg"/><Relationship Id="rId18" Type="http://schemas.openxmlformats.org/officeDocument/2006/relationships/image" Target="../media/image163.jpg"/><Relationship Id="rId3" Type="http://schemas.microsoft.com/office/2007/relationships/hdphoto" Target="../media/hdphoto8.wdp"/><Relationship Id="rId7" Type="http://schemas.openxmlformats.org/officeDocument/2006/relationships/image" Target="../media/image188.jpg"/><Relationship Id="rId12" Type="http://schemas.microsoft.com/office/2007/relationships/hdphoto" Target="../media/hdphoto2.wdp"/><Relationship Id="rId17" Type="http://schemas.microsoft.com/office/2007/relationships/hdphoto" Target="../media/hdphoto3.wdp"/><Relationship Id="rId2" Type="http://schemas.openxmlformats.org/officeDocument/2006/relationships/image" Target="../media/image181.png"/><Relationship Id="rId16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7.jpg"/><Relationship Id="rId11" Type="http://schemas.openxmlformats.org/officeDocument/2006/relationships/image" Target="../media/image182.png"/><Relationship Id="rId5" Type="http://schemas.openxmlformats.org/officeDocument/2006/relationships/image" Target="../media/image186.jpg"/><Relationship Id="rId15" Type="http://schemas.microsoft.com/office/2007/relationships/hdphoto" Target="../media/hdphoto9.wdp"/><Relationship Id="rId10" Type="http://schemas.openxmlformats.org/officeDocument/2006/relationships/image" Target="../media/image87.jpg"/><Relationship Id="rId19" Type="http://schemas.openxmlformats.org/officeDocument/2006/relationships/image" Target="../media/image184.jpg"/><Relationship Id="rId4" Type="http://schemas.openxmlformats.org/officeDocument/2006/relationships/image" Target="../media/image185.jpg"/><Relationship Id="rId9" Type="http://schemas.microsoft.com/office/2007/relationships/hdphoto" Target="../media/hdphoto10.wdp"/><Relationship Id="rId14" Type="http://schemas.openxmlformats.org/officeDocument/2006/relationships/image" Target="../media/image18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13" Type="http://schemas.openxmlformats.org/officeDocument/2006/relationships/image" Target="../media/image89.jpg"/><Relationship Id="rId18" Type="http://schemas.openxmlformats.org/officeDocument/2006/relationships/image" Target="../media/image163.jpg"/><Relationship Id="rId3" Type="http://schemas.microsoft.com/office/2007/relationships/hdphoto" Target="../media/hdphoto8.wdp"/><Relationship Id="rId7" Type="http://schemas.openxmlformats.org/officeDocument/2006/relationships/image" Target="../media/image188.jpg"/><Relationship Id="rId12" Type="http://schemas.microsoft.com/office/2007/relationships/hdphoto" Target="../media/hdphoto2.wdp"/><Relationship Id="rId17" Type="http://schemas.microsoft.com/office/2007/relationships/hdphoto" Target="../media/hdphoto3.wdp"/><Relationship Id="rId2" Type="http://schemas.openxmlformats.org/officeDocument/2006/relationships/image" Target="../media/image181.png"/><Relationship Id="rId16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7.jpg"/><Relationship Id="rId11" Type="http://schemas.openxmlformats.org/officeDocument/2006/relationships/image" Target="../media/image182.png"/><Relationship Id="rId5" Type="http://schemas.openxmlformats.org/officeDocument/2006/relationships/image" Target="../media/image186.jpg"/><Relationship Id="rId15" Type="http://schemas.microsoft.com/office/2007/relationships/hdphoto" Target="../media/hdphoto9.wdp"/><Relationship Id="rId10" Type="http://schemas.openxmlformats.org/officeDocument/2006/relationships/image" Target="../media/image87.jpg"/><Relationship Id="rId19" Type="http://schemas.openxmlformats.org/officeDocument/2006/relationships/image" Target="../media/image184.jpg"/><Relationship Id="rId4" Type="http://schemas.openxmlformats.org/officeDocument/2006/relationships/image" Target="../media/image185.jpg"/><Relationship Id="rId9" Type="http://schemas.microsoft.com/office/2007/relationships/hdphoto" Target="../media/hdphoto10.wdp"/><Relationship Id="rId14" Type="http://schemas.openxmlformats.org/officeDocument/2006/relationships/image" Target="../media/image1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组合 93">
            <a:extLst>
              <a:ext uri="{FF2B5EF4-FFF2-40B4-BE49-F238E27FC236}">
                <a16:creationId xmlns:a16="http://schemas.microsoft.com/office/drawing/2014/main" id="{2BFF3B09-8C7D-3D46-8722-296CAEC4BC30}"/>
              </a:ext>
            </a:extLst>
          </p:cNvPr>
          <p:cNvGrpSpPr/>
          <p:nvPr/>
        </p:nvGrpSpPr>
        <p:grpSpPr>
          <a:xfrm>
            <a:off x="1221184" y="1113252"/>
            <a:ext cx="1361362" cy="1767437"/>
            <a:chOff x="399705" y="570662"/>
            <a:chExt cx="1916374" cy="2488001"/>
          </a:xfrm>
        </p:grpSpPr>
        <p:pic>
          <p:nvPicPr>
            <p:cNvPr id="95" name="图片 94">
              <a:extLst>
                <a:ext uri="{FF2B5EF4-FFF2-40B4-BE49-F238E27FC236}">
                  <a16:creationId xmlns:a16="http://schemas.microsoft.com/office/drawing/2014/main" id="{0CF816FF-9720-2658-A222-E9299A7B36B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2773" y="570662"/>
              <a:ext cx="720000" cy="1440000"/>
            </a:xfrm>
            <a:prstGeom prst="rect">
              <a:avLst/>
            </a:prstGeom>
          </p:spPr>
        </p:pic>
        <p:pic>
          <p:nvPicPr>
            <p:cNvPr id="96" name="图片 95">
              <a:extLst>
                <a:ext uri="{FF2B5EF4-FFF2-40B4-BE49-F238E27FC236}">
                  <a16:creationId xmlns:a16="http://schemas.microsoft.com/office/drawing/2014/main" id="{C3729F1D-F03B-8A78-68F1-2A1C701CA71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239" y="898663"/>
              <a:ext cx="720000" cy="1440000"/>
            </a:xfrm>
            <a:prstGeom prst="rect">
              <a:avLst/>
            </a:prstGeom>
          </p:spPr>
        </p:pic>
        <p:pic>
          <p:nvPicPr>
            <p:cNvPr id="97" name="图片 96">
              <a:extLst>
                <a:ext uri="{FF2B5EF4-FFF2-40B4-BE49-F238E27FC236}">
                  <a16:creationId xmlns:a16="http://schemas.microsoft.com/office/drawing/2014/main" id="{8C350E52-B8EA-2E42-9863-7423EDDE0F2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705" y="1226664"/>
              <a:ext cx="720000" cy="1440000"/>
            </a:xfrm>
            <a:prstGeom prst="rect">
              <a:avLst/>
            </a:prstGeom>
          </p:spPr>
        </p:pic>
        <p:pic>
          <p:nvPicPr>
            <p:cNvPr id="98" name="图片 97">
              <a:extLst>
                <a:ext uri="{FF2B5EF4-FFF2-40B4-BE49-F238E27FC236}">
                  <a16:creationId xmlns:a16="http://schemas.microsoft.com/office/drawing/2014/main" id="{907C7833-02D0-4103-70C4-51798311F0A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6079" y="1078755"/>
              <a:ext cx="720000" cy="1440000"/>
            </a:xfrm>
            <a:prstGeom prst="rect">
              <a:avLst/>
            </a:prstGeom>
          </p:spPr>
        </p:pic>
        <p:pic>
          <p:nvPicPr>
            <p:cNvPr id="99" name="图片 98">
              <a:extLst>
                <a:ext uri="{FF2B5EF4-FFF2-40B4-BE49-F238E27FC236}">
                  <a16:creationId xmlns:a16="http://schemas.microsoft.com/office/drawing/2014/main" id="{8B766F3C-63D1-05F4-776D-4EE76717133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0238" y="1348709"/>
              <a:ext cx="720000" cy="1440000"/>
            </a:xfrm>
            <a:prstGeom prst="rect">
              <a:avLst/>
            </a:prstGeom>
          </p:spPr>
        </p:pic>
        <p:pic>
          <p:nvPicPr>
            <p:cNvPr id="100" name="图片 99">
              <a:extLst>
                <a:ext uri="{FF2B5EF4-FFF2-40B4-BE49-F238E27FC236}">
                  <a16:creationId xmlns:a16="http://schemas.microsoft.com/office/drawing/2014/main" id="{DBD0C9DE-1049-2FF9-60D7-815C6CCA20C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2240" y="1618663"/>
              <a:ext cx="720000" cy="1440000"/>
            </a:xfrm>
            <a:prstGeom prst="rect">
              <a:avLst/>
            </a:prstGeom>
          </p:spPr>
        </p:pic>
      </p:grpSp>
      <p:sp>
        <p:nvSpPr>
          <p:cNvPr id="101" name="矩形 100">
            <a:extLst>
              <a:ext uri="{FF2B5EF4-FFF2-40B4-BE49-F238E27FC236}">
                <a16:creationId xmlns:a16="http://schemas.microsoft.com/office/drawing/2014/main" id="{84ACBD9F-BC78-BFA6-9778-F67C3CED3263}"/>
              </a:ext>
            </a:extLst>
          </p:cNvPr>
          <p:cNvSpPr/>
          <p:nvPr/>
        </p:nvSpPr>
        <p:spPr>
          <a:xfrm rot="16200000">
            <a:off x="2918725" y="1827305"/>
            <a:ext cx="2034258" cy="4199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  ConvBlock2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8C6FFACD-FE22-D735-6520-BDFDFD29E725}"/>
              </a:ext>
            </a:extLst>
          </p:cNvPr>
          <p:cNvSpPr/>
          <p:nvPr/>
        </p:nvSpPr>
        <p:spPr>
          <a:xfrm rot="16200000">
            <a:off x="2441958" y="1827305"/>
            <a:ext cx="2034256" cy="4199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  ConvBlock1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5D57D0D7-2F16-3C7B-FDA7-CE0138F6DCD7}"/>
              </a:ext>
            </a:extLst>
          </p:cNvPr>
          <p:cNvSpPr/>
          <p:nvPr/>
        </p:nvSpPr>
        <p:spPr>
          <a:xfrm rot="16200000">
            <a:off x="4637516" y="1775677"/>
            <a:ext cx="2751659" cy="419997"/>
          </a:xfrm>
          <a:prstGeom prst="rect">
            <a:avLst/>
          </a:prstGeom>
          <a:gradFill flip="none" rotWithShape="1">
            <a:gsLst>
              <a:gs pos="51000">
                <a:schemeClr val="accent6">
                  <a:lumMod val="20000"/>
                  <a:lumOff val="80000"/>
                </a:schemeClr>
              </a:gs>
              <a:gs pos="51000">
                <a:schemeClr val="accent6">
                  <a:lumMod val="40000"/>
                  <a:lumOff val="60000"/>
                </a:schemeClr>
              </a:gs>
              <a:gs pos="51000">
                <a:schemeClr val="accent6">
                  <a:lumMod val="60000"/>
                  <a:lumOff val="40000"/>
                </a:schemeClr>
              </a:gs>
              <a:gs pos="50000">
                <a:schemeClr val="accent4">
                  <a:lumMod val="60000"/>
                  <a:lumOff val="40000"/>
                </a:schemeClr>
              </a:gs>
              <a:gs pos="0">
                <a:schemeClr val="accent4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08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Two-stream   ConvBlock4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6A180EC3-BFC8-18D6-D962-BF667BFAFC03}"/>
              </a:ext>
            </a:extLst>
          </p:cNvPr>
          <p:cNvSpPr/>
          <p:nvPr/>
        </p:nvSpPr>
        <p:spPr>
          <a:xfrm rot="16200000">
            <a:off x="4061781" y="1775680"/>
            <a:ext cx="2751667" cy="419995"/>
          </a:xfrm>
          <a:prstGeom prst="rect">
            <a:avLst/>
          </a:prstGeom>
          <a:solidFill>
            <a:srgbClr val="FDDFF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SDM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9044CBEC-E179-6257-B76F-52AA0397FCBD}"/>
              </a:ext>
            </a:extLst>
          </p:cNvPr>
          <p:cNvSpPr/>
          <p:nvPr/>
        </p:nvSpPr>
        <p:spPr>
          <a:xfrm rot="16200000">
            <a:off x="5849763" y="1775670"/>
            <a:ext cx="2751659" cy="419997"/>
          </a:xfrm>
          <a:prstGeom prst="rect">
            <a:avLst/>
          </a:prstGeom>
          <a:gradFill flip="none" rotWithShape="1">
            <a:gsLst>
              <a:gs pos="51000">
                <a:schemeClr val="accent6">
                  <a:lumMod val="20000"/>
                  <a:lumOff val="80000"/>
                </a:schemeClr>
              </a:gs>
              <a:gs pos="51000">
                <a:schemeClr val="accent6">
                  <a:lumMod val="40000"/>
                  <a:lumOff val="60000"/>
                </a:schemeClr>
              </a:gs>
              <a:gs pos="51000">
                <a:schemeClr val="accent6">
                  <a:lumMod val="60000"/>
                  <a:lumOff val="40000"/>
                </a:schemeClr>
              </a:gs>
              <a:gs pos="50000">
                <a:schemeClr val="accent4">
                  <a:lumMod val="60000"/>
                  <a:lumOff val="40000"/>
                </a:schemeClr>
              </a:gs>
              <a:gs pos="0">
                <a:schemeClr val="accent4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08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Two-stream   ConvBlock5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12F31098-4F32-0EF5-4778-CF1A859D2201}"/>
              </a:ext>
            </a:extLst>
          </p:cNvPr>
          <p:cNvSpPr/>
          <p:nvPr/>
        </p:nvSpPr>
        <p:spPr>
          <a:xfrm rot="16200000">
            <a:off x="5213516" y="1775674"/>
            <a:ext cx="2751667" cy="419995"/>
          </a:xfrm>
          <a:prstGeom prst="rect">
            <a:avLst/>
          </a:prstGeom>
          <a:solidFill>
            <a:srgbClr val="FDDFF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SDM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EF9F62C-93AF-2DA1-F359-D31438FA87FF}"/>
              </a:ext>
            </a:extLst>
          </p:cNvPr>
          <p:cNvSpPr/>
          <p:nvPr/>
        </p:nvSpPr>
        <p:spPr>
          <a:xfrm rot="16200000">
            <a:off x="3502850" y="1775670"/>
            <a:ext cx="2751659" cy="419997"/>
          </a:xfrm>
          <a:prstGeom prst="rect">
            <a:avLst/>
          </a:prstGeom>
          <a:gradFill flip="none" rotWithShape="1">
            <a:gsLst>
              <a:gs pos="51000">
                <a:schemeClr val="accent6">
                  <a:lumMod val="20000"/>
                  <a:lumOff val="80000"/>
                </a:schemeClr>
              </a:gs>
              <a:gs pos="51000">
                <a:schemeClr val="accent6">
                  <a:lumMod val="40000"/>
                  <a:lumOff val="60000"/>
                </a:schemeClr>
              </a:gs>
              <a:gs pos="51000">
                <a:schemeClr val="accent6">
                  <a:lumMod val="60000"/>
                  <a:lumOff val="40000"/>
                </a:schemeClr>
              </a:gs>
              <a:gs pos="50000">
                <a:schemeClr val="accent4">
                  <a:lumMod val="60000"/>
                  <a:lumOff val="40000"/>
                </a:schemeClr>
              </a:gs>
              <a:gs pos="0">
                <a:schemeClr val="accent4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08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Two-stream   ConvBlock3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箭头: 右 107">
            <a:extLst>
              <a:ext uri="{FF2B5EF4-FFF2-40B4-BE49-F238E27FC236}">
                <a16:creationId xmlns:a16="http://schemas.microsoft.com/office/drawing/2014/main" id="{C8CC822E-DFAE-1272-9FCB-007DA6966791}"/>
              </a:ext>
            </a:extLst>
          </p:cNvPr>
          <p:cNvSpPr/>
          <p:nvPr/>
        </p:nvSpPr>
        <p:spPr>
          <a:xfrm>
            <a:off x="2673362" y="1919643"/>
            <a:ext cx="419995" cy="235323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箭头: 右 108">
            <a:extLst>
              <a:ext uri="{FF2B5EF4-FFF2-40B4-BE49-F238E27FC236}">
                <a16:creationId xmlns:a16="http://schemas.microsoft.com/office/drawing/2014/main" id="{FFE991BB-BEA6-95A1-8EC9-D05426071A5F}"/>
              </a:ext>
            </a:extLst>
          </p:cNvPr>
          <p:cNvSpPr/>
          <p:nvPr/>
        </p:nvSpPr>
        <p:spPr>
          <a:xfrm rot="19464428">
            <a:off x="4190829" y="1235432"/>
            <a:ext cx="419995" cy="235323"/>
          </a:xfrm>
          <a:prstGeom prst="rightArrow">
            <a:avLst/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箭头: 右 109">
            <a:extLst>
              <a:ext uri="{FF2B5EF4-FFF2-40B4-BE49-F238E27FC236}">
                <a16:creationId xmlns:a16="http://schemas.microsoft.com/office/drawing/2014/main" id="{21A5C414-4606-D3F5-A02E-CB67DF537653}"/>
              </a:ext>
            </a:extLst>
          </p:cNvPr>
          <p:cNvSpPr/>
          <p:nvPr/>
        </p:nvSpPr>
        <p:spPr>
          <a:xfrm rot="1995330">
            <a:off x="4204596" y="2465100"/>
            <a:ext cx="419995" cy="235323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36544882-B32B-1B53-7F70-C5C2493C3A71}"/>
              </a:ext>
            </a:extLst>
          </p:cNvPr>
          <p:cNvSpPr/>
          <p:nvPr/>
        </p:nvSpPr>
        <p:spPr>
          <a:xfrm>
            <a:off x="1453152" y="4052075"/>
            <a:ext cx="4926201" cy="3128726"/>
          </a:xfrm>
          <a:prstGeom prst="rect">
            <a:avLst/>
          </a:prstGeom>
          <a:noFill/>
          <a:ln w="19050">
            <a:solidFill>
              <a:srgbClr val="F9ADE7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575"/>
          </a:p>
        </p:txBody>
      </p: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4952A980-69F6-9B23-3E1F-B30972EF08F4}"/>
              </a:ext>
            </a:extLst>
          </p:cNvPr>
          <p:cNvCxnSpPr>
            <a:cxnSpLocks/>
          </p:cNvCxnSpPr>
          <p:nvPr/>
        </p:nvCxnSpPr>
        <p:spPr>
          <a:xfrm flipV="1">
            <a:off x="1453149" y="3379497"/>
            <a:ext cx="3774466" cy="653821"/>
          </a:xfrm>
          <a:prstGeom prst="line">
            <a:avLst/>
          </a:prstGeom>
          <a:ln w="19050">
            <a:solidFill>
              <a:srgbClr val="F9ADE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8FE5C731-2D6F-5DCE-2D7D-D2519C70E06A}"/>
              </a:ext>
            </a:extLst>
          </p:cNvPr>
          <p:cNvCxnSpPr>
            <a:cxnSpLocks/>
          </p:cNvCxnSpPr>
          <p:nvPr/>
        </p:nvCxnSpPr>
        <p:spPr>
          <a:xfrm flipH="1" flipV="1">
            <a:off x="5647609" y="3361497"/>
            <a:ext cx="731740" cy="686037"/>
          </a:xfrm>
          <a:prstGeom prst="line">
            <a:avLst/>
          </a:prstGeom>
          <a:ln w="19050">
            <a:solidFill>
              <a:srgbClr val="F9ADE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箭头: 右 113">
            <a:extLst>
              <a:ext uri="{FF2B5EF4-FFF2-40B4-BE49-F238E27FC236}">
                <a16:creationId xmlns:a16="http://schemas.microsoft.com/office/drawing/2014/main" id="{205C02CF-86B1-0103-9A3F-2D80AFC2B556}"/>
              </a:ext>
            </a:extLst>
          </p:cNvPr>
          <p:cNvSpPr/>
          <p:nvPr/>
        </p:nvSpPr>
        <p:spPr>
          <a:xfrm>
            <a:off x="7622797" y="1224314"/>
            <a:ext cx="419995" cy="235323"/>
          </a:xfrm>
          <a:prstGeom prst="rightArrow">
            <a:avLst/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箭头: 右 114">
            <a:extLst>
              <a:ext uri="{FF2B5EF4-FFF2-40B4-BE49-F238E27FC236}">
                <a16:creationId xmlns:a16="http://schemas.microsoft.com/office/drawing/2014/main" id="{3907CAB8-A564-EC5F-3269-A461C5732435}"/>
              </a:ext>
            </a:extLst>
          </p:cNvPr>
          <p:cNvSpPr/>
          <p:nvPr/>
        </p:nvSpPr>
        <p:spPr>
          <a:xfrm>
            <a:off x="7622795" y="2571254"/>
            <a:ext cx="419995" cy="235323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F0247157-C8C4-7936-F252-2186766F11C3}"/>
              </a:ext>
            </a:extLst>
          </p:cNvPr>
          <p:cNvSpPr/>
          <p:nvPr/>
        </p:nvSpPr>
        <p:spPr>
          <a:xfrm>
            <a:off x="8127061" y="863902"/>
            <a:ext cx="188259" cy="956138"/>
          </a:xfrm>
          <a:prstGeom prst="rect">
            <a:avLst/>
          </a:prstGeom>
          <a:solidFill>
            <a:srgbClr val="FFD96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92A14AB4-AD7F-C33D-5E82-F9DABB959E55}"/>
              </a:ext>
            </a:extLst>
          </p:cNvPr>
          <p:cNvSpPr/>
          <p:nvPr/>
        </p:nvSpPr>
        <p:spPr>
          <a:xfrm>
            <a:off x="8127061" y="2210843"/>
            <a:ext cx="188259" cy="956138"/>
          </a:xfrm>
          <a:prstGeom prst="rect">
            <a:avLst/>
          </a:prstGeom>
          <a:solidFill>
            <a:srgbClr val="A9D18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94A98CB8-C7EA-146B-44F2-9BB959D0F4C3}"/>
              </a:ext>
            </a:extLst>
          </p:cNvPr>
          <p:cNvGrpSpPr/>
          <p:nvPr/>
        </p:nvGrpSpPr>
        <p:grpSpPr>
          <a:xfrm>
            <a:off x="11424597" y="705890"/>
            <a:ext cx="306077" cy="2727728"/>
            <a:chOff x="8250361" y="142876"/>
            <a:chExt cx="306077" cy="2727728"/>
          </a:xfrm>
        </p:grpSpPr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FC77B1B1-28D9-C204-52D3-7D604D34B8D5}"/>
                </a:ext>
              </a:extLst>
            </p:cNvPr>
            <p:cNvSpPr/>
            <p:nvPr/>
          </p:nvSpPr>
          <p:spPr>
            <a:xfrm rot="16200000">
              <a:off x="7039536" y="1353701"/>
              <a:ext cx="2727728" cy="306077"/>
            </a:xfrm>
            <a:prstGeom prst="rect">
              <a:avLst/>
            </a:prstGeom>
            <a:solidFill>
              <a:srgbClr val="DAE3F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流程图: 接点 119">
              <a:extLst>
                <a:ext uri="{FF2B5EF4-FFF2-40B4-BE49-F238E27FC236}">
                  <a16:creationId xmlns:a16="http://schemas.microsoft.com/office/drawing/2014/main" id="{42F72DD0-5CE6-AEC2-E083-C9FF25FA647B}"/>
                </a:ext>
              </a:extLst>
            </p:cNvPr>
            <p:cNvSpPr/>
            <p:nvPr/>
          </p:nvSpPr>
          <p:spPr>
            <a:xfrm>
              <a:off x="8332803" y="219274"/>
              <a:ext cx="141194" cy="161365"/>
            </a:xfrm>
            <a:prstGeom prst="flowChartConnector">
              <a:avLst/>
            </a:prstGeom>
            <a:solidFill>
              <a:srgbClr val="FFD96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流程图: 接点 120">
              <a:extLst>
                <a:ext uri="{FF2B5EF4-FFF2-40B4-BE49-F238E27FC236}">
                  <a16:creationId xmlns:a16="http://schemas.microsoft.com/office/drawing/2014/main" id="{E59459FD-49F9-8362-3D79-F806CD36A36D}"/>
                </a:ext>
              </a:extLst>
            </p:cNvPr>
            <p:cNvSpPr/>
            <p:nvPr/>
          </p:nvSpPr>
          <p:spPr>
            <a:xfrm>
              <a:off x="8332803" y="460994"/>
              <a:ext cx="141194" cy="161365"/>
            </a:xfrm>
            <a:prstGeom prst="flowChartConnector">
              <a:avLst/>
            </a:prstGeom>
            <a:solidFill>
              <a:srgbClr val="FFD96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流程图: 接点 121">
              <a:extLst>
                <a:ext uri="{FF2B5EF4-FFF2-40B4-BE49-F238E27FC236}">
                  <a16:creationId xmlns:a16="http://schemas.microsoft.com/office/drawing/2014/main" id="{F857DC9D-0F92-221E-92D6-981E6EE552F2}"/>
                </a:ext>
              </a:extLst>
            </p:cNvPr>
            <p:cNvSpPr/>
            <p:nvPr/>
          </p:nvSpPr>
          <p:spPr>
            <a:xfrm>
              <a:off x="8332803" y="702714"/>
              <a:ext cx="141194" cy="161365"/>
            </a:xfrm>
            <a:prstGeom prst="flowChartConnector">
              <a:avLst/>
            </a:prstGeom>
            <a:solidFill>
              <a:srgbClr val="FFD96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流程图: 接点 122">
              <a:extLst>
                <a:ext uri="{FF2B5EF4-FFF2-40B4-BE49-F238E27FC236}">
                  <a16:creationId xmlns:a16="http://schemas.microsoft.com/office/drawing/2014/main" id="{9845BC1D-C486-739F-9193-87A6FF0F1BBC}"/>
                </a:ext>
              </a:extLst>
            </p:cNvPr>
            <p:cNvSpPr/>
            <p:nvPr/>
          </p:nvSpPr>
          <p:spPr>
            <a:xfrm>
              <a:off x="8332803" y="944434"/>
              <a:ext cx="141194" cy="161365"/>
            </a:xfrm>
            <a:prstGeom prst="flowChartConnector">
              <a:avLst/>
            </a:prstGeom>
            <a:solidFill>
              <a:srgbClr val="FFD96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流程图: 接点 123">
              <a:extLst>
                <a:ext uri="{FF2B5EF4-FFF2-40B4-BE49-F238E27FC236}">
                  <a16:creationId xmlns:a16="http://schemas.microsoft.com/office/drawing/2014/main" id="{F50E5BF4-FA27-02FF-5CF4-A705EF2F322F}"/>
                </a:ext>
              </a:extLst>
            </p:cNvPr>
            <p:cNvSpPr/>
            <p:nvPr/>
          </p:nvSpPr>
          <p:spPr>
            <a:xfrm>
              <a:off x="8332803" y="1186154"/>
              <a:ext cx="141194" cy="161365"/>
            </a:xfrm>
            <a:prstGeom prst="flowChartConnector">
              <a:avLst/>
            </a:prstGeom>
            <a:solidFill>
              <a:srgbClr val="A9D1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流程图: 接点 124">
              <a:extLst>
                <a:ext uri="{FF2B5EF4-FFF2-40B4-BE49-F238E27FC236}">
                  <a16:creationId xmlns:a16="http://schemas.microsoft.com/office/drawing/2014/main" id="{E15DC98D-3A01-8E53-8433-80B3C9F16665}"/>
                </a:ext>
              </a:extLst>
            </p:cNvPr>
            <p:cNvSpPr/>
            <p:nvPr/>
          </p:nvSpPr>
          <p:spPr>
            <a:xfrm>
              <a:off x="8332803" y="1427874"/>
              <a:ext cx="141194" cy="161365"/>
            </a:xfrm>
            <a:prstGeom prst="flowChartConnector">
              <a:avLst/>
            </a:prstGeom>
            <a:solidFill>
              <a:srgbClr val="A9D1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流程图: 接点 125">
              <a:extLst>
                <a:ext uri="{FF2B5EF4-FFF2-40B4-BE49-F238E27FC236}">
                  <a16:creationId xmlns:a16="http://schemas.microsoft.com/office/drawing/2014/main" id="{1946BA1C-6020-19C2-8ED0-BA95699420A6}"/>
                </a:ext>
              </a:extLst>
            </p:cNvPr>
            <p:cNvSpPr/>
            <p:nvPr/>
          </p:nvSpPr>
          <p:spPr>
            <a:xfrm>
              <a:off x="8332803" y="1670880"/>
              <a:ext cx="141194" cy="161365"/>
            </a:xfrm>
            <a:prstGeom prst="flowChartConnector">
              <a:avLst/>
            </a:prstGeom>
            <a:solidFill>
              <a:srgbClr val="A9D1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流程图: 接点 126">
              <a:extLst>
                <a:ext uri="{FF2B5EF4-FFF2-40B4-BE49-F238E27FC236}">
                  <a16:creationId xmlns:a16="http://schemas.microsoft.com/office/drawing/2014/main" id="{0C924ED4-E13D-B43B-0C33-9694AC44751F}"/>
                </a:ext>
              </a:extLst>
            </p:cNvPr>
            <p:cNvSpPr/>
            <p:nvPr/>
          </p:nvSpPr>
          <p:spPr>
            <a:xfrm>
              <a:off x="8332803" y="1912600"/>
              <a:ext cx="141194" cy="161365"/>
            </a:xfrm>
            <a:prstGeom prst="flowChartConnector">
              <a:avLst/>
            </a:prstGeom>
            <a:solidFill>
              <a:srgbClr val="A9D1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流程图: 接点 127">
              <a:extLst>
                <a:ext uri="{FF2B5EF4-FFF2-40B4-BE49-F238E27FC236}">
                  <a16:creationId xmlns:a16="http://schemas.microsoft.com/office/drawing/2014/main" id="{83776BD1-750E-E1AE-4A34-89096B27F5DE}"/>
                </a:ext>
              </a:extLst>
            </p:cNvPr>
            <p:cNvSpPr/>
            <p:nvPr/>
          </p:nvSpPr>
          <p:spPr>
            <a:xfrm>
              <a:off x="8332803" y="2154320"/>
              <a:ext cx="141194" cy="161365"/>
            </a:xfrm>
            <a:prstGeom prst="flowChartConnector">
              <a:avLst/>
            </a:prstGeom>
            <a:solidFill>
              <a:srgbClr val="A9D1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流程图: 接点 128">
              <a:extLst>
                <a:ext uri="{FF2B5EF4-FFF2-40B4-BE49-F238E27FC236}">
                  <a16:creationId xmlns:a16="http://schemas.microsoft.com/office/drawing/2014/main" id="{E1F9E049-2E91-147B-BC38-4D7B32DD6154}"/>
                </a:ext>
              </a:extLst>
            </p:cNvPr>
            <p:cNvSpPr/>
            <p:nvPr/>
          </p:nvSpPr>
          <p:spPr>
            <a:xfrm>
              <a:off x="8332803" y="2406810"/>
              <a:ext cx="141194" cy="161365"/>
            </a:xfrm>
            <a:prstGeom prst="flowChartConnector">
              <a:avLst/>
            </a:prstGeom>
            <a:solidFill>
              <a:srgbClr val="A9D1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流程图: 接点 129">
              <a:extLst>
                <a:ext uri="{FF2B5EF4-FFF2-40B4-BE49-F238E27FC236}">
                  <a16:creationId xmlns:a16="http://schemas.microsoft.com/office/drawing/2014/main" id="{CF8C3A56-C445-2A35-8352-3609AB4CB120}"/>
                </a:ext>
              </a:extLst>
            </p:cNvPr>
            <p:cNvSpPr/>
            <p:nvPr/>
          </p:nvSpPr>
          <p:spPr>
            <a:xfrm>
              <a:off x="8332803" y="2648530"/>
              <a:ext cx="141194" cy="161365"/>
            </a:xfrm>
            <a:prstGeom prst="flowChartConnector">
              <a:avLst/>
            </a:prstGeom>
            <a:solidFill>
              <a:srgbClr val="A9D1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1" name="矩形 130">
            <a:extLst>
              <a:ext uri="{FF2B5EF4-FFF2-40B4-BE49-F238E27FC236}">
                <a16:creationId xmlns:a16="http://schemas.microsoft.com/office/drawing/2014/main" id="{04689384-D04B-4A17-3470-130CE4094C5C}"/>
              </a:ext>
            </a:extLst>
          </p:cNvPr>
          <p:cNvSpPr/>
          <p:nvPr/>
        </p:nvSpPr>
        <p:spPr>
          <a:xfrm>
            <a:off x="7538521" y="621802"/>
            <a:ext cx="1159074" cy="2727729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C44BEDFA-4A92-E89A-6D85-9CAD42B55FCC}"/>
              </a:ext>
            </a:extLst>
          </p:cNvPr>
          <p:cNvSpPr txBox="1"/>
          <p:nvPr/>
        </p:nvSpPr>
        <p:spPr>
          <a:xfrm>
            <a:off x="7503350" y="1822499"/>
            <a:ext cx="658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501A3D1B-EB65-42BB-8C7D-8C53D70C72BD}"/>
              </a:ext>
            </a:extLst>
          </p:cNvPr>
          <p:cNvSpPr txBox="1"/>
          <p:nvPr/>
        </p:nvSpPr>
        <p:spPr>
          <a:xfrm>
            <a:off x="8315316" y="1151026"/>
            <a:ext cx="363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</a:rPr>
              <a:t>fx</a:t>
            </a:r>
            <a:br>
              <a:rPr lang="en-US" altLang="zh-CN" dirty="0"/>
            </a:b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B900A272-D8CC-7876-5211-A3896126CE72}"/>
              </a:ext>
            </a:extLst>
          </p:cNvPr>
          <p:cNvSpPr txBox="1"/>
          <p:nvPr/>
        </p:nvSpPr>
        <p:spPr>
          <a:xfrm>
            <a:off x="8315316" y="2497145"/>
            <a:ext cx="363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fc</a:t>
            </a:r>
            <a:br>
              <a:rPr lang="en-US" altLang="zh-CN" dirty="0"/>
            </a:b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箭头: 右 134">
            <a:extLst>
              <a:ext uri="{FF2B5EF4-FFF2-40B4-BE49-F238E27FC236}">
                <a16:creationId xmlns:a16="http://schemas.microsoft.com/office/drawing/2014/main" id="{7A7FEEC9-C69B-5891-E36D-86CDE2DD85F5}"/>
              </a:ext>
            </a:extLst>
          </p:cNvPr>
          <p:cNvSpPr/>
          <p:nvPr/>
        </p:nvSpPr>
        <p:spPr>
          <a:xfrm rot="5400000">
            <a:off x="7895325" y="3611290"/>
            <a:ext cx="419995" cy="235323"/>
          </a:xfrm>
          <a:prstGeom prst="rightArrow">
            <a:avLst/>
          </a:prstGeom>
          <a:noFill/>
          <a:ln w="19050">
            <a:solidFill>
              <a:srgbClr val="FF5B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箭头: 右 135">
            <a:extLst>
              <a:ext uri="{FF2B5EF4-FFF2-40B4-BE49-F238E27FC236}">
                <a16:creationId xmlns:a16="http://schemas.microsoft.com/office/drawing/2014/main" id="{284D8B6D-F78B-9163-37B3-5AE41E02A3D6}"/>
              </a:ext>
            </a:extLst>
          </p:cNvPr>
          <p:cNvSpPr/>
          <p:nvPr/>
        </p:nvSpPr>
        <p:spPr>
          <a:xfrm>
            <a:off x="8847824" y="1889506"/>
            <a:ext cx="419995" cy="235323"/>
          </a:xfrm>
          <a:prstGeom prst="rightArrow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3DADF77A-5DF6-7029-D537-4C65CA3F7F9E}"/>
              </a:ext>
            </a:extLst>
          </p:cNvPr>
          <p:cNvSpPr/>
          <p:nvPr/>
        </p:nvSpPr>
        <p:spPr>
          <a:xfrm>
            <a:off x="6589350" y="4047534"/>
            <a:ext cx="5631005" cy="3128725"/>
          </a:xfrm>
          <a:prstGeom prst="rect">
            <a:avLst/>
          </a:prstGeom>
          <a:noFill/>
          <a:ln w="19050">
            <a:solidFill>
              <a:srgbClr val="FF5B5B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575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5DF6EAB5-C564-5AB7-11DC-CE8E39013498}"/>
              </a:ext>
            </a:extLst>
          </p:cNvPr>
          <p:cNvSpPr/>
          <p:nvPr/>
        </p:nvSpPr>
        <p:spPr>
          <a:xfrm>
            <a:off x="9330713" y="609837"/>
            <a:ext cx="3279604" cy="2919841"/>
          </a:xfrm>
          <a:prstGeom prst="rect">
            <a:avLst/>
          </a:prstGeom>
          <a:noFill/>
          <a:ln w="19050">
            <a:solidFill>
              <a:srgbClr val="00B0F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DBD909C-142E-AD7B-9B48-78C7DFC3A89F}"/>
              </a:ext>
            </a:extLst>
          </p:cNvPr>
          <p:cNvSpPr txBox="1"/>
          <p:nvPr/>
        </p:nvSpPr>
        <p:spPr>
          <a:xfrm>
            <a:off x="1453149" y="7364223"/>
            <a:ext cx="11157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先画主网络并预留几个模块位置</a:t>
            </a:r>
          </a:p>
        </p:txBody>
      </p:sp>
    </p:spTree>
    <p:extLst>
      <p:ext uri="{BB962C8B-B14F-4D97-AF65-F5344CB8AC3E}">
        <p14:creationId xmlns:p14="http://schemas.microsoft.com/office/powerpoint/2010/main" val="466031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88E1866-00E5-11CD-DD80-96F58A183012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966" y="2279382"/>
            <a:ext cx="511477" cy="1022953"/>
          </a:xfrm>
          <a:prstGeom prst="rect">
            <a:avLst/>
          </a:prstGeom>
        </p:spPr>
      </p:pic>
      <p:sp>
        <p:nvSpPr>
          <p:cNvPr id="5" name="流程图: 手动操作 4">
            <a:extLst>
              <a:ext uri="{FF2B5EF4-FFF2-40B4-BE49-F238E27FC236}">
                <a16:creationId xmlns:a16="http://schemas.microsoft.com/office/drawing/2014/main" id="{6B84B8CF-D9EC-465E-1017-3BB6545C8C89}"/>
              </a:ext>
            </a:extLst>
          </p:cNvPr>
          <p:cNvSpPr/>
          <p:nvPr/>
        </p:nvSpPr>
        <p:spPr>
          <a:xfrm rot="16200000">
            <a:off x="1829478" y="2442750"/>
            <a:ext cx="1761565" cy="729812"/>
          </a:xfrm>
          <a:prstGeom prst="flowChartManualOperation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流程图: 手动操作 5">
            <a:extLst>
              <a:ext uri="{FF2B5EF4-FFF2-40B4-BE49-F238E27FC236}">
                <a16:creationId xmlns:a16="http://schemas.microsoft.com/office/drawing/2014/main" id="{62C1C537-3C7E-F081-5B73-60B829BDEDB0}"/>
              </a:ext>
            </a:extLst>
          </p:cNvPr>
          <p:cNvSpPr/>
          <p:nvPr/>
        </p:nvSpPr>
        <p:spPr>
          <a:xfrm rot="16200000">
            <a:off x="3819460" y="3134222"/>
            <a:ext cx="1040532" cy="667681"/>
          </a:xfrm>
          <a:prstGeom prst="flowChartManualOperation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流程图: 手动操作 6">
            <a:extLst>
              <a:ext uri="{FF2B5EF4-FFF2-40B4-BE49-F238E27FC236}">
                <a16:creationId xmlns:a16="http://schemas.microsoft.com/office/drawing/2014/main" id="{79226E90-11FD-1531-052F-FE2A81A2D2B6}"/>
              </a:ext>
            </a:extLst>
          </p:cNvPr>
          <p:cNvSpPr/>
          <p:nvPr/>
        </p:nvSpPr>
        <p:spPr>
          <a:xfrm rot="16200000">
            <a:off x="3827049" y="1739008"/>
            <a:ext cx="1025352" cy="667682"/>
          </a:xfrm>
          <a:prstGeom prst="flowChartManualOperation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7F072F7-B21D-A07E-EAE3-6A3367834255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743734" y="2807656"/>
            <a:ext cx="6016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曲线 8">
            <a:extLst>
              <a:ext uri="{FF2B5EF4-FFF2-40B4-BE49-F238E27FC236}">
                <a16:creationId xmlns:a16="http://schemas.microsoft.com/office/drawing/2014/main" id="{66BA8E13-A83E-7EB9-A017-FEFF84AA8868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V="1">
            <a:off x="3075165" y="2072853"/>
            <a:ext cx="930720" cy="734807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752CC0BD-A155-C34A-1373-DAB2F351B347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3075164" y="2807660"/>
            <a:ext cx="930722" cy="660403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582FF15-E958-7838-5A58-2900400C5745}"/>
              </a:ext>
            </a:extLst>
          </p:cNvPr>
          <p:cNvCxnSpPr>
            <a:cxnSpLocks/>
          </p:cNvCxnSpPr>
          <p:nvPr/>
        </p:nvCxnSpPr>
        <p:spPr>
          <a:xfrm>
            <a:off x="4673569" y="2072849"/>
            <a:ext cx="6016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8CD90050-5162-AE02-185B-4EC5162563D9}"/>
              </a:ext>
            </a:extLst>
          </p:cNvPr>
          <p:cNvSpPr/>
          <p:nvPr/>
        </p:nvSpPr>
        <p:spPr>
          <a:xfrm>
            <a:off x="6058195" y="1560176"/>
            <a:ext cx="1523307" cy="93444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83AE57-078F-9001-43CA-0B80CC6ED0B7}"/>
              </a:ext>
            </a:extLst>
          </p:cNvPr>
          <p:cNvSpPr/>
          <p:nvPr/>
        </p:nvSpPr>
        <p:spPr>
          <a:xfrm>
            <a:off x="6130253" y="1620614"/>
            <a:ext cx="106326" cy="813564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A68BD01-12A5-75C9-751E-2530CDF8AB06}"/>
              </a:ext>
            </a:extLst>
          </p:cNvPr>
          <p:cNvSpPr/>
          <p:nvPr/>
        </p:nvSpPr>
        <p:spPr>
          <a:xfrm>
            <a:off x="6308643" y="1620614"/>
            <a:ext cx="106326" cy="813564"/>
          </a:xfrm>
          <a:prstGeom prst="rect">
            <a:avLst/>
          </a:prstGeom>
          <a:solidFill>
            <a:schemeClr val="accent5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1326284-8AE6-9404-08BE-9B0B42BDE579}"/>
              </a:ext>
            </a:extLst>
          </p:cNvPr>
          <p:cNvSpPr/>
          <p:nvPr/>
        </p:nvSpPr>
        <p:spPr>
          <a:xfrm>
            <a:off x="6487032" y="1620614"/>
            <a:ext cx="106326" cy="813564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6FE7CE-F2FB-944C-0AF9-C76032F33CC6}"/>
              </a:ext>
            </a:extLst>
          </p:cNvPr>
          <p:cNvSpPr/>
          <p:nvPr/>
        </p:nvSpPr>
        <p:spPr>
          <a:xfrm>
            <a:off x="6670181" y="1620614"/>
            <a:ext cx="106326" cy="813564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33D7D62-5A9E-61A4-FBE2-310E52CD7A5C}"/>
              </a:ext>
            </a:extLst>
          </p:cNvPr>
          <p:cNvSpPr/>
          <p:nvPr/>
        </p:nvSpPr>
        <p:spPr>
          <a:xfrm>
            <a:off x="7216046" y="1620614"/>
            <a:ext cx="106326" cy="813564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3C532F-DCD9-870A-4A4B-513BFFDF2E88}"/>
              </a:ext>
            </a:extLst>
          </p:cNvPr>
          <p:cNvSpPr/>
          <p:nvPr/>
        </p:nvSpPr>
        <p:spPr>
          <a:xfrm>
            <a:off x="7394435" y="1620614"/>
            <a:ext cx="106326" cy="813564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59D81AF-D386-F25E-98EF-14CA5C1B52DA}"/>
              </a:ext>
            </a:extLst>
          </p:cNvPr>
          <p:cNvSpPr txBox="1"/>
          <p:nvPr/>
        </p:nvSpPr>
        <p:spPr>
          <a:xfrm>
            <a:off x="6754903" y="1735012"/>
            <a:ext cx="477929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+mn-ea"/>
              </a:rPr>
              <a:t>…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60FF130-CA5C-05AA-03AD-5AE243297277}"/>
              </a:ext>
            </a:extLst>
          </p:cNvPr>
          <p:cNvSpPr/>
          <p:nvPr/>
        </p:nvSpPr>
        <p:spPr>
          <a:xfrm>
            <a:off x="5292437" y="1666067"/>
            <a:ext cx="106326" cy="813564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8CFAB2C-6737-9284-AEAA-4DD91F496277}"/>
              </a:ext>
            </a:extLst>
          </p:cNvPr>
          <p:cNvCxnSpPr>
            <a:cxnSpLocks/>
          </p:cNvCxnSpPr>
          <p:nvPr/>
        </p:nvCxnSpPr>
        <p:spPr>
          <a:xfrm>
            <a:off x="5435308" y="2072849"/>
            <a:ext cx="6016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8357953-76E2-B697-343B-79476BAD9F51}"/>
              </a:ext>
            </a:extLst>
          </p:cNvPr>
          <p:cNvCxnSpPr>
            <a:cxnSpLocks/>
          </p:cNvCxnSpPr>
          <p:nvPr/>
        </p:nvCxnSpPr>
        <p:spPr>
          <a:xfrm>
            <a:off x="4676772" y="3459270"/>
            <a:ext cx="6016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B6777CFC-FE85-2AEC-337F-C595703C793E}"/>
              </a:ext>
            </a:extLst>
          </p:cNvPr>
          <p:cNvSpPr/>
          <p:nvPr/>
        </p:nvSpPr>
        <p:spPr>
          <a:xfrm>
            <a:off x="5295641" y="3052488"/>
            <a:ext cx="106326" cy="813564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C2A7117-8DD3-AB53-286D-6D9265D042E9}"/>
              </a:ext>
            </a:extLst>
          </p:cNvPr>
          <p:cNvCxnSpPr>
            <a:cxnSpLocks/>
            <a:stCxn id="23" idx="3"/>
            <a:endCxn id="25" idx="2"/>
          </p:cNvCxnSpPr>
          <p:nvPr/>
        </p:nvCxnSpPr>
        <p:spPr>
          <a:xfrm>
            <a:off x="5401967" y="3459274"/>
            <a:ext cx="814118" cy="32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F7D919E7-6231-8D0A-54A9-73956C144F89}"/>
              </a:ext>
            </a:extLst>
          </p:cNvPr>
          <p:cNvSpPr/>
          <p:nvPr/>
        </p:nvSpPr>
        <p:spPr>
          <a:xfrm>
            <a:off x="6216088" y="3305406"/>
            <a:ext cx="308375" cy="308375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C</a:t>
            </a:r>
            <a:endParaRPr lang="zh-CN" altLang="en-US" dirty="0">
              <a:solidFill>
                <a:srgbClr val="00B0F0"/>
              </a:solidFill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3A7AE8EB-2CDB-570E-FEC3-2DCFE62A9106}"/>
              </a:ext>
            </a:extLst>
          </p:cNvPr>
          <p:cNvCxnSpPr>
            <a:cxnSpLocks/>
          </p:cNvCxnSpPr>
          <p:nvPr/>
        </p:nvCxnSpPr>
        <p:spPr>
          <a:xfrm>
            <a:off x="6540194" y="3451207"/>
            <a:ext cx="505028" cy="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9CE1593-6C5A-39A6-B536-5D90055F8DCC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6361808" y="2494623"/>
            <a:ext cx="8467" cy="810783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F2C682FF-2A04-E7E6-1712-DC631BE91710}"/>
              </a:ext>
            </a:extLst>
          </p:cNvPr>
          <p:cNvSpPr/>
          <p:nvPr/>
        </p:nvSpPr>
        <p:spPr>
          <a:xfrm>
            <a:off x="7083366" y="3468059"/>
            <a:ext cx="106326" cy="813564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4215B39-9142-3074-302F-BD17BAC766B1}"/>
              </a:ext>
            </a:extLst>
          </p:cNvPr>
          <p:cNvSpPr/>
          <p:nvPr/>
        </p:nvSpPr>
        <p:spPr>
          <a:xfrm>
            <a:off x="7261755" y="3468059"/>
            <a:ext cx="106326" cy="813564"/>
          </a:xfrm>
          <a:prstGeom prst="rect">
            <a:avLst/>
          </a:prstGeom>
          <a:solidFill>
            <a:schemeClr val="accent5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FCE7EAD-6770-749A-8947-38034F9FE0D8}"/>
              </a:ext>
            </a:extLst>
          </p:cNvPr>
          <p:cNvSpPr/>
          <p:nvPr/>
        </p:nvSpPr>
        <p:spPr>
          <a:xfrm>
            <a:off x="7440143" y="3468059"/>
            <a:ext cx="106326" cy="813564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2FB1EF1-35DB-6FD7-DD92-754B02D6D5B1}"/>
              </a:ext>
            </a:extLst>
          </p:cNvPr>
          <p:cNvSpPr/>
          <p:nvPr/>
        </p:nvSpPr>
        <p:spPr>
          <a:xfrm>
            <a:off x="7623292" y="3468059"/>
            <a:ext cx="106326" cy="813564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F2A078D-15CE-09A2-3843-C03F38FF9547}"/>
              </a:ext>
            </a:extLst>
          </p:cNvPr>
          <p:cNvSpPr/>
          <p:nvPr/>
        </p:nvSpPr>
        <p:spPr>
          <a:xfrm>
            <a:off x="8156461" y="3468059"/>
            <a:ext cx="106326" cy="813564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98CBA02-4C67-C7A6-06A8-C8BFADAD7E57}"/>
              </a:ext>
            </a:extLst>
          </p:cNvPr>
          <p:cNvSpPr/>
          <p:nvPr/>
        </p:nvSpPr>
        <p:spPr>
          <a:xfrm>
            <a:off x="8334850" y="3468059"/>
            <a:ext cx="106326" cy="813564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9FEFAEE-841F-15A4-5A42-B30692274503}"/>
              </a:ext>
            </a:extLst>
          </p:cNvPr>
          <p:cNvSpPr/>
          <p:nvPr/>
        </p:nvSpPr>
        <p:spPr>
          <a:xfrm>
            <a:off x="7084818" y="2655074"/>
            <a:ext cx="106326" cy="813564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21E7A7C-27AB-C12B-6723-A1F4408D49EA}"/>
              </a:ext>
            </a:extLst>
          </p:cNvPr>
          <p:cNvSpPr/>
          <p:nvPr/>
        </p:nvSpPr>
        <p:spPr>
          <a:xfrm>
            <a:off x="7261758" y="2656083"/>
            <a:ext cx="106326" cy="813564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88F4D3E-573A-1BF9-C64B-415666B53D3F}"/>
              </a:ext>
            </a:extLst>
          </p:cNvPr>
          <p:cNvSpPr/>
          <p:nvPr/>
        </p:nvSpPr>
        <p:spPr>
          <a:xfrm>
            <a:off x="7440143" y="2655577"/>
            <a:ext cx="106326" cy="813564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7745939-9299-44BA-4113-685DBDFB4CAD}"/>
              </a:ext>
            </a:extLst>
          </p:cNvPr>
          <p:cNvSpPr/>
          <p:nvPr/>
        </p:nvSpPr>
        <p:spPr>
          <a:xfrm>
            <a:off x="7623435" y="2656585"/>
            <a:ext cx="106326" cy="813564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362D06E-BC42-9E29-5C32-005EB2AD0FEB}"/>
              </a:ext>
            </a:extLst>
          </p:cNvPr>
          <p:cNvSpPr/>
          <p:nvPr/>
        </p:nvSpPr>
        <p:spPr>
          <a:xfrm>
            <a:off x="8155637" y="2654843"/>
            <a:ext cx="106326" cy="813564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E99B54D-9414-F2DB-7636-1C679EF3F073}"/>
              </a:ext>
            </a:extLst>
          </p:cNvPr>
          <p:cNvSpPr/>
          <p:nvPr/>
        </p:nvSpPr>
        <p:spPr>
          <a:xfrm>
            <a:off x="8332577" y="2655852"/>
            <a:ext cx="106326" cy="813564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01464C9-D0D4-20A5-D454-F437CCF7AE14}"/>
              </a:ext>
            </a:extLst>
          </p:cNvPr>
          <p:cNvSpPr txBox="1"/>
          <p:nvPr/>
        </p:nvSpPr>
        <p:spPr>
          <a:xfrm>
            <a:off x="7699319" y="3175674"/>
            <a:ext cx="477929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+mn-ea"/>
              </a:rPr>
              <a:t>…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B175C70-1BE7-F45C-CF39-A8C46D10900F}"/>
              </a:ext>
            </a:extLst>
          </p:cNvPr>
          <p:cNvSpPr/>
          <p:nvPr/>
        </p:nvSpPr>
        <p:spPr>
          <a:xfrm>
            <a:off x="9541532" y="3044421"/>
            <a:ext cx="106326" cy="8135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63B6B-19AC-8862-4C9B-959873051778}"/>
              </a:ext>
            </a:extLst>
          </p:cNvPr>
          <p:cNvSpPr/>
          <p:nvPr/>
        </p:nvSpPr>
        <p:spPr>
          <a:xfrm>
            <a:off x="9719921" y="3044421"/>
            <a:ext cx="106326" cy="8135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65881F9-5461-2AD0-1A71-EF13D6602993}"/>
              </a:ext>
            </a:extLst>
          </p:cNvPr>
          <p:cNvSpPr/>
          <p:nvPr/>
        </p:nvSpPr>
        <p:spPr>
          <a:xfrm>
            <a:off x="9898310" y="3044421"/>
            <a:ext cx="106326" cy="8135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DE64C03-CBCF-BA3C-EAA0-41CD2642BFAE}"/>
              </a:ext>
            </a:extLst>
          </p:cNvPr>
          <p:cNvSpPr/>
          <p:nvPr/>
        </p:nvSpPr>
        <p:spPr>
          <a:xfrm>
            <a:off x="10081459" y="3044421"/>
            <a:ext cx="106326" cy="8135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74402A8-FDE0-ACBD-5B19-37B732F6FE94}"/>
              </a:ext>
            </a:extLst>
          </p:cNvPr>
          <p:cNvSpPr/>
          <p:nvPr/>
        </p:nvSpPr>
        <p:spPr>
          <a:xfrm>
            <a:off x="10610386" y="3044421"/>
            <a:ext cx="106326" cy="8135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AC8A140-ECCA-6D14-9D6B-BE4238F34516}"/>
              </a:ext>
            </a:extLst>
          </p:cNvPr>
          <p:cNvSpPr/>
          <p:nvPr/>
        </p:nvSpPr>
        <p:spPr>
          <a:xfrm>
            <a:off x="10788775" y="3044421"/>
            <a:ext cx="106326" cy="8135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598AD97-AB83-1EE6-F2DF-78D17A3B3561}"/>
              </a:ext>
            </a:extLst>
          </p:cNvPr>
          <p:cNvSpPr txBox="1"/>
          <p:nvPr/>
        </p:nvSpPr>
        <p:spPr>
          <a:xfrm>
            <a:off x="10153430" y="3174637"/>
            <a:ext cx="477929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+mn-ea"/>
              </a:rPr>
              <a:t>…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D7B6F69A-F71E-55EA-A983-6CD37E88D135}"/>
              </a:ext>
            </a:extLst>
          </p:cNvPr>
          <p:cNvGrpSpPr/>
          <p:nvPr/>
        </p:nvGrpSpPr>
        <p:grpSpPr>
          <a:xfrm>
            <a:off x="6058191" y="1095420"/>
            <a:ext cx="1523306" cy="399265"/>
            <a:chOff x="4433025" y="3712954"/>
            <a:chExt cx="1523306" cy="399265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E3BC9DC1-82B4-6723-A6D3-61196D33978E}"/>
                </a:ext>
              </a:extLst>
            </p:cNvPr>
            <p:cNvSpPr/>
            <p:nvPr/>
          </p:nvSpPr>
          <p:spPr>
            <a:xfrm>
              <a:off x="4433025" y="3895443"/>
              <a:ext cx="1523306" cy="216776"/>
            </a:xfrm>
            <a:prstGeom prst="rect">
              <a:avLst/>
            </a:prstGeom>
            <a:noFill/>
            <a:ln w="19050">
              <a:solidFill>
                <a:srgbClr val="F9AD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5568CAE-27FC-FA64-F433-35148CDAD1AA}"/>
                </a:ext>
              </a:extLst>
            </p:cNvPr>
            <p:cNvSpPr/>
            <p:nvPr/>
          </p:nvSpPr>
          <p:spPr>
            <a:xfrm>
              <a:off x="4505087" y="3955883"/>
              <a:ext cx="106326" cy="100180"/>
            </a:xfrm>
            <a:prstGeom prst="rect">
              <a:avLst/>
            </a:prstGeom>
            <a:solidFill>
              <a:srgbClr val="F9ADE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CC39F13F-B038-0698-5DB8-6802E05C00FC}"/>
                </a:ext>
              </a:extLst>
            </p:cNvPr>
            <p:cNvSpPr/>
            <p:nvPr/>
          </p:nvSpPr>
          <p:spPr>
            <a:xfrm>
              <a:off x="4683476" y="3955883"/>
              <a:ext cx="106326" cy="100180"/>
            </a:xfrm>
            <a:prstGeom prst="rect">
              <a:avLst/>
            </a:prstGeom>
            <a:solidFill>
              <a:srgbClr val="F9ADE7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1326022D-27AC-870D-CCE0-4A65CD92B738}"/>
                </a:ext>
              </a:extLst>
            </p:cNvPr>
            <p:cNvSpPr/>
            <p:nvPr/>
          </p:nvSpPr>
          <p:spPr>
            <a:xfrm>
              <a:off x="4861865" y="3955883"/>
              <a:ext cx="106326" cy="100180"/>
            </a:xfrm>
            <a:prstGeom prst="rect">
              <a:avLst/>
            </a:prstGeom>
            <a:solidFill>
              <a:srgbClr val="F9ADE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BE6F1FA9-E816-D7AF-5BBD-A99441B5988F}"/>
                </a:ext>
              </a:extLst>
            </p:cNvPr>
            <p:cNvSpPr/>
            <p:nvPr/>
          </p:nvSpPr>
          <p:spPr>
            <a:xfrm>
              <a:off x="5045014" y="3955883"/>
              <a:ext cx="106326" cy="100180"/>
            </a:xfrm>
            <a:prstGeom prst="rect">
              <a:avLst/>
            </a:prstGeom>
            <a:solidFill>
              <a:srgbClr val="F9ADE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032D8B3E-A31B-F20A-05DF-174CB9996BF8}"/>
                </a:ext>
              </a:extLst>
            </p:cNvPr>
            <p:cNvSpPr/>
            <p:nvPr/>
          </p:nvSpPr>
          <p:spPr>
            <a:xfrm>
              <a:off x="5586646" y="3955883"/>
              <a:ext cx="106326" cy="100180"/>
            </a:xfrm>
            <a:prstGeom prst="rect">
              <a:avLst/>
            </a:prstGeom>
            <a:solidFill>
              <a:srgbClr val="F9ADE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82BAF31C-97ED-6727-8C6F-80FFEBAFD22C}"/>
                </a:ext>
              </a:extLst>
            </p:cNvPr>
            <p:cNvSpPr/>
            <p:nvPr/>
          </p:nvSpPr>
          <p:spPr>
            <a:xfrm>
              <a:off x="5765035" y="3955883"/>
              <a:ext cx="106326" cy="100180"/>
            </a:xfrm>
            <a:prstGeom prst="rect">
              <a:avLst/>
            </a:prstGeom>
            <a:solidFill>
              <a:srgbClr val="F9ADE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45AAB63C-8DF5-84DC-48EF-5D50184A1DCC}"/>
                </a:ext>
              </a:extLst>
            </p:cNvPr>
            <p:cNvSpPr txBox="1"/>
            <p:nvPr/>
          </p:nvSpPr>
          <p:spPr>
            <a:xfrm>
              <a:off x="5124974" y="3712954"/>
              <a:ext cx="477929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+mn-ea"/>
                </a:rPr>
                <a:t>…</a:t>
              </a:r>
            </a:p>
          </p:txBody>
        </p:sp>
      </p:grpSp>
      <p:sp>
        <p:nvSpPr>
          <p:cNvPr id="57" name="流程图: 手动操作 56">
            <a:extLst>
              <a:ext uri="{FF2B5EF4-FFF2-40B4-BE49-F238E27FC236}">
                <a16:creationId xmlns:a16="http://schemas.microsoft.com/office/drawing/2014/main" id="{9616F812-BD76-B6C8-CE41-981C67FE2206}"/>
              </a:ext>
            </a:extLst>
          </p:cNvPr>
          <p:cNvSpPr/>
          <p:nvPr/>
        </p:nvSpPr>
        <p:spPr>
          <a:xfrm rot="16200000">
            <a:off x="8463519" y="3309068"/>
            <a:ext cx="1040532" cy="315904"/>
          </a:xfrm>
          <a:prstGeom prst="flowChartManualOperation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8" name="流程图: 手动操作 57">
            <a:extLst>
              <a:ext uri="{FF2B5EF4-FFF2-40B4-BE49-F238E27FC236}">
                <a16:creationId xmlns:a16="http://schemas.microsoft.com/office/drawing/2014/main" id="{39D3A0FA-BD94-1F79-A84B-86165A287948}"/>
              </a:ext>
            </a:extLst>
          </p:cNvPr>
          <p:cNvSpPr/>
          <p:nvPr/>
        </p:nvSpPr>
        <p:spPr>
          <a:xfrm rot="16200000">
            <a:off x="10846508" y="1300443"/>
            <a:ext cx="1040532" cy="315904"/>
          </a:xfrm>
          <a:prstGeom prst="flowChartManualOperation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9C9D6C5-CA62-3FE1-3343-9F5ED5ADE242}"/>
              </a:ext>
            </a:extLst>
          </p:cNvPr>
          <p:cNvSpPr/>
          <p:nvPr/>
        </p:nvSpPr>
        <p:spPr>
          <a:xfrm>
            <a:off x="9443266" y="754575"/>
            <a:ext cx="4411403" cy="3346500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B20429B-EB64-D09E-3518-0D877B0787F4}"/>
              </a:ext>
            </a:extLst>
          </p:cNvPr>
          <p:cNvSpPr/>
          <p:nvPr/>
        </p:nvSpPr>
        <p:spPr>
          <a:xfrm>
            <a:off x="10805294" y="1032417"/>
            <a:ext cx="106326" cy="8135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07660012-91E1-7FEF-E3FF-A3B3FB54575C}"/>
              </a:ext>
            </a:extLst>
          </p:cNvPr>
          <p:cNvCxnSpPr>
            <a:cxnSpLocks/>
          </p:cNvCxnSpPr>
          <p:nvPr/>
        </p:nvCxnSpPr>
        <p:spPr>
          <a:xfrm>
            <a:off x="7623292" y="1406462"/>
            <a:ext cx="2275018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8A92E6A8-31E5-24CF-61CD-81AD47480263}"/>
              </a:ext>
            </a:extLst>
          </p:cNvPr>
          <p:cNvCxnSpPr>
            <a:cxnSpLocks/>
          </p:cNvCxnSpPr>
          <p:nvPr/>
        </p:nvCxnSpPr>
        <p:spPr>
          <a:xfrm flipV="1">
            <a:off x="10081459" y="1631704"/>
            <a:ext cx="0" cy="132614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49AE2431-1204-70C9-603F-23D5813FB391}"/>
              </a:ext>
            </a:extLst>
          </p:cNvPr>
          <p:cNvSpPr txBox="1"/>
          <p:nvPr/>
        </p:nvSpPr>
        <p:spPr>
          <a:xfrm>
            <a:off x="12811056" y="3664792"/>
            <a:ext cx="103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NWGM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流程图: 汇总连接 63">
            <a:extLst>
              <a:ext uri="{FF2B5EF4-FFF2-40B4-BE49-F238E27FC236}">
                <a16:creationId xmlns:a16="http://schemas.microsoft.com/office/drawing/2014/main" id="{85E484B1-ED92-425C-D151-DA4DDF6A42FF}"/>
              </a:ext>
            </a:extLst>
          </p:cNvPr>
          <p:cNvSpPr/>
          <p:nvPr/>
        </p:nvSpPr>
        <p:spPr>
          <a:xfrm>
            <a:off x="9930883" y="1274408"/>
            <a:ext cx="288479" cy="288479"/>
          </a:xfrm>
          <a:prstGeom prst="flowChartSummingJunction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EBE71E51-1E9B-364B-CBF8-92FF02B40E6A}"/>
              </a:ext>
            </a:extLst>
          </p:cNvPr>
          <p:cNvCxnSpPr>
            <a:cxnSpLocks/>
          </p:cNvCxnSpPr>
          <p:nvPr/>
        </p:nvCxnSpPr>
        <p:spPr>
          <a:xfrm>
            <a:off x="10261286" y="1418643"/>
            <a:ext cx="455426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D919F94A-C22B-44B6-101C-ED23E7619E1F}"/>
              </a:ext>
            </a:extLst>
          </p:cNvPr>
          <p:cNvSpPr txBox="1"/>
          <p:nvPr/>
        </p:nvSpPr>
        <p:spPr>
          <a:xfrm>
            <a:off x="10134622" y="1019600"/>
            <a:ext cx="103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AF926BFE-3876-0BDD-7444-C3C887CA08AC}"/>
              </a:ext>
            </a:extLst>
          </p:cNvPr>
          <p:cNvSpPr txBox="1"/>
          <p:nvPr/>
        </p:nvSpPr>
        <p:spPr>
          <a:xfrm>
            <a:off x="11563596" y="1037130"/>
            <a:ext cx="103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8607AAF2-0C43-194D-9DA8-FB4B3F57F823}"/>
              </a:ext>
            </a:extLst>
          </p:cNvPr>
          <p:cNvCxnSpPr>
            <a:cxnSpLocks/>
          </p:cNvCxnSpPr>
          <p:nvPr/>
        </p:nvCxnSpPr>
        <p:spPr>
          <a:xfrm>
            <a:off x="10931541" y="1430388"/>
            <a:ext cx="297202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CC223C21-8E20-6094-B6A5-5E04A0DC5893}"/>
              </a:ext>
            </a:extLst>
          </p:cNvPr>
          <p:cNvCxnSpPr>
            <a:cxnSpLocks/>
          </p:cNvCxnSpPr>
          <p:nvPr/>
        </p:nvCxnSpPr>
        <p:spPr>
          <a:xfrm>
            <a:off x="11563596" y="1435618"/>
            <a:ext cx="1035054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A7F78745-D4AC-EA57-3199-9D119A315EF1}"/>
              </a:ext>
            </a:extLst>
          </p:cNvPr>
          <p:cNvSpPr txBox="1"/>
          <p:nvPr/>
        </p:nvSpPr>
        <p:spPr>
          <a:xfrm>
            <a:off x="12576545" y="1233977"/>
            <a:ext cx="1278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Y|do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(X))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0FE18E94-D83B-8E1B-D9DC-90DB8B9BEDB0}"/>
              </a:ext>
            </a:extLst>
          </p:cNvPr>
          <p:cNvSpPr txBox="1"/>
          <p:nvPr/>
        </p:nvSpPr>
        <p:spPr>
          <a:xfrm>
            <a:off x="8737302" y="3301942"/>
            <a:ext cx="576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392AC57-D5E0-A500-46EE-DE8BEDEED7F4}"/>
              </a:ext>
            </a:extLst>
          </p:cNvPr>
          <p:cNvSpPr txBox="1"/>
          <p:nvPr/>
        </p:nvSpPr>
        <p:spPr>
          <a:xfrm>
            <a:off x="11125154" y="1233977"/>
            <a:ext cx="576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EB3CE13F-F943-A12A-135B-921088E1052B}"/>
              </a:ext>
            </a:extLst>
          </p:cNvPr>
          <p:cNvSpPr txBox="1"/>
          <p:nvPr/>
        </p:nvSpPr>
        <p:spPr>
          <a:xfrm>
            <a:off x="7267143" y="1661886"/>
            <a:ext cx="1944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Confounder Dictionary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C92CF46-3744-8801-E050-1E0B922CC31E}"/>
              </a:ext>
            </a:extLst>
          </p:cNvPr>
          <p:cNvSpPr txBox="1"/>
          <p:nvPr/>
        </p:nvSpPr>
        <p:spPr>
          <a:xfrm>
            <a:off x="12800636" y="4539557"/>
            <a:ext cx="1278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P(Y|X,C)</a:t>
            </a:r>
          </a:p>
        </p:txBody>
      </p:sp>
      <p:sp>
        <p:nvSpPr>
          <p:cNvPr id="75" name="流程图: 手动操作 74">
            <a:extLst>
              <a:ext uri="{FF2B5EF4-FFF2-40B4-BE49-F238E27FC236}">
                <a16:creationId xmlns:a16="http://schemas.microsoft.com/office/drawing/2014/main" id="{1BB56FCD-7854-586E-E0F3-1D9DAAE92FE8}"/>
              </a:ext>
            </a:extLst>
          </p:cNvPr>
          <p:cNvSpPr/>
          <p:nvPr/>
        </p:nvSpPr>
        <p:spPr>
          <a:xfrm rot="16200000">
            <a:off x="5922423" y="4638190"/>
            <a:ext cx="1040532" cy="315904"/>
          </a:xfrm>
          <a:prstGeom prst="flowChartManualOperation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47616BA-B979-DA0C-9505-345A9ACF001A}"/>
              </a:ext>
            </a:extLst>
          </p:cNvPr>
          <p:cNvSpPr txBox="1"/>
          <p:nvPr/>
        </p:nvSpPr>
        <p:spPr>
          <a:xfrm>
            <a:off x="6201069" y="4571724"/>
            <a:ext cx="576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4B52505-2748-02A5-856A-0E7DEB413F1A}"/>
              </a:ext>
            </a:extLst>
          </p:cNvPr>
          <p:cNvSpPr txBox="1"/>
          <p:nvPr/>
        </p:nvSpPr>
        <p:spPr>
          <a:xfrm>
            <a:off x="7668115" y="4590412"/>
            <a:ext cx="1278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P(Y|X)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21EDC774-9FD0-A4AB-8CCF-848C48B426BF}"/>
              </a:ext>
            </a:extLst>
          </p:cNvPr>
          <p:cNvSpPr txBox="1"/>
          <p:nvPr/>
        </p:nvSpPr>
        <p:spPr>
          <a:xfrm>
            <a:off x="6616850" y="4407789"/>
            <a:ext cx="103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0922D22F-C22C-D57D-0C21-EDD089A7BE9D}"/>
              </a:ext>
            </a:extLst>
          </p:cNvPr>
          <p:cNvCxnSpPr>
            <a:cxnSpLocks/>
          </p:cNvCxnSpPr>
          <p:nvPr/>
        </p:nvCxnSpPr>
        <p:spPr>
          <a:xfrm>
            <a:off x="6616850" y="4806276"/>
            <a:ext cx="1035054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流程图: 手动操作 79">
            <a:extLst>
              <a:ext uri="{FF2B5EF4-FFF2-40B4-BE49-F238E27FC236}">
                <a16:creationId xmlns:a16="http://schemas.microsoft.com/office/drawing/2014/main" id="{E045DE5F-F33F-E6A7-D66E-AEA728F67D8C}"/>
              </a:ext>
            </a:extLst>
          </p:cNvPr>
          <p:cNvSpPr/>
          <p:nvPr/>
        </p:nvSpPr>
        <p:spPr>
          <a:xfrm rot="16200000">
            <a:off x="10999190" y="4618203"/>
            <a:ext cx="1040532" cy="315904"/>
          </a:xfrm>
          <a:prstGeom prst="flowChartManualOperation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08076734-0965-A131-67AB-F264CD40967F}"/>
              </a:ext>
            </a:extLst>
          </p:cNvPr>
          <p:cNvSpPr txBox="1"/>
          <p:nvPr/>
        </p:nvSpPr>
        <p:spPr>
          <a:xfrm>
            <a:off x="11716278" y="4354891"/>
            <a:ext cx="1035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8A7BF4D8-CCFB-869B-3E08-9C234D94C7C8}"/>
              </a:ext>
            </a:extLst>
          </p:cNvPr>
          <p:cNvCxnSpPr>
            <a:cxnSpLocks/>
          </p:cNvCxnSpPr>
          <p:nvPr/>
        </p:nvCxnSpPr>
        <p:spPr>
          <a:xfrm>
            <a:off x="11716278" y="4753378"/>
            <a:ext cx="1035054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696D7C3A-CD75-ECD8-DD33-62EB8DAA3C8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329766" y="3926881"/>
            <a:ext cx="890338" cy="852263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E552B92F-7647-95DC-580F-00B67A77C88B}"/>
              </a:ext>
            </a:extLst>
          </p:cNvPr>
          <p:cNvCxnSpPr>
            <a:cxnSpLocks/>
          </p:cNvCxnSpPr>
          <p:nvPr/>
        </p:nvCxnSpPr>
        <p:spPr>
          <a:xfrm>
            <a:off x="10097507" y="3959887"/>
            <a:ext cx="1131236" cy="813189"/>
          </a:xfrm>
          <a:prstGeom prst="bentConnector3">
            <a:avLst>
              <a:gd name="adj1" fmla="val -146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id="{A24D4350-A714-80FB-1842-CBBC9E1BAFAB}"/>
              </a:ext>
            </a:extLst>
          </p:cNvPr>
          <p:cNvSpPr txBox="1"/>
          <p:nvPr/>
        </p:nvSpPr>
        <p:spPr>
          <a:xfrm>
            <a:off x="11268802" y="4568912"/>
            <a:ext cx="576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十字形 85">
            <a:extLst>
              <a:ext uri="{FF2B5EF4-FFF2-40B4-BE49-F238E27FC236}">
                <a16:creationId xmlns:a16="http://schemas.microsoft.com/office/drawing/2014/main" id="{F9C5D754-88FF-CBF1-E648-F26C5F52A3E0}"/>
              </a:ext>
            </a:extLst>
          </p:cNvPr>
          <p:cNvSpPr/>
          <p:nvPr/>
        </p:nvSpPr>
        <p:spPr>
          <a:xfrm rot="2744256">
            <a:off x="7755094" y="4881509"/>
            <a:ext cx="783730" cy="783730"/>
          </a:xfrm>
          <a:prstGeom prst="plus">
            <a:avLst>
              <a:gd name="adj" fmla="val 409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十字形 86">
            <a:extLst>
              <a:ext uri="{FF2B5EF4-FFF2-40B4-BE49-F238E27FC236}">
                <a16:creationId xmlns:a16="http://schemas.microsoft.com/office/drawing/2014/main" id="{47DF0698-757A-376C-4EBD-2AD2F2B2491C}"/>
              </a:ext>
            </a:extLst>
          </p:cNvPr>
          <p:cNvSpPr/>
          <p:nvPr/>
        </p:nvSpPr>
        <p:spPr>
          <a:xfrm rot="2744256">
            <a:off x="12913604" y="4881510"/>
            <a:ext cx="783730" cy="783730"/>
          </a:xfrm>
          <a:prstGeom prst="plus">
            <a:avLst>
              <a:gd name="adj" fmla="val 409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AA4A2628-0F14-7012-5D61-50BAAE3CD6DD}"/>
              </a:ext>
            </a:extLst>
          </p:cNvPr>
          <p:cNvSpPr txBox="1"/>
          <p:nvPr/>
        </p:nvSpPr>
        <p:spPr>
          <a:xfrm>
            <a:off x="5860226" y="893995"/>
            <a:ext cx="194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P(C)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71766899-B033-C2D7-46DD-06630E1A6D04}"/>
              </a:ext>
            </a:extLst>
          </p:cNvPr>
          <p:cNvSpPr txBox="1"/>
          <p:nvPr/>
        </p:nvSpPr>
        <p:spPr>
          <a:xfrm>
            <a:off x="4380388" y="1281891"/>
            <a:ext cx="194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62351446-AB18-08C2-7D73-DA1AFD49DBEB}"/>
              </a:ext>
            </a:extLst>
          </p:cNvPr>
          <p:cNvSpPr txBox="1"/>
          <p:nvPr/>
        </p:nvSpPr>
        <p:spPr>
          <a:xfrm>
            <a:off x="4378304" y="2668169"/>
            <a:ext cx="194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fx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B2348066-2890-072B-13A2-0C29FACDAE9B}"/>
              </a:ext>
            </a:extLst>
          </p:cNvPr>
          <p:cNvSpPr txBox="1"/>
          <p:nvPr/>
        </p:nvSpPr>
        <p:spPr>
          <a:xfrm>
            <a:off x="2416011" y="973531"/>
            <a:ext cx="1944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DC09131E-7265-688E-C904-C0402B0C93E0}"/>
              </a:ext>
            </a:extLst>
          </p:cNvPr>
          <p:cNvCxnSpPr>
            <a:cxnSpLocks/>
          </p:cNvCxnSpPr>
          <p:nvPr/>
        </p:nvCxnSpPr>
        <p:spPr>
          <a:xfrm>
            <a:off x="8483495" y="3464806"/>
            <a:ext cx="277309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9862F464-486F-7DDE-69D2-2E06ACE40295}"/>
              </a:ext>
            </a:extLst>
          </p:cNvPr>
          <p:cNvCxnSpPr>
            <a:cxnSpLocks/>
          </p:cNvCxnSpPr>
          <p:nvPr/>
        </p:nvCxnSpPr>
        <p:spPr>
          <a:xfrm>
            <a:off x="9201522" y="3486607"/>
            <a:ext cx="277309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FACC2871-6344-3A30-641F-B281806A5701}"/>
              </a:ext>
            </a:extLst>
          </p:cNvPr>
          <p:cNvSpPr txBox="1"/>
          <p:nvPr/>
        </p:nvSpPr>
        <p:spPr>
          <a:xfrm>
            <a:off x="1094966" y="5752382"/>
            <a:ext cx="12751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改成更图形化而不是模块化的画法</a:t>
            </a:r>
          </a:p>
        </p:txBody>
      </p:sp>
    </p:spTree>
    <p:extLst>
      <p:ext uri="{BB962C8B-B14F-4D97-AF65-F5344CB8AC3E}">
        <p14:creationId xmlns:p14="http://schemas.microsoft.com/office/powerpoint/2010/main" val="3624815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不完整圆 3">
            <a:extLst>
              <a:ext uri="{FF2B5EF4-FFF2-40B4-BE49-F238E27FC236}">
                <a16:creationId xmlns:a16="http://schemas.microsoft.com/office/drawing/2014/main" id="{15832799-A7C3-FA59-7D58-CDFA5EAAEF8F}"/>
              </a:ext>
            </a:extLst>
          </p:cNvPr>
          <p:cNvSpPr/>
          <p:nvPr/>
        </p:nvSpPr>
        <p:spPr>
          <a:xfrm>
            <a:off x="7423707" y="4691207"/>
            <a:ext cx="2209970" cy="2221380"/>
          </a:xfrm>
          <a:prstGeom prst="pie">
            <a:avLst>
              <a:gd name="adj1" fmla="val 16199733"/>
              <a:gd name="adj2" fmla="val 17958"/>
            </a:avLst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5" name="不完整圆 4">
            <a:extLst>
              <a:ext uri="{FF2B5EF4-FFF2-40B4-BE49-F238E27FC236}">
                <a16:creationId xmlns:a16="http://schemas.microsoft.com/office/drawing/2014/main" id="{6F66180A-4E29-B641-39B3-0F0685C139F6}"/>
              </a:ext>
            </a:extLst>
          </p:cNvPr>
          <p:cNvSpPr/>
          <p:nvPr/>
        </p:nvSpPr>
        <p:spPr>
          <a:xfrm>
            <a:off x="8095616" y="4683418"/>
            <a:ext cx="864319" cy="2221380"/>
          </a:xfrm>
          <a:prstGeom prst="pie">
            <a:avLst>
              <a:gd name="adj1" fmla="val 8334458"/>
              <a:gd name="adj2" fmla="val 16200000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7EFF77E-10A7-C672-6EB4-DD406289A4FC}"/>
              </a:ext>
            </a:extLst>
          </p:cNvPr>
          <p:cNvSpPr/>
          <p:nvPr/>
        </p:nvSpPr>
        <p:spPr>
          <a:xfrm>
            <a:off x="6338778" y="517139"/>
            <a:ext cx="8799225" cy="3655590"/>
          </a:xfrm>
          <a:prstGeom prst="roundRect">
            <a:avLst>
              <a:gd name="adj" fmla="val 8832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8D40100-BCDF-B073-0FAC-3B32F2FD4EA4}"/>
              </a:ext>
            </a:extLst>
          </p:cNvPr>
          <p:cNvSpPr/>
          <p:nvPr/>
        </p:nvSpPr>
        <p:spPr>
          <a:xfrm>
            <a:off x="996939" y="823547"/>
            <a:ext cx="4660766" cy="2936933"/>
          </a:xfrm>
          <a:prstGeom prst="roundRect">
            <a:avLst>
              <a:gd name="adj" fmla="val 9527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" name="平行四边形 7">
            <a:extLst>
              <a:ext uri="{FF2B5EF4-FFF2-40B4-BE49-F238E27FC236}">
                <a16:creationId xmlns:a16="http://schemas.microsoft.com/office/drawing/2014/main" id="{203B474C-AD53-CF5E-BE64-9CCEAB3CDD0B}"/>
              </a:ext>
            </a:extLst>
          </p:cNvPr>
          <p:cNvSpPr/>
          <p:nvPr/>
        </p:nvSpPr>
        <p:spPr>
          <a:xfrm rot="5400000">
            <a:off x="4237707" y="2913283"/>
            <a:ext cx="865512" cy="141563"/>
          </a:xfrm>
          <a:prstGeom prst="parallelogram">
            <a:avLst>
              <a:gd name="adj" fmla="val 85054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74C0EE9C-58C4-C223-0CAE-9A2A990A3004}"/>
              </a:ext>
            </a:extLst>
          </p:cNvPr>
          <p:cNvSpPr/>
          <p:nvPr/>
        </p:nvSpPr>
        <p:spPr>
          <a:xfrm rot="5400000">
            <a:off x="3807141" y="2921499"/>
            <a:ext cx="1025353" cy="141563"/>
          </a:xfrm>
          <a:prstGeom prst="parallelogram">
            <a:avLst>
              <a:gd name="adj" fmla="val 85054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0" name="平行四边形 9">
            <a:extLst>
              <a:ext uri="{FF2B5EF4-FFF2-40B4-BE49-F238E27FC236}">
                <a16:creationId xmlns:a16="http://schemas.microsoft.com/office/drawing/2014/main" id="{F43C0F20-F5D7-830B-D607-B3FD61AF68AC}"/>
              </a:ext>
            </a:extLst>
          </p:cNvPr>
          <p:cNvSpPr/>
          <p:nvPr/>
        </p:nvSpPr>
        <p:spPr>
          <a:xfrm rot="5400000">
            <a:off x="4261627" y="1537566"/>
            <a:ext cx="865512" cy="141563"/>
          </a:xfrm>
          <a:prstGeom prst="parallelogram">
            <a:avLst>
              <a:gd name="adj" fmla="val 85054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D17AC413-E435-65C1-97B7-ED2287B237AF}"/>
              </a:ext>
            </a:extLst>
          </p:cNvPr>
          <p:cNvSpPr/>
          <p:nvPr/>
        </p:nvSpPr>
        <p:spPr>
          <a:xfrm rot="5400000">
            <a:off x="3804968" y="1539902"/>
            <a:ext cx="1025353" cy="141563"/>
          </a:xfrm>
          <a:prstGeom prst="parallelogram">
            <a:avLst>
              <a:gd name="adj" fmla="val 85054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5365832-3814-C7C9-03D7-3B19BBB4BA53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096" y="1882180"/>
            <a:ext cx="511477" cy="1022953"/>
          </a:xfrm>
          <a:prstGeom prst="rect">
            <a:avLst/>
          </a:prstGeom>
        </p:spPr>
      </p:pic>
      <p:sp>
        <p:nvSpPr>
          <p:cNvPr id="13" name="流程图: 手动操作 12">
            <a:extLst>
              <a:ext uri="{FF2B5EF4-FFF2-40B4-BE49-F238E27FC236}">
                <a16:creationId xmlns:a16="http://schemas.microsoft.com/office/drawing/2014/main" id="{88318362-272D-92E2-0E72-ACFCBDD3DD04}"/>
              </a:ext>
            </a:extLst>
          </p:cNvPr>
          <p:cNvSpPr/>
          <p:nvPr/>
        </p:nvSpPr>
        <p:spPr>
          <a:xfrm rot="16200000">
            <a:off x="1909608" y="2045548"/>
            <a:ext cx="1761565" cy="729812"/>
          </a:xfrm>
          <a:prstGeom prst="flowChartManualOperation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4" name="流程图: 手动操作 13">
            <a:extLst>
              <a:ext uri="{FF2B5EF4-FFF2-40B4-BE49-F238E27FC236}">
                <a16:creationId xmlns:a16="http://schemas.microsoft.com/office/drawing/2014/main" id="{B8FC49D0-54F7-0CB6-30B7-9CEA83232918}"/>
              </a:ext>
            </a:extLst>
          </p:cNvPr>
          <p:cNvSpPr/>
          <p:nvPr/>
        </p:nvSpPr>
        <p:spPr>
          <a:xfrm rot="16200000">
            <a:off x="4059187" y="1189798"/>
            <a:ext cx="1025352" cy="971698"/>
          </a:xfrm>
          <a:prstGeom prst="flowChartManualOperation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5F37E0A-9BBB-7DFE-354A-6666B3278C49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1823864" y="2410454"/>
            <a:ext cx="601621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曲线 15">
            <a:extLst>
              <a:ext uri="{FF2B5EF4-FFF2-40B4-BE49-F238E27FC236}">
                <a16:creationId xmlns:a16="http://schemas.microsoft.com/office/drawing/2014/main" id="{7A7C1227-17DE-CF8B-9961-75CD21FD1592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V="1">
            <a:off x="3155297" y="1675647"/>
            <a:ext cx="930717" cy="734807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曲线 16">
            <a:extLst>
              <a:ext uri="{FF2B5EF4-FFF2-40B4-BE49-F238E27FC236}">
                <a16:creationId xmlns:a16="http://schemas.microsoft.com/office/drawing/2014/main" id="{E1EDD63E-8264-7BF0-F6BC-417145A7E56C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3155294" y="2410458"/>
            <a:ext cx="930722" cy="660403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55D2185-4765-3F1C-349F-24B3AFA22022}"/>
              </a:ext>
            </a:extLst>
          </p:cNvPr>
          <p:cNvCxnSpPr>
            <a:cxnSpLocks/>
          </p:cNvCxnSpPr>
          <p:nvPr/>
        </p:nvCxnSpPr>
        <p:spPr>
          <a:xfrm>
            <a:off x="5073739" y="1675647"/>
            <a:ext cx="304013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36A35356-FC53-A323-5B77-29D6E88052BF}"/>
              </a:ext>
            </a:extLst>
          </p:cNvPr>
          <p:cNvSpPr/>
          <p:nvPr/>
        </p:nvSpPr>
        <p:spPr>
          <a:xfrm>
            <a:off x="7271352" y="1873458"/>
            <a:ext cx="1523307" cy="63638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848DB7B-E616-88A4-F6E1-3242B23FC7D4}"/>
              </a:ext>
            </a:extLst>
          </p:cNvPr>
          <p:cNvSpPr/>
          <p:nvPr/>
        </p:nvSpPr>
        <p:spPr>
          <a:xfrm>
            <a:off x="7343410" y="1933896"/>
            <a:ext cx="106326" cy="495158"/>
          </a:xfrm>
          <a:prstGeom prst="rect">
            <a:avLst/>
          </a:prstGeom>
          <a:solidFill>
            <a:srgbClr val="34F7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B73A35E-9641-CF9F-B5A1-ABD3E63CA80D}"/>
              </a:ext>
            </a:extLst>
          </p:cNvPr>
          <p:cNvSpPr/>
          <p:nvPr/>
        </p:nvSpPr>
        <p:spPr>
          <a:xfrm>
            <a:off x="7521800" y="1933896"/>
            <a:ext cx="106326" cy="495158"/>
          </a:xfrm>
          <a:prstGeom prst="rect">
            <a:avLst/>
          </a:prstGeom>
          <a:solidFill>
            <a:srgbClr val="34F7FC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6B8B2F-05C5-83EF-1F7B-3AB1CA91A564}"/>
              </a:ext>
            </a:extLst>
          </p:cNvPr>
          <p:cNvSpPr/>
          <p:nvPr/>
        </p:nvSpPr>
        <p:spPr>
          <a:xfrm>
            <a:off x="7700189" y="1933896"/>
            <a:ext cx="106326" cy="495158"/>
          </a:xfrm>
          <a:prstGeom prst="rect">
            <a:avLst/>
          </a:prstGeom>
          <a:solidFill>
            <a:srgbClr val="34F7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F459B7F-3919-10E4-195B-B610B345738A}"/>
              </a:ext>
            </a:extLst>
          </p:cNvPr>
          <p:cNvSpPr/>
          <p:nvPr/>
        </p:nvSpPr>
        <p:spPr>
          <a:xfrm>
            <a:off x="7883338" y="1933896"/>
            <a:ext cx="106326" cy="495158"/>
          </a:xfrm>
          <a:prstGeom prst="rect">
            <a:avLst/>
          </a:prstGeom>
          <a:solidFill>
            <a:srgbClr val="34F7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97EB67-3C0E-CD42-48FC-57785BAA7ED7}"/>
              </a:ext>
            </a:extLst>
          </p:cNvPr>
          <p:cNvSpPr/>
          <p:nvPr/>
        </p:nvSpPr>
        <p:spPr>
          <a:xfrm>
            <a:off x="8429203" y="1933896"/>
            <a:ext cx="106326" cy="495158"/>
          </a:xfrm>
          <a:prstGeom prst="rect">
            <a:avLst/>
          </a:prstGeom>
          <a:solidFill>
            <a:srgbClr val="34F7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A1CA12E-A2C0-9A7C-02FC-F64D9F577707}"/>
              </a:ext>
            </a:extLst>
          </p:cNvPr>
          <p:cNvSpPr/>
          <p:nvPr/>
        </p:nvSpPr>
        <p:spPr>
          <a:xfrm>
            <a:off x="8607592" y="1933896"/>
            <a:ext cx="106326" cy="495158"/>
          </a:xfrm>
          <a:prstGeom prst="rect">
            <a:avLst/>
          </a:prstGeom>
          <a:solidFill>
            <a:srgbClr val="34F7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3D4DA30-BEDD-0446-5379-2F938B20A529}"/>
              </a:ext>
            </a:extLst>
          </p:cNvPr>
          <p:cNvSpPr txBox="1"/>
          <p:nvPr/>
        </p:nvSpPr>
        <p:spPr>
          <a:xfrm>
            <a:off x="7968060" y="2048294"/>
            <a:ext cx="477929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+mn-ea"/>
              </a:rPr>
              <a:t>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221508F-DD7D-4BA5-FE14-D5298C1856C4}"/>
              </a:ext>
            </a:extLst>
          </p:cNvPr>
          <p:cNvSpPr/>
          <p:nvPr/>
        </p:nvSpPr>
        <p:spPr>
          <a:xfrm>
            <a:off x="5396648" y="1428068"/>
            <a:ext cx="106326" cy="495158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06E7DD8-CBD0-CCEE-490E-EFCADD4706EE}"/>
              </a:ext>
            </a:extLst>
          </p:cNvPr>
          <p:cNvSpPr/>
          <p:nvPr/>
        </p:nvSpPr>
        <p:spPr>
          <a:xfrm>
            <a:off x="5393534" y="2805777"/>
            <a:ext cx="106326" cy="496446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48EE1CF5-3AFE-3CE9-FD12-09275936E10E}"/>
              </a:ext>
            </a:extLst>
          </p:cNvPr>
          <p:cNvSpPr/>
          <p:nvPr/>
        </p:nvSpPr>
        <p:spPr>
          <a:xfrm>
            <a:off x="7827087" y="3147194"/>
            <a:ext cx="308375" cy="308375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B0F0"/>
                </a:solidFill>
              </a:rPr>
              <a:t>C</a:t>
            </a:r>
            <a:endParaRPr lang="zh-CN" altLang="en-US" sz="1600" dirty="0">
              <a:solidFill>
                <a:srgbClr val="00B0F0"/>
              </a:solidFill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B8CEB4A5-A955-1595-8DED-59907643B30F}"/>
              </a:ext>
            </a:extLst>
          </p:cNvPr>
          <p:cNvCxnSpPr>
            <a:cxnSpLocks/>
          </p:cNvCxnSpPr>
          <p:nvPr/>
        </p:nvCxnSpPr>
        <p:spPr>
          <a:xfrm flipV="1">
            <a:off x="8137735" y="3287784"/>
            <a:ext cx="399471" cy="1489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59A67954-6BCB-A382-B79D-8344CBC3EE83}"/>
              </a:ext>
            </a:extLst>
          </p:cNvPr>
          <p:cNvSpPr/>
          <p:nvPr/>
        </p:nvSpPr>
        <p:spPr>
          <a:xfrm>
            <a:off x="8575350" y="3304638"/>
            <a:ext cx="106326" cy="486369"/>
          </a:xfrm>
          <a:prstGeom prst="rect">
            <a:avLst/>
          </a:prstGeom>
          <a:solidFill>
            <a:srgbClr val="34F7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E5D3CD0-85C5-F86B-89DA-9A90E30C0D47}"/>
              </a:ext>
            </a:extLst>
          </p:cNvPr>
          <p:cNvSpPr/>
          <p:nvPr/>
        </p:nvSpPr>
        <p:spPr>
          <a:xfrm>
            <a:off x="8753739" y="3304638"/>
            <a:ext cx="106326" cy="486369"/>
          </a:xfrm>
          <a:prstGeom prst="rect">
            <a:avLst/>
          </a:prstGeom>
          <a:solidFill>
            <a:srgbClr val="34F7FC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94DE466-971F-21F9-12EF-54AD635FB5F7}"/>
              </a:ext>
            </a:extLst>
          </p:cNvPr>
          <p:cNvSpPr/>
          <p:nvPr/>
        </p:nvSpPr>
        <p:spPr>
          <a:xfrm>
            <a:off x="8932127" y="3304638"/>
            <a:ext cx="106326" cy="486369"/>
          </a:xfrm>
          <a:prstGeom prst="rect">
            <a:avLst/>
          </a:prstGeom>
          <a:solidFill>
            <a:srgbClr val="34F7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A9E280B-B620-FFCE-FD6C-5CC8CD74D438}"/>
              </a:ext>
            </a:extLst>
          </p:cNvPr>
          <p:cNvSpPr/>
          <p:nvPr/>
        </p:nvSpPr>
        <p:spPr>
          <a:xfrm>
            <a:off x="9115276" y="3304638"/>
            <a:ext cx="106326" cy="486369"/>
          </a:xfrm>
          <a:prstGeom prst="rect">
            <a:avLst/>
          </a:prstGeom>
          <a:solidFill>
            <a:srgbClr val="34F7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FB1F8DB-5FF1-96E0-E407-D35977759772}"/>
              </a:ext>
            </a:extLst>
          </p:cNvPr>
          <p:cNvSpPr/>
          <p:nvPr/>
        </p:nvSpPr>
        <p:spPr>
          <a:xfrm>
            <a:off x="9648445" y="3304638"/>
            <a:ext cx="106326" cy="486369"/>
          </a:xfrm>
          <a:prstGeom prst="rect">
            <a:avLst/>
          </a:prstGeom>
          <a:solidFill>
            <a:srgbClr val="34F7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F190D1F-9463-7DCD-3725-777C2ECEA94A}"/>
              </a:ext>
            </a:extLst>
          </p:cNvPr>
          <p:cNvSpPr/>
          <p:nvPr/>
        </p:nvSpPr>
        <p:spPr>
          <a:xfrm>
            <a:off x="9826834" y="3304638"/>
            <a:ext cx="106326" cy="486369"/>
          </a:xfrm>
          <a:prstGeom prst="rect">
            <a:avLst/>
          </a:prstGeom>
          <a:solidFill>
            <a:srgbClr val="34F7F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CC736DE-CBF6-B95C-05EA-06F3A461B10E}"/>
              </a:ext>
            </a:extLst>
          </p:cNvPr>
          <p:cNvSpPr/>
          <p:nvPr/>
        </p:nvSpPr>
        <p:spPr>
          <a:xfrm>
            <a:off x="8576802" y="2794420"/>
            <a:ext cx="106326" cy="510794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C312290-6336-940E-4544-BD97CC749DC0}"/>
              </a:ext>
            </a:extLst>
          </p:cNvPr>
          <p:cNvSpPr/>
          <p:nvPr/>
        </p:nvSpPr>
        <p:spPr>
          <a:xfrm>
            <a:off x="8753742" y="2795429"/>
            <a:ext cx="106326" cy="510794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56BB232-D480-D626-39C2-2ED3FE3F5411}"/>
              </a:ext>
            </a:extLst>
          </p:cNvPr>
          <p:cNvSpPr/>
          <p:nvPr/>
        </p:nvSpPr>
        <p:spPr>
          <a:xfrm>
            <a:off x="8932127" y="2794923"/>
            <a:ext cx="106326" cy="510794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08B9C7F-9C28-396E-98D3-761DABA92EC5}"/>
              </a:ext>
            </a:extLst>
          </p:cNvPr>
          <p:cNvSpPr/>
          <p:nvPr/>
        </p:nvSpPr>
        <p:spPr>
          <a:xfrm>
            <a:off x="9115419" y="2795932"/>
            <a:ext cx="106326" cy="510794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FC1F6CC-8825-581F-CB15-336C8332A56F}"/>
              </a:ext>
            </a:extLst>
          </p:cNvPr>
          <p:cNvSpPr/>
          <p:nvPr/>
        </p:nvSpPr>
        <p:spPr>
          <a:xfrm>
            <a:off x="9647621" y="2794189"/>
            <a:ext cx="106326" cy="510794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95EF924-8750-7ED8-9221-E0C27327951F}"/>
              </a:ext>
            </a:extLst>
          </p:cNvPr>
          <p:cNvSpPr/>
          <p:nvPr/>
        </p:nvSpPr>
        <p:spPr>
          <a:xfrm>
            <a:off x="9824561" y="2795198"/>
            <a:ext cx="106326" cy="510794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C37E843-C960-E81C-0293-C8948E5FEDE2}"/>
              </a:ext>
            </a:extLst>
          </p:cNvPr>
          <p:cNvSpPr txBox="1"/>
          <p:nvPr/>
        </p:nvSpPr>
        <p:spPr>
          <a:xfrm>
            <a:off x="9191303" y="3012250"/>
            <a:ext cx="477929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+mn-ea"/>
              </a:rPr>
              <a:t>…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4880383-B895-3453-80E2-5FD5A885516E}"/>
              </a:ext>
            </a:extLst>
          </p:cNvPr>
          <p:cNvSpPr/>
          <p:nvPr/>
        </p:nvSpPr>
        <p:spPr>
          <a:xfrm>
            <a:off x="11033516" y="2880997"/>
            <a:ext cx="106326" cy="8135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977A547-7B99-5BD9-9E37-E629EE1FE6D5}"/>
              </a:ext>
            </a:extLst>
          </p:cNvPr>
          <p:cNvSpPr/>
          <p:nvPr/>
        </p:nvSpPr>
        <p:spPr>
          <a:xfrm>
            <a:off x="11211905" y="2880997"/>
            <a:ext cx="106326" cy="8135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A0A5BE2-2063-5559-3AE1-D487B7A77665}"/>
              </a:ext>
            </a:extLst>
          </p:cNvPr>
          <p:cNvSpPr/>
          <p:nvPr/>
        </p:nvSpPr>
        <p:spPr>
          <a:xfrm>
            <a:off x="11390294" y="2880997"/>
            <a:ext cx="106326" cy="8135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D1EADB2-FA7B-9CA1-0EC7-CEDFE21DEB06}"/>
              </a:ext>
            </a:extLst>
          </p:cNvPr>
          <p:cNvSpPr/>
          <p:nvPr/>
        </p:nvSpPr>
        <p:spPr>
          <a:xfrm>
            <a:off x="11573443" y="2880997"/>
            <a:ext cx="106326" cy="8135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FE4A051-EC7A-F688-30AD-ADBD1CA74647}"/>
              </a:ext>
            </a:extLst>
          </p:cNvPr>
          <p:cNvSpPr/>
          <p:nvPr/>
        </p:nvSpPr>
        <p:spPr>
          <a:xfrm>
            <a:off x="12102370" y="2880997"/>
            <a:ext cx="106326" cy="8135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3E1E2AF-578F-06EE-7BD0-C32403490E43}"/>
              </a:ext>
            </a:extLst>
          </p:cNvPr>
          <p:cNvSpPr/>
          <p:nvPr/>
        </p:nvSpPr>
        <p:spPr>
          <a:xfrm>
            <a:off x="12280759" y="2880997"/>
            <a:ext cx="106326" cy="8135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6C8D89F-4FA6-C84F-D111-51A2DB4A3850}"/>
              </a:ext>
            </a:extLst>
          </p:cNvPr>
          <p:cNvSpPr txBox="1"/>
          <p:nvPr/>
        </p:nvSpPr>
        <p:spPr>
          <a:xfrm>
            <a:off x="11645414" y="3011213"/>
            <a:ext cx="477929" cy="33855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+mn-ea"/>
              </a:rPr>
              <a:t>…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C1592E13-B930-0B5E-1D51-0E20ADFD26F4}"/>
              </a:ext>
            </a:extLst>
          </p:cNvPr>
          <p:cNvGrpSpPr/>
          <p:nvPr/>
        </p:nvGrpSpPr>
        <p:grpSpPr>
          <a:xfrm>
            <a:off x="7265139" y="937324"/>
            <a:ext cx="1523306" cy="399265"/>
            <a:chOff x="4433025" y="3712954"/>
            <a:chExt cx="1523306" cy="399265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39FEDF3E-512F-FF53-0A4D-0E3FA358DF83}"/>
                </a:ext>
              </a:extLst>
            </p:cNvPr>
            <p:cNvSpPr/>
            <p:nvPr/>
          </p:nvSpPr>
          <p:spPr>
            <a:xfrm>
              <a:off x="4433025" y="3895443"/>
              <a:ext cx="1523306" cy="216776"/>
            </a:xfrm>
            <a:prstGeom prst="rect">
              <a:avLst/>
            </a:prstGeom>
            <a:noFill/>
            <a:ln w="19050">
              <a:solidFill>
                <a:srgbClr val="F9AD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B19E77B3-C4B3-CB1C-3832-582849293995}"/>
                </a:ext>
              </a:extLst>
            </p:cNvPr>
            <p:cNvSpPr/>
            <p:nvPr/>
          </p:nvSpPr>
          <p:spPr>
            <a:xfrm>
              <a:off x="4505087" y="3955883"/>
              <a:ext cx="106326" cy="100180"/>
            </a:xfrm>
            <a:prstGeom prst="rect">
              <a:avLst/>
            </a:prstGeom>
            <a:solidFill>
              <a:srgbClr val="F9ADE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6E4CB588-9821-D7E9-1CCE-91E8AD1819AE}"/>
                </a:ext>
              </a:extLst>
            </p:cNvPr>
            <p:cNvSpPr/>
            <p:nvPr/>
          </p:nvSpPr>
          <p:spPr>
            <a:xfrm>
              <a:off x="4683476" y="3955883"/>
              <a:ext cx="106326" cy="100180"/>
            </a:xfrm>
            <a:prstGeom prst="rect">
              <a:avLst/>
            </a:prstGeom>
            <a:solidFill>
              <a:srgbClr val="F9ADE7"/>
            </a:solidFill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C474E57A-C62A-F2C4-0E7F-EA490F16F56B}"/>
                </a:ext>
              </a:extLst>
            </p:cNvPr>
            <p:cNvSpPr/>
            <p:nvPr/>
          </p:nvSpPr>
          <p:spPr>
            <a:xfrm>
              <a:off x="4861865" y="3955883"/>
              <a:ext cx="106326" cy="100180"/>
            </a:xfrm>
            <a:prstGeom prst="rect">
              <a:avLst/>
            </a:prstGeom>
            <a:solidFill>
              <a:srgbClr val="F9ADE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8D802058-36AD-8A71-88B0-10555AB7E02E}"/>
                </a:ext>
              </a:extLst>
            </p:cNvPr>
            <p:cNvSpPr/>
            <p:nvPr/>
          </p:nvSpPr>
          <p:spPr>
            <a:xfrm>
              <a:off x="5045014" y="3955883"/>
              <a:ext cx="106326" cy="100180"/>
            </a:xfrm>
            <a:prstGeom prst="rect">
              <a:avLst/>
            </a:prstGeom>
            <a:solidFill>
              <a:srgbClr val="F9ADE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B9F70135-7CA7-6487-206E-917A6FB47900}"/>
                </a:ext>
              </a:extLst>
            </p:cNvPr>
            <p:cNvSpPr/>
            <p:nvPr/>
          </p:nvSpPr>
          <p:spPr>
            <a:xfrm>
              <a:off x="5586646" y="3955883"/>
              <a:ext cx="106326" cy="100180"/>
            </a:xfrm>
            <a:prstGeom prst="rect">
              <a:avLst/>
            </a:prstGeom>
            <a:solidFill>
              <a:srgbClr val="F9ADE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5E548032-0F26-07F2-E95E-B6A5CE3061D2}"/>
                </a:ext>
              </a:extLst>
            </p:cNvPr>
            <p:cNvSpPr/>
            <p:nvPr/>
          </p:nvSpPr>
          <p:spPr>
            <a:xfrm>
              <a:off x="5765035" y="3955883"/>
              <a:ext cx="106326" cy="100180"/>
            </a:xfrm>
            <a:prstGeom prst="rect">
              <a:avLst/>
            </a:prstGeom>
            <a:solidFill>
              <a:srgbClr val="F9ADE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983907A-C206-415A-F2AC-65619A558CDE}"/>
                </a:ext>
              </a:extLst>
            </p:cNvPr>
            <p:cNvSpPr txBox="1"/>
            <p:nvPr/>
          </p:nvSpPr>
          <p:spPr>
            <a:xfrm>
              <a:off x="5124974" y="3712954"/>
              <a:ext cx="477929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latin typeface="+mn-ea"/>
                </a:rPr>
                <a:t>…</a:t>
              </a:r>
            </a:p>
          </p:txBody>
        </p:sp>
      </p:grpSp>
      <p:sp>
        <p:nvSpPr>
          <p:cNvPr id="60" name="流程图: 手动操作 59">
            <a:extLst>
              <a:ext uri="{FF2B5EF4-FFF2-40B4-BE49-F238E27FC236}">
                <a16:creationId xmlns:a16="http://schemas.microsoft.com/office/drawing/2014/main" id="{65C3AD12-310A-80A4-DBCD-3F53DEBAC3D6}"/>
              </a:ext>
            </a:extLst>
          </p:cNvPr>
          <p:cNvSpPr/>
          <p:nvPr/>
        </p:nvSpPr>
        <p:spPr>
          <a:xfrm rot="16200000">
            <a:off x="9955503" y="3145644"/>
            <a:ext cx="1040532" cy="315904"/>
          </a:xfrm>
          <a:prstGeom prst="flowChartManualOperation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61" name="流程图: 手动操作 60">
            <a:extLst>
              <a:ext uri="{FF2B5EF4-FFF2-40B4-BE49-F238E27FC236}">
                <a16:creationId xmlns:a16="http://schemas.microsoft.com/office/drawing/2014/main" id="{0C08940E-F344-F0C8-1F05-4487C38BE62A}"/>
              </a:ext>
            </a:extLst>
          </p:cNvPr>
          <p:cNvSpPr/>
          <p:nvPr/>
        </p:nvSpPr>
        <p:spPr>
          <a:xfrm rot="16200000">
            <a:off x="12016692" y="1128364"/>
            <a:ext cx="1040532" cy="315904"/>
          </a:xfrm>
          <a:prstGeom prst="flowChartManualOperation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1A4FBF0-870A-42AF-8C56-D3227501D8CD}"/>
              </a:ext>
            </a:extLst>
          </p:cNvPr>
          <p:cNvSpPr/>
          <p:nvPr/>
        </p:nvSpPr>
        <p:spPr>
          <a:xfrm>
            <a:off x="10856291" y="718119"/>
            <a:ext cx="3982796" cy="3219531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5FD740C-594F-B0CE-35D8-F74F041664F5}"/>
              </a:ext>
            </a:extLst>
          </p:cNvPr>
          <p:cNvSpPr/>
          <p:nvPr/>
        </p:nvSpPr>
        <p:spPr>
          <a:xfrm>
            <a:off x="11975478" y="860338"/>
            <a:ext cx="106326" cy="8135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4B838555-BBC3-D511-8E40-0B14C9F015EA}"/>
              </a:ext>
            </a:extLst>
          </p:cNvPr>
          <p:cNvCxnSpPr>
            <a:cxnSpLocks/>
          </p:cNvCxnSpPr>
          <p:nvPr/>
        </p:nvCxnSpPr>
        <p:spPr>
          <a:xfrm>
            <a:off x="8811661" y="1243038"/>
            <a:ext cx="2275018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A6A55ED4-6CED-0797-88F6-A330ED8AF9E5}"/>
              </a:ext>
            </a:extLst>
          </p:cNvPr>
          <p:cNvCxnSpPr>
            <a:cxnSpLocks/>
          </p:cNvCxnSpPr>
          <p:nvPr/>
        </p:nvCxnSpPr>
        <p:spPr>
          <a:xfrm flipV="1">
            <a:off x="11251643" y="1459625"/>
            <a:ext cx="0" cy="132614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312DF35F-1CE7-16ED-5283-4F22C138B9C9}"/>
              </a:ext>
            </a:extLst>
          </p:cNvPr>
          <p:cNvSpPr txBox="1"/>
          <p:nvPr/>
        </p:nvSpPr>
        <p:spPr>
          <a:xfrm>
            <a:off x="13801424" y="3509895"/>
            <a:ext cx="10350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NWGM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流程图: 汇总连接 66">
            <a:extLst>
              <a:ext uri="{FF2B5EF4-FFF2-40B4-BE49-F238E27FC236}">
                <a16:creationId xmlns:a16="http://schemas.microsoft.com/office/drawing/2014/main" id="{D5363CA6-E0B9-0CA8-3C24-FCD9C1D7ED58}"/>
              </a:ext>
            </a:extLst>
          </p:cNvPr>
          <p:cNvSpPr/>
          <p:nvPr/>
        </p:nvSpPr>
        <p:spPr>
          <a:xfrm>
            <a:off x="11101067" y="1102329"/>
            <a:ext cx="288479" cy="288479"/>
          </a:xfrm>
          <a:prstGeom prst="flowChartSummingJunction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8B67123A-6DF3-530A-C381-4DA21E719C32}"/>
              </a:ext>
            </a:extLst>
          </p:cNvPr>
          <p:cNvCxnSpPr>
            <a:cxnSpLocks/>
          </p:cNvCxnSpPr>
          <p:nvPr/>
        </p:nvCxnSpPr>
        <p:spPr>
          <a:xfrm>
            <a:off x="11431470" y="1246564"/>
            <a:ext cx="455426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EADE50D4-2A34-7501-0324-0BA5E5524F49}"/>
              </a:ext>
            </a:extLst>
          </p:cNvPr>
          <p:cNvSpPr txBox="1"/>
          <p:nvPr/>
        </p:nvSpPr>
        <p:spPr>
          <a:xfrm>
            <a:off x="11357161" y="859895"/>
            <a:ext cx="10350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endParaRPr lang="zh-CN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B3905C77-B3F5-8235-3A1F-DD0C16911156}"/>
              </a:ext>
            </a:extLst>
          </p:cNvPr>
          <p:cNvSpPr txBox="1"/>
          <p:nvPr/>
        </p:nvSpPr>
        <p:spPr>
          <a:xfrm>
            <a:off x="12733780" y="865051"/>
            <a:ext cx="10350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zh-CN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70900B5F-97AE-3C88-2294-1FC9BF0F4A99}"/>
              </a:ext>
            </a:extLst>
          </p:cNvPr>
          <p:cNvCxnSpPr>
            <a:cxnSpLocks/>
          </p:cNvCxnSpPr>
          <p:nvPr/>
        </p:nvCxnSpPr>
        <p:spPr>
          <a:xfrm>
            <a:off x="12101725" y="1258309"/>
            <a:ext cx="297202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55ADC4E7-45AD-7172-DD1A-BAA984BBF1DC}"/>
              </a:ext>
            </a:extLst>
          </p:cNvPr>
          <p:cNvCxnSpPr>
            <a:cxnSpLocks/>
          </p:cNvCxnSpPr>
          <p:nvPr/>
        </p:nvCxnSpPr>
        <p:spPr>
          <a:xfrm>
            <a:off x="12733780" y="1263539"/>
            <a:ext cx="1035054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9803EFC1-B9CB-372D-887F-C147BE3E8361}"/>
              </a:ext>
            </a:extLst>
          </p:cNvPr>
          <p:cNvSpPr txBox="1"/>
          <p:nvPr/>
        </p:nvSpPr>
        <p:spPr>
          <a:xfrm>
            <a:off x="13714324" y="1038208"/>
            <a:ext cx="12781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744BADC0-A7B2-3E26-FC07-7F727083DC18}"/>
              </a:ext>
            </a:extLst>
          </p:cNvPr>
          <p:cNvSpPr txBox="1"/>
          <p:nvPr/>
        </p:nvSpPr>
        <p:spPr>
          <a:xfrm>
            <a:off x="8669306" y="1854582"/>
            <a:ext cx="15607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Confounder Dictionary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AEF9B62-AEA2-2F24-7E43-632ED58966E2}"/>
              </a:ext>
            </a:extLst>
          </p:cNvPr>
          <p:cNvSpPr txBox="1"/>
          <p:nvPr/>
        </p:nvSpPr>
        <p:spPr>
          <a:xfrm>
            <a:off x="7556823" y="718119"/>
            <a:ext cx="9109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04F935E8-6CBD-C1E7-B083-115E479A9AC9}"/>
              </a:ext>
            </a:extLst>
          </p:cNvPr>
          <p:cNvSpPr txBox="1"/>
          <p:nvPr/>
        </p:nvSpPr>
        <p:spPr>
          <a:xfrm>
            <a:off x="5209129" y="967918"/>
            <a:ext cx="4926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endParaRPr lang="zh-CN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23D0C50-37EE-986A-5A34-35DF8D7CC219}"/>
              </a:ext>
            </a:extLst>
          </p:cNvPr>
          <p:cNvSpPr txBox="1"/>
          <p:nvPr/>
        </p:nvSpPr>
        <p:spPr>
          <a:xfrm>
            <a:off x="5184140" y="2344934"/>
            <a:ext cx="533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fx</a:t>
            </a:r>
            <a:endParaRPr lang="zh-CN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52702F69-6099-80B7-43CC-4FB3ADC96055}"/>
              </a:ext>
            </a:extLst>
          </p:cNvPr>
          <p:cNvSpPr txBox="1"/>
          <p:nvPr/>
        </p:nvSpPr>
        <p:spPr>
          <a:xfrm>
            <a:off x="1137531" y="869596"/>
            <a:ext cx="1944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61FFAE76-30F6-F30E-F002-291B680AF684}"/>
              </a:ext>
            </a:extLst>
          </p:cNvPr>
          <p:cNvCxnSpPr>
            <a:cxnSpLocks/>
          </p:cNvCxnSpPr>
          <p:nvPr/>
        </p:nvCxnSpPr>
        <p:spPr>
          <a:xfrm>
            <a:off x="9975479" y="3301382"/>
            <a:ext cx="277309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8DDAF3C1-57B1-B5DD-2704-895D6CFF121E}"/>
              </a:ext>
            </a:extLst>
          </p:cNvPr>
          <p:cNvCxnSpPr>
            <a:cxnSpLocks/>
          </p:cNvCxnSpPr>
          <p:nvPr/>
        </p:nvCxnSpPr>
        <p:spPr>
          <a:xfrm>
            <a:off x="10693506" y="3323183"/>
            <a:ext cx="277309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流程图: 手动操作 80">
            <a:extLst>
              <a:ext uri="{FF2B5EF4-FFF2-40B4-BE49-F238E27FC236}">
                <a16:creationId xmlns:a16="http://schemas.microsoft.com/office/drawing/2014/main" id="{EE77FCEC-DC11-43EF-9FBB-12954C7CE308}"/>
              </a:ext>
            </a:extLst>
          </p:cNvPr>
          <p:cNvSpPr/>
          <p:nvPr/>
        </p:nvSpPr>
        <p:spPr>
          <a:xfrm rot="16200000">
            <a:off x="4046823" y="2562975"/>
            <a:ext cx="1025352" cy="981616"/>
          </a:xfrm>
          <a:prstGeom prst="flowChartManualOperation">
            <a:avLst/>
          </a:prstGeom>
          <a:solidFill>
            <a:srgbClr val="BDD7EE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D3490670-E810-B738-D9DE-BC5351A53CBA}"/>
              </a:ext>
            </a:extLst>
          </p:cNvPr>
          <p:cNvCxnSpPr>
            <a:cxnSpLocks/>
          </p:cNvCxnSpPr>
          <p:nvPr/>
        </p:nvCxnSpPr>
        <p:spPr>
          <a:xfrm>
            <a:off x="5079603" y="3054001"/>
            <a:ext cx="304013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平行四边形 82">
            <a:extLst>
              <a:ext uri="{FF2B5EF4-FFF2-40B4-BE49-F238E27FC236}">
                <a16:creationId xmlns:a16="http://schemas.microsoft.com/office/drawing/2014/main" id="{00F1DD96-19BD-BE9A-F261-7A829CDCA201}"/>
              </a:ext>
            </a:extLst>
          </p:cNvPr>
          <p:cNvSpPr/>
          <p:nvPr/>
        </p:nvSpPr>
        <p:spPr>
          <a:xfrm rot="5400000">
            <a:off x="4399370" y="1653491"/>
            <a:ext cx="865511" cy="141563"/>
          </a:xfrm>
          <a:prstGeom prst="parallelogram">
            <a:avLst>
              <a:gd name="adj" fmla="val 85054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4" name="平行四边形 83">
            <a:extLst>
              <a:ext uri="{FF2B5EF4-FFF2-40B4-BE49-F238E27FC236}">
                <a16:creationId xmlns:a16="http://schemas.microsoft.com/office/drawing/2014/main" id="{13D8DEB3-17D6-FF0B-B19A-FCD929D564EE}"/>
              </a:ext>
            </a:extLst>
          </p:cNvPr>
          <p:cNvSpPr/>
          <p:nvPr/>
        </p:nvSpPr>
        <p:spPr>
          <a:xfrm rot="5400000">
            <a:off x="3941606" y="1665434"/>
            <a:ext cx="1025353" cy="141563"/>
          </a:xfrm>
          <a:prstGeom prst="parallelogram">
            <a:avLst>
              <a:gd name="adj" fmla="val 85054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C1AD4C57-6700-9AA1-A032-6B6882F297AF}"/>
              </a:ext>
            </a:extLst>
          </p:cNvPr>
          <p:cNvSpPr/>
          <p:nvPr/>
        </p:nvSpPr>
        <p:spPr>
          <a:xfrm>
            <a:off x="1427974" y="4224373"/>
            <a:ext cx="3853517" cy="2676353"/>
          </a:xfrm>
          <a:prstGeom prst="roundRect">
            <a:avLst>
              <a:gd name="adj" fmla="val 9527"/>
            </a:avLst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16E03ECA-E1AC-7AB4-CCB5-ABF7807FF4BB}"/>
              </a:ext>
            </a:extLst>
          </p:cNvPr>
          <p:cNvGrpSpPr/>
          <p:nvPr/>
        </p:nvGrpSpPr>
        <p:grpSpPr>
          <a:xfrm>
            <a:off x="6300578" y="4347565"/>
            <a:ext cx="5938508" cy="2671000"/>
            <a:chOff x="6203414" y="3763296"/>
            <a:chExt cx="5938508" cy="2671000"/>
          </a:xfrm>
        </p:grpSpPr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F658A5BE-188A-7D77-7DC7-029062650E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82780" y="4797282"/>
              <a:ext cx="818772" cy="7428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10EC4972-EEEF-41C6-B50C-87C611C02A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36513" y="4281586"/>
              <a:ext cx="1225070" cy="935213"/>
            </a:xfrm>
            <a:prstGeom prst="straightConnector1">
              <a:avLst/>
            </a:prstGeom>
            <a:ln w="12700">
              <a:solidFill>
                <a:srgbClr val="5B9BD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" name="组合 88">
              <a:extLst>
                <a:ext uri="{FF2B5EF4-FFF2-40B4-BE49-F238E27FC236}">
                  <a16:creationId xmlns:a16="http://schemas.microsoft.com/office/drawing/2014/main" id="{76BCDBC6-F67E-CF33-1B7C-D0E74693DFB3}"/>
                </a:ext>
              </a:extLst>
            </p:cNvPr>
            <p:cNvGrpSpPr/>
            <p:nvPr/>
          </p:nvGrpSpPr>
          <p:grpSpPr>
            <a:xfrm>
              <a:off x="6203414" y="4096370"/>
              <a:ext cx="4440922" cy="2234728"/>
              <a:chOff x="4941107" y="4195573"/>
              <a:chExt cx="4440922" cy="2234728"/>
            </a:xfrm>
          </p:grpSpPr>
          <p:sp>
            <p:nvSpPr>
              <p:cNvPr id="177" name="椭圆 176">
                <a:extLst>
                  <a:ext uri="{FF2B5EF4-FFF2-40B4-BE49-F238E27FC236}">
                    <a16:creationId xmlns:a16="http://schemas.microsoft.com/office/drawing/2014/main" id="{233ADD84-18D5-4F1B-4AB0-EF2FBAF29B5D}"/>
                  </a:ext>
                </a:extLst>
              </p:cNvPr>
              <p:cNvSpPr/>
              <p:nvPr/>
            </p:nvSpPr>
            <p:spPr>
              <a:xfrm>
                <a:off x="6047477" y="4195573"/>
                <a:ext cx="2234728" cy="2234728"/>
              </a:xfrm>
              <a:prstGeom prst="ellipse">
                <a:avLst/>
              </a:prstGeom>
              <a:noFill/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78" name="弧形 177">
                <a:extLst>
                  <a:ext uri="{FF2B5EF4-FFF2-40B4-BE49-F238E27FC236}">
                    <a16:creationId xmlns:a16="http://schemas.microsoft.com/office/drawing/2014/main" id="{8DDF0499-2E65-2DC3-1686-E4AEBF4C22BF}"/>
                  </a:ext>
                </a:extLst>
              </p:cNvPr>
              <p:cNvSpPr/>
              <p:nvPr/>
            </p:nvSpPr>
            <p:spPr>
              <a:xfrm rot="16200000">
                <a:off x="6056022" y="4875246"/>
                <a:ext cx="2222976" cy="875382"/>
              </a:xfrm>
              <a:prstGeom prst="arc">
                <a:avLst>
                  <a:gd name="adj1" fmla="val 13764434"/>
                  <a:gd name="adj2" fmla="val 11770"/>
                </a:avLst>
              </a:prstGeom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cxnSp>
            <p:nvCxnSpPr>
              <p:cNvPr id="179" name="直接连接符 178">
                <a:extLst>
                  <a:ext uri="{FF2B5EF4-FFF2-40B4-BE49-F238E27FC236}">
                    <a16:creationId xmlns:a16="http://schemas.microsoft.com/office/drawing/2014/main" id="{333F2BA7-BE79-6EE5-4256-70E8230B1DCC}"/>
                  </a:ext>
                </a:extLst>
              </p:cNvPr>
              <p:cNvCxnSpPr>
                <a:cxnSpLocks/>
                <a:endCxn id="177" idx="6"/>
              </p:cNvCxnSpPr>
              <p:nvPr/>
            </p:nvCxnSpPr>
            <p:spPr>
              <a:xfrm flipV="1">
                <a:off x="7174206" y="5312937"/>
                <a:ext cx="1107999" cy="3065"/>
              </a:xfrm>
              <a:prstGeom prst="line">
                <a:avLst/>
              </a:prstGeom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0" name="弧形 179">
                <a:extLst>
                  <a:ext uri="{FF2B5EF4-FFF2-40B4-BE49-F238E27FC236}">
                    <a16:creationId xmlns:a16="http://schemas.microsoft.com/office/drawing/2014/main" id="{70BD8DA0-BD8C-8E3B-C12C-D16CEF45DA04}"/>
                  </a:ext>
                </a:extLst>
              </p:cNvPr>
              <p:cNvSpPr/>
              <p:nvPr/>
            </p:nvSpPr>
            <p:spPr>
              <a:xfrm rot="16200000">
                <a:off x="6056571" y="4514919"/>
                <a:ext cx="2222976" cy="1596036"/>
              </a:xfrm>
              <a:prstGeom prst="arc">
                <a:avLst>
                  <a:gd name="adj1" fmla="val 15006515"/>
                  <a:gd name="adj2" fmla="val 11770"/>
                </a:avLst>
              </a:prstGeom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grpSp>
            <p:nvGrpSpPr>
              <p:cNvPr id="181" name="组合 180">
                <a:extLst>
                  <a:ext uri="{FF2B5EF4-FFF2-40B4-BE49-F238E27FC236}">
                    <a16:creationId xmlns:a16="http://schemas.microsoft.com/office/drawing/2014/main" id="{72BE1D3D-CB64-92AF-F3BA-2E64F5A49DD8}"/>
                  </a:ext>
                </a:extLst>
              </p:cNvPr>
              <p:cNvGrpSpPr/>
              <p:nvPr/>
            </p:nvGrpSpPr>
            <p:grpSpPr>
              <a:xfrm>
                <a:off x="4941107" y="4919052"/>
                <a:ext cx="4440922" cy="809961"/>
                <a:chOff x="7773777" y="4991141"/>
                <a:chExt cx="4440922" cy="809961"/>
              </a:xfrm>
            </p:grpSpPr>
            <p:sp>
              <p:nvSpPr>
                <p:cNvPr id="183" name="弧形 182">
                  <a:extLst>
                    <a:ext uri="{FF2B5EF4-FFF2-40B4-BE49-F238E27FC236}">
                      <a16:creationId xmlns:a16="http://schemas.microsoft.com/office/drawing/2014/main" id="{5D412AE4-AFFB-DEF1-C0B0-27E365C6FDB0}"/>
                    </a:ext>
                  </a:extLst>
                </p:cNvPr>
                <p:cNvSpPr/>
                <p:nvPr/>
              </p:nvSpPr>
              <p:spPr>
                <a:xfrm>
                  <a:off x="8873883" y="4991937"/>
                  <a:ext cx="2227198" cy="809165"/>
                </a:xfrm>
                <a:prstGeom prst="arc">
                  <a:avLst>
                    <a:gd name="adj1" fmla="val 16145749"/>
                    <a:gd name="adj2" fmla="val 11770"/>
                  </a:avLst>
                </a:prstGeom>
                <a:ln w="12700">
                  <a:solidFill>
                    <a:schemeClr val="bg2">
                      <a:lumMod val="9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/>
                </a:p>
              </p:txBody>
            </p:sp>
            <p:sp>
              <p:nvSpPr>
                <p:cNvPr id="184" name="弧形 183">
                  <a:extLst>
                    <a:ext uri="{FF2B5EF4-FFF2-40B4-BE49-F238E27FC236}">
                      <a16:creationId xmlns:a16="http://schemas.microsoft.com/office/drawing/2014/main" id="{F30C950F-6AB1-671F-70E6-FCDEC4B87083}"/>
                    </a:ext>
                  </a:extLst>
                </p:cNvPr>
                <p:cNvSpPr/>
                <p:nvPr/>
              </p:nvSpPr>
              <p:spPr>
                <a:xfrm rot="10800000">
                  <a:off x="8885788" y="5026566"/>
                  <a:ext cx="2227198" cy="747842"/>
                </a:xfrm>
                <a:prstGeom prst="arc">
                  <a:avLst>
                    <a:gd name="adj1" fmla="val 16145749"/>
                    <a:gd name="adj2" fmla="val 11770"/>
                  </a:avLst>
                </a:prstGeom>
                <a:ln w="12700">
                  <a:solidFill>
                    <a:schemeClr val="bg2">
                      <a:lumMod val="9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/>
                </a:p>
              </p:txBody>
            </p:sp>
            <p:sp>
              <p:nvSpPr>
                <p:cNvPr id="185" name="弧形 184">
                  <a:extLst>
                    <a:ext uri="{FF2B5EF4-FFF2-40B4-BE49-F238E27FC236}">
                      <a16:creationId xmlns:a16="http://schemas.microsoft.com/office/drawing/2014/main" id="{45B84C8F-292E-C02D-24E5-76FDB890042C}"/>
                    </a:ext>
                  </a:extLst>
                </p:cNvPr>
                <p:cNvSpPr/>
                <p:nvPr/>
              </p:nvSpPr>
              <p:spPr>
                <a:xfrm rot="10800000">
                  <a:off x="9987501" y="5025465"/>
                  <a:ext cx="2227198" cy="747842"/>
                </a:xfrm>
                <a:prstGeom prst="arc">
                  <a:avLst>
                    <a:gd name="adj1" fmla="val 16145749"/>
                    <a:gd name="adj2" fmla="val 11770"/>
                  </a:avLst>
                </a:prstGeom>
                <a:ln w="12700">
                  <a:solidFill>
                    <a:schemeClr val="bg2">
                      <a:lumMod val="90000"/>
                    </a:schemeClr>
                  </a:solidFill>
                  <a:prstDash val="solid"/>
                </a:ln>
                <a:scene3d>
                  <a:camera prst="orthographicFront">
                    <a:rot lat="0" lon="10800000" rev="0"/>
                  </a:camera>
                  <a:lightRig rig="threePt" dir="t"/>
                </a:scene3d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/>
                </a:p>
              </p:txBody>
            </p:sp>
            <p:sp>
              <p:nvSpPr>
                <p:cNvPr id="186" name="弧形 185">
                  <a:extLst>
                    <a:ext uri="{FF2B5EF4-FFF2-40B4-BE49-F238E27FC236}">
                      <a16:creationId xmlns:a16="http://schemas.microsoft.com/office/drawing/2014/main" id="{6EC7E807-7573-866D-3F2F-96B8D7E3C23B}"/>
                    </a:ext>
                  </a:extLst>
                </p:cNvPr>
                <p:cNvSpPr/>
                <p:nvPr/>
              </p:nvSpPr>
              <p:spPr>
                <a:xfrm>
                  <a:off x="7773777" y="4991141"/>
                  <a:ext cx="2227198" cy="809165"/>
                </a:xfrm>
                <a:prstGeom prst="arc">
                  <a:avLst>
                    <a:gd name="adj1" fmla="val 16145749"/>
                    <a:gd name="adj2" fmla="val 11770"/>
                  </a:avLst>
                </a:prstGeom>
                <a:ln w="12700">
                  <a:solidFill>
                    <a:schemeClr val="bg2">
                      <a:lumMod val="90000"/>
                    </a:schemeClr>
                  </a:solidFill>
                  <a:prstDash val="dash"/>
                </a:ln>
                <a:scene3d>
                  <a:camera prst="orthographicFront">
                    <a:rot lat="0" lon="10800000" rev="0"/>
                  </a:camera>
                  <a:lightRig rig="threePt" dir="t"/>
                </a:scene3d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/>
                </a:p>
              </p:txBody>
            </p:sp>
          </p:grpSp>
          <p:cxnSp>
            <p:nvCxnSpPr>
              <p:cNvPr id="182" name="直接连接符 181">
                <a:extLst>
                  <a:ext uri="{FF2B5EF4-FFF2-40B4-BE49-F238E27FC236}">
                    <a16:creationId xmlns:a16="http://schemas.microsoft.com/office/drawing/2014/main" id="{A9550A23-35F7-2CCE-6425-337D0B25174E}"/>
                  </a:ext>
                </a:extLst>
              </p:cNvPr>
              <p:cNvCxnSpPr>
                <a:cxnSpLocks/>
                <a:stCxn id="178" idx="0"/>
              </p:cNvCxnSpPr>
              <p:nvPr/>
            </p:nvCxnSpPr>
            <p:spPr>
              <a:xfrm flipV="1">
                <a:off x="6752793" y="5321877"/>
                <a:ext cx="421413" cy="346425"/>
              </a:xfrm>
              <a:prstGeom prst="line">
                <a:avLst/>
              </a:prstGeom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91C0A755-2988-31E1-E369-E400D1C352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48309" y="3854683"/>
              <a:ext cx="285387" cy="1353175"/>
            </a:xfrm>
            <a:prstGeom prst="straightConnector1">
              <a:avLst/>
            </a:prstGeom>
            <a:ln w="12700">
              <a:solidFill>
                <a:srgbClr val="5B9BD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50C8F333-9C35-0680-736C-D43C43C537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16671" y="4613408"/>
              <a:ext cx="625737" cy="601858"/>
            </a:xfrm>
            <a:prstGeom prst="straightConnector1">
              <a:avLst/>
            </a:prstGeom>
            <a:ln w="12700">
              <a:solidFill>
                <a:srgbClr val="70AD4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0635ADB6-A4EF-AFE0-D310-DF2391FD25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42429" y="5215266"/>
              <a:ext cx="598789" cy="500310"/>
            </a:xfrm>
            <a:prstGeom prst="straightConnector1">
              <a:avLst/>
            </a:prstGeom>
            <a:ln w="12700">
              <a:solidFill>
                <a:srgbClr val="70AD4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15873AB6-B225-7804-DBAF-CEE467D2DB24}"/>
                </a:ext>
              </a:extLst>
            </p:cNvPr>
            <p:cNvGrpSpPr/>
            <p:nvPr/>
          </p:nvGrpSpPr>
          <p:grpSpPr>
            <a:xfrm>
              <a:off x="8521090" y="3970969"/>
              <a:ext cx="348978" cy="346873"/>
              <a:chOff x="5018110" y="5847765"/>
              <a:chExt cx="348978" cy="346873"/>
            </a:xfrm>
          </p:grpSpPr>
          <p:sp>
            <p:nvSpPr>
              <p:cNvPr id="161" name="椭圆 160">
                <a:extLst>
                  <a:ext uri="{FF2B5EF4-FFF2-40B4-BE49-F238E27FC236}">
                    <a16:creationId xmlns:a16="http://schemas.microsoft.com/office/drawing/2014/main" id="{7F5D4B2F-32BA-C548-C414-F9F252F4E75F}"/>
                  </a:ext>
                </a:extLst>
              </p:cNvPr>
              <p:cNvSpPr/>
              <p:nvPr/>
            </p:nvSpPr>
            <p:spPr>
              <a:xfrm>
                <a:off x="5063829" y="5847765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62" name="椭圆 161">
                <a:extLst>
                  <a:ext uri="{FF2B5EF4-FFF2-40B4-BE49-F238E27FC236}">
                    <a16:creationId xmlns:a16="http://schemas.microsoft.com/office/drawing/2014/main" id="{A9E9C0C9-5442-B69F-027E-9F006DFC91D7}"/>
                  </a:ext>
                </a:extLst>
              </p:cNvPr>
              <p:cNvSpPr/>
              <p:nvPr/>
            </p:nvSpPr>
            <p:spPr>
              <a:xfrm>
                <a:off x="5018110" y="5992227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63" name="椭圆 162">
                <a:extLst>
                  <a:ext uri="{FF2B5EF4-FFF2-40B4-BE49-F238E27FC236}">
                    <a16:creationId xmlns:a16="http://schemas.microsoft.com/office/drawing/2014/main" id="{BCB82ACB-5A11-B471-5324-8D1EEA8027A1}"/>
                  </a:ext>
                </a:extLst>
              </p:cNvPr>
              <p:cNvSpPr/>
              <p:nvPr/>
            </p:nvSpPr>
            <p:spPr>
              <a:xfrm>
                <a:off x="5163403" y="6025929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64" name="椭圆 163">
                <a:extLst>
                  <a:ext uri="{FF2B5EF4-FFF2-40B4-BE49-F238E27FC236}">
                    <a16:creationId xmlns:a16="http://schemas.microsoft.com/office/drawing/2014/main" id="{79990708-5841-7319-D48A-8B8B33282D28}"/>
                  </a:ext>
                </a:extLst>
              </p:cNvPr>
              <p:cNvSpPr/>
              <p:nvPr/>
            </p:nvSpPr>
            <p:spPr>
              <a:xfrm>
                <a:off x="5212117" y="5905236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65" name="椭圆 164">
                <a:extLst>
                  <a:ext uri="{FF2B5EF4-FFF2-40B4-BE49-F238E27FC236}">
                    <a16:creationId xmlns:a16="http://schemas.microsoft.com/office/drawing/2014/main" id="{E90DA4C5-EEAC-5927-54FD-A493DCA78284}"/>
                  </a:ext>
                </a:extLst>
              </p:cNvPr>
              <p:cNvSpPr/>
              <p:nvPr/>
            </p:nvSpPr>
            <p:spPr>
              <a:xfrm>
                <a:off x="5130163" y="5933081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66" name="椭圆 165">
                <a:extLst>
                  <a:ext uri="{FF2B5EF4-FFF2-40B4-BE49-F238E27FC236}">
                    <a16:creationId xmlns:a16="http://schemas.microsoft.com/office/drawing/2014/main" id="{E2BD0808-F848-C1FC-D8FB-7CE5EE99E4B5}"/>
                  </a:ext>
                </a:extLst>
              </p:cNvPr>
              <p:cNvSpPr/>
              <p:nvPr/>
            </p:nvSpPr>
            <p:spPr>
              <a:xfrm>
                <a:off x="5084444" y="6077543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67" name="椭圆 166">
                <a:extLst>
                  <a:ext uri="{FF2B5EF4-FFF2-40B4-BE49-F238E27FC236}">
                    <a16:creationId xmlns:a16="http://schemas.microsoft.com/office/drawing/2014/main" id="{38D6EC29-5A15-DA27-66EA-680DA4B50E66}"/>
                  </a:ext>
                </a:extLst>
              </p:cNvPr>
              <p:cNvSpPr/>
              <p:nvPr/>
            </p:nvSpPr>
            <p:spPr>
              <a:xfrm>
                <a:off x="5229737" y="6111245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68" name="椭圆 167">
                <a:extLst>
                  <a:ext uri="{FF2B5EF4-FFF2-40B4-BE49-F238E27FC236}">
                    <a16:creationId xmlns:a16="http://schemas.microsoft.com/office/drawing/2014/main" id="{49B7B581-A192-B46F-8B5B-79C374E7A9B5}"/>
                  </a:ext>
                </a:extLst>
              </p:cNvPr>
              <p:cNvSpPr/>
              <p:nvPr/>
            </p:nvSpPr>
            <p:spPr>
              <a:xfrm>
                <a:off x="5278451" y="5990552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69" name="椭圆 168">
                <a:extLst>
                  <a:ext uri="{FF2B5EF4-FFF2-40B4-BE49-F238E27FC236}">
                    <a16:creationId xmlns:a16="http://schemas.microsoft.com/office/drawing/2014/main" id="{A5FC55A4-6807-0835-0CCC-A985B2715AA3}"/>
                  </a:ext>
                </a:extLst>
              </p:cNvPr>
              <p:cNvSpPr/>
              <p:nvPr/>
            </p:nvSpPr>
            <p:spPr>
              <a:xfrm rot="20027266">
                <a:off x="5136955" y="5867529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70" name="椭圆 169">
                <a:extLst>
                  <a:ext uri="{FF2B5EF4-FFF2-40B4-BE49-F238E27FC236}">
                    <a16:creationId xmlns:a16="http://schemas.microsoft.com/office/drawing/2014/main" id="{4D26A7FD-6EC6-3250-B098-0D96612B2B77}"/>
                  </a:ext>
                </a:extLst>
              </p:cNvPr>
              <p:cNvSpPr/>
              <p:nvPr/>
            </p:nvSpPr>
            <p:spPr>
              <a:xfrm rot="20027266">
                <a:off x="5091236" y="6011991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71" name="椭圆 170">
                <a:extLst>
                  <a:ext uri="{FF2B5EF4-FFF2-40B4-BE49-F238E27FC236}">
                    <a16:creationId xmlns:a16="http://schemas.microsoft.com/office/drawing/2014/main" id="{EA2AA238-FC27-544E-4C6F-4260BFE48FAF}"/>
                  </a:ext>
                </a:extLst>
              </p:cNvPr>
              <p:cNvSpPr/>
              <p:nvPr/>
            </p:nvSpPr>
            <p:spPr>
              <a:xfrm rot="20027266">
                <a:off x="5236529" y="6045693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72" name="椭圆 171">
                <a:extLst>
                  <a:ext uri="{FF2B5EF4-FFF2-40B4-BE49-F238E27FC236}">
                    <a16:creationId xmlns:a16="http://schemas.microsoft.com/office/drawing/2014/main" id="{056517AA-D6AF-60A7-1210-AB85626FCF6F}"/>
                  </a:ext>
                </a:extLst>
              </p:cNvPr>
              <p:cNvSpPr/>
              <p:nvPr/>
            </p:nvSpPr>
            <p:spPr>
              <a:xfrm rot="20027266">
                <a:off x="5091237" y="6148919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73" name="椭圆 172">
                <a:extLst>
                  <a:ext uri="{FF2B5EF4-FFF2-40B4-BE49-F238E27FC236}">
                    <a16:creationId xmlns:a16="http://schemas.microsoft.com/office/drawing/2014/main" id="{F19A3F01-058E-2915-60F7-A4160139CD47}"/>
                  </a:ext>
                </a:extLst>
              </p:cNvPr>
              <p:cNvSpPr/>
              <p:nvPr/>
            </p:nvSpPr>
            <p:spPr>
              <a:xfrm rot="20027266">
                <a:off x="5203289" y="5952845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74" name="椭圆 173">
                <a:extLst>
                  <a:ext uri="{FF2B5EF4-FFF2-40B4-BE49-F238E27FC236}">
                    <a16:creationId xmlns:a16="http://schemas.microsoft.com/office/drawing/2014/main" id="{7C33ABF0-FB74-EA3E-8F96-5302DFED3D07}"/>
                  </a:ext>
                </a:extLst>
              </p:cNvPr>
              <p:cNvSpPr/>
              <p:nvPr/>
            </p:nvSpPr>
            <p:spPr>
              <a:xfrm rot="20027266">
                <a:off x="5157570" y="6097307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75" name="椭圆 174">
                <a:extLst>
                  <a:ext uri="{FF2B5EF4-FFF2-40B4-BE49-F238E27FC236}">
                    <a16:creationId xmlns:a16="http://schemas.microsoft.com/office/drawing/2014/main" id="{4C86741D-483D-4816-7F26-EC14DB346A37}"/>
                  </a:ext>
                </a:extLst>
              </p:cNvPr>
              <p:cNvSpPr/>
              <p:nvPr/>
            </p:nvSpPr>
            <p:spPr>
              <a:xfrm rot="20027266">
                <a:off x="5061959" y="5944735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19B07A57-1BB2-8879-C9B1-0F155B842962}"/>
                  </a:ext>
                </a:extLst>
              </p:cNvPr>
              <p:cNvSpPr/>
              <p:nvPr/>
            </p:nvSpPr>
            <p:spPr>
              <a:xfrm rot="20027266">
                <a:off x="5321369" y="6073203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6F296737-DF66-CF48-D12D-C96900C4F272}"/>
                </a:ext>
              </a:extLst>
            </p:cNvPr>
            <p:cNvGrpSpPr/>
            <p:nvPr/>
          </p:nvGrpSpPr>
          <p:grpSpPr>
            <a:xfrm rot="5093274">
              <a:off x="9135674" y="4395844"/>
              <a:ext cx="349075" cy="290789"/>
              <a:chOff x="4779500" y="5912846"/>
              <a:chExt cx="349075" cy="290789"/>
            </a:xfrm>
          </p:grpSpPr>
          <p:sp>
            <p:nvSpPr>
              <p:cNvPr id="145" name="椭圆 144">
                <a:extLst>
                  <a:ext uri="{FF2B5EF4-FFF2-40B4-BE49-F238E27FC236}">
                    <a16:creationId xmlns:a16="http://schemas.microsoft.com/office/drawing/2014/main" id="{34E76DED-6990-6E3A-48C2-4204E06F21B0}"/>
                  </a:ext>
                </a:extLst>
              </p:cNvPr>
              <p:cNvSpPr/>
              <p:nvPr/>
            </p:nvSpPr>
            <p:spPr>
              <a:xfrm>
                <a:off x="5082856" y="5938979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F0A26C4F-AE5D-86F3-337C-98C456C6027A}"/>
                  </a:ext>
                </a:extLst>
              </p:cNvPr>
              <p:cNvSpPr/>
              <p:nvPr/>
            </p:nvSpPr>
            <p:spPr>
              <a:xfrm>
                <a:off x="4779500" y="5999837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47" name="椭圆 146">
                <a:extLst>
                  <a:ext uri="{FF2B5EF4-FFF2-40B4-BE49-F238E27FC236}">
                    <a16:creationId xmlns:a16="http://schemas.microsoft.com/office/drawing/2014/main" id="{8A08A0B0-8C4C-0893-DCA4-E2787D81303D}"/>
                  </a:ext>
                </a:extLst>
              </p:cNvPr>
              <p:cNvSpPr/>
              <p:nvPr/>
            </p:nvSpPr>
            <p:spPr>
              <a:xfrm>
                <a:off x="5039624" y="5986078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48" name="椭圆 147">
                <a:extLst>
                  <a:ext uri="{FF2B5EF4-FFF2-40B4-BE49-F238E27FC236}">
                    <a16:creationId xmlns:a16="http://schemas.microsoft.com/office/drawing/2014/main" id="{106EA171-B62F-E03D-9410-5D1EE2FB54F9}"/>
                  </a:ext>
                </a:extLst>
              </p:cNvPr>
              <p:cNvSpPr/>
              <p:nvPr/>
            </p:nvSpPr>
            <p:spPr>
              <a:xfrm>
                <a:off x="4973507" y="5912846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49" name="椭圆 148">
                <a:extLst>
                  <a:ext uri="{FF2B5EF4-FFF2-40B4-BE49-F238E27FC236}">
                    <a16:creationId xmlns:a16="http://schemas.microsoft.com/office/drawing/2014/main" id="{D91D9FBF-75DF-40C4-D5C0-B5DE829CE18B}"/>
                  </a:ext>
                </a:extLst>
              </p:cNvPr>
              <p:cNvSpPr/>
              <p:nvPr/>
            </p:nvSpPr>
            <p:spPr>
              <a:xfrm>
                <a:off x="4891553" y="5940691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50" name="椭圆 149">
                <a:extLst>
                  <a:ext uri="{FF2B5EF4-FFF2-40B4-BE49-F238E27FC236}">
                    <a16:creationId xmlns:a16="http://schemas.microsoft.com/office/drawing/2014/main" id="{C67A6438-234C-35A7-6DF8-199167678BD3}"/>
                  </a:ext>
                </a:extLst>
              </p:cNvPr>
              <p:cNvSpPr/>
              <p:nvPr/>
            </p:nvSpPr>
            <p:spPr>
              <a:xfrm>
                <a:off x="4845834" y="6085153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51" name="椭圆 150">
                <a:extLst>
                  <a:ext uri="{FF2B5EF4-FFF2-40B4-BE49-F238E27FC236}">
                    <a16:creationId xmlns:a16="http://schemas.microsoft.com/office/drawing/2014/main" id="{319C79AA-0908-0162-4F13-86E45260519D}"/>
                  </a:ext>
                </a:extLst>
              </p:cNvPr>
              <p:cNvSpPr/>
              <p:nvPr/>
            </p:nvSpPr>
            <p:spPr>
              <a:xfrm>
                <a:off x="4991127" y="6118855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52" name="椭圆 151">
                <a:extLst>
                  <a:ext uri="{FF2B5EF4-FFF2-40B4-BE49-F238E27FC236}">
                    <a16:creationId xmlns:a16="http://schemas.microsoft.com/office/drawing/2014/main" id="{B758E245-D353-C086-2842-FBB964B05F82}"/>
                  </a:ext>
                </a:extLst>
              </p:cNvPr>
              <p:cNvSpPr/>
              <p:nvPr/>
            </p:nvSpPr>
            <p:spPr>
              <a:xfrm>
                <a:off x="5056913" y="6157916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53" name="椭圆 152">
                <a:extLst>
                  <a:ext uri="{FF2B5EF4-FFF2-40B4-BE49-F238E27FC236}">
                    <a16:creationId xmlns:a16="http://schemas.microsoft.com/office/drawing/2014/main" id="{636F46DB-0AC0-1420-51F8-697E0F878A58}"/>
                  </a:ext>
                </a:extLst>
              </p:cNvPr>
              <p:cNvSpPr/>
              <p:nvPr/>
            </p:nvSpPr>
            <p:spPr>
              <a:xfrm rot="20027266">
                <a:off x="4785600" y="6100053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54" name="椭圆 153">
                <a:extLst>
                  <a:ext uri="{FF2B5EF4-FFF2-40B4-BE49-F238E27FC236}">
                    <a16:creationId xmlns:a16="http://schemas.microsoft.com/office/drawing/2014/main" id="{B49836DB-A45B-98FE-B96D-0039251AD0C9}"/>
                  </a:ext>
                </a:extLst>
              </p:cNvPr>
              <p:cNvSpPr/>
              <p:nvPr/>
            </p:nvSpPr>
            <p:spPr>
              <a:xfrm rot="20027266">
                <a:off x="4852626" y="6019601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55" name="椭圆 154">
                <a:extLst>
                  <a:ext uri="{FF2B5EF4-FFF2-40B4-BE49-F238E27FC236}">
                    <a16:creationId xmlns:a16="http://schemas.microsoft.com/office/drawing/2014/main" id="{79379EAC-C29D-620E-770C-F423C2F9B211}"/>
                  </a:ext>
                </a:extLst>
              </p:cNvPr>
              <p:cNvSpPr/>
              <p:nvPr/>
            </p:nvSpPr>
            <p:spPr>
              <a:xfrm rot="20027266">
                <a:off x="4997919" y="6053303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56" name="椭圆 155">
                <a:extLst>
                  <a:ext uri="{FF2B5EF4-FFF2-40B4-BE49-F238E27FC236}">
                    <a16:creationId xmlns:a16="http://schemas.microsoft.com/office/drawing/2014/main" id="{61D24374-97BB-87FE-BDEE-ADD0D7F26B07}"/>
                  </a:ext>
                </a:extLst>
              </p:cNvPr>
              <p:cNvSpPr/>
              <p:nvPr/>
            </p:nvSpPr>
            <p:spPr>
              <a:xfrm rot="20027266">
                <a:off x="4852627" y="6156529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57" name="椭圆 156">
                <a:extLst>
                  <a:ext uri="{FF2B5EF4-FFF2-40B4-BE49-F238E27FC236}">
                    <a16:creationId xmlns:a16="http://schemas.microsoft.com/office/drawing/2014/main" id="{8470F5D9-805A-5456-D568-CB9BCAFC8DE2}"/>
                  </a:ext>
                </a:extLst>
              </p:cNvPr>
              <p:cNvSpPr/>
              <p:nvPr/>
            </p:nvSpPr>
            <p:spPr>
              <a:xfrm rot="20027266">
                <a:off x="4964679" y="5960455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58" name="椭圆 157">
                <a:extLst>
                  <a:ext uri="{FF2B5EF4-FFF2-40B4-BE49-F238E27FC236}">
                    <a16:creationId xmlns:a16="http://schemas.microsoft.com/office/drawing/2014/main" id="{CAA0E747-1831-9894-E71A-E1F4C8E654BE}"/>
                  </a:ext>
                </a:extLst>
              </p:cNvPr>
              <p:cNvSpPr/>
              <p:nvPr/>
            </p:nvSpPr>
            <p:spPr>
              <a:xfrm rot="20027266">
                <a:off x="4918960" y="6104917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59" name="椭圆 158">
                <a:extLst>
                  <a:ext uri="{FF2B5EF4-FFF2-40B4-BE49-F238E27FC236}">
                    <a16:creationId xmlns:a16="http://schemas.microsoft.com/office/drawing/2014/main" id="{17027501-010D-F1D1-685E-094F969B33AC}"/>
                  </a:ext>
                </a:extLst>
              </p:cNvPr>
              <p:cNvSpPr/>
              <p:nvPr/>
            </p:nvSpPr>
            <p:spPr>
              <a:xfrm rot="20027266">
                <a:off x="4823349" y="5952345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60" name="椭圆 159">
                <a:extLst>
                  <a:ext uri="{FF2B5EF4-FFF2-40B4-BE49-F238E27FC236}">
                    <a16:creationId xmlns:a16="http://schemas.microsoft.com/office/drawing/2014/main" id="{DA70B3C1-C131-6489-E760-1ADA8362F1D6}"/>
                  </a:ext>
                </a:extLst>
              </p:cNvPr>
              <p:cNvSpPr/>
              <p:nvPr/>
            </p:nvSpPr>
            <p:spPr>
              <a:xfrm rot="20027266">
                <a:off x="5082759" y="6080813"/>
                <a:ext cx="45719" cy="45719"/>
              </a:xfrm>
              <a:prstGeom prst="ellipse">
                <a:avLst/>
              </a:prstGeom>
              <a:solidFill>
                <a:srgbClr val="5B9B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0274AF05-7D37-8B21-AD70-265E6B322A51}"/>
                </a:ext>
              </a:extLst>
            </p:cNvPr>
            <p:cNvGrpSpPr/>
            <p:nvPr/>
          </p:nvGrpSpPr>
          <p:grpSpPr>
            <a:xfrm rot="3004618">
              <a:off x="7838798" y="4626863"/>
              <a:ext cx="348978" cy="346873"/>
              <a:chOff x="5311669" y="5812437"/>
              <a:chExt cx="348978" cy="346873"/>
            </a:xfrm>
            <a:solidFill>
              <a:srgbClr val="70AD47"/>
            </a:solidFill>
          </p:grpSpPr>
          <p:sp>
            <p:nvSpPr>
              <p:cNvPr id="129" name="椭圆 128">
                <a:extLst>
                  <a:ext uri="{FF2B5EF4-FFF2-40B4-BE49-F238E27FC236}">
                    <a16:creationId xmlns:a16="http://schemas.microsoft.com/office/drawing/2014/main" id="{8C3F3E84-C55D-FEE1-90BE-A4CC1CC66574}"/>
                  </a:ext>
                </a:extLst>
              </p:cNvPr>
              <p:cNvSpPr/>
              <p:nvPr/>
            </p:nvSpPr>
            <p:spPr>
              <a:xfrm>
                <a:off x="5357387" y="5812437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30" name="椭圆 129">
                <a:extLst>
                  <a:ext uri="{FF2B5EF4-FFF2-40B4-BE49-F238E27FC236}">
                    <a16:creationId xmlns:a16="http://schemas.microsoft.com/office/drawing/2014/main" id="{729F30E0-6FB8-1CEE-5197-DD7ED8C59C97}"/>
                  </a:ext>
                </a:extLst>
              </p:cNvPr>
              <p:cNvSpPr/>
              <p:nvPr/>
            </p:nvSpPr>
            <p:spPr>
              <a:xfrm>
                <a:off x="5311669" y="5956898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31" name="椭圆 130">
                <a:extLst>
                  <a:ext uri="{FF2B5EF4-FFF2-40B4-BE49-F238E27FC236}">
                    <a16:creationId xmlns:a16="http://schemas.microsoft.com/office/drawing/2014/main" id="{535E1F75-E8C5-6ACC-CBF8-80BE88C9FBA4}"/>
                  </a:ext>
                </a:extLst>
              </p:cNvPr>
              <p:cNvSpPr/>
              <p:nvPr/>
            </p:nvSpPr>
            <p:spPr>
              <a:xfrm>
                <a:off x="5456962" y="5990601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32" name="椭圆 131">
                <a:extLst>
                  <a:ext uri="{FF2B5EF4-FFF2-40B4-BE49-F238E27FC236}">
                    <a16:creationId xmlns:a16="http://schemas.microsoft.com/office/drawing/2014/main" id="{53E42FFC-47E7-09B6-D17C-891E93E9D247}"/>
                  </a:ext>
                </a:extLst>
              </p:cNvPr>
              <p:cNvSpPr/>
              <p:nvPr/>
            </p:nvSpPr>
            <p:spPr>
              <a:xfrm>
                <a:off x="5505676" y="5869907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33" name="椭圆 132">
                <a:extLst>
                  <a:ext uri="{FF2B5EF4-FFF2-40B4-BE49-F238E27FC236}">
                    <a16:creationId xmlns:a16="http://schemas.microsoft.com/office/drawing/2014/main" id="{C7011D8E-A292-6A15-B0DB-92D1ED757DE2}"/>
                  </a:ext>
                </a:extLst>
              </p:cNvPr>
              <p:cNvSpPr/>
              <p:nvPr/>
            </p:nvSpPr>
            <p:spPr>
              <a:xfrm>
                <a:off x="5423722" y="5897753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34" name="椭圆 133">
                <a:extLst>
                  <a:ext uri="{FF2B5EF4-FFF2-40B4-BE49-F238E27FC236}">
                    <a16:creationId xmlns:a16="http://schemas.microsoft.com/office/drawing/2014/main" id="{7AB20F58-3078-428D-13A2-846C77A39217}"/>
                  </a:ext>
                </a:extLst>
              </p:cNvPr>
              <p:cNvSpPr/>
              <p:nvPr/>
            </p:nvSpPr>
            <p:spPr>
              <a:xfrm>
                <a:off x="5378003" y="6042214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35" name="椭圆 134">
                <a:extLst>
                  <a:ext uri="{FF2B5EF4-FFF2-40B4-BE49-F238E27FC236}">
                    <a16:creationId xmlns:a16="http://schemas.microsoft.com/office/drawing/2014/main" id="{4BD0DCA0-75AA-72E6-9276-5D3E89D93B3C}"/>
                  </a:ext>
                </a:extLst>
              </p:cNvPr>
              <p:cNvSpPr/>
              <p:nvPr/>
            </p:nvSpPr>
            <p:spPr>
              <a:xfrm>
                <a:off x="5523296" y="6075916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54D91A4E-31C5-8113-0B14-290FF6A7B932}"/>
                  </a:ext>
                </a:extLst>
              </p:cNvPr>
              <p:cNvSpPr/>
              <p:nvPr/>
            </p:nvSpPr>
            <p:spPr>
              <a:xfrm>
                <a:off x="5572009" y="5955222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37" name="椭圆 136">
                <a:extLst>
                  <a:ext uri="{FF2B5EF4-FFF2-40B4-BE49-F238E27FC236}">
                    <a16:creationId xmlns:a16="http://schemas.microsoft.com/office/drawing/2014/main" id="{6C245DFF-5A5C-D583-8BF5-ADD55642A3C3}"/>
                  </a:ext>
                </a:extLst>
              </p:cNvPr>
              <p:cNvSpPr/>
              <p:nvPr/>
            </p:nvSpPr>
            <p:spPr>
              <a:xfrm rot="20027266">
                <a:off x="5430514" y="58322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38" name="椭圆 137">
                <a:extLst>
                  <a:ext uri="{FF2B5EF4-FFF2-40B4-BE49-F238E27FC236}">
                    <a16:creationId xmlns:a16="http://schemas.microsoft.com/office/drawing/2014/main" id="{BBD32098-27C2-89A5-5C30-45AD2F932A9F}"/>
                  </a:ext>
                </a:extLst>
              </p:cNvPr>
              <p:cNvSpPr/>
              <p:nvPr/>
            </p:nvSpPr>
            <p:spPr>
              <a:xfrm rot="20027266">
                <a:off x="5384795" y="5976662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39" name="椭圆 138">
                <a:extLst>
                  <a:ext uri="{FF2B5EF4-FFF2-40B4-BE49-F238E27FC236}">
                    <a16:creationId xmlns:a16="http://schemas.microsoft.com/office/drawing/2014/main" id="{57717EEA-6B3D-4D8B-784B-DA650EFB945E}"/>
                  </a:ext>
                </a:extLst>
              </p:cNvPr>
              <p:cNvSpPr/>
              <p:nvPr/>
            </p:nvSpPr>
            <p:spPr>
              <a:xfrm rot="20027266">
                <a:off x="5530087" y="6010364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40" name="椭圆 139">
                <a:extLst>
                  <a:ext uri="{FF2B5EF4-FFF2-40B4-BE49-F238E27FC236}">
                    <a16:creationId xmlns:a16="http://schemas.microsoft.com/office/drawing/2014/main" id="{51F3001C-12BC-4004-88E2-078ED80CEAC1}"/>
                  </a:ext>
                </a:extLst>
              </p:cNvPr>
              <p:cNvSpPr/>
              <p:nvPr/>
            </p:nvSpPr>
            <p:spPr>
              <a:xfrm rot="20027266">
                <a:off x="5384796" y="6113591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41" name="椭圆 140">
                <a:extLst>
                  <a:ext uri="{FF2B5EF4-FFF2-40B4-BE49-F238E27FC236}">
                    <a16:creationId xmlns:a16="http://schemas.microsoft.com/office/drawing/2014/main" id="{F0E430FC-FAB1-C3C1-7737-EE5797C2C6A2}"/>
                  </a:ext>
                </a:extLst>
              </p:cNvPr>
              <p:cNvSpPr/>
              <p:nvPr/>
            </p:nvSpPr>
            <p:spPr>
              <a:xfrm rot="20027266">
                <a:off x="5496848" y="5917516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42" name="椭圆 141">
                <a:extLst>
                  <a:ext uri="{FF2B5EF4-FFF2-40B4-BE49-F238E27FC236}">
                    <a16:creationId xmlns:a16="http://schemas.microsoft.com/office/drawing/2014/main" id="{75EEE923-2DA4-BB73-DED0-7E5420AF0370}"/>
                  </a:ext>
                </a:extLst>
              </p:cNvPr>
              <p:cNvSpPr/>
              <p:nvPr/>
            </p:nvSpPr>
            <p:spPr>
              <a:xfrm rot="20027266">
                <a:off x="5451130" y="6061978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43" name="椭圆 142">
                <a:extLst>
                  <a:ext uri="{FF2B5EF4-FFF2-40B4-BE49-F238E27FC236}">
                    <a16:creationId xmlns:a16="http://schemas.microsoft.com/office/drawing/2014/main" id="{916CDCDE-C317-7862-FB15-BF78ACE7F631}"/>
                  </a:ext>
                </a:extLst>
              </p:cNvPr>
              <p:cNvSpPr/>
              <p:nvPr/>
            </p:nvSpPr>
            <p:spPr>
              <a:xfrm rot="20027266">
                <a:off x="5355518" y="5909407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/>
              </a:p>
            </p:txBody>
          </p:sp>
          <p:sp>
            <p:nvSpPr>
              <p:cNvPr id="144" name="椭圆 143">
                <a:extLst>
                  <a:ext uri="{FF2B5EF4-FFF2-40B4-BE49-F238E27FC236}">
                    <a16:creationId xmlns:a16="http://schemas.microsoft.com/office/drawing/2014/main" id="{279681F6-692A-39F1-46EF-C49B0DFF64BA}"/>
                  </a:ext>
                </a:extLst>
              </p:cNvPr>
              <p:cNvSpPr/>
              <p:nvPr/>
            </p:nvSpPr>
            <p:spPr>
              <a:xfrm rot="20027266">
                <a:off x="5614928" y="6037873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8B4079E2-CA0C-405E-FF5F-DFD1FC049894}"/>
                </a:ext>
              </a:extLst>
            </p:cNvPr>
            <p:cNvGrpSpPr/>
            <p:nvPr/>
          </p:nvGrpSpPr>
          <p:grpSpPr>
            <a:xfrm rot="4443661">
              <a:off x="7857162" y="5375781"/>
              <a:ext cx="348977" cy="346872"/>
              <a:chOff x="4925008" y="5476831"/>
              <a:chExt cx="348977" cy="346872"/>
            </a:xfrm>
            <a:solidFill>
              <a:srgbClr val="70AD47"/>
            </a:solidFill>
          </p:grpSpPr>
          <p:sp>
            <p:nvSpPr>
              <p:cNvPr id="113" name="椭圆 112">
                <a:extLst>
                  <a:ext uri="{FF2B5EF4-FFF2-40B4-BE49-F238E27FC236}">
                    <a16:creationId xmlns:a16="http://schemas.microsoft.com/office/drawing/2014/main" id="{218FDE5D-C13F-7953-F739-E8C0BECBF985}"/>
                  </a:ext>
                </a:extLst>
              </p:cNvPr>
              <p:cNvSpPr/>
              <p:nvPr/>
            </p:nvSpPr>
            <p:spPr>
              <a:xfrm>
                <a:off x="4970727" y="5476831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14" name="椭圆 113">
                <a:extLst>
                  <a:ext uri="{FF2B5EF4-FFF2-40B4-BE49-F238E27FC236}">
                    <a16:creationId xmlns:a16="http://schemas.microsoft.com/office/drawing/2014/main" id="{103F8C2B-6595-3FC2-975A-F9F73B26E9B5}"/>
                  </a:ext>
                </a:extLst>
              </p:cNvPr>
              <p:cNvSpPr/>
              <p:nvPr/>
            </p:nvSpPr>
            <p:spPr>
              <a:xfrm>
                <a:off x="4925008" y="5621293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15" name="椭圆 114">
                <a:extLst>
                  <a:ext uri="{FF2B5EF4-FFF2-40B4-BE49-F238E27FC236}">
                    <a16:creationId xmlns:a16="http://schemas.microsoft.com/office/drawing/2014/main" id="{A5ACFF2D-E544-4783-1B33-7A3C90B28066}"/>
                  </a:ext>
                </a:extLst>
              </p:cNvPr>
              <p:cNvSpPr/>
              <p:nvPr/>
            </p:nvSpPr>
            <p:spPr>
              <a:xfrm>
                <a:off x="5070301" y="5654995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16" name="椭圆 115">
                <a:extLst>
                  <a:ext uri="{FF2B5EF4-FFF2-40B4-BE49-F238E27FC236}">
                    <a16:creationId xmlns:a16="http://schemas.microsoft.com/office/drawing/2014/main" id="{2143AB94-94ED-6512-DFD0-E14C85A7C2C6}"/>
                  </a:ext>
                </a:extLst>
              </p:cNvPr>
              <p:cNvSpPr/>
              <p:nvPr/>
            </p:nvSpPr>
            <p:spPr>
              <a:xfrm>
                <a:off x="5119014" y="5534303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17" name="椭圆 116">
                <a:extLst>
                  <a:ext uri="{FF2B5EF4-FFF2-40B4-BE49-F238E27FC236}">
                    <a16:creationId xmlns:a16="http://schemas.microsoft.com/office/drawing/2014/main" id="{B75F91D6-52FB-856F-713E-C87FE02800CE}"/>
                  </a:ext>
                </a:extLst>
              </p:cNvPr>
              <p:cNvSpPr/>
              <p:nvPr/>
            </p:nvSpPr>
            <p:spPr>
              <a:xfrm>
                <a:off x="5037060" y="5562147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18" name="椭圆 117">
                <a:extLst>
                  <a:ext uri="{FF2B5EF4-FFF2-40B4-BE49-F238E27FC236}">
                    <a16:creationId xmlns:a16="http://schemas.microsoft.com/office/drawing/2014/main" id="{C5F9D8C3-0413-2D67-CE38-F4A15895A472}"/>
                  </a:ext>
                </a:extLst>
              </p:cNvPr>
              <p:cNvSpPr/>
              <p:nvPr/>
            </p:nvSpPr>
            <p:spPr>
              <a:xfrm>
                <a:off x="4991341" y="5706609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19" name="椭圆 118">
                <a:extLst>
                  <a:ext uri="{FF2B5EF4-FFF2-40B4-BE49-F238E27FC236}">
                    <a16:creationId xmlns:a16="http://schemas.microsoft.com/office/drawing/2014/main" id="{E675A7BB-1CB9-A086-4564-21E7370D5C5F}"/>
                  </a:ext>
                </a:extLst>
              </p:cNvPr>
              <p:cNvSpPr/>
              <p:nvPr/>
            </p:nvSpPr>
            <p:spPr>
              <a:xfrm>
                <a:off x="5136635" y="5740311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20" name="椭圆 119">
                <a:extLst>
                  <a:ext uri="{FF2B5EF4-FFF2-40B4-BE49-F238E27FC236}">
                    <a16:creationId xmlns:a16="http://schemas.microsoft.com/office/drawing/2014/main" id="{9DC18536-4F62-3F04-AC2A-E41A1777C927}"/>
                  </a:ext>
                </a:extLst>
              </p:cNvPr>
              <p:cNvSpPr/>
              <p:nvPr/>
            </p:nvSpPr>
            <p:spPr>
              <a:xfrm>
                <a:off x="5185349" y="5619617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21" name="椭圆 120">
                <a:extLst>
                  <a:ext uri="{FF2B5EF4-FFF2-40B4-BE49-F238E27FC236}">
                    <a16:creationId xmlns:a16="http://schemas.microsoft.com/office/drawing/2014/main" id="{FDF95894-51BB-737D-8A4A-576E789AA282}"/>
                  </a:ext>
                </a:extLst>
              </p:cNvPr>
              <p:cNvSpPr/>
              <p:nvPr/>
            </p:nvSpPr>
            <p:spPr>
              <a:xfrm rot="20027266">
                <a:off x="5043853" y="5496596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22" name="椭圆 121">
                <a:extLst>
                  <a:ext uri="{FF2B5EF4-FFF2-40B4-BE49-F238E27FC236}">
                    <a16:creationId xmlns:a16="http://schemas.microsoft.com/office/drawing/2014/main" id="{1DB29C98-C8E7-2118-A899-13336E344001}"/>
                  </a:ext>
                </a:extLst>
              </p:cNvPr>
              <p:cNvSpPr/>
              <p:nvPr/>
            </p:nvSpPr>
            <p:spPr>
              <a:xfrm rot="20027266">
                <a:off x="4998134" y="5641057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23" name="椭圆 122">
                <a:extLst>
                  <a:ext uri="{FF2B5EF4-FFF2-40B4-BE49-F238E27FC236}">
                    <a16:creationId xmlns:a16="http://schemas.microsoft.com/office/drawing/2014/main" id="{E61D1AA2-7DCB-759F-C40C-25076EB1521A}"/>
                  </a:ext>
                </a:extLst>
              </p:cNvPr>
              <p:cNvSpPr/>
              <p:nvPr/>
            </p:nvSpPr>
            <p:spPr>
              <a:xfrm rot="20027266">
                <a:off x="5143426" y="5674759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24" name="椭圆 123">
                <a:extLst>
                  <a:ext uri="{FF2B5EF4-FFF2-40B4-BE49-F238E27FC236}">
                    <a16:creationId xmlns:a16="http://schemas.microsoft.com/office/drawing/2014/main" id="{8BBE2E4F-6AAD-9AAA-8D03-62914CEB2333}"/>
                  </a:ext>
                </a:extLst>
              </p:cNvPr>
              <p:cNvSpPr/>
              <p:nvPr/>
            </p:nvSpPr>
            <p:spPr>
              <a:xfrm rot="20027266">
                <a:off x="4998135" y="5777984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25" name="椭圆 124">
                <a:extLst>
                  <a:ext uri="{FF2B5EF4-FFF2-40B4-BE49-F238E27FC236}">
                    <a16:creationId xmlns:a16="http://schemas.microsoft.com/office/drawing/2014/main" id="{A245AC75-7B0C-32BE-3636-5627FCA2B019}"/>
                  </a:ext>
                </a:extLst>
              </p:cNvPr>
              <p:cNvSpPr/>
              <p:nvPr/>
            </p:nvSpPr>
            <p:spPr>
              <a:xfrm rot="20027266">
                <a:off x="5217541" y="5479877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26" name="椭圆 125">
                <a:extLst>
                  <a:ext uri="{FF2B5EF4-FFF2-40B4-BE49-F238E27FC236}">
                    <a16:creationId xmlns:a16="http://schemas.microsoft.com/office/drawing/2014/main" id="{EF8C99C6-0F75-B942-DABB-B227CE0AF871}"/>
                  </a:ext>
                </a:extLst>
              </p:cNvPr>
              <p:cNvSpPr/>
              <p:nvPr/>
            </p:nvSpPr>
            <p:spPr>
              <a:xfrm rot="20027266">
                <a:off x="5064467" y="5726373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27" name="椭圆 126">
                <a:extLst>
                  <a:ext uri="{FF2B5EF4-FFF2-40B4-BE49-F238E27FC236}">
                    <a16:creationId xmlns:a16="http://schemas.microsoft.com/office/drawing/2014/main" id="{E6CA4219-6784-F42A-27B5-7B7C4C502893}"/>
                  </a:ext>
                </a:extLst>
              </p:cNvPr>
              <p:cNvSpPr/>
              <p:nvPr/>
            </p:nvSpPr>
            <p:spPr>
              <a:xfrm rot="20027266">
                <a:off x="4968857" y="55738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128" name="椭圆 127">
                <a:extLst>
                  <a:ext uri="{FF2B5EF4-FFF2-40B4-BE49-F238E27FC236}">
                    <a16:creationId xmlns:a16="http://schemas.microsoft.com/office/drawing/2014/main" id="{425E7DC8-9262-8031-02D9-4716A6FCC418}"/>
                  </a:ext>
                </a:extLst>
              </p:cNvPr>
              <p:cNvSpPr/>
              <p:nvPr/>
            </p:nvSpPr>
            <p:spPr>
              <a:xfrm rot="20027266">
                <a:off x="5228266" y="5702269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849F22B5-DA4A-DA1E-F0DB-03AE3781981C}"/>
                </a:ext>
              </a:extLst>
            </p:cNvPr>
            <p:cNvSpPr txBox="1"/>
            <p:nvPr/>
          </p:nvSpPr>
          <p:spPr>
            <a:xfrm>
              <a:off x="7474781" y="5693035"/>
              <a:ext cx="19444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Uniform Manifold Embedding</a:t>
              </a:r>
              <a:endParaRPr lang="zh-CN" alt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矩形 97">
                  <a:extLst>
                    <a:ext uri="{FF2B5EF4-FFF2-40B4-BE49-F238E27FC236}">
                      <a16:creationId xmlns:a16="http://schemas.microsoft.com/office/drawing/2014/main" id="{C96E0E18-FBD5-84C3-4D5A-9A6090E68996}"/>
                    </a:ext>
                  </a:extLst>
                </p:cNvPr>
                <p:cNvSpPr/>
                <p:nvPr/>
              </p:nvSpPr>
              <p:spPr>
                <a:xfrm>
                  <a:off x="10725365" y="4597008"/>
                  <a:ext cx="937404" cy="407233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90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𝑷𝑶𝑳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19" name="矩形 318">
                  <a:extLst>
                    <a:ext uri="{FF2B5EF4-FFF2-40B4-BE49-F238E27FC236}">
                      <a16:creationId xmlns:a16="http://schemas.microsoft.com/office/drawing/2014/main" id="{47CAD9C9-D3FD-36A4-7893-3059C71FDA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5365" y="4597008"/>
                  <a:ext cx="937404" cy="40723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rgbClr val="00B0F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7625E3E2-B066-5032-31D9-D2E4571A47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7030" y="5831939"/>
              <a:ext cx="818772" cy="7428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矩形 99">
                  <a:extLst>
                    <a:ext uri="{FF2B5EF4-FFF2-40B4-BE49-F238E27FC236}">
                      <a16:creationId xmlns:a16="http://schemas.microsoft.com/office/drawing/2014/main" id="{A08E4D14-8CA7-E458-51F9-FB045801E732}"/>
                    </a:ext>
                  </a:extLst>
                </p:cNvPr>
                <p:cNvSpPr/>
                <p:nvPr/>
              </p:nvSpPr>
              <p:spPr>
                <a:xfrm>
                  <a:off x="10739615" y="5631665"/>
                  <a:ext cx="937404" cy="407233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90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𝑭𝑶𝑳</m:t>
                            </m:r>
                          </m:sub>
                        </m:sSub>
                      </m:oMath>
                    </m:oMathPara>
                  </a14:m>
                  <a:endParaRPr lang="zh-CN" altLang="en-US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23" name="矩形 322">
                  <a:extLst>
                    <a:ext uri="{FF2B5EF4-FFF2-40B4-BE49-F238E27FC236}">
                      <a16:creationId xmlns:a16="http://schemas.microsoft.com/office/drawing/2014/main" id="{ED2934DC-C09B-5DFF-4195-D44E0BE017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39615" y="5631665"/>
                  <a:ext cx="937404" cy="40723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rgbClr val="00B0F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DB6EB26C-3CA6-A84D-CF1D-C1EEB32C6DB2}"/>
                </a:ext>
              </a:extLst>
            </p:cNvPr>
            <p:cNvGrpSpPr/>
            <p:nvPr/>
          </p:nvGrpSpPr>
          <p:grpSpPr>
            <a:xfrm>
              <a:off x="10205313" y="4219425"/>
              <a:ext cx="182598" cy="1269868"/>
              <a:chOff x="13060962" y="4866818"/>
              <a:chExt cx="218157" cy="1745344"/>
            </a:xfrm>
          </p:grpSpPr>
          <p:sp>
            <p:nvSpPr>
              <p:cNvPr id="104" name="矩形: 圆角 103">
                <a:extLst>
                  <a:ext uri="{FF2B5EF4-FFF2-40B4-BE49-F238E27FC236}">
                    <a16:creationId xmlns:a16="http://schemas.microsoft.com/office/drawing/2014/main" id="{13E98097-E32F-4CE6-E8A3-C1253CBA0731}"/>
                  </a:ext>
                </a:extLst>
              </p:cNvPr>
              <p:cNvSpPr/>
              <p:nvPr/>
            </p:nvSpPr>
            <p:spPr>
              <a:xfrm>
                <a:off x="13060962" y="4866818"/>
                <a:ext cx="218157" cy="1745344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grpSp>
            <p:nvGrpSpPr>
              <p:cNvPr id="105" name="组合 104">
                <a:extLst>
                  <a:ext uri="{FF2B5EF4-FFF2-40B4-BE49-F238E27FC236}">
                    <a16:creationId xmlns:a16="http://schemas.microsoft.com/office/drawing/2014/main" id="{87AC5D42-9A89-0348-DE94-F4F17107986B}"/>
                  </a:ext>
                </a:extLst>
              </p:cNvPr>
              <p:cNvGrpSpPr/>
              <p:nvPr/>
            </p:nvGrpSpPr>
            <p:grpSpPr>
              <a:xfrm>
                <a:off x="13092544" y="4932362"/>
                <a:ext cx="141194" cy="1623741"/>
                <a:chOff x="13092544" y="4932362"/>
                <a:chExt cx="141194" cy="1623741"/>
              </a:xfrm>
            </p:grpSpPr>
            <p:sp>
              <p:nvSpPr>
                <p:cNvPr id="106" name="流程图: 接点 105">
                  <a:extLst>
                    <a:ext uri="{FF2B5EF4-FFF2-40B4-BE49-F238E27FC236}">
                      <a16:creationId xmlns:a16="http://schemas.microsoft.com/office/drawing/2014/main" id="{C5998E77-EB29-A0B3-FFAA-6BE38477A92F}"/>
                    </a:ext>
                  </a:extLst>
                </p:cNvPr>
                <p:cNvSpPr/>
                <p:nvPr/>
              </p:nvSpPr>
              <p:spPr>
                <a:xfrm>
                  <a:off x="13092544" y="4932362"/>
                  <a:ext cx="141194" cy="161365"/>
                </a:xfrm>
                <a:prstGeom prst="flowChartConnector">
                  <a:avLst/>
                </a:prstGeom>
                <a:solidFill>
                  <a:srgbClr val="5B9B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/>
                </a:p>
              </p:txBody>
            </p:sp>
            <p:sp>
              <p:nvSpPr>
                <p:cNvPr id="107" name="流程图: 接点 106">
                  <a:extLst>
                    <a:ext uri="{FF2B5EF4-FFF2-40B4-BE49-F238E27FC236}">
                      <a16:creationId xmlns:a16="http://schemas.microsoft.com/office/drawing/2014/main" id="{1AEBC409-C224-1930-26FC-D40A78D2863B}"/>
                    </a:ext>
                  </a:extLst>
                </p:cNvPr>
                <p:cNvSpPr/>
                <p:nvPr/>
              </p:nvSpPr>
              <p:spPr>
                <a:xfrm>
                  <a:off x="13092544" y="5174082"/>
                  <a:ext cx="141194" cy="161365"/>
                </a:xfrm>
                <a:prstGeom prst="flowChartConnector">
                  <a:avLst/>
                </a:prstGeom>
                <a:solidFill>
                  <a:srgbClr val="5B9B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/>
                </a:p>
              </p:txBody>
            </p:sp>
            <p:sp>
              <p:nvSpPr>
                <p:cNvPr id="108" name="流程图: 接点 107">
                  <a:extLst>
                    <a:ext uri="{FF2B5EF4-FFF2-40B4-BE49-F238E27FC236}">
                      <a16:creationId xmlns:a16="http://schemas.microsoft.com/office/drawing/2014/main" id="{E4969103-C5F0-C8E6-BEF3-7539A2E4FC2A}"/>
                    </a:ext>
                  </a:extLst>
                </p:cNvPr>
                <p:cNvSpPr/>
                <p:nvPr/>
              </p:nvSpPr>
              <p:spPr>
                <a:xfrm>
                  <a:off x="13092544" y="5417088"/>
                  <a:ext cx="141194" cy="161365"/>
                </a:xfrm>
                <a:prstGeom prst="flowChartConnector">
                  <a:avLst/>
                </a:prstGeom>
                <a:solidFill>
                  <a:srgbClr val="5B9B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/>
                </a:p>
              </p:txBody>
            </p:sp>
            <p:sp>
              <p:nvSpPr>
                <p:cNvPr id="109" name="流程图: 接点 108">
                  <a:extLst>
                    <a:ext uri="{FF2B5EF4-FFF2-40B4-BE49-F238E27FC236}">
                      <a16:creationId xmlns:a16="http://schemas.microsoft.com/office/drawing/2014/main" id="{22250714-ECFA-E3F2-5965-E00B31ADC4D3}"/>
                    </a:ext>
                  </a:extLst>
                </p:cNvPr>
                <p:cNvSpPr/>
                <p:nvPr/>
              </p:nvSpPr>
              <p:spPr>
                <a:xfrm>
                  <a:off x="13092544" y="5658808"/>
                  <a:ext cx="141194" cy="161365"/>
                </a:xfrm>
                <a:prstGeom prst="flowChartConnector">
                  <a:avLst/>
                </a:prstGeom>
                <a:solidFill>
                  <a:srgbClr val="5B9B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/>
                </a:p>
              </p:txBody>
            </p:sp>
            <p:sp>
              <p:nvSpPr>
                <p:cNvPr id="110" name="流程图: 接点 109">
                  <a:extLst>
                    <a:ext uri="{FF2B5EF4-FFF2-40B4-BE49-F238E27FC236}">
                      <a16:creationId xmlns:a16="http://schemas.microsoft.com/office/drawing/2014/main" id="{889B10C6-0CAF-FACD-02C5-22D3510CBF3C}"/>
                    </a:ext>
                  </a:extLst>
                </p:cNvPr>
                <p:cNvSpPr/>
                <p:nvPr/>
              </p:nvSpPr>
              <p:spPr>
                <a:xfrm>
                  <a:off x="13092544" y="5900528"/>
                  <a:ext cx="141194" cy="161365"/>
                </a:xfrm>
                <a:prstGeom prst="flowChartConnector">
                  <a:avLst/>
                </a:prstGeom>
                <a:solidFill>
                  <a:srgbClr val="A9D18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/>
                </a:p>
              </p:txBody>
            </p:sp>
            <p:sp>
              <p:nvSpPr>
                <p:cNvPr id="111" name="流程图: 接点 110">
                  <a:extLst>
                    <a:ext uri="{FF2B5EF4-FFF2-40B4-BE49-F238E27FC236}">
                      <a16:creationId xmlns:a16="http://schemas.microsoft.com/office/drawing/2014/main" id="{100BC522-27AA-0F16-8A34-84944D23EDBE}"/>
                    </a:ext>
                  </a:extLst>
                </p:cNvPr>
                <p:cNvSpPr/>
                <p:nvPr/>
              </p:nvSpPr>
              <p:spPr>
                <a:xfrm>
                  <a:off x="13092544" y="6153018"/>
                  <a:ext cx="141194" cy="161365"/>
                </a:xfrm>
                <a:prstGeom prst="flowChartConnector">
                  <a:avLst/>
                </a:prstGeom>
                <a:solidFill>
                  <a:srgbClr val="A9D18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/>
                </a:p>
              </p:txBody>
            </p:sp>
            <p:sp>
              <p:nvSpPr>
                <p:cNvPr id="112" name="流程图: 接点 111">
                  <a:extLst>
                    <a:ext uri="{FF2B5EF4-FFF2-40B4-BE49-F238E27FC236}">
                      <a16:creationId xmlns:a16="http://schemas.microsoft.com/office/drawing/2014/main" id="{A1FC7D91-253A-BF55-3698-5DFA113ECFCA}"/>
                    </a:ext>
                  </a:extLst>
                </p:cNvPr>
                <p:cNvSpPr/>
                <p:nvPr/>
              </p:nvSpPr>
              <p:spPr>
                <a:xfrm>
                  <a:off x="13092544" y="6394738"/>
                  <a:ext cx="141194" cy="161365"/>
                </a:xfrm>
                <a:prstGeom prst="flowChartConnector">
                  <a:avLst/>
                </a:prstGeom>
                <a:solidFill>
                  <a:srgbClr val="A9D18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/>
                </a:p>
              </p:txBody>
            </p:sp>
          </p:grp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6D9732E4-2FE1-DEED-4651-5DCCB17FCBCC}"/>
                </a:ext>
              </a:extLst>
            </p:cNvPr>
            <p:cNvSpPr txBox="1"/>
            <p:nvPr/>
          </p:nvSpPr>
          <p:spPr>
            <a:xfrm>
              <a:off x="10035427" y="3833438"/>
              <a:ext cx="6346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CLS</a:t>
              </a:r>
              <a:endPara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矩形: 圆角 102">
              <a:extLst>
                <a:ext uri="{FF2B5EF4-FFF2-40B4-BE49-F238E27FC236}">
                  <a16:creationId xmlns:a16="http://schemas.microsoft.com/office/drawing/2014/main" id="{4C252463-5F02-F763-17A5-1D397FC19AD2}"/>
                </a:ext>
              </a:extLst>
            </p:cNvPr>
            <p:cNvSpPr/>
            <p:nvPr/>
          </p:nvSpPr>
          <p:spPr>
            <a:xfrm>
              <a:off x="6266994" y="3763296"/>
              <a:ext cx="5874928" cy="2671000"/>
            </a:xfrm>
            <a:prstGeom prst="roundRect">
              <a:avLst>
                <a:gd name="adj" fmla="val 952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sp>
        <p:nvSpPr>
          <p:cNvPr id="187" name="矩形 186">
            <a:extLst>
              <a:ext uri="{FF2B5EF4-FFF2-40B4-BE49-F238E27FC236}">
                <a16:creationId xmlns:a16="http://schemas.microsoft.com/office/drawing/2014/main" id="{2B90A795-E09D-30B4-354C-5A500356CB16}"/>
              </a:ext>
            </a:extLst>
          </p:cNvPr>
          <p:cNvSpPr/>
          <p:nvPr/>
        </p:nvSpPr>
        <p:spPr>
          <a:xfrm>
            <a:off x="6601236" y="4901700"/>
            <a:ext cx="106326" cy="495158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BEDC1CD7-0356-C372-5C66-4BD5A85DC0CF}"/>
              </a:ext>
            </a:extLst>
          </p:cNvPr>
          <p:cNvSpPr/>
          <p:nvPr/>
        </p:nvSpPr>
        <p:spPr>
          <a:xfrm>
            <a:off x="6598122" y="6279409"/>
            <a:ext cx="106326" cy="496446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E1EA7A02-966A-C8FC-49D6-90412D4DF020}"/>
              </a:ext>
            </a:extLst>
          </p:cNvPr>
          <p:cNvSpPr txBox="1"/>
          <p:nvPr/>
        </p:nvSpPr>
        <p:spPr>
          <a:xfrm>
            <a:off x="6413717" y="4441550"/>
            <a:ext cx="4926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endParaRPr lang="zh-CN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30D32BE6-8F33-00DE-E013-77F3D348BC54}"/>
              </a:ext>
            </a:extLst>
          </p:cNvPr>
          <p:cNvSpPr txBox="1"/>
          <p:nvPr/>
        </p:nvSpPr>
        <p:spPr>
          <a:xfrm>
            <a:off x="6387140" y="5844206"/>
            <a:ext cx="533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fx</a:t>
            </a:r>
            <a:endParaRPr lang="zh-CN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1" name="直接箭头连接符 190">
            <a:extLst>
              <a:ext uri="{FF2B5EF4-FFF2-40B4-BE49-F238E27FC236}">
                <a16:creationId xmlns:a16="http://schemas.microsoft.com/office/drawing/2014/main" id="{02164E9F-7773-8615-FE5D-DA46FCC63325}"/>
              </a:ext>
            </a:extLst>
          </p:cNvPr>
          <p:cNvCxnSpPr>
            <a:cxnSpLocks/>
          </p:cNvCxnSpPr>
          <p:nvPr/>
        </p:nvCxnSpPr>
        <p:spPr>
          <a:xfrm>
            <a:off x="6793238" y="6514995"/>
            <a:ext cx="411826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C06D914D-132A-A4BF-6672-5E3A687B23F1}"/>
              </a:ext>
            </a:extLst>
          </p:cNvPr>
          <p:cNvCxnSpPr>
            <a:cxnSpLocks/>
          </p:cNvCxnSpPr>
          <p:nvPr/>
        </p:nvCxnSpPr>
        <p:spPr>
          <a:xfrm>
            <a:off x="6793238" y="5131294"/>
            <a:ext cx="411826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平行四边形 192">
            <a:extLst>
              <a:ext uri="{FF2B5EF4-FFF2-40B4-BE49-F238E27FC236}">
                <a16:creationId xmlns:a16="http://schemas.microsoft.com/office/drawing/2014/main" id="{545A80FA-8520-1165-56C8-706A7D8D5439}"/>
              </a:ext>
            </a:extLst>
          </p:cNvPr>
          <p:cNvSpPr/>
          <p:nvPr/>
        </p:nvSpPr>
        <p:spPr>
          <a:xfrm rot="5400000">
            <a:off x="4383779" y="3038298"/>
            <a:ext cx="865511" cy="141563"/>
          </a:xfrm>
          <a:prstGeom prst="parallelogram">
            <a:avLst>
              <a:gd name="adj" fmla="val 85054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94" name="平行四边形 193">
            <a:extLst>
              <a:ext uri="{FF2B5EF4-FFF2-40B4-BE49-F238E27FC236}">
                <a16:creationId xmlns:a16="http://schemas.microsoft.com/office/drawing/2014/main" id="{81F68684-9557-1A75-F922-06521ED69B71}"/>
              </a:ext>
            </a:extLst>
          </p:cNvPr>
          <p:cNvSpPr/>
          <p:nvPr/>
        </p:nvSpPr>
        <p:spPr>
          <a:xfrm rot="5400000">
            <a:off x="3948799" y="3044503"/>
            <a:ext cx="1025353" cy="141563"/>
          </a:xfrm>
          <a:prstGeom prst="parallelogram">
            <a:avLst>
              <a:gd name="adj" fmla="val 85054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30229778-DCC1-A924-DAEA-2968C15B179C}"/>
              </a:ext>
            </a:extLst>
          </p:cNvPr>
          <p:cNvCxnSpPr>
            <a:cxnSpLocks/>
          </p:cNvCxnSpPr>
          <p:nvPr/>
        </p:nvCxnSpPr>
        <p:spPr>
          <a:xfrm flipV="1">
            <a:off x="4832125" y="2124471"/>
            <a:ext cx="0" cy="547613"/>
          </a:xfrm>
          <a:prstGeom prst="line">
            <a:avLst/>
          </a:prstGeom>
          <a:ln w="28575">
            <a:solidFill>
              <a:srgbClr val="FF0000"/>
            </a:solidFill>
            <a:prstDash val="solid"/>
            <a:headEnd type="none" w="lg" len="lg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箭头连接符 195">
            <a:extLst>
              <a:ext uri="{FF2B5EF4-FFF2-40B4-BE49-F238E27FC236}">
                <a16:creationId xmlns:a16="http://schemas.microsoft.com/office/drawing/2014/main" id="{9ED4831F-BDAB-829F-5F61-CFD44B5996E2}"/>
              </a:ext>
            </a:extLst>
          </p:cNvPr>
          <p:cNvCxnSpPr>
            <a:cxnSpLocks/>
          </p:cNvCxnSpPr>
          <p:nvPr/>
        </p:nvCxnSpPr>
        <p:spPr>
          <a:xfrm>
            <a:off x="2494502" y="4855029"/>
            <a:ext cx="304013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>
            <a:extLst>
              <a:ext uri="{FF2B5EF4-FFF2-40B4-BE49-F238E27FC236}">
                <a16:creationId xmlns:a16="http://schemas.microsoft.com/office/drawing/2014/main" id="{CA7CAFB8-A4C7-D3DC-36EC-D18792DAAE1D}"/>
              </a:ext>
            </a:extLst>
          </p:cNvPr>
          <p:cNvCxnSpPr>
            <a:cxnSpLocks/>
          </p:cNvCxnSpPr>
          <p:nvPr/>
        </p:nvCxnSpPr>
        <p:spPr>
          <a:xfrm>
            <a:off x="2528376" y="5818878"/>
            <a:ext cx="304013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>
            <a:extLst>
              <a:ext uri="{FF2B5EF4-FFF2-40B4-BE49-F238E27FC236}">
                <a16:creationId xmlns:a16="http://schemas.microsoft.com/office/drawing/2014/main" id="{FF490029-C59E-C7DF-65BA-A50BA825F4BE}"/>
              </a:ext>
            </a:extLst>
          </p:cNvPr>
          <p:cNvCxnSpPr>
            <a:cxnSpLocks/>
          </p:cNvCxnSpPr>
          <p:nvPr/>
        </p:nvCxnSpPr>
        <p:spPr>
          <a:xfrm>
            <a:off x="3416761" y="4873265"/>
            <a:ext cx="304013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箭头连接符 198">
            <a:extLst>
              <a:ext uri="{FF2B5EF4-FFF2-40B4-BE49-F238E27FC236}">
                <a16:creationId xmlns:a16="http://schemas.microsoft.com/office/drawing/2014/main" id="{4A58936F-0555-EF53-A757-75282B1D52D7}"/>
              </a:ext>
            </a:extLst>
          </p:cNvPr>
          <p:cNvCxnSpPr>
            <a:cxnSpLocks/>
          </p:cNvCxnSpPr>
          <p:nvPr/>
        </p:nvCxnSpPr>
        <p:spPr>
          <a:xfrm>
            <a:off x="3411413" y="5818878"/>
            <a:ext cx="304013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连接符: 肘形 199">
            <a:extLst>
              <a:ext uri="{FF2B5EF4-FFF2-40B4-BE49-F238E27FC236}">
                <a16:creationId xmlns:a16="http://schemas.microsoft.com/office/drawing/2014/main" id="{BA6063B9-E516-A2BC-BB4D-F844C0FD825B}"/>
              </a:ext>
            </a:extLst>
          </p:cNvPr>
          <p:cNvCxnSpPr>
            <a:cxnSpLocks/>
            <a:endCxn id="205" idx="0"/>
          </p:cNvCxnSpPr>
          <p:nvPr/>
        </p:nvCxnSpPr>
        <p:spPr>
          <a:xfrm>
            <a:off x="2262597" y="4375334"/>
            <a:ext cx="1548244" cy="419537"/>
          </a:xfrm>
          <a:prstGeom prst="bentConnector2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连接符: 肘形 200">
            <a:extLst>
              <a:ext uri="{FF2B5EF4-FFF2-40B4-BE49-F238E27FC236}">
                <a16:creationId xmlns:a16="http://schemas.microsoft.com/office/drawing/2014/main" id="{55878BEA-B6C8-857C-A04A-7CBD40FE74C0}"/>
              </a:ext>
            </a:extLst>
          </p:cNvPr>
          <p:cNvCxnSpPr>
            <a:cxnSpLocks/>
            <a:endCxn id="208" idx="4"/>
          </p:cNvCxnSpPr>
          <p:nvPr/>
        </p:nvCxnSpPr>
        <p:spPr>
          <a:xfrm flipV="1">
            <a:off x="2142039" y="5887782"/>
            <a:ext cx="1660112" cy="405567"/>
          </a:xfrm>
          <a:prstGeom prst="bentConnector2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AC7D05C2-C597-EEF7-77FC-75B22529D331}"/>
              </a:ext>
            </a:extLst>
          </p:cNvPr>
          <p:cNvCxnSpPr>
            <a:cxnSpLocks/>
          </p:cNvCxnSpPr>
          <p:nvPr/>
        </p:nvCxnSpPr>
        <p:spPr>
          <a:xfrm>
            <a:off x="2272686" y="4384431"/>
            <a:ext cx="0" cy="241927"/>
          </a:xfrm>
          <a:prstGeom prst="line">
            <a:avLst/>
          </a:prstGeom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0A1A865C-7FA5-BF68-35EA-D95018718D52}"/>
              </a:ext>
            </a:extLst>
          </p:cNvPr>
          <p:cNvCxnSpPr>
            <a:cxnSpLocks/>
          </p:cNvCxnSpPr>
          <p:nvPr/>
        </p:nvCxnSpPr>
        <p:spPr>
          <a:xfrm>
            <a:off x="2144059" y="6051344"/>
            <a:ext cx="0" cy="240173"/>
          </a:xfrm>
          <a:prstGeom prst="line">
            <a:avLst/>
          </a:prstGeom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" name="组合 203">
            <a:extLst>
              <a:ext uri="{FF2B5EF4-FFF2-40B4-BE49-F238E27FC236}">
                <a16:creationId xmlns:a16="http://schemas.microsoft.com/office/drawing/2014/main" id="{7E1AD9D3-E9BA-3D05-4761-56E192322D75}"/>
              </a:ext>
            </a:extLst>
          </p:cNvPr>
          <p:cNvGrpSpPr/>
          <p:nvPr/>
        </p:nvGrpSpPr>
        <p:grpSpPr>
          <a:xfrm>
            <a:off x="3731485" y="4794871"/>
            <a:ext cx="158712" cy="158712"/>
            <a:chOff x="6295927" y="2448525"/>
            <a:chExt cx="251609" cy="251609"/>
          </a:xfrm>
        </p:grpSpPr>
        <p:sp>
          <p:nvSpPr>
            <p:cNvPr id="205" name="椭圆 204">
              <a:extLst>
                <a:ext uri="{FF2B5EF4-FFF2-40B4-BE49-F238E27FC236}">
                  <a16:creationId xmlns:a16="http://schemas.microsoft.com/office/drawing/2014/main" id="{CF1F99B4-AF42-7859-7947-7862E94C6338}"/>
                </a:ext>
              </a:extLst>
            </p:cNvPr>
            <p:cNvSpPr/>
            <p:nvPr/>
          </p:nvSpPr>
          <p:spPr>
            <a:xfrm>
              <a:off x="6295927" y="2448525"/>
              <a:ext cx="251609" cy="25160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06" name="椭圆 205">
              <a:extLst>
                <a:ext uri="{FF2B5EF4-FFF2-40B4-BE49-F238E27FC236}">
                  <a16:creationId xmlns:a16="http://schemas.microsoft.com/office/drawing/2014/main" id="{A7ED753B-FA39-C740-4B1C-EB5382EDDEB0}"/>
                </a:ext>
              </a:extLst>
            </p:cNvPr>
            <p:cNvSpPr/>
            <p:nvPr/>
          </p:nvSpPr>
          <p:spPr>
            <a:xfrm>
              <a:off x="6379205" y="2531823"/>
              <a:ext cx="85012" cy="8501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F5A382A3-75AF-8441-2482-376B7962E763}"/>
              </a:ext>
            </a:extLst>
          </p:cNvPr>
          <p:cNvGrpSpPr/>
          <p:nvPr/>
        </p:nvGrpSpPr>
        <p:grpSpPr>
          <a:xfrm>
            <a:off x="3722795" y="5729070"/>
            <a:ext cx="158712" cy="158712"/>
            <a:chOff x="6295927" y="2448525"/>
            <a:chExt cx="251609" cy="251609"/>
          </a:xfrm>
        </p:grpSpPr>
        <p:sp>
          <p:nvSpPr>
            <p:cNvPr id="208" name="椭圆 207">
              <a:extLst>
                <a:ext uri="{FF2B5EF4-FFF2-40B4-BE49-F238E27FC236}">
                  <a16:creationId xmlns:a16="http://schemas.microsoft.com/office/drawing/2014/main" id="{921BBFE0-0BAB-7FFA-C676-2408A1EF8196}"/>
                </a:ext>
              </a:extLst>
            </p:cNvPr>
            <p:cNvSpPr/>
            <p:nvPr/>
          </p:nvSpPr>
          <p:spPr>
            <a:xfrm>
              <a:off x="6295927" y="2448525"/>
              <a:ext cx="251609" cy="25160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09" name="椭圆 208">
              <a:extLst>
                <a:ext uri="{FF2B5EF4-FFF2-40B4-BE49-F238E27FC236}">
                  <a16:creationId xmlns:a16="http://schemas.microsoft.com/office/drawing/2014/main" id="{B95154CF-30B9-D971-0B43-6A3DEF114394}"/>
                </a:ext>
              </a:extLst>
            </p:cNvPr>
            <p:cNvSpPr/>
            <p:nvPr/>
          </p:nvSpPr>
          <p:spPr>
            <a:xfrm>
              <a:off x="6379205" y="2531823"/>
              <a:ext cx="85012" cy="85012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cxnSp>
        <p:nvCxnSpPr>
          <p:cNvPr id="210" name="直接箭头连接符 209">
            <a:extLst>
              <a:ext uri="{FF2B5EF4-FFF2-40B4-BE49-F238E27FC236}">
                <a16:creationId xmlns:a16="http://schemas.microsoft.com/office/drawing/2014/main" id="{6A3D49F8-89A8-1362-56F1-F2CD060B7F27}"/>
              </a:ext>
            </a:extLst>
          </p:cNvPr>
          <p:cNvCxnSpPr>
            <a:cxnSpLocks/>
          </p:cNvCxnSpPr>
          <p:nvPr/>
        </p:nvCxnSpPr>
        <p:spPr>
          <a:xfrm>
            <a:off x="3895545" y="4871127"/>
            <a:ext cx="304013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1CDD0553-7A57-EC2B-7451-A2F7D0CFD295}"/>
              </a:ext>
            </a:extLst>
          </p:cNvPr>
          <p:cNvCxnSpPr>
            <a:cxnSpLocks/>
          </p:cNvCxnSpPr>
          <p:nvPr/>
        </p:nvCxnSpPr>
        <p:spPr>
          <a:xfrm>
            <a:off x="3890197" y="5816740"/>
            <a:ext cx="304013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矩形 211">
            <a:extLst>
              <a:ext uri="{FF2B5EF4-FFF2-40B4-BE49-F238E27FC236}">
                <a16:creationId xmlns:a16="http://schemas.microsoft.com/office/drawing/2014/main" id="{3174424F-66AC-D190-A8E8-7652B29FB3D4}"/>
              </a:ext>
            </a:extLst>
          </p:cNvPr>
          <p:cNvSpPr/>
          <p:nvPr/>
        </p:nvSpPr>
        <p:spPr>
          <a:xfrm>
            <a:off x="1939490" y="4657483"/>
            <a:ext cx="511356" cy="464178"/>
          </a:xfrm>
          <a:prstGeom prst="rect">
            <a:avLst/>
          </a:prstGeom>
          <a:solidFill>
            <a:srgbClr val="4472C4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23E052A9-14B6-CA47-FFF9-1C3F291C614F}"/>
              </a:ext>
            </a:extLst>
          </p:cNvPr>
          <p:cNvSpPr/>
          <p:nvPr/>
        </p:nvSpPr>
        <p:spPr>
          <a:xfrm>
            <a:off x="2015955" y="4581508"/>
            <a:ext cx="511356" cy="464178"/>
          </a:xfrm>
          <a:prstGeom prst="rect">
            <a:avLst/>
          </a:prstGeom>
          <a:solidFill>
            <a:srgbClr val="4472C4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3DA75598-6C93-EA3A-B66D-426F51DB43BC}"/>
              </a:ext>
            </a:extLst>
          </p:cNvPr>
          <p:cNvSpPr/>
          <p:nvPr/>
        </p:nvSpPr>
        <p:spPr>
          <a:xfrm>
            <a:off x="2109759" y="4490445"/>
            <a:ext cx="511356" cy="464178"/>
          </a:xfrm>
          <a:prstGeom prst="rect">
            <a:avLst/>
          </a:prstGeom>
          <a:solidFill>
            <a:srgbClr val="4472C4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DB7DC811-638E-A73F-5600-AAAC767DF7AD}"/>
              </a:ext>
            </a:extLst>
          </p:cNvPr>
          <p:cNvSpPr/>
          <p:nvPr/>
        </p:nvSpPr>
        <p:spPr>
          <a:xfrm>
            <a:off x="1952999" y="5636524"/>
            <a:ext cx="511356" cy="464178"/>
          </a:xfrm>
          <a:prstGeom prst="rect">
            <a:avLst/>
          </a:prstGeom>
          <a:solidFill>
            <a:schemeClr val="accent6">
              <a:lumMod val="75000"/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D8E2CBAD-1CB8-A3B8-C504-794BB13D9BCD}"/>
              </a:ext>
            </a:extLst>
          </p:cNvPr>
          <p:cNvSpPr/>
          <p:nvPr/>
        </p:nvSpPr>
        <p:spPr>
          <a:xfrm>
            <a:off x="2029464" y="5560549"/>
            <a:ext cx="511356" cy="464178"/>
          </a:xfrm>
          <a:prstGeom prst="rect">
            <a:avLst/>
          </a:prstGeom>
          <a:solidFill>
            <a:schemeClr val="accent6">
              <a:lumMod val="75000"/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C027ABAE-DC4F-04C0-A787-F70B0D524023}"/>
              </a:ext>
            </a:extLst>
          </p:cNvPr>
          <p:cNvSpPr/>
          <p:nvPr/>
        </p:nvSpPr>
        <p:spPr>
          <a:xfrm>
            <a:off x="2123268" y="5469486"/>
            <a:ext cx="511356" cy="464178"/>
          </a:xfrm>
          <a:prstGeom prst="rect">
            <a:avLst/>
          </a:prstGeom>
          <a:solidFill>
            <a:schemeClr val="accent6">
              <a:lumMod val="75000"/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E58DFEE4-445F-1589-53C4-ADC2B8DC12D8}"/>
              </a:ext>
            </a:extLst>
          </p:cNvPr>
          <p:cNvSpPr/>
          <p:nvPr/>
        </p:nvSpPr>
        <p:spPr>
          <a:xfrm>
            <a:off x="4298235" y="4678868"/>
            <a:ext cx="511356" cy="464178"/>
          </a:xfrm>
          <a:prstGeom prst="rect">
            <a:avLst/>
          </a:prstGeom>
          <a:solidFill>
            <a:srgbClr val="4472C4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BA468903-917F-8B37-30A0-2C4A422D4704}"/>
              </a:ext>
            </a:extLst>
          </p:cNvPr>
          <p:cNvSpPr/>
          <p:nvPr/>
        </p:nvSpPr>
        <p:spPr>
          <a:xfrm>
            <a:off x="4374700" y="4602893"/>
            <a:ext cx="511356" cy="464178"/>
          </a:xfrm>
          <a:prstGeom prst="rect">
            <a:avLst/>
          </a:prstGeom>
          <a:solidFill>
            <a:srgbClr val="4472C4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3C326F42-5DA8-AEE8-17E6-C7A9C328A37D}"/>
              </a:ext>
            </a:extLst>
          </p:cNvPr>
          <p:cNvSpPr/>
          <p:nvPr/>
        </p:nvSpPr>
        <p:spPr>
          <a:xfrm>
            <a:off x="4468504" y="4511830"/>
            <a:ext cx="511356" cy="464178"/>
          </a:xfrm>
          <a:prstGeom prst="rect">
            <a:avLst/>
          </a:prstGeom>
          <a:solidFill>
            <a:srgbClr val="4472C4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5AA22316-3EA1-83AB-4801-378D60B68422}"/>
              </a:ext>
            </a:extLst>
          </p:cNvPr>
          <p:cNvSpPr/>
          <p:nvPr/>
        </p:nvSpPr>
        <p:spPr>
          <a:xfrm>
            <a:off x="4278069" y="5698341"/>
            <a:ext cx="511356" cy="464178"/>
          </a:xfrm>
          <a:prstGeom prst="rect">
            <a:avLst/>
          </a:prstGeom>
          <a:solidFill>
            <a:schemeClr val="accent6">
              <a:lumMod val="75000"/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1DA3A0C2-D86A-D587-3A30-CF977DEB9B35}"/>
              </a:ext>
            </a:extLst>
          </p:cNvPr>
          <p:cNvSpPr/>
          <p:nvPr/>
        </p:nvSpPr>
        <p:spPr>
          <a:xfrm>
            <a:off x="4354534" y="5622366"/>
            <a:ext cx="511356" cy="464178"/>
          </a:xfrm>
          <a:prstGeom prst="rect">
            <a:avLst/>
          </a:prstGeom>
          <a:solidFill>
            <a:schemeClr val="accent6">
              <a:lumMod val="75000"/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E1C0310D-7EF5-067B-F4A9-7E201A1F8347}"/>
              </a:ext>
            </a:extLst>
          </p:cNvPr>
          <p:cNvSpPr/>
          <p:nvPr/>
        </p:nvSpPr>
        <p:spPr>
          <a:xfrm>
            <a:off x="4448338" y="5531303"/>
            <a:ext cx="511356" cy="464178"/>
          </a:xfrm>
          <a:prstGeom prst="rect">
            <a:avLst/>
          </a:prstGeom>
          <a:solidFill>
            <a:schemeClr val="accent6">
              <a:lumMod val="75000"/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49A19DE5-66DE-3EDE-11F7-F59F396ED300}"/>
              </a:ext>
            </a:extLst>
          </p:cNvPr>
          <p:cNvGrpSpPr/>
          <p:nvPr/>
        </p:nvGrpSpPr>
        <p:grpSpPr>
          <a:xfrm>
            <a:off x="2865364" y="4616434"/>
            <a:ext cx="524300" cy="478741"/>
            <a:chOff x="11267680" y="4055036"/>
            <a:chExt cx="2054093" cy="1875602"/>
          </a:xfrm>
        </p:grpSpPr>
        <p:sp>
          <p:nvSpPr>
            <p:cNvPr id="225" name="矩形 224">
              <a:extLst>
                <a:ext uri="{FF2B5EF4-FFF2-40B4-BE49-F238E27FC236}">
                  <a16:creationId xmlns:a16="http://schemas.microsoft.com/office/drawing/2014/main" id="{F3170C85-FB16-47A4-FCEA-018D180BD5D4}"/>
                </a:ext>
              </a:extLst>
            </p:cNvPr>
            <p:cNvSpPr/>
            <p:nvPr/>
          </p:nvSpPr>
          <p:spPr>
            <a:xfrm>
              <a:off x="11267680" y="4055036"/>
              <a:ext cx="511356" cy="46417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BF6A45C5-34CA-3CC0-440E-B7E43EF8ACEB}"/>
                </a:ext>
              </a:extLst>
            </p:cNvPr>
            <p:cNvSpPr/>
            <p:nvPr/>
          </p:nvSpPr>
          <p:spPr>
            <a:xfrm>
              <a:off x="11267680" y="4525622"/>
              <a:ext cx="511356" cy="4641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27" name="矩形 226">
              <a:extLst>
                <a:ext uri="{FF2B5EF4-FFF2-40B4-BE49-F238E27FC236}">
                  <a16:creationId xmlns:a16="http://schemas.microsoft.com/office/drawing/2014/main" id="{1D83191B-3D2F-D00D-A019-7DFE411DD336}"/>
                </a:ext>
              </a:extLst>
            </p:cNvPr>
            <p:cNvSpPr/>
            <p:nvPr/>
          </p:nvSpPr>
          <p:spPr>
            <a:xfrm>
              <a:off x="11267680" y="4996203"/>
              <a:ext cx="511356" cy="46417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28" name="矩形 227">
              <a:extLst>
                <a:ext uri="{FF2B5EF4-FFF2-40B4-BE49-F238E27FC236}">
                  <a16:creationId xmlns:a16="http://schemas.microsoft.com/office/drawing/2014/main" id="{703607D7-72CE-E338-5836-B74093F5B10F}"/>
                </a:ext>
              </a:extLst>
            </p:cNvPr>
            <p:cNvSpPr/>
            <p:nvPr/>
          </p:nvSpPr>
          <p:spPr>
            <a:xfrm>
              <a:off x="11267680" y="5466460"/>
              <a:ext cx="511356" cy="46417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A3C9AFFC-D770-1934-0456-5309E8E93CF7}"/>
                </a:ext>
              </a:extLst>
            </p:cNvPr>
            <p:cNvSpPr/>
            <p:nvPr/>
          </p:nvSpPr>
          <p:spPr>
            <a:xfrm>
              <a:off x="11782001" y="4055036"/>
              <a:ext cx="511356" cy="46417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30" name="矩形 229">
              <a:extLst>
                <a:ext uri="{FF2B5EF4-FFF2-40B4-BE49-F238E27FC236}">
                  <a16:creationId xmlns:a16="http://schemas.microsoft.com/office/drawing/2014/main" id="{842037D2-7F72-DA24-9ACB-C39185247748}"/>
                </a:ext>
              </a:extLst>
            </p:cNvPr>
            <p:cNvSpPr/>
            <p:nvPr/>
          </p:nvSpPr>
          <p:spPr>
            <a:xfrm>
              <a:off x="11782001" y="4525622"/>
              <a:ext cx="511356" cy="46417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31" name="矩形 230">
              <a:extLst>
                <a:ext uri="{FF2B5EF4-FFF2-40B4-BE49-F238E27FC236}">
                  <a16:creationId xmlns:a16="http://schemas.microsoft.com/office/drawing/2014/main" id="{99ADA4F0-9BF3-72EA-8486-20E4AAD2360C}"/>
                </a:ext>
              </a:extLst>
            </p:cNvPr>
            <p:cNvSpPr/>
            <p:nvPr/>
          </p:nvSpPr>
          <p:spPr>
            <a:xfrm>
              <a:off x="11782001" y="4996203"/>
              <a:ext cx="511356" cy="46417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32" name="矩形 231">
              <a:extLst>
                <a:ext uri="{FF2B5EF4-FFF2-40B4-BE49-F238E27FC236}">
                  <a16:creationId xmlns:a16="http://schemas.microsoft.com/office/drawing/2014/main" id="{05F1C3B0-A105-9088-E4B5-7116C9C3DAF6}"/>
                </a:ext>
              </a:extLst>
            </p:cNvPr>
            <p:cNvSpPr/>
            <p:nvPr/>
          </p:nvSpPr>
          <p:spPr>
            <a:xfrm>
              <a:off x="11782001" y="5466460"/>
              <a:ext cx="511356" cy="46417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33" name="矩形 232">
              <a:extLst>
                <a:ext uri="{FF2B5EF4-FFF2-40B4-BE49-F238E27FC236}">
                  <a16:creationId xmlns:a16="http://schemas.microsoft.com/office/drawing/2014/main" id="{223F02B9-6CFC-2103-BED3-307F21010D2B}"/>
                </a:ext>
              </a:extLst>
            </p:cNvPr>
            <p:cNvSpPr/>
            <p:nvPr/>
          </p:nvSpPr>
          <p:spPr>
            <a:xfrm>
              <a:off x="12296096" y="4055036"/>
              <a:ext cx="511356" cy="464178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34" name="矩形 233">
              <a:extLst>
                <a:ext uri="{FF2B5EF4-FFF2-40B4-BE49-F238E27FC236}">
                  <a16:creationId xmlns:a16="http://schemas.microsoft.com/office/drawing/2014/main" id="{8F3E250D-6943-9A8A-B52D-3001D808F3A1}"/>
                </a:ext>
              </a:extLst>
            </p:cNvPr>
            <p:cNvSpPr/>
            <p:nvPr/>
          </p:nvSpPr>
          <p:spPr>
            <a:xfrm>
              <a:off x="12296096" y="4525622"/>
              <a:ext cx="511356" cy="46417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35" name="矩形 234">
              <a:extLst>
                <a:ext uri="{FF2B5EF4-FFF2-40B4-BE49-F238E27FC236}">
                  <a16:creationId xmlns:a16="http://schemas.microsoft.com/office/drawing/2014/main" id="{1524A30F-42B6-2D6C-3CD8-05F874D0E5DF}"/>
                </a:ext>
              </a:extLst>
            </p:cNvPr>
            <p:cNvSpPr/>
            <p:nvPr/>
          </p:nvSpPr>
          <p:spPr>
            <a:xfrm>
              <a:off x="12296096" y="4996203"/>
              <a:ext cx="511356" cy="46417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36" name="矩形 235">
              <a:extLst>
                <a:ext uri="{FF2B5EF4-FFF2-40B4-BE49-F238E27FC236}">
                  <a16:creationId xmlns:a16="http://schemas.microsoft.com/office/drawing/2014/main" id="{34BCE71C-F2F4-E17C-1E76-83FDD88E048F}"/>
                </a:ext>
              </a:extLst>
            </p:cNvPr>
            <p:cNvSpPr/>
            <p:nvPr/>
          </p:nvSpPr>
          <p:spPr>
            <a:xfrm>
              <a:off x="12296096" y="5466460"/>
              <a:ext cx="511356" cy="46417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37" name="矩形 236">
              <a:extLst>
                <a:ext uri="{FF2B5EF4-FFF2-40B4-BE49-F238E27FC236}">
                  <a16:creationId xmlns:a16="http://schemas.microsoft.com/office/drawing/2014/main" id="{48A29808-C292-AF40-C611-6637855E1A11}"/>
                </a:ext>
              </a:extLst>
            </p:cNvPr>
            <p:cNvSpPr/>
            <p:nvPr/>
          </p:nvSpPr>
          <p:spPr>
            <a:xfrm>
              <a:off x="12810417" y="4055036"/>
              <a:ext cx="511356" cy="46417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38" name="矩形 237">
              <a:extLst>
                <a:ext uri="{FF2B5EF4-FFF2-40B4-BE49-F238E27FC236}">
                  <a16:creationId xmlns:a16="http://schemas.microsoft.com/office/drawing/2014/main" id="{14FB1958-B0C0-E952-560B-07EDB3CC39DD}"/>
                </a:ext>
              </a:extLst>
            </p:cNvPr>
            <p:cNvSpPr/>
            <p:nvPr/>
          </p:nvSpPr>
          <p:spPr>
            <a:xfrm>
              <a:off x="12810417" y="4525622"/>
              <a:ext cx="511356" cy="46417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39" name="矩形 238">
              <a:extLst>
                <a:ext uri="{FF2B5EF4-FFF2-40B4-BE49-F238E27FC236}">
                  <a16:creationId xmlns:a16="http://schemas.microsoft.com/office/drawing/2014/main" id="{AB57E777-64B2-B795-4625-48E70DBBFB5D}"/>
                </a:ext>
              </a:extLst>
            </p:cNvPr>
            <p:cNvSpPr/>
            <p:nvPr/>
          </p:nvSpPr>
          <p:spPr>
            <a:xfrm>
              <a:off x="12810417" y="4996203"/>
              <a:ext cx="511356" cy="46417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40" name="矩形 239">
              <a:extLst>
                <a:ext uri="{FF2B5EF4-FFF2-40B4-BE49-F238E27FC236}">
                  <a16:creationId xmlns:a16="http://schemas.microsoft.com/office/drawing/2014/main" id="{4A1D30CC-4422-A451-F491-0B8AC2D6B719}"/>
                </a:ext>
              </a:extLst>
            </p:cNvPr>
            <p:cNvSpPr/>
            <p:nvPr/>
          </p:nvSpPr>
          <p:spPr>
            <a:xfrm>
              <a:off x="12810417" y="5466460"/>
              <a:ext cx="511356" cy="46417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grpSp>
        <p:nvGrpSpPr>
          <p:cNvPr id="241" name="组合 240">
            <a:extLst>
              <a:ext uri="{FF2B5EF4-FFF2-40B4-BE49-F238E27FC236}">
                <a16:creationId xmlns:a16="http://schemas.microsoft.com/office/drawing/2014/main" id="{47681F95-F92E-3B56-7270-33CDF095BC9C}"/>
              </a:ext>
            </a:extLst>
          </p:cNvPr>
          <p:cNvGrpSpPr/>
          <p:nvPr/>
        </p:nvGrpSpPr>
        <p:grpSpPr>
          <a:xfrm>
            <a:off x="2849508" y="5575285"/>
            <a:ext cx="529174" cy="483190"/>
            <a:chOff x="13477480" y="4049318"/>
            <a:chExt cx="2054093" cy="1875602"/>
          </a:xfrm>
        </p:grpSpPr>
        <p:sp>
          <p:nvSpPr>
            <p:cNvPr id="242" name="矩形 241">
              <a:extLst>
                <a:ext uri="{FF2B5EF4-FFF2-40B4-BE49-F238E27FC236}">
                  <a16:creationId xmlns:a16="http://schemas.microsoft.com/office/drawing/2014/main" id="{13262AB8-AAA0-B287-70A0-4BFF00EECD6C}"/>
                </a:ext>
              </a:extLst>
            </p:cNvPr>
            <p:cNvSpPr/>
            <p:nvPr/>
          </p:nvSpPr>
          <p:spPr>
            <a:xfrm>
              <a:off x="13477480" y="4049318"/>
              <a:ext cx="511356" cy="46417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43" name="矩形 242">
              <a:extLst>
                <a:ext uri="{FF2B5EF4-FFF2-40B4-BE49-F238E27FC236}">
                  <a16:creationId xmlns:a16="http://schemas.microsoft.com/office/drawing/2014/main" id="{99BA74D9-597C-288F-7896-C9B651F6ADEF}"/>
                </a:ext>
              </a:extLst>
            </p:cNvPr>
            <p:cNvSpPr/>
            <p:nvPr/>
          </p:nvSpPr>
          <p:spPr>
            <a:xfrm>
              <a:off x="13477480" y="4519904"/>
              <a:ext cx="511356" cy="46417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44" name="矩形 243">
              <a:extLst>
                <a:ext uri="{FF2B5EF4-FFF2-40B4-BE49-F238E27FC236}">
                  <a16:creationId xmlns:a16="http://schemas.microsoft.com/office/drawing/2014/main" id="{37ED1EED-64AB-579F-BACD-2F224953C8EB}"/>
                </a:ext>
              </a:extLst>
            </p:cNvPr>
            <p:cNvSpPr/>
            <p:nvPr/>
          </p:nvSpPr>
          <p:spPr>
            <a:xfrm>
              <a:off x="13477480" y="4990485"/>
              <a:ext cx="511356" cy="4641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9D9A3E1A-AD2D-71B2-4771-378023BAB67B}"/>
                </a:ext>
              </a:extLst>
            </p:cNvPr>
            <p:cNvSpPr/>
            <p:nvPr/>
          </p:nvSpPr>
          <p:spPr>
            <a:xfrm>
              <a:off x="13477480" y="5460742"/>
              <a:ext cx="511356" cy="46417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46" name="矩形 245">
              <a:extLst>
                <a:ext uri="{FF2B5EF4-FFF2-40B4-BE49-F238E27FC236}">
                  <a16:creationId xmlns:a16="http://schemas.microsoft.com/office/drawing/2014/main" id="{FD4FB5EA-3E23-6130-70F3-AC469042E343}"/>
                </a:ext>
              </a:extLst>
            </p:cNvPr>
            <p:cNvSpPr/>
            <p:nvPr/>
          </p:nvSpPr>
          <p:spPr>
            <a:xfrm>
              <a:off x="13991801" y="4049318"/>
              <a:ext cx="511356" cy="46417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47" name="矩形 246">
              <a:extLst>
                <a:ext uri="{FF2B5EF4-FFF2-40B4-BE49-F238E27FC236}">
                  <a16:creationId xmlns:a16="http://schemas.microsoft.com/office/drawing/2014/main" id="{4C281C69-A7BE-C97E-949A-50CF19B94DF1}"/>
                </a:ext>
              </a:extLst>
            </p:cNvPr>
            <p:cNvSpPr/>
            <p:nvPr/>
          </p:nvSpPr>
          <p:spPr>
            <a:xfrm>
              <a:off x="13991801" y="4519904"/>
              <a:ext cx="511356" cy="46417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48" name="矩形 247">
              <a:extLst>
                <a:ext uri="{FF2B5EF4-FFF2-40B4-BE49-F238E27FC236}">
                  <a16:creationId xmlns:a16="http://schemas.microsoft.com/office/drawing/2014/main" id="{9C6F0C7A-F57E-BFC8-11BC-CEA2B8EDC3C4}"/>
                </a:ext>
              </a:extLst>
            </p:cNvPr>
            <p:cNvSpPr/>
            <p:nvPr/>
          </p:nvSpPr>
          <p:spPr>
            <a:xfrm>
              <a:off x="13991801" y="4990485"/>
              <a:ext cx="511356" cy="46417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49" name="矩形 248">
              <a:extLst>
                <a:ext uri="{FF2B5EF4-FFF2-40B4-BE49-F238E27FC236}">
                  <a16:creationId xmlns:a16="http://schemas.microsoft.com/office/drawing/2014/main" id="{29F2D1A8-B4E8-1A63-7351-643FD1129307}"/>
                </a:ext>
              </a:extLst>
            </p:cNvPr>
            <p:cNvSpPr/>
            <p:nvPr/>
          </p:nvSpPr>
          <p:spPr>
            <a:xfrm>
              <a:off x="13991801" y="5460742"/>
              <a:ext cx="511356" cy="464178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50" name="矩形 249">
              <a:extLst>
                <a:ext uri="{FF2B5EF4-FFF2-40B4-BE49-F238E27FC236}">
                  <a16:creationId xmlns:a16="http://schemas.microsoft.com/office/drawing/2014/main" id="{294F5125-CA5F-255F-6350-87063F9A8328}"/>
                </a:ext>
              </a:extLst>
            </p:cNvPr>
            <p:cNvSpPr/>
            <p:nvPr/>
          </p:nvSpPr>
          <p:spPr>
            <a:xfrm>
              <a:off x="14505896" y="4049318"/>
              <a:ext cx="511356" cy="46417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51" name="矩形 250">
              <a:extLst>
                <a:ext uri="{FF2B5EF4-FFF2-40B4-BE49-F238E27FC236}">
                  <a16:creationId xmlns:a16="http://schemas.microsoft.com/office/drawing/2014/main" id="{8DB8FA3C-C94A-7C3E-EAC9-AE70851D7041}"/>
                </a:ext>
              </a:extLst>
            </p:cNvPr>
            <p:cNvSpPr/>
            <p:nvPr/>
          </p:nvSpPr>
          <p:spPr>
            <a:xfrm>
              <a:off x="14505896" y="4519904"/>
              <a:ext cx="511356" cy="46417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52" name="矩形 251">
              <a:extLst>
                <a:ext uri="{FF2B5EF4-FFF2-40B4-BE49-F238E27FC236}">
                  <a16:creationId xmlns:a16="http://schemas.microsoft.com/office/drawing/2014/main" id="{FD9F92ED-20BC-F1DD-F4D8-B755EA64C77E}"/>
                </a:ext>
              </a:extLst>
            </p:cNvPr>
            <p:cNvSpPr/>
            <p:nvPr/>
          </p:nvSpPr>
          <p:spPr>
            <a:xfrm>
              <a:off x="14505896" y="4990485"/>
              <a:ext cx="511356" cy="464178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53" name="矩形 252">
              <a:extLst>
                <a:ext uri="{FF2B5EF4-FFF2-40B4-BE49-F238E27FC236}">
                  <a16:creationId xmlns:a16="http://schemas.microsoft.com/office/drawing/2014/main" id="{22CB29B5-1437-3378-FD4C-62D99603EFF0}"/>
                </a:ext>
              </a:extLst>
            </p:cNvPr>
            <p:cNvSpPr/>
            <p:nvPr/>
          </p:nvSpPr>
          <p:spPr>
            <a:xfrm>
              <a:off x="14505896" y="5460742"/>
              <a:ext cx="511356" cy="46417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54" name="矩形 253">
              <a:extLst>
                <a:ext uri="{FF2B5EF4-FFF2-40B4-BE49-F238E27FC236}">
                  <a16:creationId xmlns:a16="http://schemas.microsoft.com/office/drawing/2014/main" id="{F1546E81-D14C-126E-91B9-CE3C60CBC33B}"/>
                </a:ext>
              </a:extLst>
            </p:cNvPr>
            <p:cNvSpPr/>
            <p:nvPr/>
          </p:nvSpPr>
          <p:spPr>
            <a:xfrm>
              <a:off x="15020217" y="4049318"/>
              <a:ext cx="511356" cy="46417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55" name="矩形 254">
              <a:extLst>
                <a:ext uri="{FF2B5EF4-FFF2-40B4-BE49-F238E27FC236}">
                  <a16:creationId xmlns:a16="http://schemas.microsoft.com/office/drawing/2014/main" id="{131C0D58-06C6-C68C-E500-F4E01C644FEE}"/>
                </a:ext>
              </a:extLst>
            </p:cNvPr>
            <p:cNvSpPr/>
            <p:nvPr/>
          </p:nvSpPr>
          <p:spPr>
            <a:xfrm>
              <a:off x="15020217" y="4519904"/>
              <a:ext cx="511356" cy="464178"/>
            </a:xfrm>
            <a:prstGeom prst="rect">
              <a:avLst/>
            </a:prstGeom>
            <a:solidFill>
              <a:srgbClr val="70AD4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56" name="矩形 255">
              <a:extLst>
                <a:ext uri="{FF2B5EF4-FFF2-40B4-BE49-F238E27FC236}">
                  <a16:creationId xmlns:a16="http://schemas.microsoft.com/office/drawing/2014/main" id="{86861A44-B3A3-6F24-4FCD-F9B4D64C7CBA}"/>
                </a:ext>
              </a:extLst>
            </p:cNvPr>
            <p:cNvSpPr/>
            <p:nvPr/>
          </p:nvSpPr>
          <p:spPr>
            <a:xfrm>
              <a:off x="15020217" y="4990485"/>
              <a:ext cx="511356" cy="46417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257" name="矩形 256">
              <a:extLst>
                <a:ext uri="{FF2B5EF4-FFF2-40B4-BE49-F238E27FC236}">
                  <a16:creationId xmlns:a16="http://schemas.microsoft.com/office/drawing/2014/main" id="{BEE027C1-D247-64BF-0540-A15F74323300}"/>
                </a:ext>
              </a:extLst>
            </p:cNvPr>
            <p:cNvSpPr/>
            <p:nvPr/>
          </p:nvSpPr>
          <p:spPr>
            <a:xfrm>
              <a:off x="15020217" y="5460742"/>
              <a:ext cx="511356" cy="46417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sp>
        <p:nvSpPr>
          <p:cNvPr id="258" name="箭头: 右 257">
            <a:extLst>
              <a:ext uri="{FF2B5EF4-FFF2-40B4-BE49-F238E27FC236}">
                <a16:creationId xmlns:a16="http://schemas.microsoft.com/office/drawing/2014/main" id="{A9C49578-B070-57C0-843E-5115143CA4A0}"/>
              </a:ext>
            </a:extLst>
          </p:cNvPr>
          <p:cNvSpPr/>
          <p:nvPr/>
        </p:nvSpPr>
        <p:spPr>
          <a:xfrm>
            <a:off x="5710514" y="1923226"/>
            <a:ext cx="548999" cy="346932"/>
          </a:xfrm>
          <a:prstGeom prst="rightArrow">
            <a:avLst>
              <a:gd name="adj1" fmla="val 37712"/>
              <a:gd name="adj2" fmla="val 70586"/>
            </a:avLst>
          </a:prstGeom>
          <a:solidFill>
            <a:srgbClr val="ECF1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B9FA91E0-4041-AA58-8AB8-6095DD4518F1}"/>
              </a:ext>
            </a:extLst>
          </p:cNvPr>
          <p:cNvSpPr/>
          <p:nvPr/>
        </p:nvSpPr>
        <p:spPr>
          <a:xfrm>
            <a:off x="6471426" y="1387247"/>
            <a:ext cx="106326" cy="495158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E5D6D2E4-4C1B-A509-5518-899915A79E9E}"/>
              </a:ext>
            </a:extLst>
          </p:cNvPr>
          <p:cNvSpPr/>
          <p:nvPr/>
        </p:nvSpPr>
        <p:spPr>
          <a:xfrm>
            <a:off x="6466894" y="3066604"/>
            <a:ext cx="106326" cy="496446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B4DE423E-F372-38E8-D816-24F8E3582698}"/>
              </a:ext>
            </a:extLst>
          </p:cNvPr>
          <p:cNvSpPr txBox="1"/>
          <p:nvPr/>
        </p:nvSpPr>
        <p:spPr>
          <a:xfrm>
            <a:off x="6275543" y="967253"/>
            <a:ext cx="4926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endParaRPr lang="zh-CN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" name="文本框 261">
            <a:extLst>
              <a:ext uri="{FF2B5EF4-FFF2-40B4-BE49-F238E27FC236}">
                <a16:creationId xmlns:a16="http://schemas.microsoft.com/office/drawing/2014/main" id="{287D7AB9-2026-F500-9ADD-0FAB03DCE8A0}"/>
              </a:ext>
            </a:extLst>
          </p:cNvPr>
          <p:cNvSpPr txBox="1"/>
          <p:nvPr/>
        </p:nvSpPr>
        <p:spPr>
          <a:xfrm>
            <a:off x="6277616" y="2615914"/>
            <a:ext cx="533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fx</a:t>
            </a:r>
            <a:endParaRPr lang="zh-CN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文本框 262">
                <a:extLst>
                  <a:ext uri="{FF2B5EF4-FFF2-40B4-BE49-F238E27FC236}">
                    <a16:creationId xmlns:a16="http://schemas.microsoft.com/office/drawing/2014/main" id="{506C82BE-8DBE-0FB3-3A47-9FBD9B2D92BE}"/>
                  </a:ext>
                </a:extLst>
              </p:cNvPr>
              <p:cNvSpPr txBox="1"/>
              <p:nvPr/>
            </p:nvSpPr>
            <p:spPr>
              <a:xfrm>
                <a:off x="9949170" y="3765369"/>
                <a:ext cx="10350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𝑴𝑳𝑷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feat</m:t>
                          </m:r>
                        </m:sub>
                      </m:sSub>
                    </m:oMath>
                  </m:oMathPara>
                </a14:m>
                <a:endParaRPr lang="zh-CN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3" name="文本框 262">
                <a:extLst>
                  <a:ext uri="{FF2B5EF4-FFF2-40B4-BE49-F238E27FC236}">
                    <a16:creationId xmlns:a16="http://schemas.microsoft.com/office/drawing/2014/main" id="{506C82BE-8DBE-0FB3-3A47-9FBD9B2D9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9170" y="3765369"/>
                <a:ext cx="1035054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文本框 263">
                <a:extLst>
                  <a:ext uri="{FF2B5EF4-FFF2-40B4-BE49-F238E27FC236}">
                    <a16:creationId xmlns:a16="http://schemas.microsoft.com/office/drawing/2014/main" id="{50AC4538-B7F4-783C-3576-BD997A9970A9}"/>
                  </a:ext>
                </a:extLst>
              </p:cNvPr>
              <p:cNvSpPr txBox="1"/>
              <p:nvPr/>
            </p:nvSpPr>
            <p:spPr>
              <a:xfrm>
                <a:off x="12073506" y="1770318"/>
                <a:ext cx="10350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𝑴𝑳𝑷</m:t>
                          </m:r>
                        </m:e>
                        <m:sub>
                          <m:r>
                            <a:rPr lang="en-US" altLang="zh-CN" sz="16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𝒄𝒍𝒔</m:t>
                          </m:r>
                        </m:sub>
                      </m:sSub>
                    </m:oMath>
                  </m:oMathPara>
                </a14:m>
                <a:endParaRPr lang="zh-CN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4" name="文本框 263">
                <a:extLst>
                  <a:ext uri="{FF2B5EF4-FFF2-40B4-BE49-F238E27FC236}">
                    <a16:creationId xmlns:a16="http://schemas.microsoft.com/office/drawing/2014/main" id="{50AC4538-B7F4-783C-3576-BD997A997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3506" y="1770318"/>
                <a:ext cx="1035054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5" name="直接箭头连接符 264">
            <a:extLst>
              <a:ext uri="{FF2B5EF4-FFF2-40B4-BE49-F238E27FC236}">
                <a16:creationId xmlns:a16="http://schemas.microsoft.com/office/drawing/2014/main" id="{B6D7044C-8ECA-681C-03BE-9794636837C5}"/>
              </a:ext>
            </a:extLst>
          </p:cNvPr>
          <p:cNvCxnSpPr>
            <a:cxnSpLocks/>
          </p:cNvCxnSpPr>
          <p:nvPr/>
        </p:nvCxnSpPr>
        <p:spPr>
          <a:xfrm>
            <a:off x="6603178" y="1599240"/>
            <a:ext cx="1144162" cy="0"/>
          </a:xfrm>
          <a:prstGeom prst="straightConnector1">
            <a:avLst/>
          </a:prstGeom>
          <a:ln w="1905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接箭头连接符 265">
            <a:extLst>
              <a:ext uri="{FF2B5EF4-FFF2-40B4-BE49-F238E27FC236}">
                <a16:creationId xmlns:a16="http://schemas.microsoft.com/office/drawing/2014/main" id="{D2CA1FAE-B675-33BB-AA7D-C6F09D7C5C71}"/>
              </a:ext>
            </a:extLst>
          </p:cNvPr>
          <p:cNvCxnSpPr>
            <a:cxnSpLocks/>
          </p:cNvCxnSpPr>
          <p:nvPr/>
        </p:nvCxnSpPr>
        <p:spPr>
          <a:xfrm flipH="1" flipV="1">
            <a:off x="7747142" y="1283830"/>
            <a:ext cx="3046" cy="36811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接箭头连接符 266">
            <a:extLst>
              <a:ext uri="{FF2B5EF4-FFF2-40B4-BE49-F238E27FC236}">
                <a16:creationId xmlns:a16="http://schemas.microsoft.com/office/drawing/2014/main" id="{D9A1C6F8-6401-D3AD-2729-3CD1BEF6363F}"/>
              </a:ext>
            </a:extLst>
          </p:cNvPr>
          <p:cNvCxnSpPr>
            <a:cxnSpLocks/>
          </p:cNvCxnSpPr>
          <p:nvPr/>
        </p:nvCxnSpPr>
        <p:spPr>
          <a:xfrm>
            <a:off x="7750010" y="1529984"/>
            <a:ext cx="0" cy="378863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直接箭头连接符 267">
            <a:extLst>
              <a:ext uri="{FF2B5EF4-FFF2-40B4-BE49-F238E27FC236}">
                <a16:creationId xmlns:a16="http://schemas.microsoft.com/office/drawing/2014/main" id="{10F2FFE8-26D8-4E1B-51F4-BCCF6C41EB44}"/>
              </a:ext>
            </a:extLst>
          </p:cNvPr>
          <p:cNvCxnSpPr>
            <a:cxnSpLocks/>
          </p:cNvCxnSpPr>
          <p:nvPr/>
        </p:nvCxnSpPr>
        <p:spPr>
          <a:xfrm>
            <a:off x="6617570" y="3287779"/>
            <a:ext cx="1215436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箭头: 右 268">
            <a:extLst>
              <a:ext uri="{FF2B5EF4-FFF2-40B4-BE49-F238E27FC236}">
                <a16:creationId xmlns:a16="http://schemas.microsoft.com/office/drawing/2014/main" id="{D3006CFA-3913-201D-6FAC-AFC8CAAD4F2E}"/>
              </a:ext>
            </a:extLst>
          </p:cNvPr>
          <p:cNvSpPr/>
          <p:nvPr/>
        </p:nvSpPr>
        <p:spPr>
          <a:xfrm rot="5400000">
            <a:off x="7731738" y="2709773"/>
            <a:ext cx="495587" cy="260868"/>
          </a:xfrm>
          <a:prstGeom prst="rightArrow">
            <a:avLst>
              <a:gd name="adj1" fmla="val 37712"/>
              <a:gd name="adj2" fmla="val 70586"/>
            </a:avLst>
          </a:prstGeom>
          <a:noFill/>
          <a:ln w="1905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270" name="直接连接符 269">
            <a:extLst>
              <a:ext uri="{FF2B5EF4-FFF2-40B4-BE49-F238E27FC236}">
                <a16:creationId xmlns:a16="http://schemas.microsoft.com/office/drawing/2014/main" id="{432A0257-FD50-2325-2A08-F33D491FF815}"/>
              </a:ext>
            </a:extLst>
          </p:cNvPr>
          <p:cNvCxnSpPr>
            <a:cxnSpLocks/>
          </p:cNvCxnSpPr>
          <p:nvPr/>
        </p:nvCxnSpPr>
        <p:spPr>
          <a:xfrm flipH="1" flipV="1">
            <a:off x="4406704" y="2331864"/>
            <a:ext cx="825395" cy="1974915"/>
          </a:xfrm>
          <a:prstGeom prst="line">
            <a:avLst/>
          </a:prstGeom>
          <a:ln w="19050">
            <a:solidFill>
              <a:srgbClr val="7030A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30A0E6A4-CAD9-8B34-DCDD-D9AF0D68B600}"/>
              </a:ext>
            </a:extLst>
          </p:cNvPr>
          <p:cNvCxnSpPr>
            <a:cxnSpLocks/>
          </p:cNvCxnSpPr>
          <p:nvPr/>
        </p:nvCxnSpPr>
        <p:spPr>
          <a:xfrm flipV="1">
            <a:off x="4473148" y="2254680"/>
            <a:ext cx="0" cy="327222"/>
          </a:xfrm>
          <a:prstGeom prst="line">
            <a:avLst/>
          </a:prstGeom>
          <a:ln w="28575">
            <a:solidFill>
              <a:srgbClr val="FF0000"/>
            </a:solidFill>
            <a:prstDash val="solid"/>
            <a:headEnd type="none" w="lg" len="lg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接连接符 271">
            <a:extLst>
              <a:ext uri="{FF2B5EF4-FFF2-40B4-BE49-F238E27FC236}">
                <a16:creationId xmlns:a16="http://schemas.microsoft.com/office/drawing/2014/main" id="{DC5D7993-7E4F-8A32-1272-7CABC2AC1619}"/>
              </a:ext>
            </a:extLst>
          </p:cNvPr>
          <p:cNvCxnSpPr>
            <a:cxnSpLocks/>
          </p:cNvCxnSpPr>
          <p:nvPr/>
        </p:nvCxnSpPr>
        <p:spPr>
          <a:xfrm>
            <a:off x="4670463" y="2079904"/>
            <a:ext cx="0" cy="471404"/>
          </a:xfrm>
          <a:prstGeom prst="line">
            <a:avLst/>
          </a:prstGeom>
          <a:ln w="28575">
            <a:solidFill>
              <a:srgbClr val="FF0000"/>
            </a:solidFill>
            <a:prstDash val="solid"/>
            <a:headEnd type="none" w="lg" len="lg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接连接符 272">
            <a:extLst>
              <a:ext uri="{FF2B5EF4-FFF2-40B4-BE49-F238E27FC236}">
                <a16:creationId xmlns:a16="http://schemas.microsoft.com/office/drawing/2014/main" id="{12A1B41E-D48C-E089-0229-C5F8B246C03F}"/>
              </a:ext>
            </a:extLst>
          </p:cNvPr>
          <p:cNvCxnSpPr>
            <a:cxnSpLocks/>
          </p:cNvCxnSpPr>
          <p:nvPr/>
        </p:nvCxnSpPr>
        <p:spPr>
          <a:xfrm>
            <a:off x="4319769" y="2157028"/>
            <a:ext cx="0" cy="354173"/>
          </a:xfrm>
          <a:prstGeom prst="line">
            <a:avLst/>
          </a:prstGeom>
          <a:ln w="28575">
            <a:solidFill>
              <a:srgbClr val="FF0000"/>
            </a:solidFill>
            <a:prstDash val="solid"/>
            <a:headEnd type="none" w="lg" len="lg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接连接符 273">
            <a:extLst>
              <a:ext uri="{FF2B5EF4-FFF2-40B4-BE49-F238E27FC236}">
                <a16:creationId xmlns:a16="http://schemas.microsoft.com/office/drawing/2014/main" id="{492B9474-77DC-4EE8-2E5A-AE954046D6ED}"/>
              </a:ext>
            </a:extLst>
          </p:cNvPr>
          <p:cNvCxnSpPr>
            <a:cxnSpLocks/>
          </p:cNvCxnSpPr>
          <p:nvPr/>
        </p:nvCxnSpPr>
        <p:spPr>
          <a:xfrm flipV="1">
            <a:off x="1467500" y="2331864"/>
            <a:ext cx="2916001" cy="1994870"/>
          </a:xfrm>
          <a:prstGeom prst="line">
            <a:avLst/>
          </a:prstGeom>
          <a:ln w="19050">
            <a:solidFill>
              <a:srgbClr val="7030A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接连接符 274">
            <a:extLst>
              <a:ext uri="{FF2B5EF4-FFF2-40B4-BE49-F238E27FC236}">
                <a16:creationId xmlns:a16="http://schemas.microsoft.com/office/drawing/2014/main" id="{4895DFD3-F1D2-181D-2BB4-9AA85F469CE8}"/>
              </a:ext>
            </a:extLst>
          </p:cNvPr>
          <p:cNvCxnSpPr>
            <a:cxnSpLocks/>
          </p:cNvCxnSpPr>
          <p:nvPr/>
        </p:nvCxnSpPr>
        <p:spPr>
          <a:xfrm flipV="1">
            <a:off x="3193125" y="5168415"/>
            <a:ext cx="0" cy="327222"/>
          </a:xfrm>
          <a:prstGeom prst="line">
            <a:avLst/>
          </a:prstGeom>
          <a:ln w="28575">
            <a:solidFill>
              <a:srgbClr val="FF0000"/>
            </a:solidFill>
            <a:prstDash val="solid"/>
            <a:headEnd type="none" w="lg" len="lg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直接连接符 275">
            <a:extLst>
              <a:ext uri="{FF2B5EF4-FFF2-40B4-BE49-F238E27FC236}">
                <a16:creationId xmlns:a16="http://schemas.microsoft.com/office/drawing/2014/main" id="{1D938902-A773-5CB3-8943-D9AB1626EF9D}"/>
              </a:ext>
            </a:extLst>
          </p:cNvPr>
          <p:cNvCxnSpPr>
            <a:cxnSpLocks/>
          </p:cNvCxnSpPr>
          <p:nvPr/>
        </p:nvCxnSpPr>
        <p:spPr>
          <a:xfrm>
            <a:off x="3039793" y="5202771"/>
            <a:ext cx="0" cy="307148"/>
          </a:xfrm>
          <a:prstGeom prst="line">
            <a:avLst/>
          </a:prstGeom>
          <a:ln w="28575">
            <a:solidFill>
              <a:srgbClr val="FF0000"/>
            </a:solidFill>
            <a:prstDash val="solid"/>
            <a:headEnd type="none" w="lg" len="lg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矩形 276">
            <a:extLst>
              <a:ext uri="{FF2B5EF4-FFF2-40B4-BE49-F238E27FC236}">
                <a16:creationId xmlns:a16="http://schemas.microsoft.com/office/drawing/2014/main" id="{55E7F470-8FE6-CB4B-A114-F868A9F26A32}"/>
              </a:ext>
            </a:extLst>
          </p:cNvPr>
          <p:cNvSpPr/>
          <p:nvPr/>
        </p:nvSpPr>
        <p:spPr>
          <a:xfrm>
            <a:off x="1860241" y="4761813"/>
            <a:ext cx="511356" cy="464178"/>
          </a:xfrm>
          <a:prstGeom prst="rect">
            <a:avLst/>
          </a:prstGeom>
          <a:solidFill>
            <a:srgbClr val="4472C4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78" name="矩形 277">
            <a:extLst>
              <a:ext uri="{FF2B5EF4-FFF2-40B4-BE49-F238E27FC236}">
                <a16:creationId xmlns:a16="http://schemas.microsoft.com/office/drawing/2014/main" id="{91F5BAF5-0B74-51D3-F336-0DE6727D4854}"/>
              </a:ext>
            </a:extLst>
          </p:cNvPr>
          <p:cNvSpPr/>
          <p:nvPr/>
        </p:nvSpPr>
        <p:spPr>
          <a:xfrm>
            <a:off x="4210800" y="4768870"/>
            <a:ext cx="511356" cy="464178"/>
          </a:xfrm>
          <a:prstGeom prst="rect">
            <a:avLst/>
          </a:prstGeom>
          <a:solidFill>
            <a:srgbClr val="4472C4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8AFF6AC1-7D6D-C8A4-BA5A-7E68426A197C}"/>
              </a:ext>
            </a:extLst>
          </p:cNvPr>
          <p:cNvSpPr/>
          <p:nvPr/>
        </p:nvSpPr>
        <p:spPr>
          <a:xfrm>
            <a:off x="1881400" y="5726235"/>
            <a:ext cx="511356" cy="464178"/>
          </a:xfrm>
          <a:prstGeom prst="rect">
            <a:avLst/>
          </a:prstGeom>
          <a:solidFill>
            <a:schemeClr val="accent6">
              <a:lumMod val="75000"/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B535D1A0-89B9-C664-C90D-4B04B4A93DB5}"/>
              </a:ext>
            </a:extLst>
          </p:cNvPr>
          <p:cNvSpPr/>
          <p:nvPr/>
        </p:nvSpPr>
        <p:spPr>
          <a:xfrm>
            <a:off x="4195613" y="5798957"/>
            <a:ext cx="511356" cy="464178"/>
          </a:xfrm>
          <a:prstGeom prst="rect">
            <a:avLst/>
          </a:prstGeom>
          <a:solidFill>
            <a:schemeClr val="accent6">
              <a:lumMod val="75000"/>
              <a:alpha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81" name="箭头: 右 280">
            <a:extLst>
              <a:ext uri="{FF2B5EF4-FFF2-40B4-BE49-F238E27FC236}">
                <a16:creationId xmlns:a16="http://schemas.microsoft.com/office/drawing/2014/main" id="{AFCC2CEE-65FF-217E-8D2E-CCA571B784D9}"/>
              </a:ext>
            </a:extLst>
          </p:cNvPr>
          <p:cNvSpPr/>
          <p:nvPr/>
        </p:nvSpPr>
        <p:spPr>
          <a:xfrm rot="2562327">
            <a:off x="5484207" y="3875501"/>
            <a:ext cx="914910" cy="346932"/>
          </a:xfrm>
          <a:prstGeom prst="rightArrow">
            <a:avLst>
              <a:gd name="adj1" fmla="val 37712"/>
              <a:gd name="adj2" fmla="val 70586"/>
            </a:avLst>
          </a:prstGeom>
          <a:solidFill>
            <a:srgbClr val="ECF1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A3F0F0C-5766-CA63-B07A-4AE812D1EEF0}"/>
              </a:ext>
            </a:extLst>
          </p:cNvPr>
          <p:cNvSpPr txBox="1"/>
          <p:nvPr/>
        </p:nvSpPr>
        <p:spPr>
          <a:xfrm>
            <a:off x="996939" y="7169547"/>
            <a:ext cx="14141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二者结合，图形化</a:t>
            </a:r>
            <a:r>
              <a:rPr lang="en-US" altLang="zh-CN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+</a:t>
            </a:r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模块化</a:t>
            </a:r>
          </a:p>
        </p:txBody>
      </p:sp>
    </p:spTree>
    <p:extLst>
      <p:ext uri="{BB962C8B-B14F-4D97-AF65-F5344CB8AC3E}">
        <p14:creationId xmlns:p14="http://schemas.microsoft.com/office/powerpoint/2010/main" val="3796838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62C89DC3-3B20-0E86-3807-D57CCA76D6E2}"/>
              </a:ext>
            </a:extLst>
          </p:cNvPr>
          <p:cNvSpPr txBox="1"/>
          <p:nvPr/>
        </p:nvSpPr>
        <p:spPr>
          <a:xfrm>
            <a:off x="7905862" y="656227"/>
            <a:ext cx="153797" cy="271488"/>
          </a:xfrm>
          <a:prstGeom prst="rect">
            <a:avLst/>
          </a:prstGeom>
        </p:spPr>
        <p:txBody>
          <a:bodyPr vert="horz" wrap="square" lIns="0" tIns="25149" rIns="0" bIns="0" rtlCol="0">
            <a:spAutoFit/>
          </a:bodyPr>
          <a:lstStyle/>
          <a:p>
            <a:pPr marL="19346">
              <a:spcBef>
                <a:spcPts val="198"/>
              </a:spcBef>
            </a:pPr>
            <a:r>
              <a:rPr sz="1599" spc="-76" dirty="0">
                <a:latin typeface="Cambria"/>
                <a:cs typeface="Cambria"/>
              </a:rPr>
              <a:t>𝑓</a:t>
            </a:r>
            <a:endParaRPr sz="1599">
              <a:latin typeface="Cambria"/>
              <a:cs typeface="Cambria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B50541AE-7E65-F535-733A-F3099318CFBE}"/>
              </a:ext>
            </a:extLst>
          </p:cNvPr>
          <p:cNvSpPr txBox="1"/>
          <p:nvPr/>
        </p:nvSpPr>
        <p:spPr>
          <a:xfrm>
            <a:off x="7987303" y="753866"/>
            <a:ext cx="338547" cy="205196"/>
          </a:xfrm>
          <a:prstGeom prst="rect">
            <a:avLst/>
          </a:prstGeom>
        </p:spPr>
        <p:txBody>
          <a:bodyPr vert="horz" wrap="square" lIns="0" tIns="17411" rIns="0" bIns="0" rtlCol="0">
            <a:spAutoFit/>
          </a:bodyPr>
          <a:lstStyle/>
          <a:p>
            <a:pPr marL="19346">
              <a:spcBef>
                <a:spcPts val="137"/>
              </a:spcBef>
            </a:pPr>
            <a:r>
              <a:rPr sz="1219" spc="84" dirty="0">
                <a:latin typeface="Cambria"/>
                <a:cs typeface="Cambria"/>
              </a:rPr>
              <a:t>img</a:t>
            </a:r>
            <a:endParaRPr sz="1219">
              <a:latin typeface="Cambria"/>
              <a:cs typeface="Cambria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267958E2-74BC-61EE-E328-B32332E14D82}"/>
              </a:ext>
            </a:extLst>
          </p:cNvPr>
          <p:cNvSpPr txBox="1"/>
          <p:nvPr/>
        </p:nvSpPr>
        <p:spPr>
          <a:xfrm>
            <a:off x="7939219" y="2341668"/>
            <a:ext cx="395617" cy="271552"/>
          </a:xfrm>
          <a:prstGeom prst="rect">
            <a:avLst/>
          </a:prstGeom>
        </p:spPr>
        <p:txBody>
          <a:bodyPr vert="horz" wrap="square" lIns="0" tIns="25149" rIns="0" bIns="0" rtlCol="0">
            <a:spAutoFit/>
          </a:bodyPr>
          <a:lstStyle/>
          <a:p>
            <a:pPr marL="58038">
              <a:spcBef>
                <a:spcPts val="198"/>
              </a:spcBef>
            </a:pPr>
            <a:r>
              <a:rPr sz="2399" spc="-46" baseline="10582" dirty="0">
                <a:latin typeface="Cambria"/>
                <a:cs typeface="Cambria"/>
              </a:rPr>
              <a:t>𝑓</a:t>
            </a:r>
            <a:r>
              <a:rPr sz="1219" spc="-30" dirty="0">
                <a:latin typeface="Cambria"/>
                <a:cs typeface="Cambria"/>
              </a:rPr>
              <a:t>clt</a:t>
            </a:r>
            <a:endParaRPr sz="1219">
              <a:latin typeface="Cambria"/>
              <a:cs typeface="Cambria"/>
            </a:endParaRPr>
          </a:p>
        </p:txBody>
      </p:sp>
      <p:grpSp>
        <p:nvGrpSpPr>
          <p:cNvPr id="7" name="object 5">
            <a:extLst>
              <a:ext uri="{FF2B5EF4-FFF2-40B4-BE49-F238E27FC236}">
                <a16:creationId xmlns:a16="http://schemas.microsoft.com/office/drawing/2014/main" id="{71DD030B-027B-D413-4D98-2FBE7BDF6160}"/>
              </a:ext>
            </a:extLst>
          </p:cNvPr>
          <p:cNvGrpSpPr/>
          <p:nvPr/>
        </p:nvGrpSpPr>
        <p:grpSpPr>
          <a:xfrm>
            <a:off x="10091209" y="1116516"/>
            <a:ext cx="858943" cy="1712082"/>
            <a:chOff x="6241982" y="545998"/>
            <a:chExt cx="563880" cy="1123950"/>
          </a:xfrm>
        </p:grpSpPr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AB62D3F6-FE75-5B51-815D-17D887CE1845}"/>
                </a:ext>
              </a:extLst>
            </p:cNvPr>
            <p:cNvSpPr/>
            <p:nvPr/>
          </p:nvSpPr>
          <p:spPr>
            <a:xfrm>
              <a:off x="6241970" y="918107"/>
              <a:ext cx="564515" cy="751840"/>
            </a:xfrm>
            <a:custGeom>
              <a:avLst/>
              <a:gdLst/>
              <a:ahLst/>
              <a:cxnLst/>
              <a:rect l="l" t="t" r="r" b="b"/>
              <a:pathLst>
                <a:path w="564515" h="751839">
                  <a:moveTo>
                    <a:pt x="551700" y="719328"/>
                  </a:moveTo>
                  <a:lnTo>
                    <a:pt x="512076" y="699516"/>
                  </a:lnTo>
                  <a:lnTo>
                    <a:pt x="512648" y="719328"/>
                  </a:lnTo>
                  <a:lnTo>
                    <a:pt x="521220" y="719328"/>
                  </a:lnTo>
                  <a:lnTo>
                    <a:pt x="551700" y="719328"/>
                  </a:lnTo>
                  <a:close/>
                </a:path>
                <a:path w="564515" h="751839">
                  <a:moveTo>
                    <a:pt x="554736" y="24384"/>
                  </a:moveTo>
                  <a:lnTo>
                    <a:pt x="541782" y="18288"/>
                  </a:lnTo>
                  <a:lnTo>
                    <a:pt x="502920" y="0"/>
                  </a:lnTo>
                  <a:lnTo>
                    <a:pt x="502920" y="18376"/>
                  </a:lnTo>
                  <a:lnTo>
                    <a:pt x="0" y="22860"/>
                  </a:lnTo>
                  <a:lnTo>
                    <a:pt x="0" y="36576"/>
                  </a:lnTo>
                  <a:lnTo>
                    <a:pt x="502920" y="32092"/>
                  </a:lnTo>
                  <a:lnTo>
                    <a:pt x="502920" y="51816"/>
                  </a:lnTo>
                  <a:lnTo>
                    <a:pt x="554736" y="24384"/>
                  </a:lnTo>
                  <a:close/>
                </a:path>
                <a:path w="564515" h="751839">
                  <a:moveTo>
                    <a:pt x="563892" y="725424"/>
                  </a:moveTo>
                  <a:lnTo>
                    <a:pt x="551853" y="719416"/>
                  </a:lnTo>
                  <a:lnTo>
                    <a:pt x="521220" y="719328"/>
                  </a:lnTo>
                  <a:lnTo>
                    <a:pt x="512660" y="719416"/>
                  </a:lnTo>
                  <a:lnTo>
                    <a:pt x="10680" y="723900"/>
                  </a:lnTo>
                  <a:lnTo>
                    <a:pt x="10680" y="737616"/>
                  </a:lnTo>
                  <a:lnTo>
                    <a:pt x="513016" y="731621"/>
                  </a:lnTo>
                  <a:lnTo>
                    <a:pt x="513600" y="751332"/>
                  </a:lnTo>
                  <a:lnTo>
                    <a:pt x="563892" y="7254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4320E03B-8AD1-2C0A-F88F-2F00710A8B18}"/>
                </a:ext>
              </a:extLst>
            </p:cNvPr>
            <p:cNvSpPr/>
            <p:nvPr/>
          </p:nvSpPr>
          <p:spPr>
            <a:xfrm>
              <a:off x="6461438" y="552348"/>
              <a:ext cx="123825" cy="859790"/>
            </a:xfrm>
            <a:custGeom>
              <a:avLst/>
              <a:gdLst/>
              <a:ahLst/>
              <a:cxnLst/>
              <a:rect l="l" t="t" r="r" b="b"/>
              <a:pathLst>
                <a:path w="123825" h="859790">
                  <a:moveTo>
                    <a:pt x="102108" y="859536"/>
                  </a:moveTo>
                  <a:lnTo>
                    <a:pt x="19812" y="859536"/>
                  </a:lnTo>
                  <a:lnTo>
                    <a:pt x="12215" y="857916"/>
                  </a:lnTo>
                  <a:lnTo>
                    <a:pt x="5905" y="853440"/>
                  </a:lnTo>
                  <a:lnTo>
                    <a:pt x="1595" y="846677"/>
                  </a:lnTo>
                  <a:lnTo>
                    <a:pt x="0" y="838200"/>
                  </a:lnTo>
                  <a:lnTo>
                    <a:pt x="0" y="19812"/>
                  </a:lnTo>
                  <a:lnTo>
                    <a:pt x="1595" y="12215"/>
                  </a:lnTo>
                  <a:lnTo>
                    <a:pt x="5905" y="5905"/>
                  </a:lnTo>
                  <a:lnTo>
                    <a:pt x="12215" y="1595"/>
                  </a:lnTo>
                  <a:lnTo>
                    <a:pt x="19812" y="0"/>
                  </a:lnTo>
                  <a:lnTo>
                    <a:pt x="102108" y="0"/>
                  </a:lnTo>
                  <a:lnTo>
                    <a:pt x="110585" y="1595"/>
                  </a:lnTo>
                  <a:lnTo>
                    <a:pt x="117348" y="5905"/>
                  </a:lnTo>
                  <a:lnTo>
                    <a:pt x="121824" y="12215"/>
                  </a:lnTo>
                  <a:lnTo>
                    <a:pt x="123444" y="19812"/>
                  </a:lnTo>
                  <a:lnTo>
                    <a:pt x="123444" y="838200"/>
                  </a:lnTo>
                  <a:lnTo>
                    <a:pt x="121824" y="846677"/>
                  </a:lnTo>
                  <a:lnTo>
                    <a:pt x="117348" y="853440"/>
                  </a:lnTo>
                  <a:lnTo>
                    <a:pt x="110585" y="857916"/>
                  </a:lnTo>
                  <a:lnTo>
                    <a:pt x="102108" y="859536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8F63E5B6-5C91-1A52-079D-F3B05621411B}"/>
                </a:ext>
              </a:extLst>
            </p:cNvPr>
            <p:cNvSpPr/>
            <p:nvPr/>
          </p:nvSpPr>
          <p:spPr>
            <a:xfrm>
              <a:off x="6461438" y="552348"/>
              <a:ext cx="123825" cy="859790"/>
            </a:xfrm>
            <a:custGeom>
              <a:avLst/>
              <a:gdLst/>
              <a:ahLst/>
              <a:cxnLst/>
              <a:rect l="l" t="t" r="r" b="b"/>
              <a:pathLst>
                <a:path w="123825" h="859790">
                  <a:moveTo>
                    <a:pt x="0" y="19812"/>
                  </a:moveTo>
                  <a:lnTo>
                    <a:pt x="1595" y="12215"/>
                  </a:lnTo>
                  <a:lnTo>
                    <a:pt x="5905" y="5905"/>
                  </a:lnTo>
                  <a:lnTo>
                    <a:pt x="12215" y="1595"/>
                  </a:lnTo>
                  <a:lnTo>
                    <a:pt x="19812" y="0"/>
                  </a:lnTo>
                  <a:lnTo>
                    <a:pt x="102108" y="0"/>
                  </a:lnTo>
                  <a:lnTo>
                    <a:pt x="110585" y="1595"/>
                  </a:lnTo>
                  <a:lnTo>
                    <a:pt x="117348" y="5905"/>
                  </a:lnTo>
                  <a:lnTo>
                    <a:pt x="121824" y="12215"/>
                  </a:lnTo>
                  <a:lnTo>
                    <a:pt x="123444" y="19812"/>
                  </a:lnTo>
                  <a:lnTo>
                    <a:pt x="123444" y="838200"/>
                  </a:lnTo>
                  <a:lnTo>
                    <a:pt x="121824" y="846677"/>
                  </a:lnTo>
                  <a:lnTo>
                    <a:pt x="117348" y="853440"/>
                  </a:lnTo>
                  <a:lnTo>
                    <a:pt x="110585" y="857916"/>
                  </a:lnTo>
                  <a:lnTo>
                    <a:pt x="102108" y="859536"/>
                  </a:lnTo>
                  <a:lnTo>
                    <a:pt x="19812" y="859536"/>
                  </a:lnTo>
                  <a:lnTo>
                    <a:pt x="12215" y="857916"/>
                  </a:lnTo>
                  <a:lnTo>
                    <a:pt x="5905" y="853440"/>
                  </a:lnTo>
                  <a:lnTo>
                    <a:pt x="1595" y="846677"/>
                  </a:lnTo>
                  <a:lnTo>
                    <a:pt x="0" y="838200"/>
                  </a:lnTo>
                  <a:lnTo>
                    <a:pt x="0" y="19812"/>
                  </a:lnTo>
                  <a:close/>
                </a:path>
              </a:pathLst>
            </a:custGeom>
            <a:ln w="12192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pic>
          <p:nvPicPr>
            <p:cNvPr id="11" name="object 9">
              <a:extLst>
                <a:ext uri="{FF2B5EF4-FFF2-40B4-BE49-F238E27FC236}">
                  <a16:creationId xmlns:a16="http://schemas.microsoft.com/office/drawing/2014/main" id="{F075EE2F-4C80-7BBF-54AE-16A22E8FC6F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2107" y="578256"/>
              <a:ext cx="92964" cy="91440"/>
            </a:xfrm>
            <a:prstGeom prst="rect">
              <a:avLst/>
            </a:prstGeom>
          </p:spPr>
        </p:pic>
        <p:pic>
          <p:nvPicPr>
            <p:cNvPr id="12" name="object 10">
              <a:extLst>
                <a:ext uri="{FF2B5EF4-FFF2-40B4-BE49-F238E27FC236}">
                  <a16:creationId xmlns:a16="http://schemas.microsoft.com/office/drawing/2014/main" id="{F419425E-11F9-2FA0-DDCF-4FF152320E7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2107" y="697128"/>
              <a:ext cx="92964" cy="91440"/>
            </a:xfrm>
            <a:prstGeom prst="rect">
              <a:avLst/>
            </a:prstGeom>
          </p:spPr>
        </p:pic>
        <p:pic>
          <p:nvPicPr>
            <p:cNvPr id="13" name="object 11">
              <a:extLst>
                <a:ext uri="{FF2B5EF4-FFF2-40B4-BE49-F238E27FC236}">
                  <a16:creationId xmlns:a16="http://schemas.microsoft.com/office/drawing/2014/main" id="{125E17FE-857D-1EB0-7123-DEE7EA79793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2107" y="817524"/>
              <a:ext cx="92964" cy="91440"/>
            </a:xfrm>
            <a:prstGeom prst="rect">
              <a:avLst/>
            </a:prstGeom>
          </p:spPr>
        </p:pic>
        <p:pic>
          <p:nvPicPr>
            <p:cNvPr id="14" name="object 12">
              <a:extLst>
                <a:ext uri="{FF2B5EF4-FFF2-40B4-BE49-F238E27FC236}">
                  <a16:creationId xmlns:a16="http://schemas.microsoft.com/office/drawing/2014/main" id="{5F3CC3D6-A4C9-3511-E4F9-5BA74F20088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2107" y="936395"/>
              <a:ext cx="92964" cy="91440"/>
            </a:xfrm>
            <a:prstGeom prst="rect">
              <a:avLst/>
            </a:prstGeom>
          </p:spPr>
        </p:pic>
        <p:pic>
          <p:nvPicPr>
            <p:cNvPr id="15" name="object 13">
              <a:extLst>
                <a:ext uri="{FF2B5EF4-FFF2-40B4-BE49-F238E27FC236}">
                  <a16:creationId xmlns:a16="http://schemas.microsoft.com/office/drawing/2014/main" id="{47C1A2B4-7EDF-4718-853F-F6B86D32026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2107" y="1055268"/>
              <a:ext cx="92964" cy="91440"/>
            </a:xfrm>
            <a:prstGeom prst="rect">
              <a:avLst/>
            </a:prstGeom>
          </p:spPr>
        </p:pic>
        <p:pic>
          <p:nvPicPr>
            <p:cNvPr id="16" name="object 14">
              <a:extLst>
                <a:ext uri="{FF2B5EF4-FFF2-40B4-BE49-F238E27FC236}">
                  <a16:creationId xmlns:a16="http://schemas.microsoft.com/office/drawing/2014/main" id="{CB022F64-FA33-455C-C7CA-B38855C3AB9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72107" y="1178712"/>
              <a:ext cx="92964" cy="92964"/>
            </a:xfrm>
            <a:prstGeom prst="rect">
              <a:avLst/>
            </a:prstGeom>
          </p:spPr>
        </p:pic>
        <p:pic>
          <p:nvPicPr>
            <p:cNvPr id="17" name="object 15">
              <a:extLst>
                <a:ext uri="{FF2B5EF4-FFF2-40B4-BE49-F238E27FC236}">
                  <a16:creationId xmlns:a16="http://schemas.microsoft.com/office/drawing/2014/main" id="{0FD6072E-C730-5309-8606-85EA4EF89C4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72107" y="1297584"/>
              <a:ext cx="92964" cy="92964"/>
            </a:xfrm>
            <a:prstGeom prst="rect">
              <a:avLst/>
            </a:prstGeom>
          </p:spPr>
        </p:pic>
      </p:grpSp>
      <p:sp>
        <p:nvSpPr>
          <p:cNvPr id="18" name="object 16">
            <a:extLst>
              <a:ext uri="{FF2B5EF4-FFF2-40B4-BE49-F238E27FC236}">
                <a16:creationId xmlns:a16="http://schemas.microsoft.com/office/drawing/2014/main" id="{9C69DE64-0DE9-8C10-5830-503655F4BE36}"/>
              </a:ext>
            </a:extLst>
          </p:cNvPr>
          <p:cNvSpPr txBox="1"/>
          <p:nvPr/>
        </p:nvSpPr>
        <p:spPr>
          <a:xfrm>
            <a:off x="10241047" y="533195"/>
            <a:ext cx="1027249" cy="509254"/>
          </a:xfrm>
          <a:prstGeom prst="rect">
            <a:avLst/>
          </a:prstGeom>
        </p:spPr>
        <p:txBody>
          <a:bodyPr vert="horz" wrap="square" lIns="0" tIns="17411" rIns="0" bIns="0" rtlCol="0">
            <a:spAutoFit/>
          </a:bodyPr>
          <a:lstStyle/>
          <a:p>
            <a:pPr marL="19346" marR="7738" indent="136389">
              <a:lnSpc>
                <a:spcPct val="103000"/>
              </a:lnSpc>
              <a:spcBef>
                <a:spcPts val="137"/>
              </a:spcBef>
            </a:pPr>
            <a:r>
              <a:rPr sz="1599" spc="-15" dirty="0">
                <a:latin typeface="Times New Roman"/>
                <a:cs typeface="Times New Roman"/>
              </a:rPr>
              <a:t>category</a:t>
            </a:r>
            <a:r>
              <a:rPr lang="en-US" sz="1599" spc="-15" dirty="0">
                <a:latin typeface="Times New Roman"/>
                <a:cs typeface="Times New Roman"/>
              </a:rPr>
              <a:t> concatenate</a:t>
            </a:r>
            <a:endParaRPr sz="1599" dirty="0">
              <a:latin typeface="Times New Roman"/>
              <a:cs typeface="Times New Roman"/>
            </a:endParaRPr>
          </a:p>
        </p:txBody>
      </p:sp>
      <p:grpSp>
        <p:nvGrpSpPr>
          <p:cNvPr id="19" name="object 17">
            <a:extLst>
              <a:ext uri="{FF2B5EF4-FFF2-40B4-BE49-F238E27FC236}">
                <a16:creationId xmlns:a16="http://schemas.microsoft.com/office/drawing/2014/main" id="{E05645CA-50C5-263A-05BA-ADA96223D0D0}"/>
              </a:ext>
            </a:extLst>
          </p:cNvPr>
          <p:cNvGrpSpPr/>
          <p:nvPr/>
        </p:nvGrpSpPr>
        <p:grpSpPr>
          <a:xfrm>
            <a:off x="791413" y="754756"/>
            <a:ext cx="9333070" cy="4053279"/>
            <a:chOff x="136838" y="308508"/>
            <a:chExt cx="6126988" cy="2660903"/>
          </a:xfrm>
        </p:grpSpPr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DB84BAA4-E1F1-76D1-0AF3-4EE2D0E4C504}"/>
                </a:ext>
              </a:extLst>
            </p:cNvPr>
            <p:cNvSpPr/>
            <p:nvPr/>
          </p:nvSpPr>
          <p:spPr>
            <a:xfrm>
              <a:off x="5025830" y="611784"/>
              <a:ext cx="279400" cy="52069"/>
            </a:xfrm>
            <a:custGeom>
              <a:avLst/>
              <a:gdLst/>
              <a:ahLst/>
              <a:cxnLst/>
              <a:rect l="l" t="t" r="r" b="b"/>
              <a:pathLst>
                <a:path w="279400" h="52070">
                  <a:moveTo>
                    <a:pt x="227076" y="51816"/>
                  </a:moveTo>
                  <a:lnTo>
                    <a:pt x="227076" y="0"/>
                  </a:lnTo>
                  <a:lnTo>
                    <a:pt x="266700" y="19812"/>
                  </a:lnTo>
                  <a:lnTo>
                    <a:pt x="236220" y="19812"/>
                  </a:lnTo>
                  <a:lnTo>
                    <a:pt x="236220" y="32004"/>
                  </a:lnTo>
                  <a:lnTo>
                    <a:pt x="266700" y="32004"/>
                  </a:lnTo>
                  <a:lnTo>
                    <a:pt x="227076" y="51816"/>
                  </a:lnTo>
                  <a:close/>
                </a:path>
                <a:path w="279400" h="52070">
                  <a:moveTo>
                    <a:pt x="227076" y="32004"/>
                  </a:moveTo>
                  <a:lnTo>
                    <a:pt x="0" y="32004"/>
                  </a:lnTo>
                  <a:lnTo>
                    <a:pt x="0" y="19812"/>
                  </a:lnTo>
                  <a:lnTo>
                    <a:pt x="227076" y="19812"/>
                  </a:lnTo>
                  <a:lnTo>
                    <a:pt x="227076" y="32004"/>
                  </a:lnTo>
                  <a:close/>
                </a:path>
                <a:path w="279400" h="52070">
                  <a:moveTo>
                    <a:pt x="266700" y="32004"/>
                  </a:moveTo>
                  <a:lnTo>
                    <a:pt x="236220" y="32004"/>
                  </a:lnTo>
                  <a:lnTo>
                    <a:pt x="236220" y="19812"/>
                  </a:lnTo>
                  <a:lnTo>
                    <a:pt x="266700" y="19812"/>
                  </a:lnTo>
                  <a:lnTo>
                    <a:pt x="278892" y="25908"/>
                  </a:lnTo>
                  <a:lnTo>
                    <a:pt x="266700" y="32004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1" name="object 19">
              <a:extLst>
                <a:ext uri="{FF2B5EF4-FFF2-40B4-BE49-F238E27FC236}">
                  <a16:creationId xmlns:a16="http://schemas.microsoft.com/office/drawing/2014/main" id="{C263852B-7A9F-1E92-78FA-11E7DA8E4559}"/>
                </a:ext>
              </a:extLst>
            </p:cNvPr>
            <p:cNvSpPr/>
            <p:nvPr/>
          </p:nvSpPr>
          <p:spPr>
            <a:xfrm>
              <a:off x="5028878" y="1706016"/>
              <a:ext cx="279400" cy="52069"/>
            </a:xfrm>
            <a:custGeom>
              <a:avLst/>
              <a:gdLst/>
              <a:ahLst/>
              <a:cxnLst/>
              <a:rect l="l" t="t" r="r" b="b"/>
              <a:pathLst>
                <a:path w="279400" h="52069">
                  <a:moveTo>
                    <a:pt x="227076" y="51816"/>
                  </a:moveTo>
                  <a:lnTo>
                    <a:pt x="227076" y="0"/>
                  </a:lnTo>
                  <a:lnTo>
                    <a:pt x="266700" y="19812"/>
                  </a:lnTo>
                  <a:lnTo>
                    <a:pt x="236220" y="19812"/>
                  </a:lnTo>
                  <a:lnTo>
                    <a:pt x="236220" y="32004"/>
                  </a:lnTo>
                  <a:lnTo>
                    <a:pt x="266700" y="32004"/>
                  </a:lnTo>
                  <a:lnTo>
                    <a:pt x="227076" y="51816"/>
                  </a:lnTo>
                  <a:close/>
                </a:path>
                <a:path w="279400" h="52069">
                  <a:moveTo>
                    <a:pt x="227076" y="32004"/>
                  </a:moveTo>
                  <a:lnTo>
                    <a:pt x="0" y="32004"/>
                  </a:lnTo>
                  <a:lnTo>
                    <a:pt x="0" y="19812"/>
                  </a:lnTo>
                  <a:lnTo>
                    <a:pt x="227076" y="19812"/>
                  </a:lnTo>
                  <a:lnTo>
                    <a:pt x="227076" y="32004"/>
                  </a:lnTo>
                  <a:close/>
                </a:path>
                <a:path w="279400" h="52069">
                  <a:moveTo>
                    <a:pt x="266700" y="32004"/>
                  </a:moveTo>
                  <a:lnTo>
                    <a:pt x="236220" y="32004"/>
                  </a:lnTo>
                  <a:lnTo>
                    <a:pt x="236220" y="19812"/>
                  </a:lnTo>
                  <a:lnTo>
                    <a:pt x="266700" y="19812"/>
                  </a:lnTo>
                  <a:lnTo>
                    <a:pt x="278892" y="25908"/>
                  </a:lnTo>
                  <a:lnTo>
                    <a:pt x="266700" y="32004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pic>
          <p:nvPicPr>
            <p:cNvPr id="22" name="object 20">
              <a:extLst>
                <a:ext uri="{FF2B5EF4-FFF2-40B4-BE49-F238E27FC236}">
                  <a16:creationId xmlns:a16="http://schemas.microsoft.com/office/drawing/2014/main" id="{8DB827B2-C123-5748-F1B3-7B16C91E6B13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79810" y="459384"/>
              <a:ext cx="367284" cy="336804"/>
            </a:xfrm>
            <a:prstGeom prst="rect">
              <a:avLst/>
            </a:prstGeom>
          </p:spPr>
        </p:pic>
        <p:sp>
          <p:nvSpPr>
            <p:cNvPr id="23" name="object 21">
              <a:extLst>
                <a:ext uri="{FF2B5EF4-FFF2-40B4-BE49-F238E27FC236}">
                  <a16:creationId xmlns:a16="http://schemas.microsoft.com/office/drawing/2014/main" id="{8D53BF8B-B2FF-FD07-6C98-1BCFCFCFCDB6}"/>
                </a:ext>
              </a:extLst>
            </p:cNvPr>
            <p:cNvSpPr/>
            <p:nvPr/>
          </p:nvSpPr>
          <p:spPr>
            <a:xfrm>
              <a:off x="411158" y="963828"/>
              <a:ext cx="83820" cy="466725"/>
            </a:xfrm>
            <a:custGeom>
              <a:avLst/>
              <a:gdLst/>
              <a:ahLst/>
              <a:cxnLst/>
              <a:rect l="l" t="t" r="r" b="b"/>
              <a:pathLst>
                <a:path w="83820" h="466725">
                  <a:moveTo>
                    <a:pt x="83820" y="466344"/>
                  </a:moveTo>
                  <a:lnTo>
                    <a:pt x="0" y="466344"/>
                  </a:lnTo>
                  <a:lnTo>
                    <a:pt x="0" y="0"/>
                  </a:lnTo>
                  <a:lnTo>
                    <a:pt x="83820" y="0"/>
                  </a:lnTo>
                  <a:lnTo>
                    <a:pt x="83820" y="466344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4" name="object 22">
              <a:extLst>
                <a:ext uri="{FF2B5EF4-FFF2-40B4-BE49-F238E27FC236}">
                  <a16:creationId xmlns:a16="http://schemas.microsoft.com/office/drawing/2014/main" id="{18E6F4ED-D484-9A8F-DCEF-78C6EF523E2D}"/>
                </a:ext>
              </a:extLst>
            </p:cNvPr>
            <p:cNvSpPr/>
            <p:nvPr/>
          </p:nvSpPr>
          <p:spPr>
            <a:xfrm>
              <a:off x="494978" y="831240"/>
              <a:ext cx="131445" cy="599440"/>
            </a:xfrm>
            <a:custGeom>
              <a:avLst/>
              <a:gdLst/>
              <a:ahLst/>
              <a:cxnLst/>
              <a:rect l="l" t="t" r="r" b="b"/>
              <a:pathLst>
                <a:path w="131445" h="599440">
                  <a:moveTo>
                    <a:pt x="0" y="598932"/>
                  </a:moveTo>
                  <a:lnTo>
                    <a:pt x="0" y="132587"/>
                  </a:lnTo>
                  <a:lnTo>
                    <a:pt x="131064" y="0"/>
                  </a:lnTo>
                  <a:lnTo>
                    <a:pt x="131064" y="466344"/>
                  </a:lnTo>
                  <a:lnTo>
                    <a:pt x="0" y="598932"/>
                  </a:lnTo>
                  <a:close/>
                </a:path>
              </a:pathLst>
            </a:custGeom>
            <a:solidFill>
              <a:srgbClr val="B9B8B8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5" name="object 23">
              <a:extLst>
                <a:ext uri="{FF2B5EF4-FFF2-40B4-BE49-F238E27FC236}">
                  <a16:creationId xmlns:a16="http://schemas.microsoft.com/office/drawing/2014/main" id="{9C668B57-87FA-60F2-3E8F-985DFBCD3AD0}"/>
                </a:ext>
              </a:extLst>
            </p:cNvPr>
            <p:cNvSpPr/>
            <p:nvPr/>
          </p:nvSpPr>
          <p:spPr>
            <a:xfrm>
              <a:off x="411158" y="831240"/>
              <a:ext cx="215265" cy="132715"/>
            </a:xfrm>
            <a:custGeom>
              <a:avLst/>
              <a:gdLst/>
              <a:ahLst/>
              <a:cxnLst/>
              <a:rect l="l" t="t" r="r" b="b"/>
              <a:pathLst>
                <a:path w="215265" h="132715">
                  <a:moveTo>
                    <a:pt x="83820" y="132587"/>
                  </a:moveTo>
                  <a:lnTo>
                    <a:pt x="0" y="132587"/>
                  </a:lnTo>
                  <a:lnTo>
                    <a:pt x="131064" y="0"/>
                  </a:lnTo>
                  <a:lnTo>
                    <a:pt x="214883" y="0"/>
                  </a:lnTo>
                  <a:lnTo>
                    <a:pt x="83820" y="132587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6" name="object 24">
              <a:extLst>
                <a:ext uri="{FF2B5EF4-FFF2-40B4-BE49-F238E27FC236}">
                  <a16:creationId xmlns:a16="http://schemas.microsoft.com/office/drawing/2014/main" id="{6F2E52FB-CEEB-5417-9A3B-BF8273ED1566}"/>
                </a:ext>
              </a:extLst>
            </p:cNvPr>
            <p:cNvSpPr/>
            <p:nvPr/>
          </p:nvSpPr>
          <p:spPr>
            <a:xfrm>
              <a:off x="411158" y="831240"/>
              <a:ext cx="215265" cy="599440"/>
            </a:xfrm>
            <a:custGeom>
              <a:avLst/>
              <a:gdLst/>
              <a:ahLst/>
              <a:cxnLst/>
              <a:rect l="l" t="t" r="r" b="b"/>
              <a:pathLst>
                <a:path w="215265" h="599440">
                  <a:moveTo>
                    <a:pt x="0" y="132587"/>
                  </a:moveTo>
                  <a:lnTo>
                    <a:pt x="131064" y="0"/>
                  </a:lnTo>
                  <a:lnTo>
                    <a:pt x="214883" y="0"/>
                  </a:lnTo>
                  <a:lnTo>
                    <a:pt x="214883" y="466344"/>
                  </a:lnTo>
                  <a:lnTo>
                    <a:pt x="83820" y="598932"/>
                  </a:lnTo>
                  <a:lnTo>
                    <a:pt x="0" y="598932"/>
                  </a:lnTo>
                  <a:lnTo>
                    <a:pt x="0" y="132587"/>
                  </a:lnTo>
                  <a:close/>
                </a:path>
                <a:path w="215265" h="599440">
                  <a:moveTo>
                    <a:pt x="0" y="132587"/>
                  </a:moveTo>
                  <a:lnTo>
                    <a:pt x="83820" y="132587"/>
                  </a:lnTo>
                  <a:lnTo>
                    <a:pt x="214883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7" name="object 25">
              <a:extLst>
                <a:ext uri="{FF2B5EF4-FFF2-40B4-BE49-F238E27FC236}">
                  <a16:creationId xmlns:a16="http://schemas.microsoft.com/office/drawing/2014/main" id="{D15ACAE5-3B1E-345E-CEE4-961ECDE81FC3}"/>
                </a:ext>
              </a:extLst>
            </p:cNvPr>
            <p:cNvSpPr/>
            <p:nvPr/>
          </p:nvSpPr>
          <p:spPr>
            <a:xfrm>
              <a:off x="494978" y="963828"/>
              <a:ext cx="0" cy="466725"/>
            </a:xfrm>
            <a:custGeom>
              <a:avLst/>
              <a:gdLst/>
              <a:ahLst/>
              <a:cxnLst/>
              <a:rect l="l" t="t" r="r" b="b"/>
              <a:pathLst>
                <a:path h="466725">
                  <a:moveTo>
                    <a:pt x="0" y="0"/>
                  </a:moveTo>
                  <a:lnTo>
                    <a:pt x="0" y="466344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8" name="object 26">
              <a:extLst>
                <a:ext uri="{FF2B5EF4-FFF2-40B4-BE49-F238E27FC236}">
                  <a16:creationId xmlns:a16="http://schemas.microsoft.com/office/drawing/2014/main" id="{C5E88078-0718-DE44-C675-CAF0A8055792}"/>
                </a:ext>
              </a:extLst>
            </p:cNvPr>
            <p:cNvSpPr/>
            <p:nvPr/>
          </p:nvSpPr>
          <p:spPr>
            <a:xfrm>
              <a:off x="513266" y="1006500"/>
              <a:ext cx="82550" cy="363220"/>
            </a:xfrm>
            <a:custGeom>
              <a:avLst/>
              <a:gdLst/>
              <a:ahLst/>
              <a:cxnLst/>
              <a:rect l="l" t="t" r="r" b="b"/>
              <a:pathLst>
                <a:path w="82550" h="363219">
                  <a:moveTo>
                    <a:pt x="82296" y="362712"/>
                  </a:moveTo>
                  <a:lnTo>
                    <a:pt x="0" y="362712"/>
                  </a:lnTo>
                  <a:lnTo>
                    <a:pt x="0" y="0"/>
                  </a:lnTo>
                  <a:lnTo>
                    <a:pt x="82296" y="0"/>
                  </a:lnTo>
                  <a:lnTo>
                    <a:pt x="82296" y="362712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9" name="object 27">
              <a:extLst>
                <a:ext uri="{FF2B5EF4-FFF2-40B4-BE49-F238E27FC236}">
                  <a16:creationId xmlns:a16="http://schemas.microsoft.com/office/drawing/2014/main" id="{0424E2D6-688C-A36B-3335-354E5824A8B8}"/>
                </a:ext>
              </a:extLst>
            </p:cNvPr>
            <p:cNvSpPr/>
            <p:nvPr/>
          </p:nvSpPr>
          <p:spPr>
            <a:xfrm>
              <a:off x="595562" y="907440"/>
              <a:ext cx="100965" cy="462280"/>
            </a:xfrm>
            <a:custGeom>
              <a:avLst/>
              <a:gdLst/>
              <a:ahLst/>
              <a:cxnLst/>
              <a:rect l="l" t="t" r="r" b="b"/>
              <a:pathLst>
                <a:path w="100965" h="462280">
                  <a:moveTo>
                    <a:pt x="0" y="461772"/>
                  </a:moveTo>
                  <a:lnTo>
                    <a:pt x="0" y="99060"/>
                  </a:lnTo>
                  <a:lnTo>
                    <a:pt x="100584" y="0"/>
                  </a:lnTo>
                  <a:lnTo>
                    <a:pt x="100584" y="361188"/>
                  </a:lnTo>
                  <a:lnTo>
                    <a:pt x="0" y="461772"/>
                  </a:lnTo>
                  <a:close/>
                </a:path>
              </a:pathLst>
            </a:custGeom>
            <a:solidFill>
              <a:srgbClr val="B9B8B8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0" name="object 28">
              <a:extLst>
                <a:ext uri="{FF2B5EF4-FFF2-40B4-BE49-F238E27FC236}">
                  <a16:creationId xmlns:a16="http://schemas.microsoft.com/office/drawing/2014/main" id="{273DCA4A-065C-38FB-B74D-BF952D60574F}"/>
                </a:ext>
              </a:extLst>
            </p:cNvPr>
            <p:cNvSpPr/>
            <p:nvPr/>
          </p:nvSpPr>
          <p:spPr>
            <a:xfrm>
              <a:off x="513266" y="907440"/>
              <a:ext cx="182880" cy="99060"/>
            </a:xfrm>
            <a:custGeom>
              <a:avLst/>
              <a:gdLst/>
              <a:ahLst/>
              <a:cxnLst/>
              <a:rect l="l" t="t" r="r" b="b"/>
              <a:pathLst>
                <a:path w="182879" h="99059">
                  <a:moveTo>
                    <a:pt x="82296" y="99060"/>
                  </a:moveTo>
                  <a:lnTo>
                    <a:pt x="0" y="99060"/>
                  </a:lnTo>
                  <a:lnTo>
                    <a:pt x="100584" y="0"/>
                  </a:lnTo>
                  <a:lnTo>
                    <a:pt x="182879" y="0"/>
                  </a:lnTo>
                  <a:lnTo>
                    <a:pt x="82296" y="9906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1" name="object 29">
              <a:extLst>
                <a:ext uri="{FF2B5EF4-FFF2-40B4-BE49-F238E27FC236}">
                  <a16:creationId xmlns:a16="http://schemas.microsoft.com/office/drawing/2014/main" id="{21DCE367-41E7-1E4F-ABBF-B324408DC218}"/>
                </a:ext>
              </a:extLst>
            </p:cNvPr>
            <p:cNvSpPr/>
            <p:nvPr/>
          </p:nvSpPr>
          <p:spPr>
            <a:xfrm>
              <a:off x="513266" y="907440"/>
              <a:ext cx="182880" cy="462280"/>
            </a:xfrm>
            <a:custGeom>
              <a:avLst/>
              <a:gdLst/>
              <a:ahLst/>
              <a:cxnLst/>
              <a:rect l="l" t="t" r="r" b="b"/>
              <a:pathLst>
                <a:path w="182879" h="462280">
                  <a:moveTo>
                    <a:pt x="0" y="99060"/>
                  </a:moveTo>
                  <a:lnTo>
                    <a:pt x="100584" y="0"/>
                  </a:lnTo>
                  <a:lnTo>
                    <a:pt x="182879" y="0"/>
                  </a:lnTo>
                  <a:lnTo>
                    <a:pt x="182879" y="361188"/>
                  </a:lnTo>
                  <a:lnTo>
                    <a:pt x="82296" y="461772"/>
                  </a:lnTo>
                  <a:lnTo>
                    <a:pt x="0" y="461772"/>
                  </a:lnTo>
                  <a:lnTo>
                    <a:pt x="0" y="99060"/>
                  </a:lnTo>
                  <a:close/>
                </a:path>
                <a:path w="182879" h="462280">
                  <a:moveTo>
                    <a:pt x="0" y="99060"/>
                  </a:moveTo>
                  <a:lnTo>
                    <a:pt x="82296" y="99060"/>
                  </a:lnTo>
                  <a:lnTo>
                    <a:pt x="182879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2" name="object 30">
              <a:extLst>
                <a:ext uri="{FF2B5EF4-FFF2-40B4-BE49-F238E27FC236}">
                  <a16:creationId xmlns:a16="http://schemas.microsoft.com/office/drawing/2014/main" id="{E6EE36F8-5BD3-502A-8A0F-2D4E8A0FB9C1}"/>
                </a:ext>
              </a:extLst>
            </p:cNvPr>
            <p:cNvSpPr/>
            <p:nvPr/>
          </p:nvSpPr>
          <p:spPr>
            <a:xfrm>
              <a:off x="595562" y="1006500"/>
              <a:ext cx="0" cy="363220"/>
            </a:xfrm>
            <a:custGeom>
              <a:avLst/>
              <a:gdLst/>
              <a:ahLst/>
              <a:cxnLst/>
              <a:rect l="l" t="t" r="r" b="b"/>
              <a:pathLst>
                <a:path h="363219">
                  <a:moveTo>
                    <a:pt x="0" y="0"/>
                  </a:moveTo>
                  <a:lnTo>
                    <a:pt x="0" y="36271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3" name="object 31">
              <a:extLst>
                <a:ext uri="{FF2B5EF4-FFF2-40B4-BE49-F238E27FC236}">
                  <a16:creationId xmlns:a16="http://schemas.microsoft.com/office/drawing/2014/main" id="{BF798A5D-1AE9-84AB-FE42-299117B498DA}"/>
                </a:ext>
              </a:extLst>
            </p:cNvPr>
            <p:cNvSpPr/>
            <p:nvPr/>
          </p:nvSpPr>
          <p:spPr>
            <a:xfrm>
              <a:off x="187130" y="1096415"/>
              <a:ext cx="681355" cy="60960"/>
            </a:xfrm>
            <a:custGeom>
              <a:avLst/>
              <a:gdLst/>
              <a:ahLst/>
              <a:cxnLst/>
              <a:rect l="l" t="t" r="r" b="b"/>
              <a:pathLst>
                <a:path w="681355" h="60959">
                  <a:moveTo>
                    <a:pt x="205740" y="35052"/>
                  </a:moveTo>
                  <a:lnTo>
                    <a:pt x="193548" y="28956"/>
                  </a:lnTo>
                  <a:lnTo>
                    <a:pt x="153924" y="9144"/>
                  </a:lnTo>
                  <a:lnTo>
                    <a:pt x="153924" y="28956"/>
                  </a:lnTo>
                  <a:lnTo>
                    <a:pt x="0" y="28956"/>
                  </a:lnTo>
                  <a:lnTo>
                    <a:pt x="0" y="41148"/>
                  </a:lnTo>
                  <a:lnTo>
                    <a:pt x="153924" y="41148"/>
                  </a:lnTo>
                  <a:lnTo>
                    <a:pt x="153924" y="60960"/>
                  </a:lnTo>
                  <a:lnTo>
                    <a:pt x="193548" y="41148"/>
                  </a:lnTo>
                  <a:lnTo>
                    <a:pt x="205740" y="35052"/>
                  </a:lnTo>
                  <a:close/>
                </a:path>
                <a:path w="681355" h="60959">
                  <a:moveTo>
                    <a:pt x="681228" y="25908"/>
                  </a:moveTo>
                  <a:lnTo>
                    <a:pt x="669036" y="19812"/>
                  </a:lnTo>
                  <a:lnTo>
                    <a:pt x="629412" y="0"/>
                  </a:lnTo>
                  <a:lnTo>
                    <a:pt x="629412" y="19812"/>
                  </a:lnTo>
                  <a:lnTo>
                    <a:pt x="475488" y="19812"/>
                  </a:lnTo>
                  <a:lnTo>
                    <a:pt x="475488" y="33528"/>
                  </a:lnTo>
                  <a:lnTo>
                    <a:pt x="629412" y="33528"/>
                  </a:lnTo>
                  <a:lnTo>
                    <a:pt x="629412" y="51816"/>
                  </a:lnTo>
                  <a:lnTo>
                    <a:pt x="665988" y="33528"/>
                  </a:lnTo>
                  <a:lnTo>
                    <a:pt x="681228" y="25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4" name="object 32">
              <a:extLst>
                <a:ext uri="{FF2B5EF4-FFF2-40B4-BE49-F238E27FC236}">
                  <a16:creationId xmlns:a16="http://schemas.microsoft.com/office/drawing/2014/main" id="{F6B86C5B-B02A-26A4-CB5E-99DC74410AC8}"/>
                </a:ext>
              </a:extLst>
            </p:cNvPr>
            <p:cNvSpPr/>
            <p:nvPr/>
          </p:nvSpPr>
          <p:spPr>
            <a:xfrm>
              <a:off x="1112198" y="611784"/>
              <a:ext cx="327660" cy="338455"/>
            </a:xfrm>
            <a:custGeom>
              <a:avLst/>
              <a:gdLst/>
              <a:ahLst/>
              <a:cxnLst/>
              <a:rect l="l" t="t" r="r" b="b"/>
              <a:pathLst>
                <a:path w="327659" h="338455">
                  <a:moveTo>
                    <a:pt x="275844" y="51816"/>
                  </a:moveTo>
                  <a:lnTo>
                    <a:pt x="275844" y="0"/>
                  </a:lnTo>
                  <a:lnTo>
                    <a:pt x="315468" y="19812"/>
                  </a:lnTo>
                  <a:lnTo>
                    <a:pt x="283464" y="19812"/>
                  </a:lnTo>
                  <a:lnTo>
                    <a:pt x="283464" y="33528"/>
                  </a:lnTo>
                  <a:lnTo>
                    <a:pt x="312420" y="33528"/>
                  </a:lnTo>
                  <a:lnTo>
                    <a:pt x="275844" y="51816"/>
                  </a:lnTo>
                  <a:close/>
                </a:path>
                <a:path w="327659" h="338455">
                  <a:moveTo>
                    <a:pt x="12192" y="338328"/>
                  </a:moveTo>
                  <a:lnTo>
                    <a:pt x="0" y="338328"/>
                  </a:lnTo>
                  <a:lnTo>
                    <a:pt x="0" y="19812"/>
                  </a:lnTo>
                  <a:lnTo>
                    <a:pt x="275844" y="19812"/>
                  </a:lnTo>
                  <a:lnTo>
                    <a:pt x="275844" y="25908"/>
                  </a:lnTo>
                  <a:lnTo>
                    <a:pt x="12192" y="25908"/>
                  </a:lnTo>
                  <a:lnTo>
                    <a:pt x="6096" y="33528"/>
                  </a:lnTo>
                  <a:lnTo>
                    <a:pt x="12192" y="33528"/>
                  </a:lnTo>
                  <a:lnTo>
                    <a:pt x="12192" y="338328"/>
                  </a:lnTo>
                  <a:close/>
                </a:path>
                <a:path w="327659" h="338455">
                  <a:moveTo>
                    <a:pt x="312420" y="33528"/>
                  </a:moveTo>
                  <a:lnTo>
                    <a:pt x="283464" y="33528"/>
                  </a:lnTo>
                  <a:lnTo>
                    <a:pt x="283464" y="19812"/>
                  </a:lnTo>
                  <a:lnTo>
                    <a:pt x="315468" y="19812"/>
                  </a:lnTo>
                  <a:lnTo>
                    <a:pt x="327660" y="25908"/>
                  </a:lnTo>
                  <a:lnTo>
                    <a:pt x="312420" y="33528"/>
                  </a:lnTo>
                  <a:close/>
                </a:path>
                <a:path w="327659" h="338455">
                  <a:moveTo>
                    <a:pt x="12192" y="33528"/>
                  </a:moveTo>
                  <a:lnTo>
                    <a:pt x="6096" y="33528"/>
                  </a:lnTo>
                  <a:lnTo>
                    <a:pt x="12192" y="25908"/>
                  </a:lnTo>
                  <a:lnTo>
                    <a:pt x="12192" y="33528"/>
                  </a:lnTo>
                  <a:close/>
                </a:path>
                <a:path w="327659" h="338455">
                  <a:moveTo>
                    <a:pt x="275844" y="33528"/>
                  </a:moveTo>
                  <a:lnTo>
                    <a:pt x="12192" y="33528"/>
                  </a:lnTo>
                  <a:lnTo>
                    <a:pt x="12192" y="25908"/>
                  </a:lnTo>
                  <a:lnTo>
                    <a:pt x="275844" y="25908"/>
                  </a:lnTo>
                  <a:lnTo>
                    <a:pt x="275844" y="33528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5" name="object 33">
              <a:extLst>
                <a:ext uri="{FF2B5EF4-FFF2-40B4-BE49-F238E27FC236}">
                  <a16:creationId xmlns:a16="http://schemas.microsoft.com/office/drawing/2014/main" id="{63EF0522-6C36-835C-2400-F8E636F6BA1D}"/>
                </a:ext>
              </a:extLst>
            </p:cNvPr>
            <p:cNvSpPr/>
            <p:nvPr/>
          </p:nvSpPr>
          <p:spPr>
            <a:xfrm>
              <a:off x="1455098" y="460908"/>
              <a:ext cx="83820" cy="466725"/>
            </a:xfrm>
            <a:custGeom>
              <a:avLst/>
              <a:gdLst/>
              <a:ahLst/>
              <a:cxnLst/>
              <a:rect l="l" t="t" r="r" b="b"/>
              <a:pathLst>
                <a:path w="83819" h="466725">
                  <a:moveTo>
                    <a:pt x="83820" y="466344"/>
                  </a:moveTo>
                  <a:lnTo>
                    <a:pt x="0" y="466344"/>
                  </a:lnTo>
                  <a:lnTo>
                    <a:pt x="0" y="0"/>
                  </a:lnTo>
                  <a:lnTo>
                    <a:pt x="83820" y="0"/>
                  </a:lnTo>
                  <a:lnTo>
                    <a:pt x="83820" y="466344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6" name="object 34">
              <a:extLst>
                <a:ext uri="{FF2B5EF4-FFF2-40B4-BE49-F238E27FC236}">
                  <a16:creationId xmlns:a16="http://schemas.microsoft.com/office/drawing/2014/main" id="{0E7C7ACA-9B64-F488-106D-145882CDBD4D}"/>
                </a:ext>
              </a:extLst>
            </p:cNvPr>
            <p:cNvSpPr/>
            <p:nvPr/>
          </p:nvSpPr>
          <p:spPr>
            <a:xfrm>
              <a:off x="1538918" y="329844"/>
              <a:ext cx="131445" cy="597535"/>
            </a:xfrm>
            <a:custGeom>
              <a:avLst/>
              <a:gdLst/>
              <a:ahLst/>
              <a:cxnLst/>
              <a:rect l="l" t="t" r="r" b="b"/>
              <a:pathLst>
                <a:path w="131444" h="597535">
                  <a:moveTo>
                    <a:pt x="0" y="597407"/>
                  </a:moveTo>
                  <a:lnTo>
                    <a:pt x="0" y="131063"/>
                  </a:lnTo>
                  <a:lnTo>
                    <a:pt x="131064" y="0"/>
                  </a:lnTo>
                  <a:lnTo>
                    <a:pt x="131064" y="464819"/>
                  </a:lnTo>
                  <a:lnTo>
                    <a:pt x="0" y="597407"/>
                  </a:lnTo>
                  <a:close/>
                </a:path>
              </a:pathLst>
            </a:custGeom>
            <a:solidFill>
              <a:srgbClr val="B6C1AD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7" name="object 35">
              <a:extLst>
                <a:ext uri="{FF2B5EF4-FFF2-40B4-BE49-F238E27FC236}">
                  <a16:creationId xmlns:a16="http://schemas.microsoft.com/office/drawing/2014/main" id="{6A53A482-6279-B9CC-FC17-11249DB85091}"/>
                </a:ext>
              </a:extLst>
            </p:cNvPr>
            <p:cNvSpPr/>
            <p:nvPr/>
          </p:nvSpPr>
          <p:spPr>
            <a:xfrm>
              <a:off x="1455098" y="329844"/>
              <a:ext cx="215265" cy="131445"/>
            </a:xfrm>
            <a:custGeom>
              <a:avLst/>
              <a:gdLst/>
              <a:ahLst/>
              <a:cxnLst/>
              <a:rect l="l" t="t" r="r" b="b"/>
              <a:pathLst>
                <a:path w="215264" h="131445">
                  <a:moveTo>
                    <a:pt x="83820" y="131063"/>
                  </a:moveTo>
                  <a:lnTo>
                    <a:pt x="0" y="131063"/>
                  </a:lnTo>
                  <a:lnTo>
                    <a:pt x="131064" y="0"/>
                  </a:lnTo>
                  <a:lnTo>
                    <a:pt x="214883" y="0"/>
                  </a:lnTo>
                  <a:lnTo>
                    <a:pt x="83820" y="131063"/>
                  </a:lnTo>
                  <a:close/>
                </a:path>
              </a:pathLst>
            </a:custGeom>
            <a:solidFill>
              <a:srgbClr val="E8F3DF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8" name="object 36">
              <a:extLst>
                <a:ext uri="{FF2B5EF4-FFF2-40B4-BE49-F238E27FC236}">
                  <a16:creationId xmlns:a16="http://schemas.microsoft.com/office/drawing/2014/main" id="{1A3A611C-8010-AE08-7FF9-0DA5A418F460}"/>
                </a:ext>
              </a:extLst>
            </p:cNvPr>
            <p:cNvSpPr/>
            <p:nvPr/>
          </p:nvSpPr>
          <p:spPr>
            <a:xfrm>
              <a:off x="1455098" y="329844"/>
              <a:ext cx="215265" cy="597535"/>
            </a:xfrm>
            <a:custGeom>
              <a:avLst/>
              <a:gdLst/>
              <a:ahLst/>
              <a:cxnLst/>
              <a:rect l="l" t="t" r="r" b="b"/>
              <a:pathLst>
                <a:path w="215264" h="597535">
                  <a:moveTo>
                    <a:pt x="0" y="131063"/>
                  </a:moveTo>
                  <a:lnTo>
                    <a:pt x="131064" y="0"/>
                  </a:lnTo>
                  <a:lnTo>
                    <a:pt x="214883" y="0"/>
                  </a:lnTo>
                  <a:lnTo>
                    <a:pt x="214883" y="464819"/>
                  </a:lnTo>
                  <a:lnTo>
                    <a:pt x="83820" y="597407"/>
                  </a:lnTo>
                  <a:lnTo>
                    <a:pt x="0" y="597407"/>
                  </a:lnTo>
                  <a:lnTo>
                    <a:pt x="0" y="131063"/>
                  </a:lnTo>
                  <a:close/>
                </a:path>
                <a:path w="215264" h="597535">
                  <a:moveTo>
                    <a:pt x="0" y="131063"/>
                  </a:moveTo>
                  <a:lnTo>
                    <a:pt x="83820" y="131063"/>
                  </a:lnTo>
                  <a:lnTo>
                    <a:pt x="214883" y="0"/>
                  </a:lnTo>
                </a:path>
              </a:pathLst>
            </a:custGeom>
            <a:ln w="9144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9" name="object 37">
              <a:extLst>
                <a:ext uri="{FF2B5EF4-FFF2-40B4-BE49-F238E27FC236}">
                  <a16:creationId xmlns:a16="http://schemas.microsoft.com/office/drawing/2014/main" id="{73811720-0007-12B4-0BE3-2813B36DEE5B}"/>
                </a:ext>
              </a:extLst>
            </p:cNvPr>
            <p:cNvSpPr/>
            <p:nvPr/>
          </p:nvSpPr>
          <p:spPr>
            <a:xfrm>
              <a:off x="1538918" y="460908"/>
              <a:ext cx="0" cy="466725"/>
            </a:xfrm>
            <a:custGeom>
              <a:avLst/>
              <a:gdLst/>
              <a:ahLst/>
              <a:cxnLst/>
              <a:rect l="l" t="t" r="r" b="b"/>
              <a:pathLst>
                <a:path h="466725">
                  <a:moveTo>
                    <a:pt x="0" y="0"/>
                  </a:moveTo>
                  <a:lnTo>
                    <a:pt x="0" y="466344"/>
                  </a:lnTo>
                </a:path>
              </a:pathLst>
            </a:custGeom>
            <a:ln w="9144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40" name="object 38">
              <a:extLst>
                <a:ext uri="{FF2B5EF4-FFF2-40B4-BE49-F238E27FC236}">
                  <a16:creationId xmlns:a16="http://schemas.microsoft.com/office/drawing/2014/main" id="{9DE1885A-927B-1BE9-CAA4-4AC6CBB738ED}"/>
                </a:ext>
              </a:extLst>
            </p:cNvPr>
            <p:cNvSpPr/>
            <p:nvPr/>
          </p:nvSpPr>
          <p:spPr>
            <a:xfrm>
              <a:off x="1557206" y="505104"/>
              <a:ext cx="82550" cy="361315"/>
            </a:xfrm>
            <a:custGeom>
              <a:avLst/>
              <a:gdLst/>
              <a:ahLst/>
              <a:cxnLst/>
              <a:rect l="l" t="t" r="r" b="b"/>
              <a:pathLst>
                <a:path w="82550" h="361315">
                  <a:moveTo>
                    <a:pt x="82296" y="361188"/>
                  </a:moveTo>
                  <a:lnTo>
                    <a:pt x="0" y="361188"/>
                  </a:lnTo>
                  <a:lnTo>
                    <a:pt x="0" y="0"/>
                  </a:lnTo>
                  <a:lnTo>
                    <a:pt x="82296" y="0"/>
                  </a:lnTo>
                  <a:lnTo>
                    <a:pt x="82296" y="361188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41" name="object 39">
              <a:extLst>
                <a:ext uri="{FF2B5EF4-FFF2-40B4-BE49-F238E27FC236}">
                  <a16:creationId xmlns:a16="http://schemas.microsoft.com/office/drawing/2014/main" id="{29A348D2-9031-EF5E-F14C-46E38EBB1964}"/>
                </a:ext>
              </a:extLst>
            </p:cNvPr>
            <p:cNvSpPr/>
            <p:nvPr/>
          </p:nvSpPr>
          <p:spPr>
            <a:xfrm>
              <a:off x="1639502" y="404520"/>
              <a:ext cx="100965" cy="462280"/>
            </a:xfrm>
            <a:custGeom>
              <a:avLst/>
              <a:gdLst/>
              <a:ahLst/>
              <a:cxnLst/>
              <a:rect l="l" t="t" r="r" b="b"/>
              <a:pathLst>
                <a:path w="100964" h="462280">
                  <a:moveTo>
                    <a:pt x="0" y="461772"/>
                  </a:moveTo>
                  <a:lnTo>
                    <a:pt x="0" y="100584"/>
                  </a:lnTo>
                  <a:lnTo>
                    <a:pt x="100584" y="0"/>
                  </a:lnTo>
                  <a:lnTo>
                    <a:pt x="100584" y="361188"/>
                  </a:lnTo>
                  <a:lnTo>
                    <a:pt x="0" y="461772"/>
                  </a:lnTo>
                  <a:close/>
                </a:path>
              </a:pathLst>
            </a:custGeom>
            <a:solidFill>
              <a:srgbClr val="B6C1AD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42" name="object 40">
              <a:extLst>
                <a:ext uri="{FF2B5EF4-FFF2-40B4-BE49-F238E27FC236}">
                  <a16:creationId xmlns:a16="http://schemas.microsoft.com/office/drawing/2014/main" id="{7A4AB38E-692C-D43B-9885-DAC61BED461E}"/>
                </a:ext>
              </a:extLst>
            </p:cNvPr>
            <p:cNvSpPr/>
            <p:nvPr/>
          </p:nvSpPr>
          <p:spPr>
            <a:xfrm>
              <a:off x="1557206" y="404520"/>
              <a:ext cx="182880" cy="100965"/>
            </a:xfrm>
            <a:custGeom>
              <a:avLst/>
              <a:gdLst/>
              <a:ahLst/>
              <a:cxnLst/>
              <a:rect l="l" t="t" r="r" b="b"/>
              <a:pathLst>
                <a:path w="182880" h="100965">
                  <a:moveTo>
                    <a:pt x="82296" y="100584"/>
                  </a:moveTo>
                  <a:lnTo>
                    <a:pt x="0" y="100584"/>
                  </a:lnTo>
                  <a:lnTo>
                    <a:pt x="100584" y="0"/>
                  </a:lnTo>
                  <a:lnTo>
                    <a:pt x="182879" y="0"/>
                  </a:lnTo>
                  <a:lnTo>
                    <a:pt x="82296" y="100584"/>
                  </a:lnTo>
                  <a:close/>
                </a:path>
              </a:pathLst>
            </a:custGeom>
            <a:solidFill>
              <a:srgbClr val="E8F3DF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43" name="object 41">
              <a:extLst>
                <a:ext uri="{FF2B5EF4-FFF2-40B4-BE49-F238E27FC236}">
                  <a16:creationId xmlns:a16="http://schemas.microsoft.com/office/drawing/2014/main" id="{AA0E06D9-C2CB-F096-A7C2-17E24CF5B514}"/>
                </a:ext>
              </a:extLst>
            </p:cNvPr>
            <p:cNvSpPr/>
            <p:nvPr/>
          </p:nvSpPr>
          <p:spPr>
            <a:xfrm>
              <a:off x="1557206" y="404520"/>
              <a:ext cx="182880" cy="462280"/>
            </a:xfrm>
            <a:custGeom>
              <a:avLst/>
              <a:gdLst/>
              <a:ahLst/>
              <a:cxnLst/>
              <a:rect l="l" t="t" r="r" b="b"/>
              <a:pathLst>
                <a:path w="182880" h="462280">
                  <a:moveTo>
                    <a:pt x="0" y="100584"/>
                  </a:moveTo>
                  <a:lnTo>
                    <a:pt x="100584" y="0"/>
                  </a:lnTo>
                  <a:lnTo>
                    <a:pt x="182879" y="0"/>
                  </a:lnTo>
                  <a:lnTo>
                    <a:pt x="182879" y="361188"/>
                  </a:lnTo>
                  <a:lnTo>
                    <a:pt x="82296" y="461772"/>
                  </a:lnTo>
                  <a:lnTo>
                    <a:pt x="0" y="461772"/>
                  </a:lnTo>
                  <a:lnTo>
                    <a:pt x="0" y="100584"/>
                  </a:lnTo>
                  <a:close/>
                </a:path>
                <a:path w="182880" h="462280">
                  <a:moveTo>
                    <a:pt x="0" y="100584"/>
                  </a:moveTo>
                  <a:lnTo>
                    <a:pt x="82296" y="100584"/>
                  </a:lnTo>
                  <a:lnTo>
                    <a:pt x="182879" y="0"/>
                  </a:lnTo>
                </a:path>
              </a:pathLst>
            </a:custGeom>
            <a:ln w="9144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44" name="object 42">
              <a:extLst>
                <a:ext uri="{FF2B5EF4-FFF2-40B4-BE49-F238E27FC236}">
                  <a16:creationId xmlns:a16="http://schemas.microsoft.com/office/drawing/2014/main" id="{CA97E167-2E28-7CCA-DADC-D11E0D661EC7}"/>
                </a:ext>
              </a:extLst>
            </p:cNvPr>
            <p:cNvSpPr/>
            <p:nvPr/>
          </p:nvSpPr>
          <p:spPr>
            <a:xfrm>
              <a:off x="1639502" y="505104"/>
              <a:ext cx="0" cy="361315"/>
            </a:xfrm>
            <a:custGeom>
              <a:avLst/>
              <a:gdLst/>
              <a:ahLst/>
              <a:cxnLst/>
              <a:rect l="l" t="t" r="r" b="b"/>
              <a:pathLst>
                <a:path h="361315">
                  <a:moveTo>
                    <a:pt x="0" y="0"/>
                  </a:moveTo>
                  <a:lnTo>
                    <a:pt x="0" y="361188"/>
                  </a:lnTo>
                </a:path>
              </a:pathLst>
            </a:custGeom>
            <a:ln w="9144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45" name="object 43">
              <a:extLst>
                <a:ext uri="{FF2B5EF4-FFF2-40B4-BE49-F238E27FC236}">
                  <a16:creationId xmlns:a16="http://schemas.microsoft.com/office/drawing/2014/main" id="{72497132-4D82-355B-E158-2D96B3D5CDDB}"/>
                </a:ext>
              </a:extLst>
            </p:cNvPr>
            <p:cNvSpPr/>
            <p:nvPr/>
          </p:nvSpPr>
          <p:spPr>
            <a:xfrm>
              <a:off x="1455098" y="1535328"/>
              <a:ext cx="83820" cy="466725"/>
            </a:xfrm>
            <a:custGeom>
              <a:avLst/>
              <a:gdLst/>
              <a:ahLst/>
              <a:cxnLst/>
              <a:rect l="l" t="t" r="r" b="b"/>
              <a:pathLst>
                <a:path w="83819" h="466725">
                  <a:moveTo>
                    <a:pt x="83820" y="466344"/>
                  </a:moveTo>
                  <a:lnTo>
                    <a:pt x="0" y="466344"/>
                  </a:lnTo>
                  <a:lnTo>
                    <a:pt x="0" y="0"/>
                  </a:lnTo>
                  <a:lnTo>
                    <a:pt x="83820" y="0"/>
                  </a:lnTo>
                  <a:lnTo>
                    <a:pt x="83820" y="466344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46" name="object 44">
              <a:extLst>
                <a:ext uri="{FF2B5EF4-FFF2-40B4-BE49-F238E27FC236}">
                  <a16:creationId xmlns:a16="http://schemas.microsoft.com/office/drawing/2014/main" id="{C6EAAB3E-53D7-C753-D1EF-28A7CCF93B19}"/>
                </a:ext>
              </a:extLst>
            </p:cNvPr>
            <p:cNvSpPr/>
            <p:nvPr/>
          </p:nvSpPr>
          <p:spPr>
            <a:xfrm>
              <a:off x="1538918" y="1404264"/>
              <a:ext cx="131445" cy="597535"/>
            </a:xfrm>
            <a:custGeom>
              <a:avLst/>
              <a:gdLst/>
              <a:ahLst/>
              <a:cxnLst/>
              <a:rect l="l" t="t" r="r" b="b"/>
              <a:pathLst>
                <a:path w="131444" h="597535">
                  <a:moveTo>
                    <a:pt x="0" y="597407"/>
                  </a:moveTo>
                  <a:lnTo>
                    <a:pt x="0" y="131063"/>
                  </a:lnTo>
                  <a:lnTo>
                    <a:pt x="131064" y="0"/>
                  </a:lnTo>
                  <a:lnTo>
                    <a:pt x="131064" y="466344"/>
                  </a:lnTo>
                  <a:lnTo>
                    <a:pt x="0" y="597407"/>
                  </a:lnTo>
                  <a:close/>
                </a:path>
              </a:pathLst>
            </a:custGeom>
            <a:solidFill>
              <a:srgbClr val="AEB6C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47" name="object 45">
              <a:extLst>
                <a:ext uri="{FF2B5EF4-FFF2-40B4-BE49-F238E27FC236}">
                  <a16:creationId xmlns:a16="http://schemas.microsoft.com/office/drawing/2014/main" id="{025AAB5B-9104-4585-76D0-180DD915D3C3}"/>
                </a:ext>
              </a:extLst>
            </p:cNvPr>
            <p:cNvSpPr/>
            <p:nvPr/>
          </p:nvSpPr>
          <p:spPr>
            <a:xfrm>
              <a:off x="1455098" y="1404264"/>
              <a:ext cx="215265" cy="131445"/>
            </a:xfrm>
            <a:custGeom>
              <a:avLst/>
              <a:gdLst/>
              <a:ahLst/>
              <a:cxnLst/>
              <a:rect l="l" t="t" r="r" b="b"/>
              <a:pathLst>
                <a:path w="215264" h="131444">
                  <a:moveTo>
                    <a:pt x="83820" y="131063"/>
                  </a:moveTo>
                  <a:lnTo>
                    <a:pt x="0" y="131063"/>
                  </a:lnTo>
                  <a:lnTo>
                    <a:pt x="131064" y="0"/>
                  </a:lnTo>
                  <a:lnTo>
                    <a:pt x="214883" y="0"/>
                  </a:lnTo>
                  <a:lnTo>
                    <a:pt x="83820" y="131063"/>
                  </a:lnTo>
                  <a:close/>
                </a:path>
              </a:pathLst>
            </a:custGeom>
            <a:solidFill>
              <a:srgbClr val="E0E8F5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48" name="object 46">
              <a:extLst>
                <a:ext uri="{FF2B5EF4-FFF2-40B4-BE49-F238E27FC236}">
                  <a16:creationId xmlns:a16="http://schemas.microsoft.com/office/drawing/2014/main" id="{751C720E-1B04-6484-34F0-6314096DF9F3}"/>
                </a:ext>
              </a:extLst>
            </p:cNvPr>
            <p:cNvSpPr/>
            <p:nvPr/>
          </p:nvSpPr>
          <p:spPr>
            <a:xfrm>
              <a:off x="1455098" y="1404264"/>
              <a:ext cx="215265" cy="597535"/>
            </a:xfrm>
            <a:custGeom>
              <a:avLst/>
              <a:gdLst/>
              <a:ahLst/>
              <a:cxnLst/>
              <a:rect l="l" t="t" r="r" b="b"/>
              <a:pathLst>
                <a:path w="215264" h="597535">
                  <a:moveTo>
                    <a:pt x="0" y="131063"/>
                  </a:moveTo>
                  <a:lnTo>
                    <a:pt x="131064" y="0"/>
                  </a:lnTo>
                  <a:lnTo>
                    <a:pt x="214883" y="0"/>
                  </a:lnTo>
                  <a:lnTo>
                    <a:pt x="214883" y="466344"/>
                  </a:lnTo>
                  <a:lnTo>
                    <a:pt x="83820" y="597407"/>
                  </a:lnTo>
                  <a:lnTo>
                    <a:pt x="0" y="597407"/>
                  </a:lnTo>
                  <a:lnTo>
                    <a:pt x="0" y="131063"/>
                  </a:lnTo>
                  <a:close/>
                </a:path>
                <a:path w="215264" h="597535">
                  <a:moveTo>
                    <a:pt x="0" y="131063"/>
                  </a:moveTo>
                  <a:lnTo>
                    <a:pt x="83820" y="131063"/>
                  </a:lnTo>
                  <a:lnTo>
                    <a:pt x="214883" y="0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49" name="object 47">
              <a:extLst>
                <a:ext uri="{FF2B5EF4-FFF2-40B4-BE49-F238E27FC236}">
                  <a16:creationId xmlns:a16="http://schemas.microsoft.com/office/drawing/2014/main" id="{2F680D35-466B-E2AB-46D9-55B17460BAF0}"/>
                </a:ext>
              </a:extLst>
            </p:cNvPr>
            <p:cNvSpPr/>
            <p:nvPr/>
          </p:nvSpPr>
          <p:spPr>
            <a:xfrm>
              <a:off x="1538918" y="1535328"/>
              <a:ext cx="0" cy="466725"/>
            </a:xfrm>
            <a:custGeom>
              <a:avLst/>
              <a:gdLst/>
              <a:ahLst/>
              <a:cxnLst/>
              <a:rect l="l" t="t" r="r" b="b"/>
              <a:pathLst>
                <a:path h="466725">
                  <a:moveTo>
                    <a:pt x="0" y="0"/>
                  </a:moveTo>
                  <a:lnTo>
                    <a:pt x="0" y="466344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50" name="object 48">
              <a:extLst>
                <a:ext uri="{FF2B5EF4-FFF2-40B4-BE49-F238E27FC236}">
                  <a16:creationId xmlns:a16="http://schemas.microsoft.com/office/drawing/2014/main" id="{C4FE4065-0AE5-9357-634E-4C0308422018}"/>
                </a:ext>
              </a:extLst>
            </p:cNvPr>
            <p:cNvSpPr/>
            <p:nvPr/>
          </p:nvSpPr>
          <p:spPr>
            <a:xfrm>
              <a:off x="1557206" y="1579524"/>
              <a:ext cx="82550" cy="363220"/>
            </a:xfrm>
            <a:custGeom>
              <a:avLst/>
              <a:gdLst/>
              <a:ahLst/>
              <a:cxnLst/>
              <a:rect l="l" t="t" r="r" b="b"/>
              <a:pathLst>
                <a:path w="82550" h="363219">
                  <a:moveTo>
                    <a:pt x="82296" y="362712"/>
                  </a:moveTo>
                  <a:lnTo>
                    <a:pt x="0" y="362712"/>
                  </a:lnTo>
                  <a:lnTo>
                    <a:pt x="0" y="0"/>
                  </a:lnTo>
                  <a:lnTo>
                    <a:pt x="82296" y="0"/>
                  </a:lnTo>
                  <a:lnTo>
                    <a:pt x="82296" y="362712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51" name="object 49">
              <a:extLst>
                <a:ext uri="{FF2B5EF4-FFF2-40B4-BE49-F238E27FC236}">
                  <a16:creationId xmlns:a16="http://schemas.microsoft.com/office/drawing/2014/main" id="{9775970E-7D89-CB09-F2A9-F372AC10B17B}"/>
                </a:ext>
              </a:extLst>
            </p:cNvPr>
            <p:cNvSpPr/>
            <p:nvPr/>
          </p:nvSpPr>
          <p:spPr>
            <a:xfrm>
              <a:off x="1639502" y="1478940"/>
              <a:ext cx="100965" cy="463550"/>
            </a:xfrm>
            <a:custGeom>
              <a:avLst/>
              <a:gdLst/>
              <a:ahLst/>
              <a:cxnLst/>
              <a:rect l="l" t="t" r="r" b="b"/>
              <a:pathLst>
                <a:path w="100964" h="463550">
                  <a:moveTo>
                    <a:pt x="0" y="463296"/>
                  </a:moveTo>
                  <a:lnTo>
                    <a:pt x="0" y="100584"/>
                  </a:lnTo>
                  <a:lnTo>
                    <a:pt x="100584" y="0"/>
                  </a:lnTo>
                  <a:lnTo>
                    <a:pt x="100584" y="362712"/>
                  </a:lnTo>
                  <a:lnTo>
                    <a:pt x="0" y="463296"/>
                  </a:lnTo>
                  <a:close/>
                </a:path>
              </a:pathLst>
            </a:custGeom>
            <a:solidFill>
              <a:srgbClr val="AEB6C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52" name="object 50">
              <a:extLst>
                <a:ext uri="{FF2B5EF4-FFF2-40B4-BE49-F238E27FC236}">
                  <a16:creationId xmlns:a16="http://schemas.microsoft.com/office/drawing/2014/main" id="{D59395BC-67B5-A365-4D76-1C6A530BF302}"/>
                </a:ext>
              </a:extLst>
            </p:cNvPr>
            <p:cNvSpPr/>
            <p:nvPr/>
          </p:nvSpPr>
          <p:spPr>
            <a:xfrm>
              <a:off x="1557206" y="1478940"/>
              <a:ext cx="182880" cy="100965"/>
            </a:xfrm>
            <a:custGeom>
              <a:avLst/>
              <a:gdLst/>
              <a:ahLst/>
              <a:cxnLst/>
              <a:rect l="l" t="t" r="r" b="b"/>
              <a:pathLst>
                <a:path w="182880" h="100965">
                  <a:moveTo>
                    <a:pt x="82296" y="100584"/>
                  </a:moveTo>
                  <a:lnTo>
                    <a:pt x="0" y="100584"/>
                  </a:lnTo>
                  <a:lnTo>
                    <a:pt x="100584" y="0"/>
                  </a:lnTo>
                  <a:lnTo>
                    <a:pt x="182879" y="0"/>
                  </a:lnTo>
                  <a:lnTo>
                    <a:pt x="82296" y="100584"/>
                  </a:lnTo>
                  <a:close/>
                </a:path>
              </a:pathLst>
            </a:custGeom>
            <a:solidFill>
              <a:srgbClr val="E0E8F5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53" name="object 51">
              <a:extLst>
                <a:ext uri="{FF2B5EF4-FFF2-40B4-BE49-F238E27FC236}">
                  <a16:creationId xmlns:a16="http://schemas.microsoft.com/office/drawing/2014/main" id="{252C33A6-DD8B-3235-EA39-10B86870197F}"/>
                </a:ext>
              </a:extLst>
            </p:cNvPr>
            <p:cNvSpPr/>
            <p:nvPr/>
          </p:nvSpPr>
          <p:spPr>
            <a:xfrm>
              <a:off x="1557206" y="1478940"/>
              <a:ext cx="182880" cy="463550"/>
            </a:xfrm>
            <a:custGeom>
              <a:avLst/>
              <a:gdLst/>
              <a:ahLst/>
              <a:cxnLst/>
              <a:rect l="l" t="t" r="r" b="b"/>
              <a:pathLst>
                <a:path w="182880" h="463550">
                  <a:moveTo>
                    <a:pt x="0" y="100584"/>
                  </a:moveTo>
                  <a:lnTo>
                    <a:pt x="100584" y="0"/>
                  </a:lnTo>
                  <a:lnTo>
                    <a:pt x="182879" y="0"/>
                  </a:lnTo>
                  <a:lnTo>
                    <a:pt x="182879" y="362712"/>
                  </a:lnTo>
                  <a:lnTo>
                    <a:pt x="82296" y="463296"/>
                  </a:lnTo>
                  <a:lnTo>
                    <a:pt x="0" y="463296"/>
                  </a:lnTo>
                  <a:lnTo>
                    <a:pt x="0" y="100584"/>
                  </a:lnTo>
                  <a:close/>
                </a:path>
                <a:path w="182880" h="463550">
                  <a:moveTo>
                    <a:pt x="0" y="100584"/>
                  </a:moveTo>
                  <a:lnTo>
                    <a:pt x="82296" y="100584"/>
                  </a:lnTo>
                  <a:lnTo>
                    <a:pt x="182879" y="0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54" name="object 52">
              <a:extLst>
                <a:ext uri="{FF2B5EF4-FFF2-40B4-BE49-F238E27FC236}">
                  <a16:creationId xmlns:a16="http://schemas.microsoft.com/office/drawing/2014/main" id="{426AB087-DE96-CCF4-5BCE-AA25968E0B3F}"/>
                </a:ext>
              </a:extLst>
            </p:cNvPr>
            <p:cNvSpPr/>
            <p:nvPr/>
          </p:nvSpPr>
          <p:spPr>
            <a:xfrm>
              <a:off x="1639502" y="1579524"/>
              <a:ext cx="0" cy="363220"/>
            </a:xfrm>
            <a:custGeom>
              <a:avLst/>
              <a:gdLst/>
              <a:ahLst/>
              <a:cxnLst/>
              <a:rect l="l" t="t" r="r" b="b"/>
              <a:pathLst>
                <a:path h="363219">
                  <a:moveTo>
                    <a:pt x="0" y="0"/>
                  </a:moveTo>
                  <a:lnTo>
                    <a:pt x="0" y="362712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55" name="object 53">
              <a:extLst>
                <a:ext uri="{FF2B5EF4-FFF2-40B4-BE49-F238E27FC236}">
                  <a16:creationId xmlns:a16="http://schemas.microsoft.com/office/drawing/2014/main" id="{E704C2D3-085C-B87E-CB2D-714BDC81CFC4}"/>
                </a:ext>
              </a:extLst>
            </p:cNvPr>
            <p:cNvSpPr/>
            <p:nvPr/>
          </p:nvSpPr>
          <p:spPr>
            <a:xfrm>
              <a:off x="1107626" y="1382928"/>
              <a:ext cx="325120" cy="403860"/>
            </a:xfrm>
            <a:custGeom>
              <a:avLst/>
              <a:gdLst/>
              <a:ahLst/>
              <a:cxnLst/>
              <a:rect l="l" t="t" r="r" b="b"/>
              <a:pathLst>
                <a:path w="325119" h="403860">
                  <a:moveTo>
                    <a:pt x="272796" y="384048"/>
                  </a:moveTo>
                  <a:lnTo>
                    <a:pt x="0" y="384048"/>
                  </a:lnTo>
                  <a:lnTo>
                    <a:pt x="0" y="0"/>
                  </a:lnTo>
                  <a:lnTo>
                    <a:pt x="13716" y="0"/>
                  </a:lnTo>
                  <a:lnTo>
                    <a:pt x="13716" y="371856"/>
                  </a:lnTo>
                  <a:lnTo>
                    <a:pt x="6096" y="371856"/>
                  </a:lnTo>
                  <a:lnTo>
                    <a:pt x="13716" y="377952"/>
                  </a:lnTo>
                  <a:lnTo>
                    <a:pt x="272796" y="377952"/>
                  </a:lnTo>
                  <a:lnTo>
                    <a:pt x="272796" y="384048"/>
                  </a:lnTo>
                  <a:close/>
                </a:path>
                <a:path w="325119" h="403860">
                  <a:moveTo>
                    <a:pt x="272796" y="403860"/>
                  </a:moveTo>
                  <a:lnTo>
                    <a:pt x="272796" y="352044"/>
                  </a:lnTo>
                  <a:lnTo>
                    <a:pt x="312420" y="371856"/>
                  </a:lnTo>
                  <a:lnTo>
                    <a:pt x="281940" y="371856"/>
                  </a:lnTo>
                  <a:lnTo>
                    <a:pt x="281940" y="384048"/>
                  </a:lnTo>
                  <a:lnTo>
                    <a:pt x="312420" y="384048"/>
                  </a:lnTo>
                  <a:lnTo>
                    <a:pt x="272796" y="403860"/>
                  </a:lnTo>
                  <a:close/>
                </a:path>
                <a:path w="325119" h="403860">
                  <a:moveTo>
                    <a:pt x="13716" y="377952"/>
                  </a:moveTo>
                  <a:lnTo>
                    <a:pt x="6096" y="371856"/>
                  </a:lnTo>
                  <a:lnTo>
                    <a:pt x="13716" y="371856"/>
                  </a:lnTo>
                  <a:lnTo>
                    <a:pt x="13716" y="377952"/>
                  </a:lnTo>
                  <a:close/>
                </a:path>
                <a:path w="325119" h="403860">
                  <a:moveTo>
                    <a:pt x="272796" y="377952"/>
                  </a:moveTo>
                  <a:lnTo>
                    <a:pt x="13716" y="377952"/>
                  </a:lnTo>
                  <a:lnTo>
                    <a:pt x="13716" y="371856"/>
                  </a:lnTo>
                  <a:lnTo>
                    <a:pt x="272796" y="371856"/>
                  </a:lnTo>
                  <a:lnTo>
                    <a:pt x="272796" y="377952"/>
                  </a:lnTo>
                  <a:close/>
                </a:path>
                <a:path w="325119" h="403860">
                  <a:moveTo>
                    <a:pt x="312420" y="384048"/>
                  </a:moveTo>
                  <a:lnTo>
                    <a:pt x="281940" y="384048"/>
                  </a:lnTo>
                  <a:lnTo>
                    <a:pt x="281940" y="371856"/>
                  </a:lnTo>
                  <a:lnTo>
                    <a:pt x="312420" y="371856"/>
                  </a:lnTo>
                  <a:lnTo>
                    <a:pt x="324612" y="377952"/>
                  </a:lnTo>
                  <a:lnTo>
                    <a:pt x="312420" y="384048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pic>
          <p:nvPicPr>
            <p:cNvPr id="56" name="object 54">
              <a:extLst>
                <a:ext uri="{FF2B5EF4-FFF2-40B4-BE49-F238E27FC236}">
                  <a16:creationId xmlns:a16="http://schemas.microsoft.com/office/drawing/2014/main" id="{CD8072AA-7A94-962F-F4C3-B90209AFB43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1426" y="957732"/>
              <a:ext cx="281939" cy="252983"/>
            </a:xfrm>
            <a:prstGeom prst="rect">
              <a:avLst/>
            </a:prstGeom>
          </p:spPr>
        </p:pic>
        <p:pic>
          <p:nvPicPr>
            <p:cNvPr id="57" name="object 55">
              <a:extLst>
                <a:ext uri="{FF2B5EF4-FFF2-40B4-BE49-F238E27FC236}">
                  <a16:creationId xmlns:a16="http://schemas.microsoft.com/office/drawing/2014/main" id="{9CCB7B18-F13D-2288-3C10-F60F94D36372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1134" y="956208"/>
              <a:ext cx="332232" cy="304800"/>
            </a:xfrm>
            <a:prstGeom prst="rect">
              <a:avLst/>
            </a:prstGeom>
          </p:spPr>
        </p:pic>
        <p:pic>
          <p:nvPicPr>
            <p:cNvPr id="58" name="object 56">
              <a:extLst>
                <a:ext uri="{FF2B5EF4-FFF2-40B4-BE49-F238E27FC236}">
                  <a16:creationId xmlns:a16="http://schemas.microsoft.com/office/drawing/2014/main" id="{095CA81E-56F0-34BD-0E01-51463B91AA48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9986" y="1004976"/>
              <a:ext cx="324611" cy="297179"/>
            </a:xfrm>
            <a:prstGeom prst="rect">
              <a:avLst/>
            </a:prstGeom>
          </p:spPr>
        </p:pic>
        <p:pic>
          <p:nvPicPr>
            <p:cNvPr id="59" name="object 57">
              <a:extLst>
                <a:ext uri="{FF2B5EF4-FFF2-40B4-BE49-F238E27FC236}">
                  <a16:creationId xmlns:a16="http://schemas.microsoft.com/office/drawing/2014/main" id="{A35E1AD9-1F2E-D5B1-DED9-44AD6B3B16B2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8838" y="1044600"/>
              <a:ext cx="324612" cy="312420"/>
            </a:xfrm>
            <a:prstGeom prst="rect">
              <a:avLst/>
            </a:prstGeom>
          </p:spPr>
        </p:pic>
        <p:sp>
          <p:nvSpPr>
            <p:cNvPr id="60" name="object 58">
              <a:extLst>
                <a:ext uri="{FF2B5EF4-FFF2-40B4-BE49-F238E27FC236}">
                  <a16:creationId xmlns:a16="http://schemas.microsoft.com/office/drawing/2014/main" id="{E783E79D-099E-C90D-9DAC-3E977B883DFB}"/>
                </a:ext>
              </a:extLst>
            </p:cNvPr>
            <p:cNvSpPr/>
            <p:nvPr/>
          </p:nvSpPr>
          <p:spPr>
            <a:xfrm>
              <a:off x="903410" y="1105560"/>
              <a:ext cx="273050" cy="247015"/>
            </a:xfrm>
            <a:custGeom>
              <a:avLst/>
              <a:gdLst/>
              <a:ahLst/>
              <a:cxnLst/>
              <a:rect l="l" t="t" r="r" b="b"/>
              <a:pathLst>
                <a:path w="273050" h="247015">
                  <a:moveTo>
                    <a:pt x="0" y="0"/>
                  </a:moveTo>
                  <a:lnTo>
                    <a:pt x="272796" y="0"/>
                  </a:lnTo>
                  <a:lnTo>
                    <a:pt x="272796" y="246888"/>
                  </a:lnTo>
                  <a:lnTo>
                    <a:pt x="0" y="246888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pic>
          <p:nvPicPr>
            <p:cNvPr id="61" name="object 59">
              <a:extLst>
                <a:ext uri="{FF2B5EF4-FFF2-40B4-BE49-F238E27FC236}">
                  <a16:creationId xmlns:a16="http://schemas.microsoft.com/office/drawing/2014/main" id="{E7893D4D-EF27-D6FF-6A84-300A47086989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16514" y="421284"/>
              <a:ext cx="277367" cy="257555"/>
            </a:xfrm>
            <a:prstGeom prst="rect">
              <a:avLst/>
            </a:prstGeom>
          </p:spPr>
        </p:pic>
        <p:pic>
          <p:nvPicPr>
            <p:cNvPr id="62" name="object 60">
              <a:extLst>
                <a:ext uri="{FF2B5EF4-FFF2-40B4-BE49-F238E27FC236}">
                  <a16:creationId xmlns:a16="http://schemas.microsoft.com/office/drawing/2014/main" id="{114E4B70-5F7C-5AFB-50C4-A68CF477ED17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66222" y="422808"/>
              <a:ext cx="329183" cy="306323"/>
            </a:xfrm>
            <a:prstGeom prst="rect">
              <a:avLst/>
            </a:prstGeom>
          </p:spPr>
        </p:pic>
        <p:pic>
          <p:nvPicPr>
            <p:cNvPr id="63" name="object 61">
              <a:extLst>
                <a:ext uri="{FF2B5EF4-FFF2-40B4-BE49-F238E27FC236}">
                  <a16:creationId xmlns:a16="http://schemas.microsoft.com/office/drawing/2014/main" id="{5AD1C7DB-2754-5EE6-CA47-0A5805819C6A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25074" y="471576"/>
              <a:ext cx="321563" cy="298703"/>
            </a:xfrm>
            <a:prstGeom prst="rect">
              <a:avLst/>
            </a:prstGeom>
          </p:spPr>
        </p:pic>
        <p:pic>
          <p:nvPicPr>
            <p:cNvPr id="64" name="object 62">
              <a:extLst>
                <a:ext uri="{FF2B5EF4-FFF2-40B4-BE49-F238E27FC236}">
                  <a16:creationId xmlns:a16="http://schemas.microsoft.com/office/drawing/2014/main" id="{B7972C67-86EC-FFC3-F75E-0C1B921F1266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982402" y="512724"/>
              <a:ext cx="323088" cy="312420"/>
            </a:xfrm>
            <a:prstGeom prst="rect">
              <a:avLst/>
            </a:prstGeom>
          </p:spPr>
        </p:pic>
        <p:sp>
          <p:nvSpPr>
            <p:cNvPr id="65" name="object 63">
              <a:extLst>
                <a:ext uri="{FF2B5EF4-FFF2-40B4-BE49-F238E27FC236}">
                  <a16:creationId xmlns:a16="http://schemas.microsoft.com/office/drawing/2014/main" id="{EB742D7F-D46B-E610-B81A-063AF25F28DC}"/>
                </a:ext>
              </a:extLst>
            </p:cNvPr>
            <p:cNvSpPr/>
            <p:nvPr/>
          </p:nvSpPr>
          <p:spPr>
            <a:xfrm>
              <a:off x="1986974" y="572160"/>
              <a:ext cx="271780" cy="247015"/>
            </a:xfrm>
            <a:custGeom>
              <a:avLst/>
              <a:gdLst/>
              <a:ahLst/>
              <a:cxnLst/>
              <a:rect l="l" t="t" r="r" b="b"/>
              <a:pathLst>
                <a:path w="271780" h="247015">
                  <a:moveTo>
                    <a:pt x="0" y="0"/>
                  </a:moveTo>
                  <a:lnTo>
                    <a:pt x="271272" y="0"/>
                  </a:lnTo>
                  <a:lnTo>
                    <a:pt x="271272" y="246888"/>
                  </a:lnTo>
                  <a:lnTo>
                    <a:pt x="0" y="246888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pic>
          <p:nvPicPr>
            <p:cNvPr id="66" name="object 64">
              <a:extLst>
                <a:ext uri="{FF2B5EF4-FFF2-40B4-BE49-F238E27FC236}">
                  <a16:creationId xmlns:a16="http://schemas.microsoft.com/office/drawing/2014/main" id="{80687076-42BE-FF05-C1E4-6694E7D8C8D9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11942" y="1518564"/>
              <a:ext cx="281939" cy="257555"/>
            </a:xfrm>
            <a:prstGeom prst="rect">
              <a:avLst/>
            </a:prstGeom>
          </p:spPr>
        </p:pic>
        <p:pic>
          <p:nvPicPr>
            <p:cNvPr id="67" name="object 65">
              <a:extLst>
                <a:ext uri="{FF2B5EF4-FFF2-40B4-BE49-F238E27FC236}">
                  <a16:creationId xmlns:a16="http://schemas.microsoft.com/office/drawing/2014/main" id="{21382000-BA51-1E73-909A-ACCDEB328378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061650" y="1520088"/>
              <a:ext cx="330708" cy="306324"/>
            </a:xfrm>
            <a:prstGeom prst="rect">
              <a:avLst/>
            </a:prstGeom>
          </p:spPr>
        </p:pic>
        <p:pic>
          <p:nvPicPr>
            <p:cNvPr id="68" name="object 66">
              <a:extLst>
                <a:ext uri="{FF2B5EF4-FFF2-40B4-BE49-F238E27FC236}">
                  <a16:creationId xmlns:a16="http://schemas.microsoft.com/office/drawing/2014/main" id="{68061413-35E1-F08A-D1A9-F57C42327BE3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020502" y="1568856"/>
              <a:ext cx="323088" cy="294132"/>
            </a:xfrm>
            <a:prstGeom prst="rect">
              <a:avLst/>
            </a:prstGeom>
          </p:spPr>
        </p:pic>
        <p:pic>
          <p:nvPicPr>
            <p:cNvPr id="69" name="object 67">
              <a:extLst>
                <a:ext uri="{FF2B5EF4-FFF2-40B4-BE49-F238E27FC236}">
                  <a16:creationId xmlns:a16="http://schemas.microsoft.com/office/drawing/2014/main" id="{26FEC2E9-F9C0-58BD-E2F0-5C6791BD8266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979354" y="1608480"/>
              <a:ext cx="323087" cy="313943"/>
            </a:xfrm>
            <a:prstGeom prst="rect">
              <a:avLst/>
            </a:prstGeom>
          </p:spPr>
        </p:pic>
        <p:sp>
          <p:nvSpPr>
            <p:cNvPr id="70" name="object 68">
              <a:extLst>
                <a:ext uri="{FF2B5EF4-FFF2-40B4-BE49-F238E27FC236}">
                  <a16:creationId xmlns:a16="http://schemas.microsoft.com/office/drawing/2014/main" id="{04870D65-C52F-A39F-ACA6-9AFD8E3EF907}"/>
                </a:ext>
              </a:extLst>
            </p:cNvPr>
            <p:cNvSpPr/>
            <p:nvPr/>
          </p:nvSpPr>
          <p:spPr>
            <a:xfrm>
              <a:off x="1983926" y="1669440"/>
              <a:ext cx="271780" cy="247015"/>
            </a:xfrm>
            <a:custGeom>
              <a:avLst/>
              <a:gdLst/>
              <a:ahLst/>
              <a:cxnLst/>
              <a:rect l="l" t="t" r="r" b="b"/>
              <a:pathLst>
                <a:path w="271780" h="247014">
                  <a:moveTo>
                    <a:pt x="0" y="0"/>
                  </a:moveTo>
                  <a:lnTo>
                    <a:pt x="271272" y="0"/>
                  </a:lnTo>
                  <a:lnTo>
                    <a:pt x="271272" y="246888"/>
                  </a:lnTo>
                  <a:lnTo>
                    <a:pt x="0" y="246888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71" name="object 69">
              <a:extLst>
                <a:ext uri="{FF2B5EF4-FFF2-40B4-BE49-F238E27FC236}">
                  <a16:creationId xmlns:a16="http://schemas.microsoft.com/office/drawing/2014/main" id="{2633569B-8CF8-9BE7-50D3-C5D02533E62C}"/>
                </a:ext>
              </a:extLst>
            </p:cNvPr>
            <p:cNvSpPr/>
            <p:nvPr/>
          </p:nvSpPr>
          <p:spPr>
            <a:xfrm>
              <a:off x="1695890" y="617880"/>
              <a:ext cx="205740" cy="52069"/>
            </a:xfrm>
            <a:custGeom>
              <a:avLst/>
              <a:gdLst/>
              <a:ahLst/>
              <a:cxnLst/>
              <a:rect l="l" t="t" r="r" b="b"/>
              <a:pathLst>
                <a:path w="205739" h="52070">
                  <a:moveTo>
                    <a:pt x="153924" y="51816"/>
                  </a:moveTo>
                  <a:lnTo>
                    <a:pt x="153924" y="0"/>
                  </a:lnTo>
                  <a:lnTo>
                    <a:pt x="193548" y="19812"/>
                  </a:lnTo>
                  <a:lnTo>
                    <a:pt x="163068" y="19812"/>
                  </a:lnTo>
                  <a:lnTo>
                    <a:pt x="163068" y="32004"/>
                  </a:lnTo>
                  <a:lnTo>
                    <a:pt x="193548" y="32004"/>
                  </a:lnTo>
                  <a:lnTo>
                    <a:pt x="153924" y="51816"/>
                  </a:lnTo>
                  <a:close/>
                </a:path>
                <a:path w="205739" h="52070">
                  <a:moveTo>
                    <a:pt x="153924" y="32004"/>
                  </a:moveTo>
                  <a:lnTo>
                    <a:pt x="0" y="32004"/>
                  </a:lnTo>
                  <a:lnTo>
                    <a:pt x="0" y="19812"/>
                  </a:lnTo>
                  <a:lnTo>
                    <a:pt x="153924" y="19812"/>
                  </a:lnTo>
                  <a:lnTo>
                    <a:pt x="153924" y="32004"/>
                  </a:lnTo>
                  <a:close/>
                </a:path>
                <a:path w="205739" h="52070">
                  <a:moveTo>
                    <a:pt x="193548" y="32004"/>
                  </a:moveTo>
                  <a:lnTo>
                    <a:pt x="163068" y="32004"/>
                  </a:lnTo>
                  <a:lnTo>
                    <a:pt x="163068" y="19812"/>
                  </a:lnTo>
                  <a:lnTo>
                    <a:pt x="193548" y="19812"/>
                  </a:lnTo>
                  <a:lnTo>
                    <a:pt x="205740" y="25908"/>
                  </a:lnTo>
                  <a:lnTo>
                    <a:pt x="193548" y="32004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72" name="object 70">
              <a:extLst>
                <a:ext uri="{FF2B5EF4-FFF2-40B4-BE49-F238E27FC236}">
                  <a16:creationId xmlns:a16="http://schemas.microsoft.com/office/drawing/2014/main" id="{15E883CB-4E21-50B9-5AA2-D07AD25B46FD}"/>
                </a:ext>
              </a:extLst>
            </p:cNvPr>
            <p:cNvSpPr/>
            <p:nvPr/>
          </p:nvSpPr>
          <p:spPr>
            <a:xfrm>
              <a:off x="1700462" y="1718208"/>
              <a:ext cx="205740" cy="52069"/>
            </a:xfrm>
            <a:custGeom>
              <a:avLst/>
              <a:gdLst/>
              <a:ahLst/>
              <a:cxnLst/>
              <a:rect l="l" t="t" r="r" b="b"/>
              <a:pathLst>
                <a:path w="205739" h="52069">
                  <a:moveTo>
                    <a:pt x="153924" y="51816"/>
                  </a:moveTo>
                  <a:lnTo>
                    <a:pt x="153924" y="0"/>
                  </a:lnTo>
                  <a:lnTo>
                    <a:pt x="193548" y="19812"/>
                  </a:lnTo>
                  <a:lnTo>
                    <a:pt x="163068" y="19812"/>
                  </a:lnTo>
                  <a:lnTo>
                    <a:pt x="163068" y="33528"/>
                  </a:lnTo>
                  <a:lnTo>
                    <a:pt x="190500" y="33528"/>
                  </a:lnTo>
                  <a:lnTo>
                    <a:pt x="153924" y="51816"/>
                  </a:lnTo>
                  <a:close/>
                </a:path>
                <a:path w="205739" h="52069">
                  <a:moveTo>
                    <a:pt x="153924" y="33528"/>
                  </a:moveTo>
                  <a:lnTo>
                    <a:pt x="0" y="33528"/>
                  </a:lnTo>
                  <a:lnTo>
                    <a:pt x="0" y="19812"/>
                  </a:lnTo>
                  <a:lnTo>
                    <a:pt x="153924" y="19812"/>
                  </a:lnTo>
                  <a:lnTo>
                    <a:pt x="153924" y="33528"/>
                  </a:lnTo>
                  <a:close/>
                </a:path>
                <a:path w="205739" h="52069">
                  <a:moveTo>
                    <a:pt x="190500" y="33528"/>
                  </a:moveTo>
                  <a:lnTo>
                    <a:pt x="163068" y="33528"/>
                  </a:lnTo>
                  <a:lnTo>
                    <a:pt x="163068" y="19812"/>
                  </a:lnTo>
                  <a:lnTo>
                    <a:pt x="193548" y="19812"/>
                  </a:lnTo>
                  <a:lnTo>
                    <a:pt x="205740" y="25908"/>
                  </a:lnTo>
                  <a:lnTo>
                    <a:pt x="190500" y="33528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73" name="object 71">
              <a:extLst>
                <a:ext uri="{FF2B5EF4-FFF2-40B4-BE49-F238E27FC236}">
                  <a16:creationId xmlns:a16="http://schemas.microsoft.com/office/drawing/2014/main" id="{7F8F4AF1-CF34-807C-9D08-C852DA2BC6BD}"/>
                </a:ext>
              </a:extLst>
            </p:cNvPr>
            <p:cNvSpPr/>
            <p:nvPr/>
          </p:nvSpPr>
          <p:spPr>
            <a:xfrm>
              <a:off x="2360354" y="614832"/>
              <a:ext cx="205740" cy="50800"/>
            </a:xfrm>
            <a:custGeom>
              <a:avLst/>
              <a:gdLst/>
              <a:ahLst/>
              <a:cxnLst/>
              <a:rect l="l" t="t" r="r" b="b"/>
              <a:pathLst>
                <a:path w="205739" h="50800">
                  <a:moveTo>
                    <a:pt x="155448" y="50292"/>
                  </a:moveTo>
                  <a:lnTo>
                    <a:pt x="155448" y="0"/>
                  </a:lnTo>
                  <a:lnTo>
                    <a:pt x="190948" y="18288"/>
                  </a:lnTo>
                  <a:lnTo>
                    <a:pt x="163068" y="18288"/>
                  </a:lnTo>
                  <a:lnTo>
                    <a:pt x="163068" y="32004"/>
                  </a:lnTo>
                  <a:lnTo>
                    <a:pt x="193167" y="32004"/>
                  </a:lnTo>
                  <a:lnTo>
                    <a:pt x="155448" y="50292"/>
                  </a:lnTo>
                  <a:close/>
                </a:path>
                <a:path w="205739" h="50800">
                  <a:moveTo>
                    <a:pt x="155448" y="32004"/>
                  </a:moveTo>
                  <a:lnTo>
                    <a:pt x="0" y="32004"/>
                  </a:lnTo>
                  <a:lnTo>
                    <a:pt x="0" y="18288"/>
                  </a:lnTo>
                  <a:lnTo>
                    <a:pt x="155448" y="18288"/>
                  </a:lnTo>
                  <a:lnTo>
                    <a:pt x="155448" y="32004"/>
                  </a:lnTo>
                  <a:close/>
                </a:path>
                <a:path w="205739" h="50800">
                  <a:moveTo>
                    <a:pt x="193167" y="32004"/>
                  </a:moveTo>
                  <a:lnTo>
                    <a:pt x="163068" y="32004"/>
                  </a:lnTo>
                  <a:lnTo>
                    <a:pt x="163068" y="18288"/>
                  </a:lnTo>
                  <a:lnTo>
                    <a:pt x="190948" y="18288"/>
                  </a:lnTo>
                  <a:lnTo>
                    <a:pt x="205740" y="25908"/>
                  </a:lnTo>
                  <a:lnTo>
                    <a:pt x="193167" y="32004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74" name="object 72">
              <a:extLst>
                <a:ext uri="{FF2B5EF4-FFF2-40B4-BE49-F238E27FC236}">
                  <a16:creationId xmlns:a16="http://schemas.microsoft.com/office/drawing/2014/main" id="{E4C54F96-40C5-FD88-C331-673064AC6649}"/>
                </a:ext>
              </a:extLst>
            </p:cNvPr>
            <p:cNvSpPr/>
            <p:nvPr/>
          </p:nvSpPr>
          <p:spPr>
            <a:xfrm>
              <a:off x="2366450" y="1715160"/>
              <a:ext cx="205740" cy="52069"/>
            </a:xfrm>
            <a:custGeom>
              <a:avLst/>
              <a:gdLst/>
              <a:ahLst/>
              <a:cxnLst/>
              <a:rect l="l" t="t" r="r" b="b"/>
              <a:pathLst>
                <a:path w="205739" h="52069">
                  <a:moveTo>
                    <a:pt x="153924" y="51816"/>
                  </a:moveTo>
                  <a:lnTo>
                    <a:pt x="153924" y="0"/>
                  </a:lnTo>
                  <a:lnTo>
                    <a:pt x="193548" y="19812"/>
                  </a:lnTo>
                  <a:lnTo>
                    <a:pt x="161544" y="19812"/>
                  </a:lnTo>
                  <a:lnTo>
                    <a:pt x="161544" y="32004"/>
                  </a:lnTo>
                  <a:lnTo>
                    <a:pt x="193548" y="32004"/>
                  </a:lnTo>
                  <a:lnTo>
                    <a:pt x="153924" y="51816"/>
                  </a:lnTo>
                  <a:close/>
                </a:path>
                <a:path w="205739" h="52069">
                  <a:moveTo>
                    <a:pt x="153924" y="32004"/>
                  </a:moveTo>
                  <a:lnTo>
                    <a:pt x="0" y="32004"/>
                  </a:lnTo>
                  <a:lnTo>
                    <a:pt x="0" y="19812"/>
                  </a:lnTo>
                  <a:lnTo>
                    <a:pt x="153924" y="19812"/>
                  </a:lnTo>
                  <a:lnTo>
                    <a:pt x="153924" y="32004"/>
                  </a:lnTo>
                  <a:close/>
                </a:path>
                <a:path w="205739" h="52069">
                  <a:moveTo>
                    <a:pt x="193548" y="32004"/>
                  </a:moveTo>
                  <a:lnTo>
                    <a:pt x="161544" y="32004"/>
                  </a:lnTo>
                  <a:lnTo>
                    <a:pt x="161544" y="19812"/>
                  </a:lnTo>
                  <a:lnTo>
                    <a:pt x="193548" y="19812"/>
                  </a:lnTo>
                  <a:lnTo>
                    <a:pt x="205740" y="25908"/>
                  </a:lnTo>
                  <a:lnTo>
                    <a:pt x="193548" y="32004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pic>
          <p:nvPicPr>
            <p:cNvPr id="75" name="object 73">
              <a:extLst>
                <a:ext uri="{FF2B5EF4-FFF2-40B4-BE49-F238E27FC236}">
                  <a16:creationId xmlns:a16="http://schemas.microsoft.com/office/drawing/2014/main" id="{7DD0D158-DA19-58D6-489E-113BD3898ACF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183314" y="1238148"/>
              <a:ext cx="367284" cy="335279"/>
            </a:xfrm>
            <a:prstGeom prst="rect">
              <a:avLst/>
            </a:prstGeom>
          </p:spPr>
        </p:pic>
        <p:sp>
          <p:nvSpPr>
            <p:cNvPr id="76" name="object 74">
              <a:extLst>
                <a:ext uri="{FF2B5EF4-FFF2-40B4-BE49-F238E27FC236}">
                  <a16:creationId xmlns:a16="http://schemas.microsoft.com/office/drawing/2014/main" id="{3049F7B5-770B-EF0D-D058-B7D10AD7EC68}"/>
                </a:ext>
              </a:extLst>
            </p:cNvPr>
            <p:cNvSpPr/>
            <p:nvPr/>
          </p:nvSpPr>
          <p:spPr>
            <a:xfrm>
              <a:off x="2762690" y="791616"/>
              <a:ext cx="239395" cy="617220"/>
            </a:xfrm>
            <a:custGeom>
              <a:avLst/>
              <a:gdLst/>
              <a:ahLst/>
              <a:cxnLst/>
              <a:rect l="l" t="t" r="r" b="b"/>
              <a:pathLst>
                <a:path w="239394" h="617219">
                  <a:moveTo>
                    <a:pt x="0" y="0"/>
                  </a:moveTo>
                  <a:lnTo>
                    <a:pt x="239268" y="617219"/>
                  </a:lnTo>
                </a:path>
              </a:pathLst>
            </a:custGeom>
            <a:ln w="12192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77" name="object 75">
              <a:extLst>
                <a:ext uri="{FF2B5EF4-FFF2-40B4-BE49-F238E27FC236}">
                  <a16:creationId xmlns:a16="http://schemas.microsoft.com/office/drawing/2014/main" id="{ECE2B1E7-DC71-D1B7-031F-61245A453D21}"/>
                </a:ext>
              </a:extLst>
            </p:cNvPr>
            <p:cNvSpPr/>
            <p:nvPr/>
          </p:nvSpPr>
          <p:spPr>
            <a:xfrm>
              <a:off x="2995862" y="1378356"/>
              <a:ext cx="196850" cy="52069"/>
            </a:xfrm>
            <a:custGeom>
              <a:avLst/>
              <a:gdLst/>
              <a:ahLst/>
              <a:cxnLst/>
              <a:rect l="l" t="t" r="r" b="b"/>
              <a:pathLst>
                <a:path w="196850" h="52069">
                  <a:moveTo>
                    <a:pt x="144780" y="51816"/>
                  </a:moveTo>
                  <a:lnTo>
                    <a:pt x="144780" y="0"/>
                  </a:lnTo>
                  <a:lnTo>
                    <a:pt x="184404" y="19812"/>
                  </a:lnTo>
                  <a:lnTo>
                    <a:pt x="153924" y="19812"/>
                  </a:lnTo>
                  <a:lnTo>
                    <a:pt x="153924" y="32004"/>
                  </a:lnTo>
                  <a:lnTo>
                    <a:pt x="184404" y="32004"/>
                  </a:lnTo>
                  <a:lnTo>
                    <a:pt x="144780" y="51816"/>
                  </a:lnTo>
                  <a:close/>
                </a:path>
                <a:path w="196850" h="52069">
                  <a:moveTo>
                    <a:pt x="144780" y="32004"/>
                  </a:moveTo>
                  <a:lnTo>
                    <a:pt x="0" y="32004"/>
                  </a:lnTo>
                  <a:lnTo>
                    <a:pt x="0" y="19812"/>
                  </a:lnTo>
                  <a:lnTo>
                    <a:pt x="144780" y="19812"/>
                  </a:lnTo>
                  <a:lnTo>
                    <a:pt x="144780" y="32004"/>
                  </a:lnTo>
                  <a:close/>
                </a:path>
                <a:path w="196850" h="52069">
                  <a:moveTo>
                    <a:pt x="184404" y="32004"/>
                  </a:moveTo>
                  <a:lnTo>
                    <a:pt x="153924" y="32004"/>
                  </a:lnTo>
                  <a:lnTo>
                    <a:pt x="153924" y="19812"/>
                  </a:lnTo>
                  <a:lnTo>
                    <a:pt x="184404" y="19812"/>
                  </a:lnTo>
                  <a:lnTo>
                    <a:pt x="196596" y="25908"/>
                  </a:lnTo>
                  <a:lnTo>
                    <a:pt x="184404" y="32004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78" name="object 76">
              <a:extLst>
                <a:ext uri="{FF2B5EF4-FFF2-40B4-BE49-F238E27FC236}">
                  <a16:creationId xmlns:a16="http://schemas.microsoft.com/office/drawing/2014/main" id="{798631B3-ED82-4477-2A1A-DCEDD779056B}"/>
                </a:ext>
              </a:extLst>
            </p:cNvPr>
            <p:cNvSpPr/>
            <p:nvPr/>
          </p:nvSpPr>
          <p:spPr>
            <a:xfrm>
              <a:off x="2985194" y="948587"/>
              <a:ext cx="205740" cy="52069"/>
            </a:xfrm>
            <a:custGeom>
              <a:avLst/>
              <a:gdLst/>
              <a:ahLst/>
              <a:cxnLst/>
              <a:rect l="l" t="t" r="r" b="b"/>
              <a:pathLst>
                <a:path w="205739" h="52069">
                  <a:moveTo>
                    <a:pt x="153924" y="51816"/>
                  </a:moveTo>
                  <a:lnTo>
                    <a:pt x="153924" y="0"/>
                  </a:lnTo>
                  <a:lnTo>
                    <a:pt x="193548" y="19812"/>
                  </a:lnTo>
                  <a:lnTo>
                    <a:pt x="163068" y="19812"/>
                  </a:lnTo>
                  <a:lnTo>
                    <a:pt x="163068" y="32004"/>
                  </a:lnTo>
                  <a:lnTo>
                    <a:pt x="193548" y="32004"/>
                  </a:lnTo>
                  <a:lnTo>
                    <a:pt x="153924" y="51816"/>
                  </a:lnTo>
                  <a:close/>
                </a:path>
                <a:path w="205739" h="52069">
                  <a:moveTo>
                    <a:pt x="153924" y="32004"/>
                  </a:moveTo>
                  <a:lnTo>
                    <a:pt x="0" y="32004"/>
                  </a:lnTo>
                  <a:lnTo>
                    <a:pt x="0" y="19812"/>
                  </a:lnTo>
                  <a:lnTo>
                    <a:pt x="153924" y="19812"/>
                  </a:lnTo>
                  <a:lnTo>
                    <a:pt x="153924" y="32004"/>
                  </a:lnTo>
                  <a:close/>
                </a:path>
                <a:path w="205739" h="52069">
                  <a:moveTo>
                    <a:pt x="193548" y="32004"/>
                  </a:moveTo>
                  <a:lnTo>
                    <a:pt x="163068" y="32004"/>
                  </a:lnTo>
                  <a:lnTo>
                    <a:pt x="163068" y="19812"/>
                  </a:lnTo>
                  <a:lnTo>
                    <a:pt x="193548" y="19812"/>
                  </a:lnTo>
                  <a:lnTo>
                    <a:pt x="205740" y="25908"/>
                  </a:lnTo>
                  <a:lnTo>
                    <a:pt x="193548" y="32004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79" name="object 77">
              <a:extLst>
                <a:ext uri="{FF2B5EF4-FFF2-40B4-BE49-F238E27FC236}">
                  <a16:creationId xmlns:a16="http://schemas.microsoft.com/office/drawing/2014/main" id="{CA6B933E-0EBF-D2D2-B6A2-3349B3591DD9}"/>
                </a:ext>
              </a:extLst>
            </p:cNvPr>
            <p:cNvSpPr/>
            <p:nvPr/>
          </p:nvSpPr>
          <p:spPr>
            <a:xfrm>
              <a:off x="2758118" y="971448"/>
              <a:ext cx="230504" cy="601980"/>
            </a:xfrm>
            <a:custGeom>
              <a:avLst/>
              <a:gdLst/>
              <a:ahLst/>
              <a:cxnLst/>
              <a:rect l="l" t="t" r="r" b="b"/>
              <a:pathLst>
                <a:path w="230505" h="601980">
                  <a:moveTo>
                    <a:pt x="230124" y="0"/>
                  </a:moveTo>
                  <a:lnTo>
                    <a:pt x="0" y="601980"/>
                  </a:lnTo>
                </a:path>
              </a:pathLst>
            </a:custGeom>
            <a:ln w="12191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pic>
          <p:nvPicPr>
            <p:cNvPr id="80" name="object 78">
              <a:extLst>
                <a:ext uri="{FF2B5EF4-FFF2-40B4-BE49-F238E27FC236}">
                  <a16:creationId xmlns:a16="http://schemas.microsoft.com/office/drawing/2014/main" id="{389C8C90-05B6-73F4-18A5-6FD598C52D93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03710" y="570636"/>
              <a:ext cx="120396" cy="120396"/>
            </a:xfrm>
            <a:prstGeom prst="rect">
              <a:avLst/>
            </a:prstGeom>
          </p:spPr>
        </p:pic>
        <p:pic>
          <p:nvPicPr>
            <p:cNvPr id="81" name="object 79">
              <a:extLst>
                <a:ext uri="{FF2B5EF4-FFF2-40B4-BE49-F238E27FC236}">
                  <a16:creationId xmlns:a16="http://schemas.microsoft.com/office/drawing/2014/main" id="{3A3E1B51-0DE3-8A9F-DF4F-35A086B9A4F7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306758" y="1674012"/>
              <a:ext cx="120396" cy="120396"/>
            </a:xfrm>
            <a:prstGeom prst="rect">
              <a:avLst/>
            </a:prstGeom>
          </p:spPr>
        </p:pic>
        <p:sp>
          <p:nvSpPr>
            <p:cNvPr id="82" name="object 80">
              <a:extLst>
                <a:ext uri="{FF2B5EF4-FFF2-40B4-BE49-F238E27FC236}">
                  <a16:creationId xmlns:a16="http://schemas.microsoft.com/office/drawing/2014/main" id="{0BD54566-0BEB-CDBA-AC09-B68AED6D1363}"/>
                </a:ext>
              </a:extLst>
            </p:cNvPr>
            <p:cNvSpPr/>
            <p:nvPr/>
          </p:nvSpPr>
          <p:spPr>
            <a:xfrm>
              <a:off x="2960810" y="605688"/>
              <a:ext cx="349250" cy="52069"/>
            </a:xfrm>
            <a:custGeom>
              <a:avLst/>
              <a:gdLst/>
              <a:ahLst/>
              <a:cxnLst/>
              <a:rect l="l" t="t" r="r" b="b"/>
              <a:pathLst>
                <a:path w="349250" h="52070">
                  <a:moveTo>
                    <a:pt x="297180" y="18333"/>
                  </a:moveTo>
                  <a:lnTo>
                    <a:pt x="297180" y="0"/>
                  </a:lnTo>
                  <a:lnTo>
                    <a:pt x="333756" y="18288"/>
                  </a:lnTo>
                  <a:lnTo>
                    <a:pt x="306324" y="18288"/>
                  </a:lnTo>
                  <a:lnTo>
                    <a:pt x="297180" y="18333"/>
                  </a:lnTo>
                  <a:close/>
                </a:path>
                <a:path w="349250" h="52070">
                  <a:moveTo>
                    <a:pt x="297180" y="32049"/>
                  </a:moveTo>
                  <a:lnTo>
                    <a:pt x="297180" y="18333"/>
                  </a:lnTo>
                  <a:lnTo>
                    <a:pt x="306324" y="18288"/>
                  </a:lnTo>
                  <a:lnTo>
                    <a:pt x="306324" y="32004"/>
                  </a:lnTo>
                  <a:lnTo>
                    <a:pt x="297180" y="32049"/>
                  </a:lnTo>
                  <a:close/>
                </a:path>
                <a:path w="349250" h="52070">
                  <a:moveTo>
                    <a:pt x="297180" y="51816"/>
                  </a:moveTo>
                  <a:lnTo>
                    <a:pt x="297180" y="32049"/>
                  </a:lnTo>
                  <a:lnTo>
                    <a:pt x="306324" y="32004"/>
                  </a:lnTo>
                  <a:lnTo>
                    <a:pt x="306324" y="18288"/>
                  </a:lnTo>
                  <a:lnTo>
                    <a:pt x="333756" y="18288"/>
                  </a:lnTo>
                  <a:lnTo>
                    <a:pt x="348996" y="25908"/>
                  </a:lnTo>
                  <a:lnTo>
                    <a:pt x="297180" y="51816"/>
                  </a:lnTo>
                  <a:close/>
                </a:path>
                <a:path w="349250" h="52070">
                  <a:moveTo>
                    <a:pt x="0" y="33528"/>
                  </a:moveTo>
                  <a:lnTo>
                    <a:pt x="0" y="19812"/>
                  </a:lnTo>
                  <a:lnTo>
                    <a:pt x="297180" y="18333"/>
                  </a:lnTo>
                  <a:lnTo>
                    <a:pt x="297180" y="32049"/>
                  </a:lnTo>
                  <a:lnTo>
                    <a:pt x="0" y="33528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83" name="object 81">
              <a:extLst>
                <a:ext uri="{FF2B5EF4-FFF2-40B4-BE49-F238E27FC236}">
                  <a16:creationId xmlns:a16="http://schemas.microsoft.com/office/drawing/2014/main" id="{59573D2D-E36A-802E-02E8-BFD69672B42B}"/>
                </a:ext>
              </a:extLst>
            </p:cNvPr>
            <p:cNvSpPr/>
            <p:nvPr/>
          </p:nvSpPr>
          <p:spPr>
            <a:xfrm>
              <a:off x="2863274" y="1709063"/>
              <a:ext cx="449580" cy="52069"/>
            </a:xfrm>
            <a:custGeom>
              <a:avLst/>
              <a:gdLst/>
              <a:ahLst/>
              <a:cxnLst/>
              <a:rect l="l" t="t" r="r" b="b"/>
              <a:pathLst>
                <a:path w="449579" h="52069">
                  <a:moveTo>
                    <a:pt x="397764" y="32038"/>
                  </a:moveTo>
                  <a:lnTo>
                    <a:pt x="397764" y="0"/>
                  </a:lnTo>
                  <a:lnTo>
                    <a:pt x="437388" y="19812"/>
                  </a:lnTo>
                  <a:lnTo>
                    <a:pt x="406908" y="19812"/>
                  </a:lnTo>
                  <a:lnTo>
                    <a:pt x="406908" y="32004"/>
                  </a:lnTo>
                  <a:lnTo>
                    <a:pt x="397764" y="32038"/>
                  </a:lnTo>
                  <a:close/>
                </a:path>
                <a:path w="449579" h="52069">
                  <a:moveTo>
                    <a:pt x="0" y="33528"/>
                  </a:moveTo>
                  <a:lnTo>
                    <a:pt x="0" y="19812"/>
                  </a:lnTo>
                  <a:lnTo>
                    <a:pt x="397764" y="19812"/>
                  </a:lnTo>
                  <a:lnTo>
                    <a:pt x="397764" y="32038"/>
                  </a:lnTo>
                  <a:lnTo>
                    <a:pt x="0" y="33528"/>
                  </a:lnTo>
                  <a:close/>
                </a:path>
                <a:path w="449579" h="52069">
                  <a:moveTo>
                    <a:pt x="397764" y="51816"/>
                  </a:moveTo>
                  <a:lnTo>
                    <a:pt x="397764" y="32038"/>
                  </a:lnTo>
                  <a:lnTo>
                    <a:pt x="406908" y="32004"/>
                  </a:lnTo>
                  <a:lnTo>
                    <a:pt x="406908" y="19812"/>
                  </a:lnTo>
                  <a:lnTo>
                    <a:pt x="437388" y="19812"/>
                  </a:lnTo>
                  <a:lnTo>
                    <a:pt x="449580" y="25908"/>
                  </a:lnTo>
                  <a:lnTo>
                    <a:pt x="397764" y="51816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pic>
          <p:nvPicPr>
            <p:cNvPr id="84" name="object 82">
              <a:extLst>
                <a:ext uri="{FF2B5EF4-FFF2-40B4-BE49-F238E27FC236}">
                  <a16:creationId xmlns:a16="http://schemas.microsoft.com/office/drawing/2014/main" id="{CA5E5608-FF1F-48BC-CB53-3ACB57E99D34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794438" y="413664"/>
              <a:ext cx="283463" cy="252983"/>
            </a:xfrm>
            <a:prstGeom prst="rect">
              <a:avLst/>
            </a:prstGeom>
          </p:spPr>
        </p:pic>
        <p:pic>
          <p:nvPicPr>
            <p:cNvPr id="85" name="object 83">
              <a:extLst>
                <a:ext uri="{FF2B5EF4-FFF2-40B4-BE49-F238E27FC236}">
                  <a16:creationId xmlns:a16="http://schemas.microsoft.com/office/drawing/2014/main" id="{10626B02-525F-C212-5C2B-09E59AF5D750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745670" y="412140"/>
              <a:ext cx="330708" cy="304799"/>
            </a:xfrm>
            <a:prstGeom prst="rect">
              <a:avLst/>
            </a:prstGeom>
          </p:spPr>
        </p:pic>
        <p:pic>
          <p:nvPicPr>
            <p:cNvPr id="86" name="object 84">
              <a:extLst>
                <a:ext uri="{FF2B5EF4-FFF2-40B4-BE49-F238E27FC236}">
                  <a16:creationId xmlns:a16="http://schemas.microsoft.com/office/drawing/2014/main" id="{4A6C0358-E3DB-6182-3ABF-8A2ED08EFA67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702998" y="460908"/>
              <a:ext cx="323087" cy="297179"/>
            </a:xfrm>
            <a:prstGeom prst="rect">
              <a:avLst/>
            </a:prstGeom>
          </p:spPr>
        </p:pic>
        <p:pic>
          <p:nvPicPr>
            <p:cNvPr id="87" name="object 85">
              <a:extLst>
                <a:ext uri="{FF2B5EF4-FFF2-40B4-BE49-F238E27FC236}">
                  <a16:creationId xmlns:a16="http://schemas.microsoft.com/office/drawing/2014/main" id="{C0708228-B8C4-116D-2C35-73909F34048B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661850" y="500532"/>
              <a:ext cx="323088" cy="310896"/>
            </a:xfrm>
            <a:prstGeom prst="rect">
              <a:avLst/>
            </a:prstGeom>
          </p:spPr>
        </p:pic>
        <p:sp>
          <p:nvSpPr>
            <p:cNvPr id="88" name="object 86">
              <a:extLst>
                <a:ext uri="{FF2B5EF4-FFF2-40B4-BE49-F238E27FC236}">
                  <a16:creationId xmlns:a16="http://schemas.microsoft.com/office/drawing/2014/main" id="{37D07087-4C26-EAAA-C596-8EE71777A9B7}"/>
                </a:ext>
              </a:extLst>
            </p:cNvPr>
            <p:cNvSpPr/>
            <p:nvPr/>
          </p:nvSpPr>
          <p:spPr>
            <a:xfrm>
              <a:off x="3666422" y="561492"/>
              <a:ext cx="273050" cy="247015"/>
            </a:xfrm>
            <a:custGeom>
              <a:avLst/>
              <a:gdLst/>
              <a:ahLst/>
              <a:cxnLst/>
              <a:rect l="l" t="t" r="r" b="b"/>
              <a:pathLst>
                <a:path w="273050" h="247015">
                  <a:moveTo>
                    <a:pt x="0" y="0"/>
                  </a:moveTo>
                  <a:lnTo>
                    <a:pt x="272796" y="0"/>
                  </a:lnTo>
                  <a:lnTo>
                    <a:pt x="272796" y="246888"/>
                  </a:lnTo>
                  <a:lnTo>
                    <a:pt x="0" y="246888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pic>
          <p:nvPicPr>
            <p:cNvPr id="89" name="object 87">
              <a:extLst>
                <a:ext uri="{FF2B5EF4-FFF2-40B4-BE49-F238E27FC236}">
                  <a16:creationId xmlns:a16="http://schemas.microsoft.com/office/drawing/2014/main" id="{DFCC0B38-B2EF-356B-0113-063C57F0792E}"/>
                </a:ext>
              </a:extLst>
            </p:cNvPr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791390" y="1510944"/>
              <a:ext cx="281939" cy="252983"/>
            </a:xfrm>
            <a:prstGeom prst="rect">
              <a:avLst/>
            </a:prstGeom>
          </p:spPr>
        </p:pic>
        <p:pic>
          <p:nvPicPr>
            <p:cNvPr id="90" name="object 88">
              <a:extLst>
                <a:ext uri="{FF2B5EF4-FFF2-40B4-BE49-F238E27FC236}">
                  <a16:creationId xmlns:a16="http://schemas.microsoft.com/office/drawing/2014/main" id="{6F87C0EA-7E85-5DB8-A044-7D05FB16AD9F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741098" y="1509420"/>
              <a:ext cx="332231" cy="304800"/>
            </a:xfrm>
            <a:prstGeom prst="rect">
              <a:avLst/>
            </a:prstGeom>
          </p:spPr>
        </p:pic>
        <p:pic>
          <p:nvPicPr>
            <p:cNvPr id="91" name="object 89">
              <a:extLst>
                <a:ext uri="{FF2B5EF4-FFF2-40B4-BE49-F238E27FC236}">
                  <a16:creationId xmlns:a16="http://schemas.microsoft.com/office/drawing/2014/main" id="{895C20E0-A9EE-9A44-120D-D51D304EFFD3}"/>
                </a:ext>
              </a:extLst>
            </p:cNvPr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699950" y="1558188"/>
              <a:ext cx="323088" cy="297180"/>
            </a:xfrm>
            <a:prstGeom prst="rect">
              <a:avLst/>
            </a:prstGeom>
          </p:spPr>
        </p:pic>
        <p:pic>
          <p:nvPicPr>
            <p:cNvPr id="92" name="object 90">
              <a:extLst>
                <a:ext uri="{FF2B5EF4-FFF2-40B4-BE49-F238E27FC236}">
                  <a16:creationId xmlns:a16="http://schemas.microsoft.com/office/drawing/2014/main" id="{DAD76840-F72E-0D9C-F079-1225836AFC31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657278" y="1597812"/>
              <a:ext cx="324612" cy="310896"/>
            </a:xfrm>
            <a:prstGeom prst="rect">
              <a:avLst/>
            </a:prstGeom>
          </p:spPr>
        </p:pic>
        <p:sp>
          <p:nvSpPr>
            <p:cNvPr id="93" name="object 91">
              <a:extLst>
                <a:ext uri="{FF2B5EF4-FFF2-40B4-BE49-F238E27FC236}">
                  <a16:creationId xmlns:a16="http://schemas.microsoft.com/office/drawing/2014/main" id="{30001134-7BE7-8912-797D-ED4289C76339}"/>
                </a:ext>
              </a:extLst>
            </p:cNvPr>
            <p:cNvSpPr/>
            <p:nvPr/>
          </p:nvSpPr>
          <p:spPr>
            <a:xfrm>
              <a:off x="3663374" y="1658772"/>
              <a:ext cx="273050" cy="247015"/>
            </a:xfrm>
            <a:custGeom>
              <a:avLst/>
              <a:gdLst/>
              <a:ahLst/>
              <a:cxnLst/>
              <a:rect l="l" t="t" r="r" b="b"/>
              <a:pathLst>
                <a:path w="273050" h="247014">
                  <a:moveTo>
                    <a:pt x="0" y="0"/>
                  </a:moveTo>
                  <a:lnTo>
                    <a:pt x="272796" y="0"/>
                  </a:lnTo>
                  <a:lnTo>
                    <a:pt x="272796" y="246888"/>
                  </a:lnTo>
                  <a:lnTo>
                    <a:pt x="0" y="246888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94" name="object 92">
              <a:extLst>
                <a:ext uri="{FF2B5EF4-FFF2-40B4-BE49-F238E27FC236}">
                  <a16:creationId xmlns:a16="http://schemas.microsoft.com/office/drawing/2014/main" id="{48E45BB9-E982-50CD-0440-0B6755045AC4}"/>
                </a:ext>
              </a:extLst>
            </p:cNvPr>
            <p:cNvSpPr/>
            <p:nvPr/>
          </p:nvSpPr>
          <p:spPr>
            <a:xfrm>
              <a:off x="4044374" y="607212"/>
              <a:ext cx="205740" cy="52069"/>
            </a:xfrm>
            <a:custGeom>
              <a:avLst/>
              <a:gdLst/>
              <a:ahLst/>
              <a:cxnLst/>
              <a:rect l="l" t="t" r="r" b="b"/>
              <a:pathLst>
                <a:path w="205739" h="52070">
                  <a:moveTo>
                    <a:pt x="153924" y="51816"/>
                  </a:moveTo>
                  <a:lnTo>
                    <a:pt x="153924" y="0"/>
                  </a:lnTo>
                  <a:lnTo>
                    <a:pt x="193548" y="19812"/>
                  </a:lnTo>
                  <a:lnTo>
                    <a:pt x="163068" y="19812"/>
                  </a:lnTo>
                  <a:lnTo>
                    <a:pt x="163068" y="32004"/>
                  </a:lnTo>
                  <a:lnTo>
                    <a:pt x="193548" y="32004"/>
                  </a:lnTo>
                  <a:lnTo>
                    <a:pt x="153924" y="51816"/>
                  </a:lnTo>
                  <a:close/>
                </a:path>
                <a:path w="205739" h="52070">
                  <a:moveTo>
                    <a:pt x="153924" y="32004"/>
                  </a:moveTo>
                  <a:lnTo>
                    <a:pt x="0" y="32004"/>
                  </a:lnTo>
                  <a:lnTo>
                    <a:pt x="0" y="19812"/>
                  </a:lnTo>
                  <a:lnTo>
                    <a:pt x="153924" y="19812"/>
                  </a:lnTo>
                  <a:lnTo>
                    <a:pt x="153924" y="32004"/>
                  </a:lnTo>
                  <a:close/>
                </a:path>
                <a:path w="205739" h="52070">
                  <a:moveTo>
                    <a:pt x="193548" y="32004"/>
                  </a:moveTo>
                  <a:lnTo>
                    <a:pt x="163068" y="32004"/>
                  </a:lnTo>
                  <a:lnTo>
                    <a:pt x="163068" y="19812"/>
                  </a:lnTo>
                  <a:lnTo>
                    <a:pt x="193548" y="19812"/>
                  </a:lnTo>
                  <a:lnTo>
                    <a:pt x="205740" y="25908"/>
                  </a:lnTo>
                  <a:lnTo>
                    <a:pt x="193548" y="32004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95" name="object 93">
              <a:extLst>
                <a:ext uri="{FF2B5EF4-FFF2-40B4-BE49-F238E27FC236}">
                  <a16:creationId xmlns:a16="http://schemas.microsoft.com/office/drawing/2014/main" id="{2CDE3E94-F8FD-058C-4193-02837E429FC7}"/>
                </a:ext>
              </a:extLst>
            </p:cNvPr>
            <p:cNvSpPr/>
            <p:nvPr/>
          </p:nvSpPr>
          <p:spPr>
            <a:xfrm>
              <a:off x="4048946" y="1709064"/>
              <a:ext cx="205740" cy="50800"/>
            </a:xfrm>
            <a:custGeom>
              <a:avLst/>
              <a:gdLst/>
              <a:ahLst/>
              <a:cxnLst/>
              <a:rect l="l" t="t" r="r" b="b"/>
              <a:pathLst>
                <a:path w="205739" h="50800">
                  <a:moveTo>
                    <a:pt x="155448" y="50292"/>
                  </a:moveTo>
                  <a:lnTo>
                    <a:pt x="155448" y="0"/>
                  </a:lnTo>
                  <a:lnTo>
                    <a:pt x="190948" y="18288"/>
                  </a:lnTo>
                  <a:lnTo>
                    <a:pt x="163068" y="18288"/>
                  </a:lnTo>
                  <a:lnTo>
                    <a:pt x="163068" y="32004"/>
                  </a:lnTo>
                  <a:lnTo>
                    <a:pt x="193167" y="32004"/>
                  </a:lnTo>
                  <a:lnTo>
                    <a:pt x="155448" y="50292"/>
                  </a:lnTo>
                  <a:close/>
                </a:path>
                <a:path w="205739" h="50800">
                  <a:moveTo>
                    <a:pt x="155448" y="32004"/>
                  </a:moveTo>
                  <a:lnTo>
                    <a:pt x="0" y="32004"/>
                  </a:lnTo>
                  <a:lnTo>
                    <a:pt x="0" y="18288"/>
                  </a:lnTo>
                  <a:lnTo>
                    <a:pt x="155448" y="18288"/>
                  </a:lnTo>
                  <a:lnTo>
                    <a:pt x="155448" y="32004"/>
                  </a:lnTo>
                  <a:close/>
                </a:path>
                <a:path w="205739" h="50800">
                  <a:moveTo>
                    <a:pt x="193167" y="32004"/>
                  </a:moveTo>
                  <a:lnTo>
                    <a:pt x="163068" y="32004"/>
                  </a:lnTo>
                  <a:lnTo>
                    <a:pt x="163068" y="18288"/>
                  </a:lnTo>
                  <a:lnTo>
                    <a:pt x="190948" y="18288"/>
                  </a:lnTo>
                  <a:lnTo>
                    <a:pt x="205740" y="25908"/>
                  </a:lnTo>
                  <a:lnTo>
                    <a:pt x="193167" y="32004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pic>
          <p:nvPicPr>
            <p:cNvPr id="97" name="object 95">
              <a:extLst>
                <a:ext uri="{FF2B5EF4-FFF2-40B4-BE49-F238E27FC236}">
                  <a16:creationId xmlns:a16="http://schemas.microsoft.com/office/drawing/2014/main" id="{FC5087A8-3AA8-06BE-CD98-2492C425519B}"/>
                </a:ext>
              </a:extLst>
            </p:cNvPr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581334" y="1564284"/>
              <a:ext cx="362712" cy="333756"/>
            </a:xfrm>
            <a:prstGeom prst="rect">
              <a:avLst/>
            </a:prstGeom>
          </p:spPr>
        </p:pic>
        <p:pic>
          <p:nvPicPr>
            <p:cNvPr id="98" name="object 96">
              <a:extLst>
                <a:ext uri="{FF2B5EF4-FFF2-40B4-BE49-F238E27FC236}">
                  <a16:creationId xmlns:a16="http://schemas.microsoft.com/office/drawing/2014/main" id="{1311F346-3161-76FE-78CD-396E9EA05110}"/>
                </a:ext>
              </a:extLst>
            </p:cNvPr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181790" y="811428"/>
              <a:ext cx="364236" cy="333755"/>
            </a:xfrm>
            <a:prstGeom prst="rect">
              <a:avLst/>
            </a:prstGeom>
          </p:spPr>
        </p:pic>
        <p:sp>
          <p:nvSpPr>
            <p:cNvPr id="99" name="object 97">
              <a:extLst>
                <a:ext uri="{FF2B5EF4-FFF2-40B4-BE49-F238E27FC236}">
                  <a16:creationId xmlns:a16="http://schemas.microsoft.com/office/drawing/2014/main" id="{8670E4E7-F80C-1A75-41CA-77470BF1975F}"/>
                </a:ext>
              </a:extLst>
            </p:cNvPr>
            <p:cNvSpPr/>
            <p:nvPr/>
          </p:nvSpPr>
          <p:spPr>
            <a:xfrm>
              <a:off x="4274498" y="441096"/>
              <a:ext cx="83820" cy="466725"/>
            </a:xfrm>
            <a:custGeom>
              <a:avLst/>
              <a:gdLst/>
              <a:ahLst/>
              <a:cxnLst/>
              <a:rect l="l" t="t" r="r" b="b"/>
              <a:pathLst>
                <a:path w="83820" h="466725">
                  <a:moveTo>
                    <a:pt x="83820" y="466344"/>
                  </a:moveTo>
                  <a:lnTo>
                    <a:pt x="0" y="466344"/>
                  </a:lnTo>
                  <a:lnTo>
                    <a:pt x="0" y="0"/>
                  </a:lnTo>
                  <a:lnTo>
                    <a:pt x="83820" y="0"/>
                  </a:lnTo>
                  <a:lnTo>
                    <a:pt x="83820" y="466344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00" name="object 98">
              <a:extLst>
                <a:ext uri="{FF2B5EF4-FFF2-40B4-BE49-F238E27FC236}">
                  <a16:creationId xmlns:a16="http://schemas.microsoft.com/office/drawing/2014/main" id="{AECB98A5-18F5-565A-A717-78DE7BB4AA86}"/>
                </a:ext>
              </a:extLst>
            </p:cNvPr>
            <p:cNvSpPr/>
            <p:nvPr/>
          </p:nvSpPr>
          <p:spPr>
            <a:xfrm>
              <a:off x="4358318" y="308508"/>
              <a:ext cx="131445" cy="599440"/>
            </a:xfrm>
            <a:custGeom>
              <a:avLst/>
              <a:gdLst/>
              <a:ahLst/>
              <a:cxnLst/>
              <a:rect l="l" t="t" r="r" b="b"/>
              <a:pathLst>
                <a:path w="131445" h="599440">
                  <a:moveTo>
                    <a:pt x="0" y="598932"/>
                  </a:moveTo>
                  <a:lnTo>
                    <a:pt x="0" y="132587"/>
                  </a:lnTo>
                  <a:lnTo>
                    <a:pt x="131064" y="0"/>
                  </a:lnTo>
                  <a:lnTo>
                    <a:pt x="131064" y="466344"/>
                  </a:lnTo>
                  <a:lnTo>
                    <a:pt x="0" y="598932"/>
                  </a:lnTo>
                  <a:close/>
                </a:path>
              </a:pathLst>
            </a:custGeom>
            <a:solidFill>
              <a:srgbClr val="B6C1AD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01" name="object 99">
              <a:extLst>
                <a:ext uri="{FF2B5EF4-FFF2-40B4-BE49-F238E27FC236}">
                  <a16:creationId xmlns:a16="http://schemas.microsoft.com/office/drawing/2014/main" id="{5E49FA99-B4B4-8910-65A6-61ACA92C8291}"/>
                </a:ext>
              </a:extLst>
            </p:cNvPr>
            <p:cNvSpPr/>
            <p:nvPr/>
          </p:nvSpPr>
          <p:spPr>
            <a:xfrm>
              <a:off x="4274498" y="308508"/>
              <a:ext cx="215265" cy="132715"/>
            </a:xfrm>
            <a:custGeom>
              <a:avLst/>
              <a:gdLst/>
              <a:ahLst/>
              <a:cxnLst/>
              <a:rect l="l" t="t" r="r" b="b"/>
              <a:pathLst>
                <a:path w="215264" h="132715">
                  <a:moveTo>
                    <a:pt x="83820" y="132587"/>
                  </a:moveTo>
                  <a:lnTo>
                    <a:pt x="0" y="132587"/>
                  </a:lnTo>
                  <a:lnTo>
                    <a:pt x="131064" y="0"/>
                  </a:lnTo>
                  <a:lnTo>
                    <a:pt x="214883" y="0"/>
                  </a:lnTo>
                  <a:lnTo>
                    <a:pt x="83820" y="132587"/>
                  </a:lnTo>
                  <a:close/>
                </a:path>
              </a:pathLst>
            </a:custGeom>
            <a:solidFill>
              <a:srgbClr val="E8F3DF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02" name="object 100">
              <a:extLst>
                <a:ext uri="{FF2B5EF4-FFF2-40B4-BE49-F238E27FC236}">
                  <a16:creationId xmlns:a16="http://schemas.microsoft.com/office/drawing/2014/main" id="{D91CFDA4-9D92-9073-0078-2B81F0608563}"/>
                </a:ext>
              </a:extLst>
            </p:cNvPr>
            <p:cNvSpPr/>
            <p:nvPr/>
          </p:nvSpPr>
          <p:spPr>
            <a:xfrm>
              <a:off x="4274498" y="308508"/>
              <a:ext cx="215265" cy="599440"/>
            </a:xfrm>
            <a:custGeom>
              <a:avLst/>
              <a:gdLst/>
              <a:ahLst/>
              <a:cxnLst/>
              <a:rect l="l" t="t" r="r" b="b"/>
              <a:pathLst>
                <a:path w="215264" h="599440">
                  <a:moveTo>
                    <a:pt x="0" y="132587"/>
                  </a:moveTo>
                  <a:lnTo>
                    <a:pt x="131064" y="0"/>
                  </a:lnTo>
                  <a:lnTo>
                    <a:pt x="214883" y="0"/>
                  </a:lnTo>
                  <a:lnTo>
                    <a:pt x="214883" y="466344"/>
                  </a:lnTo>
                  <a:lnTo>
                    <a:pt x="83820" y="598932"/>
                  </a:lnTo>
                  <a:lnTo>
                    <a:pt x="0" y="598932"/>
                  </a:lnTo>
                  <a:lnTo>
                    <a:pt x="0" y="132587"/>
                  </a:lnTo>
                  <a:close/>
                </a:path>
                <a:path w="215264" h="599440">
                  <a:moveTo>
                    <a:pt x="0" y="132587"/>
                  </a:moveTo>
                  <a:lnTo>
                    <a:pt x="83820" y="132587"/>
                  </a:lnTo>
                  <a:lnTo>
                    <a:pt x="214883" y="0"/>
                  </a:lnTo>
                </a:path>
              </a:pathLst>
            </a:custGeom>
            <a:ln w="9144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03" name="object 101">
              <a:extLst>
                <a:ext uri="{FF2B5EF4-FFF2-40B4-BE49-F238E27FC236}">
                  <a16:creationId xmlns:a16="http://schemas.microsoft.com/office/drawing/2014/main" id="{0DC1BD65-01FB-8F2A-25BD-4FAD580854D8}"/>
                </a:ext>
              </a:extLst>
            </p:cNvPr>
            <p:cNvSpPr/>
            <p:nvPr/>
          </p:nvSpPr>
          <p:spPr>
            <a:xfrm>
              <a:off x="4358318" y="441096"/>
              <a:ext cx="0" cy="466725"/>
            </a:xfrm>
            <a:custGeom>
              <a:avLst/>
              <a:gdLst/>
              <a:ahLst/>
              <a:cxnLst/>
              <a:rect l="l" t="t" r="r" b="b"/>
              <a:pathLst>
                <a:path h="466725">
                  <a:moveTo>
                    <a:pt x="0" y="0"/>
                  </a:moveTo>
                  <a:lnTo>
                    <a:pt x="0" y="466344"/>
                  </a:lnTo>
                </a:path>
              </a:pathLst>
            </a:custGeom>
            <a:ln w="9144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04" name="object 102">
              <a:extLst>
                <a:ext uri="{FF2B5EF4-FFF2-40B4-BE49-F238E27FC236}">
                  <a16:creationId xmlns:a16="http://schemas.microsoft.com/office/drawing/2014/main" id="{996EC6A1-7557-3A2F-9F7D-51707B6D7C94}"/>
                </a:ext>
              </a:extLst>
            </p:cNvPr>
            <p:cNvSpPr/>
            <p:nvPr/>
          </p:nvSpPr>
          <p:spPr>
            <a:xfrm>
              <a:off x="4376606" y="483768"/>
              <a:ext cx="82550" cy="363220"/>
            </a:xfrm>
            <a:custGeom>
              <a:avLst/>
              <a:gdLst/>
              <a:ahLst/>
              <a:cxnLst/>
              <a:rect l="l" t="t" r="r" b="b"/>
              <a:pathLst>
                <a:path w="82550" h="363219">
                  <a:moveTo>
                    <a:pt x="82296" y="362712"/>
                  </a:moveTo>
                  <a:lnTo>
                    <a:pt x="0" y="362712"/>
                  </a:lnTo>
                  <a:lnTo>
                    <a:pt x="0" y="0"/>
                  </a:lnTo>
                  <a:lnTo>
                    <a:pt x="82296" y="0"/>
                  </a:lnTo>
                  <a:lnTo>
                    <a:pt x="82296" y="362712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05" name="object 103">
              <a:extLst>
                <a:ext uri="{FF2B5EF4-FFF2-40B4-BE49-F238E27FC236}">
                  <a16:creationId xmlns:a16="http://schemas.microsoft.com/office/drawing/2014/main" id="{EF0A5958-A7BD-5AF6-5968-57AA8FD1A063}"/>
                </a:ext>
              </a:extLst>
            </p:cNvPr>
            <p:cNvSpPr/>
            <p:nvPr/>
          </p:nvSpPr>
          <p:spPr>
            <a:xfrm>
              <a:off x="4458902" y="384708"/>
              <a:ext cx="100965" cy="462280"/>
            </a:xfrm>
            <a:custGeom>
              <a:avLst/>
              <a:gdLst/>
              <a:ahLst/>
              <a:cxnLst/>
              <a:rect l="l" t="t" r="r" b="b"/>
              <a:pathLst>
                <a:path w="100964" h="462280">
                  <a:moveTo>
                    <a:pt x="0" y="461772"/>
                  </a:moveTo>
                  <a:lnTo>
                    <a:pt x="0" y="99060"/>
                  </a:lnTo>
                  <a:lnTo>
                    <a:pt x="100584" y="0"/>
                  </a:lnTo>
                  <a:lnTo>
                    <a:pt x="100584" y="361188"/>
                  </a:lnTo>
                  <a:lnTo>
                    <a:pt x="0" y="461772"/>
                  </a:lnTo>
                  <a:close/>
                </a:path>
              </a:pathLst>
            </a:custGeom>
            <a:solidFill>
              <a:srgbClr val="B6C1AD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06" name="object 104">
              <a:extLst>
                <a:ext uri="{FF2B5EF4-FFF2-40B4-BE49-F238E27FC236}">
                  <a16:creationId xmlns:a16="http://schemas.microsoft.com/office/drawing/2014/main" id="{0B07C4B2-FE96-48FB-60A1-EE7632DCF54A}"/>
                </a:ext>
              </a:extLst>
            </p:cNvPr>
            <p:cNvSpPr/>
            <p:nvPr/>
          </p:nvSpPr>
          <p:spPr>
            <a:xfrm>
              <a:off x="4376606" y="384708"/>
              <a:ext cx="182880" cy="99060"/>
            </a:xfrm>
            <a:custGeom>
              <a:avLst/>
              <a:gdLst/>
              <a:ahLst/>
              <a:cxnLst/>
              <a:rect l="l" t="t" r="r" b="b"/>
              <a:pathLst>
                <a:path w="182879" h="99059">
                  <a:moveTo>
                    <a:pt x="82296" y="99060"/>
                  </a:moveTo>
                  <a:lnTo>
                    <a:pt x="0" y="99060"/>
                  </a:lnTo>
                  <a:lnTo>
                    <a:pt x="100584" y="0"/>
                  </a:lnTo>
                  <a:lnTo>
                    <a:pt x="182879" y="0"/>
                  </a:lnTo>
                  <a:lnTo>
                    <a:pt x="82296" y="99060"/>
                  </a:lnTo>
                  <a:close/>
                </a:path>
              </a:pathLst>
            </a:custGeom>
            <a:solidFill>
              <a:srgbClr val="E8F3DF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07" name="object 105">
              <a:extLst>
                <a:ext uri="{FF2B5EF4-FFF2-40B4-BE49-F238E27FC236}">
                  <a16:creationId xmlns:a16="http://schemas.microsoft.com/office/drawing/2014/main" id="{A436FBC0-BC0B-E0AF-A66F-10D0946FFF51}"/>
                </a:ext>
              </a:extLst>
            </p:cNvPr>
            <p:cNvSpPr/>
            <p:nvPr/>
          </p:nvSpPr>
          <p:spPr>
            <a:xfrm>
              <a:off x="4376606" y="384708"/>
              <a:ext cx="182880" cy="462280"/>
            </a:xfrm>
            <a:custGeom>
              <a:avLst/>
              <a:gdLst/>
              <a:ahLst/>
              <a:cxnLst/>
              <a:rect l="l" t="t" r="r" b="b"/>
              <a:pathLst>
                <a:path w="182879" h="462280">
                  <a:moveTo>
                    <a:pt x="0" y="99060"/>
                  </a:moveTo>
                  <a:lnTo>
                    <a:pt x="100584" y="0"/>
                  </a:lnTo>
                  <a:lnTo>
                    <a:pt x="182879" y="0"/>
                  </a:lnTo>
                  <a:lnTo>
                    <a:pt x="182879" y="361188"/>
                  </a:lnTo>
                  <a:lnTo>
                    <a:pt x="82296" y="461772"/>
                  </a:lnTo>
                  <a:lnTo>
                    <a:pt x="0" y="461772"/>
                  </a:lnTo>
                  <a:lnTo>
                    <a:pt x="0" y="99060"/>
                  </a:lnTo>
                  <a:close/>
                </a:path>
                <a:path w="182879" h="462280">
                  <a:moveTo>
                    <a:pt x="0" y="99060"/>
                  </a:moveTo>
                  <a:lnTo>
                    <a:pt x="82296" y="99060"/>
                  </a:lnTo>
                  <a:lnTo>
                    <a:pt x="182879" y="0"/>
                  </a:lnTo>
                </a:path>
              </a:pathLst>
            </a:custGeom>
            <a:ln w="9144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08" name="object 106">
              <a:extLst>
                <a:ext uri="{FF2B5EF4-FFF2-40B4-BE49-F238E27FC236}">
                  <a16:creationId xmlns:a16="http://schemas.microsoft.com/office/drawing/2014/main" id="{6AB14F47-100D-9E42-B53D-AAF095B4BDA9}"/>
                </a:ext>
              </a:extLst>
            </p:cNvPr>
            <p:cNvSpPr/>
            <p:nvPr/>
          </p:nvSpPr>
          <p:spPr>
            <a:xfrm>
              <a:off x="4458902" y="483768"/>
              <a:ext cx="0" cy="363220"/>
            </a:xfrm>
            <a:custGeom>
              <a:avLst/>
              <a:gdLst/>
              <a:ahLst/>
              <a:cxnLst/>
              <a:rect l="l" t="t" r="r" b="b"/>
              <a:pathLst>
                <a:path h="363219">
                  <a:moveTo>
                    <a:pt x="0" y="0"/>
                  </a:moveTo>
                  <a:lnTo>
                    <a:pt x="0" y="362712"/>
                  </a:lnTo>
                </a:path>
              </a:pathLst>
            </a:custGeom>
            <a:ln w="9144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09" name="object 107">
              <a:extLst>
                <a:ext uri="{FF2B5EF4-FFF2-40B4-BE49-F238E27FC236}">
                  <a16:creationId xmlns:a16="http://schemas.microsoft.com/office/drawing/2014/main" id="{04957CDA-A7B6-4CDB-D226-1ACC2D3243DE}"/>
                </a:ext>
              </a:extLst>
            </p:cNvPr>
            <p:cNvSpPr/>
            <p:nvPr/>
          </p:nvSpPr>
          <p:spPr>
            <a:xfrm>
              <a:off x="4274498" y="1515516"/>
              <a:ext cx="83820" cy="466725"/>
            </a:xfrm>
            <a:custGeom>
              <a:avLst/>
              <a:gdLst/>
              <a:ahLst/>
              <a:cxnLst/>
              <a:rect l="l" t="t" r="r" b="b"/>
              <a:pathLst>
                <a:path w="83820" h="466725">
                  <a:moveTo>
                    <a:pt x="83820" y="466344"/>
                  </a:moveTo>
                  <a:lnTo>
                    <a:pt x="0" y="466344"/>
                  </a:lnTo>
                  <a:lnTo>
                    <a:pt x="0" y="0"/>
                  </a:lnTo>
                  <a:lnTo>
                    <a:pt x="83820" y="0"/>
                  </a:lnTo>
                  <a:lnTo>
                    <a:pt x="83820" y="466344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10" name="object 108">
              <a:extLst>
                <a:ext uri="{FF2B5EF4-FFF2-40B4-BE49-F238E27FC236}">
                  <a16:creationId xmlns:a16="http://schemas.microsoft.com/office/drawing/2014/main" id="{CFCBC535-BEDC-33B1-1C2A-18E33E56D83C}"/>
                </a:ext>
              </a:extLst>
            </p:cNvPr>
            <p:cNvSpPr/>
            <p:nvPr/>
          </p:nvSpPr>
          <p:spPr>
            <a:xfrm>
              <a:off x="4358318" y="1384452"/>
              <a:ext cx="131445" cy="597535"/>
            </a:xfrm>
            <a:custGeom>
              <a:avLst/>
              <a:gdLst/>
              <a:ahLst/>
              <a:cxnLst/>
              <a:rect l="l" t="t" r="r" b="b"/>
              <a:pathLst>
                <a:path w="131445" h="597535">
                  <a:moveTo>
                    <a:pt x="0" y="597407"/>
                  </a:moveTo>
                  <a:lnTo>
                    <a:pt x="0" y="131063"/>
                  </a:lnTo>
                  <a:lnTo>
                    <a:pt x="131064" y="0"/>
                  </a:lnTo>
                  <a:lnTo>
                    <a:pt x="131064" y="466344"/>
                  </a:lnTo>
                  <a:lnTo>
                    <a:pt x="0" y="597407"/>
                  </a:lnTo>
                  <a:close/>
                </a:path>
              </a:pathLst>
            </a:custGeom>
            <a:solidFill>
              <a:srgbClr val="AEB6C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11" name="object 109">
              <a:extLst>
                <a:ext uri="{FF2B5EF4-FFF2-40B4-BE49-F238E27FC236}">
                  <a16:creationId xmlns:a16="http://schemas.microsoft.com/office/drawing/2014/main" id="{5305FA7C-6B9B-39A8-92EE-1877682C91DC}"/>
                </a:ext>
              </a:extLst>
            </p:cNvPr>
            <p:cNvSpPr/>
            <p:nvPr/>
          </p:nvSpPr>
          <p:spPr>
            <a:xfrm>
              <a:off x="4274498" y="1384452"/>
              <a:ext cx="215265" cy="131445"/>
            </a:xfrm>
            <a:custGeom>
              <a:avLst/>
              <a:gdLst/>
              <a:ahLst/>
              <a:cxnLst/>
              <a:rect l="l" t="t" r="r" b="b"/>
              <a:pathLst>
                <a:path w="215264" h="131444">
                  <a:moveTo>
                    <a:pt x="83820" y="131063"/>
                  </a:moveTo>
                  <a:lnTo>
                    <a:pt x="0" y="131063"/>
                  </a:lnTo>
                  <a:lnTo>
                    <a:pt x="131064" y="0"/>
                  </a:lnTo>
                  <a:lnTo>
                    <a:pt x="214883" y="0"/>
                  </a:lnTo>
                  <a:lnTo>
                    <a:pt x="83820" y="131063"/>
                  </a:lnTo>
                  <a:close/>
                </a:path>
              </a:pathLst>
            </a:custGeom>
            <a:solidFill>
              <a:srgbClr val="E0E8F5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12" name="object 110">
              <a:extLst>
                <a:ext uri="{FF2B5EF4-FFF2-40B4-BE49-F238E27FC236}">
                  <a16:creationId xmlns:a16="http://schemas.microsoft.com/office/drawing/2014/main" id="{FB3FE747-6366-EA13-96B7-7503E2B836C6}"/>
                </a:ext>
              </a:extLst>
            </p:cNvPr>
            <p:cNvSpPr/>
            <p:nvPr/>
          </p:nvSpPr>
          <p:spPr>
            <a:xfrm>
              <a:off x="4274498" y="1384452"/>
              <a:ext cx="215265" cy="597535"/>
            </a:xfrm>
            <a:custGeom>
              <a:avLst/>
              <a:gdLst/>
              <a:ahLst/>
              <a:cxnLst/>
              <a:rect l="l" t="t" r="r" b="b"/>
              <a:pathLst>
                <a:path w="215264" h="597535">
                  <a:moveTo>
                    <a:pt x="0" y="131063"/>
                  </a:moveTo>
                  <a:lnTo>
                    <a:pt x="131064" y="0"/>
                  </a:lnTo>
                  <a:lnTo>
                    <a:pt x="214883" y="0"/>
                  </a:lnTo>
                  <a:lnTo>
                    <a:pt x="214883" y="466344"/>
                  </a:lnTo>
                  <a:lnTo>
                    <a:pt x="83820" y="597407"/>
                  </a:lnTo>
                  <a:lnTo>
                    <a:pt x="0" y="597407"/>
                  </a:lnTo>
                  <a:lnTo>
                    <a:pt x="0" y="131063"/>
                  </a:lnTo>
                  <a:close/>
                </a:path>
                <a:path w="215264" h="597535">
                  <a:moveTo>
                    <a:pt x="0" y="131063"/>
                  </a:moveTo>
                  <a:lnTo>
                    <a:pt x="83820" y="131063"/>
                  </a:lnTo>
                  <a:lnTo>
                    <a:pt x="214883" y="0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13" name="object 111">
              <a:extLst>
                <a:ext uri="{FF2B5EF4-FFF2-40B4-BE49-F238E27FC236}">
                  <a16:creationId xmlns:a16="http://schemas.microsoft.com/office/drawing/2014/main" id="{B82CB2AA-6A32-63AB-5243-741E87DD68EE}"/>
                </a:ext>
              </a:extLst>
            </p:cNvPr>
            <p:cNvSpPr/>
            <p:nvPr/>
          </p:nvSpPr>
          <p:spPr>
            <a:xfrm>
              <a:off x="4358318" y="1515516"/>
              <a:ext cx="0" cy="466725"/>
            </a:xfrm>
            <a:custGeom>
              <a:avLst/>
              <a:gdLst/>
              <a:ahLst/>
              <a:cxnLst/>
              <a:rect l="l" t="t" r="r" b="b"/>
              <a:pathLst>
                <a:path h="466725">
                  <a:moveTo>
                    <a:pt x="0" y="0"/>
                  </a:moveTo>
                  <a:lnTo>
                    <a:pt x="0" y="466344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14" name="object 112">
              <a:extLst>
                <a:ext uri="{FF2B5EF4-FFF2-40B4-BE49-F238E27FC236}">
                  <a16:creationId xmlns:a16="http://schemas.microsoft.com/office/drawing/2014/main" id="{85A2A5C8-C6C7-B318-E51C-DB804A2B2A50}"/>
                </a:ext>
              </a:extLst>
            </p:cNvPr>
            <p:cNvSpPr/>
            <p:nvPr/>
          </p:nvSpPr>
          <p:spPr>
            <a:xfrm>
              <a:off x="4376606" y="1559712"/>
              <a:ext cx="82550" cy="361315"/>
            </a:xfrm>
            <a:custGeom>
              <a:avLst/>
              <a:gdLst/>
              <a:ahLst/>
              <a:cxnLst/>
              <a:rect l="l" t="t" r="r" b="b"/>
              <a:pathLst>
                <a:path w="82550" h="361314">
                  <a:moveTo>
                    <a:pt x="82296" y="361188"/>
                  </a:moveTo>
                  <a:lnTo>
                    <a:pt x="0" y="361188"/>
                  </a:lnTo>
                  <a:lnTo>
                    <a:pt x="0" y="0"/>
                  </a:lnTo>
                  <a:lnTo>
                    <a:pt x="82296" y="0"/>
                  </a:lnTo>
                  <a:lnTo>
                    <a:pt x="82296" y="361188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15" name="object 113">
              <a:extLst>
                <a:ext uri="{FF2B5EF4-FFF2-40B4-BE49-F238E27FC236}">
                  <a16:creationId xmlns:a16="http://schemas.microsoft.com/office/drawing/2014/main" id="{B95AAC40-A9D3-A848-ABE5-CC269800DADB}"/>
                </a:ext>
              </a:extLst>
            </p:cNvPr>
            <p:cNvSpPr/>
            <p:nvPr/>
          </p:nvSpPr>
          <p:spPr>
            <a:xfrm>
              <a:off x="4458902" y="1459128"/>
              <a:ext cx="100965" cy="462280"/>
            </a:xfrm>
            <a:custGeom>
              <a:avLst/>
              <a:gdLst/>
              <a:ahLst/>
              <a:cxnLst/>
              <a:rect l="l" t="t" r="r" b="b"/>
              <a:pathLst>
                <a:path w="100964" h="462280">
                  <a:moveTo>
                    <a:pt x="0" y="461772"/>
                  </a:moveTo>
                  <a:lnTo>
                    <a:pt x="0" y="100584"/>
                  </a:lnTo>
                  <a:lnTo>
                    <a:pt x="100584" y="0"/>
                  </a:lnTo>
                  <a:lnTo>
                    <a:pt x="100584" y="362712"/>
                  </a:lnTo>
                  <a:lnTo>
                    <a:pt x="0" y="461772"/>
                  </a:lnTo>
                  <a:close/>
                </a:path>
              </a:pathLst>
            </a:custGeom>
            <a:solidFill>
              <a:srgbClr val="AEB6C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16" name="object 114">
              <a:extLst>
                <a:ext uri="{FF2B5EF4-FFF2-40B4-BE49-F238E27FC236}">
                  <a16:creationId xmlns:a16="http://schemas.microsoft.com/office/drawing/2014/main" id="{C1FC3B7E-E06E-B29D-1BBF-39701D2DED4C}"/>
                </a:ext>
              </a:extLst>
            </p:cNvPr>
            <p:cNvSpPr/>
            <p:nvPr/>
          </p:nvSpPr>
          <p:spPr>
            <a:xfrm>
              <a:off x="4376606" y="1459128"/>
              <a:ext cx="182880" cy="100965"/>
            </a:xfrm>
            <a:custGeom>
              <a:avLst/>
              <a:gdLst/>
              <a:ahLst/>
              <a:cxnLst/>
              <a:rect l="l" t="t" r="r" b="b"/>
              <a:pathLst>
                <a:path w="182879" h="100965">
                  <a:moveTo>
                    <a:pt x="82296" y="100584"/>
                  </a:moveTo>
                  <a:lnTo>
                    <a:pt x="0" y="100584"/>
                  </a:lnTo>
                  <a:lnTo>
                    <a:pt x="100584" y="0"/>
                  </a:lnTo>
                  <a:lnTo>
                    <a:pt x="182879" y="0"/>
                  </a:lnTo>
                  <a:lnTo>
                    <a:pt x="82296" y="100584"/>
                  </a:lnTo>
                  <a:close/>
                </a:path>
              </a:pathLst>
            </a:custGeom>
            <a:solidFill>
              <a:srgbClr val="E0E8F5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17" name="object 115">
              <a:extLst>
                <a:ext uri="{FF2B5EF4-FFF2-40B4-BE49-F238E27FC236}">
                  <a16:creationId xmlns:a16="http://schemas.microsoft.com/office/drawing/2014/main" id="{2BCAA646-B037-21CE-06A8-D896211A36B4}"/>
                </a:ext>
              </a:extLst>
            </p:cNvPr>
            <p:cNvSpPr/>
            <p:nvPr/>
          </p:nvSpPr>
          <p:spPr>
            <a:xfrm>
              <a:off x="4376606" y="1459128"/>
              <a:ext cx="182880" cy="462280"/>
            </a:xfrm>
            <a:custGeom>
              <a:avLst/>
              <a:gdLst/>
              <a:ahLst/>
              <a:cxnLst/>
              <a:rect l="l" t="t" r="r" b="b"/>
              <a:pathLst>
                <a:path w="182879" h="462280">
                  <a:moveTo>
                    <a:pt x="0" y="100584"/>
                  </a:moveTo>
                  <a:lnTo>
                    <a:pt x="100584" y="0"/>
                  </a:lnTo>
                  <a:lnTo>
                    <a:pt x="182879" y="0"/>
                  </a:lnTo>
                  <a:lnTo>
                    <a:pt x="182879" y="362712"/>
                  </a:lnTo>
                  <a:lnTo>
                    <a:pt x="82296" y="461772"/>
                  </a:lnTo>
                  <a:lnTo>
                    <a:pt x="0" y="461772"/>
                  </a:lnTo>
                  <a:lnTo>
                    <a:pt x="0" y="100584"/>
                  </a:lnTo>
                  <a:close/>
                </a:path>
                <a:path w="182879" h="462280">
                  <a:moveTo>
                    <a:pt x="0" y="100584"/>
                  </a:moveTo>
                  <a:lnTo>
                    <a:pt x="82296" y="100584"/>
                  </a:lnTo>
                  <a:lnTo>
                    <a:pt x="182879" y="0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18" name="object 116">
              <a:extLst>
                <a:ext uri="{FF2B5EF4-FFF2-40B4-BE49-F238E27FC236}">
                  <a16:creationId xmlns:a16="http://schemas.microsoft.com/office/drawing/2014/main" id="{A53CD5FE-0EC5-69EF-99CA-2643915D26DC}"/>
                </a:ext>
              </a:extLst>
            </p:cNvPr>
            <p:cNvSpPr/>
            <p:nvPr/>
          </p:nvSpPr>
          <p:spPr>
            <a:xfrm>
              <a:off x="4458902" y="1559712"/>
              <a:ext cx="0" cy="361315"/>
            </a:xfrm>
            <a:custGeom>
              <a:avLst/>
              <a:gdLst/>
              <a:ahLst/>
              <a:cxnLst/>
              <a:rect l="l" t="t" r="r" b="b"/>
              <a:pathLst>
                <a:path h="361314">
                  <a:moveTo>
                    <a:pt x="0" y="0"/>
                  </a:moveTo>
                  <a:lnTo>
                    <a:pt x="0" y="361188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19" name="object 117">
              <a:extLst>
                <a:ext uri="{FF2B5EF4-FFF2-40B4-BE49-F238E27FC236}">
                  <a16:creationId xmlns:a16="http://schemas.microsoft.com/office/drawing/2014/main" id="{017517E4-C307-BD51-548D-4492360722C9}"/>
                </a:ext>
              </a:extLst>
            </p:cNvPr>
            <p:cNvSpPr/>
            <p:nvPr/>
          </p:nvSpPr>
          <p:spPr>
            <a:xfrm>
              <a:off x="4649402" y="601116"/>
              <a:ext cx="279400" cy="52069"/>
            </a:xfrm>
            <a:custGeom>
              <a:avLst/>
              <a:gdLst/>
              <a:ahLst/>
              <a:cxnLst/>
              <a:rect l="l" t="t" r="r" b="b"/>
              <a:pathLst>
                <a:path w="279400" h="52070">
                  <a:moveTo>
                    <a:pt x="228600" y="51816"/>
                  </a:moveTo>
                  <a:lnTo>
                    <a:pt x="228600" y="0"/>
                  </a:lnTo>
                  <a:lnTo>
                    <a:pt x="267058" y="19812"/>
                  </a:lnTo>
                  <a:lnTo>
                    <a:pt x="236220" y="19812"/>
                  </a:lnTo>
                  <a:lnTo>
                    <a:pt x="236220" y="33528"/>
                  </a:lnTo>
                  <a:lnTo>
                    <a:pt x="264100" y="33528"/>
                  </a:lnTo>
                  <a:lnTo>
                    <a:pt x="228600" y="51816"/>
                  </a:lnTo>
                  <a:close/>
                </a:path>
                <a:path w="279400" h="52070">
                  <a:moveTo>
                    <a:pt x="228600" y="33528"/>
                  </a:moveTo>
                  <a:lnTo>
                    <a:pt x="0" y="33528"/>
                  </a:lnTo>
                  <a:lnTo>
                    <a:pt x="0" y="19812"/>
                  </a:lnTo>
                  <a:lnTo>
                    <a:pt x="228600" y="19812"/>
                  </a:lnTo>
                  <a:lnTo>
                    <a:pt x="228600" y="33528"/>
                  </a:lnTo>
                  <a:close/>
                </a:path>
                <a:path w="279400" h="52070">
                  <a:moveTo>
                    <a:pt x="264100" y="33528"/>
                  </a:moveTo>
                  <a:lnTo>
                    <a:pt x="236220" y="33528"/>
                  </a:lnTo>
                  <a:lnTo>
                    <a:pt x="236220" y="19812"/>
                  </a:lnTo>
                  <a:lnTo>
                    <a:pt x="267058" y="19812"/>
                  </a:lnTo>
                  <a:lnTo>
                    <a:pt x="278892" y="25908"/>
                  </a:lnTo>
                  <a:lnTo>
                    <a:pt x="264100" y="33528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20" name="object 118">
              <a:extLst>
                <a:ext uri="{FF2B5EF4-FFF2-40B4-BE49-F238E27FC236}">
                  <a16:creationId xmlns:a16="http://schemas.microsoft.com/office/drawing/2014/main" id="{44D14738-C4C8-2D37-07EF-F457CF8F05B7}"/>
                </a:ext>
              </a:extLst>
            </p:cNvPr>
            <p:cNvSpPr/>
            <p:nvPr/>
          </p:nvSpPr>
          <p:spPr>
            <a:xfrm>
              <a:off x="4649402" y="1704492"/>
              <a:ext cx="279400" cy="52069"/>
            </a:xfrm>
            <a:custGeom>
              <a:avLst/>
              <a:gdLst/>
              <a:ahLst/>
              <a:cxnLst/>
              <a:rect l="l" t="t" r="r" b="b"/>
              <a:pathLst>
                <a:path w="279400" h="52069">
                  <a:moveTo>
                    <a:pt x="228600" y="51816"/>
                  </a:moveTo>
                  <a:lnTo>
                    <a:pt x="228600" y="0"/>
                  </a:lnTo>
                  <a:lnTo>
                    <a:pt x="267058" y="19812"/>
                  </a:lnTo>
                  <a:lnTo>
                    <a:pt x="236220" y="19812"/>
                  </a:lnTo>
                  <a:lnTo>
                    <a:pt x="236220" y="33528"/>
                  </a:lnTo>
                  <a:lnTo>
                    <a:pt x="264100" y="33528"/>
                  </a:lnTo>
                  <a:lnTo>
                    <a:pt x="228600" y="51816"/>
                  </a:lnTo>
                  <a:close/>
                </a:path>
                <a:path w="279400" h="52069">
                  <a:moveTo>
                    <a:pt x="228600" y="33528"/>
                  </a:moveTo>
                  <a:lnTo>
                    <a:pt x="0" y="33528"/>
                  </a:lnTo>
                  <a:lnTo>
                    <a:pt x="0" y="19812"/>
                  </a:lnTo>
                  <a:lnTo>
                    <a:pt x="228600" y="19812"/>
                  </a:lnTo>
                  <a:lnTo>
                    <a:pt x="228600" y="33528"/>
                  </a:lnTo>
                  <a:close/>
                </a:path>
                <a:path w="279400" h="52069">
                  <a:moveTo>
                    <a:pt x="264100" y="33528"/>
                  </a:moveTo>
                  <a:lnTo>
                    <a:pt x="236220" y="33528"/>
                  </a:lnTo>
                  <a:lnTo>
                    <a:pt x="236220" y="19812"/>
                  </a:lnTo>
                  <a:lnTo>
                    <a:pt x="267058" y="19812"/>
                  </a:lnTo>
                  <a:lnTo>
                    <a:pt x="278892" y="25908"/>
                  </a:lnTo>
                  <a:lnTo>
                    <a:pt x="264100" y="33528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21" name="object 119">
              <a:extLst>
                <a:ext uri="{FF2B5EF4-FFF2-40B4-BE49-F238E27FC236}">
                  <a16:creationId xmlns:a16="http://schemas.microsoft.com/office/drawing/2014/main" id="{ED8585F3-3672-CB00-D70A-992E22816892}"/>
                </a:ext>
              </a:extLst>
            </p:cNvPr>
            <p:cNvSpPr/>
            <p:nvPr/>
          </p:nvSpPr>
          <p:spPr>
            <a:xfrm>
              <a:off x="5710106" y="733704"/>
              <a:ext cx="553720" cy="424180"/>
            </a:xfrm>
            <a:custGeom>
              <a:avLst/>
              <a:gdLst/>
              <a:ahLst/>
              <a:cxnLst/>
              <a:rect l="l" t="t" r="r" b="b"/>
              <a:pathLst>
                <a:path w="553720" h="424180">
                  <a:moveTo>
                    <a:pt x="508639" y="27819"/>
                  </a:moveTo>
                  <a:lnTo>
                    <a:pt x="495300" y="10668"/>
                  </a:lnTo>
                  <a:lnTo>
                    <a:pt x="553212" y="0"/>
                  </a:lnTo>
                  <a:lnTo>
                    <a:pt x="541782" y="22860"/>
                  </a:lnTo>
                  <a:lnTo>
                    <a:pt x="515112" y="22860"/>
                  </a:lnTo>
                  <a:lnTo>
                    <a:pt x="508639" y="27819"/>
                  </a:lnTo>
                  <a:close/>
                </a:path>
                <a:path w="553720" h="424180">
                  <a:moveTo>
                    <a:pt x="514613" y="35499"/>
                  </a:moveTo>
                  <a:lnTo>
                    <a:pt x="508639" y="27819"/>
                  </a:lnTo>
                  <a:lnTo>
                    <a:pt x="515112" y="22860"/>
                  </a:lnTo>
                  <a:lnTo>
                    <a:pt x="521208" y="30480"/>
                  </a:lnTo>
                  <a:lnTo>
                    <a:pt x="514613" y="35499"/>
                  </a:lnTo>
                  <a:close/>
                </a:path>
                <a:path w="553720" h="424180">
                  <a:moveTo>
                    <a:pt x="527304" y="51816"/>
                  </a:moveTo>
                  <a:lnTo>
                    <a:pt x="514613" y="35499"/>
                  </a:lnTo>
                  <a:lnTo>
                    <a:pt x="521208" y="30480"/>
                  </a:lnTo>
                  <a:lnTo>
                    <a:pt x="515112" y="22860"/>
                  </a:lnTo>
                  <a:lnTo>
                    <a:pt x="541782" y="22860"/>
                  </a:lnTo>
                  <a:lnTo>
                    <a:pt x="527304" y="51816"/>
                  </a:lnTo>
                  <a:close/>
                </a:path>
                <a:path w="553720" h="424180">
                  <a:moveTo>
                    <a:pt x="4572" y="423672"/>
                  </a:moveTo>
                  <a:lnTo>
                    <a:pt x="0" y="417576"/>
                  </a:lnTo>
                  <a:lnTo>
                    <a:pt x="508639" y="27819"/>
                  </a:lnTo>
                  <a:lnTo>
                    <a:pt x="514613" y="35499"/>
                  </a:lnTo>
                  <a:lnTo>
                    <a:pt x="4572" y="423672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pic>
          <p:nvPicPr>
            <p:cNvPr id="122" name="object 120">
              <a:extLst>
                <a:ext uri="{FF2B5EF4-FFF2-40B4-BE49-F238E27FC236}">
                  <a16:creationId xmlns:a16="http://schemas.microsoft.com/office/drawing/2014/main" id="{10515F67-7564-8B39-4F28-603B29CB7A4A}"/>
                </a:ext>
              </a:extLst>
            </p:cNvPr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199566" y="974496"/>
              <a:ext cx="1022603" cy="361187"/>
            </a:xfrm>
            <a:prstGeom prst="rect">
              <a:avLst/>
            </a:prstGeom>
          </p:spPr>
        </p:pic>
        <p:sp>
          <p:nvSpPr>
            <p:cNvPr id="123" name="object 121">
              <a:extLst>
                <a:ext uri="{FF2B5EF4-FFF2-40B4-BE49-F238E27FC236}">
                  <a16:creationId xmlns:a16="http://schemas.microsoft.com/office/drawing/2014/main" id="{E3BFF0E9-B5E5-E426-C2AC-3BF00B59182D}"/>
                </a:ext>
              </a:extLst>
            </p:cNvPr>
            <p:cNvSpPr/>
            <p:nvPr/>
          </p:nvSpPr>
          <p:spPr>
            <a:xfrm>
              <a:off x="5512102" y="652932"/>
              <a:ext cx="198120" cy="660400"/>
            </a:xfrm>
            <a:custGeom>
              <a:avLst/>
              <a:gdLst/>
              <a:ahLst/>
              <a:cxnLst/>
              <a:rect l="l" t="t" r="r" b="b"/>
              <a:pathLst>
                <a:path w="198120" h="660400">
                  <a:moveTo>
                    <a:pt x="10551" y="659891"/>
                  </a:moveTo>
                  <a:lnTo>
                    <a:pt x="4402" y="603777"/>
                  </a:lnTo>
                  <a:lnTo>
                    <a:pt x="914" y="547440"/>
                  </a:lnTo>
                  <a:lnTo>
                    <a:pt x="0" y="491356"/>
                  </a:lnTo>
                  <a:lnTo>
                    <a:pt x="1567" y="436001"/>
                  </a:lnTo>
                  <a:lnTo>
                    <a:pt x="5528" y="381853"/>
                  </a:lnTo>
                  <a:lnTo>
                    <a:pt x="11791" y="329388"/>
                  </a:lnTo>
                  <a:lnTo>
                    <a:pt x="20267" y="279082"/>
                  </a:lnTo>
                  <a:lnTo>
                    <a:pt x="30865" y="231412"/>
                  </a:lnTo>
                  <a:lnTo>
                    <a:pt x="43497" y="186854"/>
                  </a:lnTo>
                  <a:lnTo>
                    <a:pt x="58071" y="145886"/>
                  </a:lnTo>
                  <a:lnTo>
                    <a:pt x="74498" y="108983"/>
                  </a:lnTo>
                  <a:lnTo>
                    <a:pt x="112550" y="49279"/>
                  </a:lnTo>
                  <a:lnTo>
                    <a:pt x="149997" y="15430"/>
                  </a:lnTo>
                  <a:lnTo>
                    <a:pt x="182001" y="1714"/>
                  </a:lnTo>
                  <a:lnTo>
                    <a:pt x="198003" y="0"/>
                  </a:lnTo>
                </a:path>
              </a:pathLst>
            </a:custGeom>
            <a:ln w="9144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pic>
          <p:nvPicPr>
            <p:cNvPr id="124" name="object 122">
              <a:extLst>
                <a:ext uri="{FF2B5EF4-FFF2-40B4-BE49-F238E27FC236}">
                  <a16:creationId xmlns:a16="http://schemas.microsoft.com/office/drawing/2014/main" id="{578A4E3F-CA53-9B9D-F1EF-1D37A9C9204A}"/>
                </a:ext>
              </a:extLst>
            </p:cNvPr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707058" y="649884"/>
              <a:ext cx="502919" cy="519683"/>
            </a:xfrm>
            <a:prstGeom prst="rect">
              <a:avLst/>
            </a:prstGeom>
          </p:spPr>
        </p:pic>
        <p:sp>
          <p:nvSpPr>
            <p:cNvPr id="125" name="object 123">
              <a:extLst>
                <a:ext uri="{FF2B5EF4-FFF2-40B4-BE49-F238E27FC236}">
                  <a16:creationId xmlns:a16="http://schemas.microsoft.com/office/drawing/2014/main" id="{B26CC887-46CA-6986-3E7C-C20C7AA3ACF7}"/>
                </a:ext>
              </a:extLst>
            </p:cNvPr>
            <p:cNvSpPr/>
            <p:nvPr/>
          </p:nvSpPr>
          <p:spPr>
            <a:xfrm>
              <a:off x="5515120" y="652932"/>
              <a:ext cx="193675" cy="660400"/>
            </a:xfrm>
            <a:custGeom>
              <a:avLst/>
              <a:gdLst/>
              <a:ahLst/>
              <a:cxnLst/>
              <a:rect l="l" t="t" r="r" b="b"/>
              <a:pathLst>
                <a:path w="193675" h="660400">
                  <a:moveTo>
                    <a:pt x="10581" y="659891"/>
                  </a:moveTo>
                  <a:lnTo>
                    <a:pt x="4430" y="603755"/>
                  </a:lnTo>
                  <a:lnTo>
                    <a:pt x="935" y="547355"/>
                  </a:lnTo>
                  <a:lnTo>
                    <a:pt x="0" y="491176"/>
                  </a:lnTo>
                  <a:lnTo>
                    <a:pt x="1526" y="435699"/>
                  </a:lnTo>
                  <a:lnTo>
                    <a:pt x="5419" y="381409"/>
                  </a:lnTo>
                  <a:lnTo>
                    <a:pt x="11581" y="328788"/>
                  </a:lnTo>
                  <a:lnTo>
                    <a:pt x="19916" y="278320"/>
                  </a:lnTo>
                  <a:lnTo>
                    <a:pt x="30327" y="230488"/>
                  </a:lnTo>
                  <a:lnTo>
                    <a:pt x="42717" y="185775"/>
                  </a:lnTo>
                  <a:lnTo>
                    <a:pt x="56990" y="144664"/>
                  </a:lnTo>
                  <a:lnTo>
                    <a:pt x="73049" y="107639"/>
                  </a:lnTo>
                  <a:lnTo>
                    <a:pt x="110140" y="47777"/>
                  </a:lnTo>
                  <a:lnTo>
                    <a:pt x="146741" y="14144"/>
                  </a:lnTo>
                  <a:lnTo>
                    <a:pt x="193461" y="0"/>
                  </a:lnTo>
                  <a:lnTo>
                    <a:pt x="193461" y="498347"/>
                  </a:lnTo>
                  <a:lnTo>
                    <a:pt x="10581" y="659891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26" name="object 124">
              <a:extLst>
                <a:ext uri="{FF2B5EF4-FFF2-40B4-BE49-F238E27FC236}">
                  <a16:creationId xmlns:a16="http://schemas.microsoft.com/office/drawing/2014/main" id="{FBDE692A-310C-9EA9-EA03-D030881CA9CB}"/>
                </a:ext>
              </a:extLst>
            </p:cNvPr>
            <p:cNvSpPr/>
            <p:nvPr/>
          </p:nvSpPr>
          <p:spPr>
            <a:xfrm>
              <a:off x="5713154" y="541680"/>
              <a:ext cx="146685" cy="609600"/>
            </a:xfrm>
            <a:custGeom>
              <a:avLst/>
              <a:gdLst/>
              <a:ahLst/>
              <a:cxnLst/>
              <a:rect l="l" t="t" r="r" b="b"/>
              <a:pathLst>
                <a:path w="146685" h="609600">
                  <a:moveTo>
                    <a:pt x="116980" y="50167"/>
                  </a:moveTo>
                  <a:lnTo>
                    <a:pt x="96012" y="45720"/>
                  </a:lnTo>
                  <a:lnTo>
                    <a:pt x="132588" y="0"/>
                  </a:lnTo>
                  <a:lnTo>
                    <a:pt x="142596" y="41148"/>
                  </a:lnTo>
                  <a:lnTo>
                    <a:pt x="118872" y="41148"/>
                  </a:lnTo>
                  <a:lnTo>
                    <a:pt x="116980" y="50167"/>
                  </a:lnTo>
                  <a:close/>
                </a:path>
                <a:path w="146685" h="609600">
                  <a:moveTo>
                    <a:pt x="126322" y="52149"/>
                  </a:moveTo>
                  <a:lnTo>
                    <a:pt x="116980" y="50167"/>
                  </a:lnTo>
                  <a:lnTo>
                    <a:pt x="118872" y="41148"/>
                  </a:lnTo>
                  <a:lnTo>
                    <a:pt x="128016" y="44196"/>
                  </a:lnTo>
                  <a:lnTo>
                    <a:pt x="126322" y="52149"/>
                  </a:lnTo>
                  <a:close/>
                </a:path>
                <a:path w="146685" h="609600">
                  <a:moveTo>
                    <a:pt x="146304" y="56388"/>
                  </a:moveTo>
                  <a:lnTo>
                    <a:pt x="126322" y="52149"/>
                  </a:lnTo>
                  <a:lnTo>
                    <a:pt x="128016" y="44196"/>
                  </a:lnTo>
                  <a:lnTo>
                    <a:pt x="118872" y="41148"/>
                  </a:lnTo>
                  <a:lnTo>
                    <a:pt x="142596" y="41148"/>
                  </a:lnTo>
                  <a:lnTo>
                    <a:pt x="146304" y="56388"/>
                  </a:lnTo>
                  <a:close/>
                </a:path>
                <a:path w="146685" h="609600">
                  <a:moveTo>
                    <a:pt x="7620" y="609600"/>
                  </a:moveTo>
                  <a:lnTo>
                    <a:pt x="0" y="608076"/>
                  </a:lnTo>
                  <a:lnTo>
                    <a:pt x="116980" y="50167"/>
                  </a:lnTo>
                  <a:lnTo>
                    <a:pt x="126322" y="52149"/>
                  </a:lnTo>
                  <a:lnTo>
                    <a:pt x="7620" y="60960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27" name="object 125">
              <a:extLst>
                <a:ext uri="{FF2B5EF4-FFF2-40B4-BE49-F238E27FC236}">
                  <a16:creationId xmlns:a16="http://schemas.microsoft.com/office/drawing/2014/main" id="{590C5A4E-D961-2566-D208-1F630BC0B7AF}"/>
                </a:ext>
              </a:extLst>
            </p:cNvPr>
            <p:cNvSpPr/>
            <p:nvPr/>
          </p:nvSpPr>
          <p:spPr>
            <a:xfrm>
              <a:off x="5432726" y="883068"/>
              <a:ext cx="285115" cy="495300"/>
            </a:xfrm>
            <a:custGeom>
              <a:avLst/>
              <a:gdLst/>
              <a:ahLst/>
              <a:cxnLst/>
              <a:rect l="l" t="t" r="r" b="b"/>
              <a:pathLst>
                <a:path w="285114" h="495300">
                  <a:moveTo>
                    <a:pt x="284988" y="268224"/>
                  </a:moveTo>
                  <a:lnTo>
                    <a:pt x="40817" y="32981"/>
                  </a:lnTo>
                  <a:lnTo>
                    <a:pt x="46151" y="27432"/>
                  </a:lnTo>
                  <a:lnTo>
                    <a:pt x="56388" y="16764"/>
                  </a:lnTo>
                  <a:lnTo>
                    <a:pt x="0" y="0"/>
                  </a:lnTo>
                  <a:lnTo>
                    <a:pt x="19812" y="54864"/>
                  </a:lnTo>
                  <a:lnTo>
                    <a:pt x="34848" y="39192"/>
                  </a:lnTo>
                  <a:lnTo>
                    <a:pt x="275488" y="271043"/>
                  </a:lnTo>
                  <a:lnTo>
                    <a:pt x="48806" y="459714"/>
                  </a:lnTo>
                  <a:lnTo>
                    <a:pt x="35052" y="443471"/>
                  </a:lnTo>
                  <a:lnTo>
                    <a:pt x="12192" y="495287"/>
                  </a:lnTo>
                  <a:lnTo>
                    <a:pt x="68580" y="483095"/>
                  </a:lnTo>
                  <a:lnTo>
                    <a:pt x="58267" y="470903"/>
                  </a:lnTo>
                  <a:lnTo>
                    <a:pt x="53721" y="465531"/>
                  </a:lnTo>
                  <a:lnTo>
                    <a:pt x="283464" y="274307"/>
                  </a:lnTo>
                  <a:lnTo>
                    <a:pt x="281508" y="271703"/>
                  </a:lnTo>
                  <a:lnTo>
                    <a:pt x="284988" y="268224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pic>
          <p:nvPicPr>
            <p:cNvPr id="128" name="object 126">
              <a:extLst>
                <a:ext uri="{FF2B5EF4-FFF2-40B4-BE49-F238E27FC236}">
                  <a16:creationId xmlns:a16="http://schemas.microsoft.com/office/drawing/2014/main" id="{ED5B646D-829F-B7C5-FA15-1B9D6B1B2E41}"/>
                </a:ext>
              </a:extLst>
            </p:cNvPr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728394" y="649884"/>
              <a:ext cx="173735" cy="96011"/>
            </a:xfrm>
            <a:prstGeom prst="rect">
              <a:avLst/>
            </a:prstGeom>
          </p:spPr>
        </p:pic>
        <p:pic>
          <p:nvPicPr>
            <p:cNvPr id="129" name="object 127">
              <a:extLst>
                <a:ext uri="{FF2B5EF4-FFF2-40B4-BE49-F238E27FC236}">
                  <a16:creationId xmlns:a16="http://schemas.microsoft.com/office/drawing/2014/main" id="{94E8AA86-E8A0-4A90-A66C-828A42D5919C}"/>
                </a:ext>
              </a:extLst>
            </p:cNvPr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014906" y="791616"/>
              <a:ext cx="137159" cy="173735"/>
            </a:xfrm>
            <a:prstGeom prst="rect">
              <a:avLst/>
            </a:prstGeom>
          </p:spPr>
        </p:pic>
        <p:pic>
          <p:nvPicPr>
            <p:cNvPr id="130" name="object 128">
              <a:extLst>
                <a:ext uri="{FF2B5EF4-FFF2-40B4-BE49-F238E27FC236}">
                  <a16:creationId xmlns:a16="http://schemas.microsoft.com/office/drawing/2014/main" id="{627F3C19-52B9-DE68-7199-A314949C0234}"/>
                </a:ext>
              </a:extLst>
            </p:cNvPr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435786" y="875436"/>
              <a:ext cx="141731" cy="176783"/>
            </a:xfrm>
            <a:prstGeom prst="rect">
              <a:avLst/>
            </a:prstGeom>
          </p:spPr>
        </p:pic>
        <p:pic>
          <p:nvPicPr>
            <p:cNvPr id="131" name="object 129">
              <a:extLst>
                <a:ext uri="{FF2B5EF4-FFF2-40B4-BE49-F238E27FC236}">
                  <a16:creationId xmlns:a16="http://schemas.microsoft.com/office/drawing/2014/main" id="{1CE5B745-0B10-8B79-A8A7-9729DB4E0143}"/>
                </a:ext>
              </a:extLst>
            </p:cNvPr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443406" y="1225956"/>
              <a:ext cx="179832" cy="164592"/>
            </a:xfrm>
            <a:prstGeom prst="rect">
              <a:avLst/>
            </a:prstGeom>
          </p:spPr>
        </p:pic>
        <p:pic>
          <p:nvPicPr>
            <p:cNvPr id="132" name="object 130">
              <a:extLst>
                <a:ext uri="{FF2B5EF4-FFF2-40B4-BE49-F238E27FC236}">
                  <a16:creationId xmlns:a16="http://schemas.microsoft.com/office/drawing/2014/main" id="{A352CEC0-0120-6B9C-520E-6D26171B518C}"/>
                </a:ext>
              </a:extLst>
            </p:cNvPr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365682" y="637692"/>
              <a:ext cx="669035" cy="1030223"/>
            </a:xfrm>
            <a:prstGeom prst="rect">
              <a:avLst/>
            </a:prstGeom>
          </p:spPr>
        </p:pic>
        <p:sp>
          <p:nvSpPr>
            <p:cNvPr id="133" name="object 131">
              <a:extLst>
                <a:ext uri="{FF2B5EF4-FFF2-40B4-BE49-F238E27FC236}">
                  <a16:creationId xmlns:a16="http://schemas.microsoft.com/office/drawing/2014/main" id="{4D354DC4-85AC-B645-B91F-5C17B0FD6685}"/>
                </a:ext>
              </a:extLst>
            </p:cNvPr>
            <p:cNvSpPr/>
            <p:nvPr/>
          </p:nvSpPr>
          <p:spPr>
            <a:xfrm>
              <a:off x="5205662" y="651408"/>
              <a:ext cx="1004569" cy="1004569"/>
            </a:xfrm>
            <a:custGeom>
              <a:avLst/>
              <a:gdLst/>
              <a:ahLst/>
              <a:cxnLst/>
              <a:rect l="l" t="t" r="r" b="b"/>
              <a:pathLst>
                <a:path w="1004570" h="1004569">
                  <a:moveTo>
                    <a:pt x="0" y="501396"/>
                  </a:moveTo>
                  <a:lnTo>
                    <a:pt x="2290" y="453037"/>
                  </a:lnTo>
                  <a:lnTo>
                    <a:pt x="9024" y="405994"/>
                  </a:lnTo>
                  <a:lnTo>
                    <a:pt x="19991" y="360475"/>
                  </a:lnTo>
                  <a:lnTo>
                    <a:pt x="34985" y="316689"/>
                  </a:lnTo>
                  <a:lnTo>
                    <a:pt x="53795" y="274844"/>
                  </a:lnTo>
                  <a:lnTo>
                    <a:pt x="76215" y="235149"/>
                  </a:lnTo>
                  <a:lnTo>
                    <a:pt x="102035" y="197812"/>
                  </a:lnTo>
                  <a:lnTo>
                    <a:pt x="131047" y="163042"/>
                  </a:lnTo>
                  <a:lnTo>
                    <a:pt x="163042" y="131047"/>
                  </a:lnTo>
                  <a:lnTo>
                    <a:pt x="197812" y="102035"/>
                  </a:lnTo>
                  <a:lnTo>
                    <a:pt x="235149" y="76215"/>
                  </a:lnTo>
                  <a:lnTo>
                    <a:pt x="274844" y="53795"/>
                  </a:lnTo>
                  <a:lnTo>
                    <a:pt x="316689" y="34985"/>
                  </a:lnTo>
                  <a:lnTo>
                    <a:pt x="360475" y="19991"/>
                  </a:lnTo>
                  <a:lnTo>
                    <a:pt x="405994" y="9024"/>
                  </a:lnTo>
                  <a:lnTo>
                    <a:pt x="453037" y="2290"/>
                  </a:lnTo>
                  <a:lnTo>
                    <a:pt x="501396" y="0"/>
                  </a:lnTo>
                  <a:lnTo>
                    <a:pt x="549770" y="2290"/>
                  </a:lnTo>
                  <a:lnTo>
                    <a:pt x="596856" y="9024"/>
                  </a:lnTo>
                  <a:lnTo>
                    <a:pt x="642442" y="19991"/>
                  </a:lnTo>
                  <a:lnTo>
                    <a:pt x="686315" y="34985"/>
                  </a:lnTo>
                  <a:lnTo>
                    <a:pt x="728265" y="53795"/>
                  </a:lnTo>
                  <a:lnTo>
                    <a:pt x="768077" y="76215"/>
                  </a:lnTo>
                  <a:lnTo>
                    <a:pt x="805541" y="102035"/>
                  </a:lnTo>
                  <a:lnTo>
                    <a:pt x="840444" y="131047"/>
                  </a:lnTo>
                  <a:lnTo>
                    <a:pt x="872573" y="163042"/>
                  </a:lnTo>
                  <a:lnTo>
                    <a:pt x="901718" y="197812"/>
                  </a:lnTo>
                  <a:lnTo>
                    <a:pt x="927664" y="235149"/>
                  </a:lnTo>
                  <a:lnTo>
                    <a:pt x="950202" y="274844"/>
                  </a:lnTo>
                  <a:lnTo>
                    <a:pt x="969117" y="316689"/>
                  </a:lnTo>
                  <a:lnTo>
                    <a:pt x="984198" y="360475"/>
                  </a:lnTo>
                  <a:lnTo>
                    <a:pt x="995233" y="405994"/>
                  </a:lnTo>
                  <a:lnTo>
                    <a:pt x="1002009" y="453037"/>
                  </a:lnTo>
                  <a:lnTo>
                    <a:pt x="1004316" y="501396"/>
                  </a:lnTo>
                  <a:lnTo>
                    <a:pt x="1002009" y="549770"/>
                  </a:lnTo>
                  <a:lnTo>
                    <a:pt x="995233" y="596856"/>
                  </a:lnTo>
                  <a:lnTo>
                    <a:pt x="984198" y="642442"/>
                  </a:lnTo>
                  <a:lnTo>
                    <a:pt x="969117" y="686315"/>
                  </a:lnTo>
                  <a:lnTo>
                    <a:pt x="950202" y="728265"/>
                  </a:lnTo>
                  <a:lnTo>
                    <a:pt x="927664" y="768077"/>
                  </a:lnTo>
                  <a:lnTo>
                    <a:pt x="901718" y="805541"/>
                  </a:lnTo>
                  <a:lnTo>
                    <a:pt x="872573" y="840444"/>
                  </a:lnTo>
                  <a:lnTo>
                    <a:pt x="840444" y="872573"/>
                  </a:lnTo>
                  <a:lnTo>
                    <a:pt x="805541" y="901718"/>
                  </a:lnTo>
                  <a:lnTo>
                    <a:pt x="768077" y="927664"/>
                  </a:lnTo>
                  <a:lnTo>
                    <a:pt x="728265" y="950202"/>
                  </a:lnTo>
                  <a:lnTo>
                    <a:pt x="686315" y="969117"/>
                  </a:lnTo>
                  <a:lnTo>
                    <a:pt x="642442" y="984198"/>
                  </a:lnTo>
                  <a:lnTo>
                    <a:pt x="596856" y="995233"/>
                  </a:lnTo>
                  <a:lnTo>
                    <a:pt x="549770" y="1002009"/>
                  </a:lnTo>
                  <a:lnTo>
                    <a:pt x="501396" y="1004316"/>
                  </a:lnTo>
                  <a:lnTo>
                    <a:pt x="453037" y="1002009"/>
                  </a:lnTo>
                  <a:lnTo>
                    <a:pt x="405994" y="995233"/>
                  </a:lnTo>
                  <a:lnTo>
                    <a:pt x="360475" y="984198"/>
                  </a:lnTo>
                  <a:lnTo>
                    <a:pt x="316689" y="969117"/>
                  </a:lnTo>
                  <a:lnTo>
                    <a:pt x="274844" y="950202"/>
                  </a:lnTo>
                  <a:lnTo>
                    <a:pt x="235149" y="927664"/>
                  </a:lnTo>
                  <a:lnTo>
                    <a:pt x="197812" y="901718"/>
                  </a:lnTo>
                  <a:lnTo>
                    <a:pt x="163042" y="872573"/>
                  </a:lnTo>
                  <a:lnTo>
                    <a:pt x="131047" y="840444"/>
                  </a:lnTo>
                  <a:lnTo>
                    <a:pt x="102035" y="805541"/>
                  </a:lnTo>
                  <a:lnTo>
                    <a:pt x="76215" y="768077"/>
                  </a:lnTo>
                  <a:lnTo>
                    <a:pt x="53795" y="728265"/>
                  </a:lnTo>
                  <a:lnTo>
                    <a:pt x="34985" y="686315"/>
                  </a:lnTo>
                  <a:lnTo>
                    <a:pt x="19991" y="642442"/>
                  </a:lnTo>
                  <a:lnTo>
                    <a:pt x="9024" y="596856"/>
                  </a:lnTo>
                  <a:lnTo>
                    <a:pt x="2290" y="549770"/>
                  </a:lnTo>
                  <a:lnTo>
                    <a:pt x="0" y="501396"/>
                  </a:lnTo>
                </a:path>
              </a:pathLst>
            </a:custGeom>
            <a:ln w="9144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34" name="object 132">
              <a:extLst>
                <a:ext uri="{FF2B5EF4-FFF2-40B4-BE49-F238E27FC236}">
                  <a16:creationId xmlns:a16="http://schemas.microsoft.com/office/drawing/2014/main" id="{D23C61FC-C23B-5A16-274A-40E992E7D43F}"/>
                </a:ext>
              </a:extLst>
            </p:cNvPr>
            <p:cNvSpPr/>
            <p:nvPr/>
          </p:nvSpPr>
          <p:spPr>
            <a:xfrm>
              <a:off x="4946582" y="482244"/>
              <a:ext cx="53340" cy="330835"/>
            </a:xfrm>
            <a:custGeom>
              <a:avLst/>
              <a:gdLst/>
              <a:ahLst/>
              <a:cxnLst/>
              <a:rect l="l" t="t" r="r" b="b"/>
              <a:pathLst>
                <a:path w="53339" h="330834">
                  <a:moveTo>
                    <a:pt x="53339" y="330708"/>
                  </a:moveTo>
                  <a:lnTo>
                    <a:pt x="0" y="330708"/>
                  </a:lnTo>
                  <a:lnTo>
                    <a:pt x="0" y="0"/>
                  </a:lnTo>
                  <a:lnTo>
                    <a:pt x="53339" y="0"/>
                  </a:lnTo>
                  <a:lnTo>
                    <a:pt x="53339" y="330708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35" name="object 133">
              <a:extLst>
                <a:ext uri="{FF2B5EF4-FFF2-40B4-BE49-F238E27FC236}">
                  <a16:creationId xmlns:a16="http://schemas.microsoft.com/office/drawing/2014/main" id="{B2B8E491-83AE-A1EC-7AD6-828CB550262A}"/>
                </a:ext>
              </a:extLst>
            </p:cNvPr>
            <p:cNvSpPr/>
            <p:nvPr/>
          </p:nvSpPr>
          <p:spPr>
            <a:xfrm>
              <a:off x="4999922" y="463956"/>
              <a:ext cx="18415" cy="349250"/>
            </a:xfrm>
            <a:custGeom>
              <a:avLst/>
              <a:gdLst/>
              <a:ahLst/>
              <a:cxnLst/>
              <a:rect l="l" t="t" r="r" b="b"/>
              <a:pathLst>
                <a:path w="18414" h="349250">
                  <a:moveTo>
                    <a:pt x="0" y="348995"/>
                  </a:moveTo>
                  <a:lnTo>
                    <a:pt x="0" y="18287"/>
                  </a:lnTo>
                  <a:lnTo>
                    <a:pt x="18288" y="0"/>
                  </a:lnTo>
                  <a:lnTo>
                    <a:pt x="18288" y="332231"/>
                  </a:lnTo>
                  <a:lnTo>
                    <a:pt x="0" y="348995"/>
                  </a:lnTo>
                  <a:close/>
                </a:path>
              </a:pathLst>
            </a:custGeom>
            <a:solidFill>
              <a:srgbClr val="B6C1AD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36" name="object 134">
              <a:extLst>
                <a:ext uri="{FF2B5EF4-FFF2-40B4-BE49-F238E27FC236}">
                  <a16:creationId xmlns:a16="http://schemas.microsoft.com/office/drawing/2014/main" id="{2B92ADA1-EFE0-C5B2-8E41-8E0404D6672A}"/>
                </a:ext>
              </a:extLst>
            </p:cNvPr>
            <p:cNvSpPr/>
            <p:nvPr/>
          </p:nvSpPr>
          <p:spPr>
            <a:xfrm>
              <a:off x="4946582" y="463956"/>
              <a:ext cx="71755" cy="18415"/>
            </a:xfrm>
            <a:custGeom>
              <a:avLst/>
              <a:gdLst/>
              <a:ahLst/>
              <a:cxnLst/>
              <a:rect l="l" t="t" r="r" b="b"/>
              <a:pathLst>
                <a:path w="71754" h="18415">
                  <a:moveTo>
                    <a:pt x="53339" y="18287"/>
                  </a:moveTo>
                  <a:lnTo>
                    <a:pt x="0" y="18287"/>
                  </a:lnTo>
                  <a:lnTo>
                    <a:pt x="18288" y="0"/>
                  </a:lnTo>
                  <a:lnTo>
                    <a:pt x="71628" y="0"/>
                  </a:lnTo>
                  <a:lnTo>
                    <a:pt x="53339" y="18287"/>
                  </a:lnTo>
                  <a:close/>
                </a:path>
              </a:pathLst>
            </a:custGeom>
            <a:solidFill>
              <a:srgbClr val="E8F3DF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37" name="object 135">
              <a:extLst>
                <a:ext uri="{FF2B5EF4-FFF2-40B4-BE49-F238E27FC236}">
                  <a16:creationId xmlns:a16="http://schemas.microsoft.com/office/drawing/2014/main" id="{7F5DC6CC-7674-3994-B07A-AC95C38949E8}"/>
                </a:ext>
              </a:extLst>
            </p:cNvPr>
            <p:cNvSpPr/>
            <p:nvPr/>
          </p:nvSpPr>
          <p:spPr>
            <a:xfrm>
              <a:off x="4946582" y="463956"/>
              <a:ext cx="71755" cy="349250"/>
            </a:xfrm>
            <a:custGeom>
              <a:avLst/>
              <a:gdLst/>
              <a:ahLst/>
              <a:cxnLst/>
              <a:rect l="l" t="t" r="r" b="b"/>
              <a:pathLst>
                <a:path w="71754" h="349250">
                  <a:moveTo>
                    <a:pt x="0" y="18287"/>
                  </a:moveTo>
                  <a:lnTo>
                    <a:pt x="18288" y="0"/>
                  </a:lnTo>
                  <a:lnTo>
                    <a:pt x="71628" y="0"/>
                  </a:lnTo>
                  <a:lnTo>
                    <a:pt x="71628" y="332231"/>
                  </a:lnTo>
                  <a:lnTo>
                    <a:pt x="53339" y="348995"/>
                  </a:lnTo>
                  <a:lnTo>
                    <a:pt x="0" y="348995"/>
                  </a:lnTo>
                  <a:lnTo>
                    <a:pt x="0" y="18287"/>
                  </a:lnTo>
                  <a:close/>
                </a:path>
                <a:path w="71754" h="349250">
                  <a:moveTo>
                    <a:pt x="0" y="18287"/>
                  </a:moveTo>
                  <a:lnTo>
                    <a:pt x="53339" y="18287"/>
                  </a:lnTo>
                  <a:lnTo>
                    <a:pt x="71628" y="0"/>
                  </a:lnTo>
                </a:path>
              </a:pathLst>
            </a:custGeom>
            <a:ln w="9144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38" name="object 136">
              <a:extLst>
                <a:ext uri="{FF2B5EF4-FFF2-40B4-BE49-F238E27FC236}">
                  <a16:creationId xmlns:a16="http://schemas.microsoft.com/office/drawing/2014/main" id="{6828014E-EFAB-1E22-91D8-6D7F33375AD9}"/>
                </a:ext>
              </a:extLst>
            </p:cNvPr>
            <p:cNvSpPr/>
            <p:nvPr/>
          </p:nvSpPr>
          <p:spPr>
            <a:xfrm>
              <a:off x="4999922" y="482244"/>
              <a:ext cx="0" cy="330835"/>
            </a:xfrm>
            <a:custGeom>
              <a:avLst/>
              <a:gdLst/>
              <a:ahLst/>
              <a:cxnLst/>
              <a:rect l="l" t="t" r="r" b="b"/>
              <a:pathLst>
                <a:path h="330834">
                  <a:moveTo>
                    <a:pt x="0" y="0"/>
                  </a:moveTo>
                  <a:lnTo>
                    <a:pt x="0" y="330708"/>
                  </a:lnTo>
                </a:path>
              </a:pathLst>
            </a:custGeom>
            <a:ln w="9144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39" name="object 137">
              <a:extLst>
                <a:ext uri="{FF2B5EF4-FFF2-40B4-BE49-F238E27FC236}">
                  <a16:creationId xmlns:a16="http://schemas.microsoft.com/office/drawing/2014/main" id="{6AC378FE-638B-3F5D-5884-1C157A163607}"/>
                </a:ext>
              </a:extLst>
            </p:cNvPr>
            <p:cNvSpPr/>
            <p:nvPr/>
          </p:nvSpPr>
          <p:spPr>
            <a:xfrm>
              <a:off x="4946582" y="1576476"/>
              <a:ext cx="53340" cy="330835"/>
            </a:xfrm>
            <a:custGeom>
              <a:avLst/>
              <a:gdLst/>
              <a:ahLst/>
              <a:cxnLst/>
              <a:rect l="l" t="t" r="r" b="b"/>
              <a:pathLst>
                <a:path w="53339" h="330835">
                  <a:moveTo>
                    <a:pt x="53339" y="330708"/>
                  </a:moveTo>
                  <a:lnTo>
                    <a:pt x="0" y="330708"/>
                  </a:lnTo>
                  <a:lnTo>
                    <a:pt x="0" y="0"/>
                  </a:lnTo>
                  <a:lnTo>
                    <a:pt x="53339" y="0"/>
                  </a:lnTo>
                  <a:lnTo>
                    <a:pt x="53339" y="330708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40" name="object 138">
              <a:extLst>
                <a:ext uri="{FF2B5EF4-FFF2-40B4-BE49-F238E27FC236}">
                  <a16:creationId xmlns:a16="http://schemas.microsoft.com/office/drawing/2014/main" id="{A955D90E-BB26-98A4-0758-B084050B076B}"/>
                </a:ext>
              </a:extLst>
            </p:cNvPr>
            <p:cNvSpPr/>
            <p:nvPr/>
          </p:nvSpPr>
          <p:spPr>
            <a:xfrm>
              <a:off x="4999922" y="1558188"/>
              <a:ext cx="18415" cy="349250"/>
            </a:xfrm>
            <a:custGeom>
              <a:avLst/>
              <a:gdLst/>
              <a:ahLst/>
              <a:cxnLst/>
              <a:rect l="l" t="t" r="r" b="b"/>
              <a:pathLst>
                <a:path w="18414" h="349250">
                  <a:moveTo>
                    <a:pt x="0" y="348995"/>
                  </a:moveTo>
                  <a:lnTo>
                    <a:pt x="0" y="18287"/>
                  </a:lnTo>
                  <a:lnTo>
                    <a:pt x="18288" y="0"/>
                  </a:lnTo>
                  <a:lnTo>
                    <a:pt x="18288" y="330707"/>
                  </a:lnTo>
                  <a:lnTo>
                    <a:pt x="0" y="348995"/>
                  </a:lnTo>
                  <a:close/>
                </a:path>
              </a:pathLst>
            </a:custGeom>
            <a:solidFill>
              <a:srgbClr val="AEB6C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41" name="object 139">
              <a:extLst>
                <a:ext uri="{FF2B5EF4-FFF2-40B4-BE49-F238E27FC236}">
                  <a16:creationId xmlns:a16="http://schemas.microsoft.com/office/drawing/2014/main" id="{3E1A880D-9C06-023A-D635-D4983CE517A8}"/>
                </a:ext>
              </a:extLst>
            </p:cNvPr>
            <p:cNvSpPr/>
            <p:nvPr/>
          </p:nvSpPr>
          <p:spPr>
            <a:xfrm>
              <a:off x="4946582" y="1558188"/>
              <a:ext cx="71755" cy="18415"/>
            </a:xfrm>
            <a:custGeom>
              <a:avLst/>
              <a:gdLst/>
              <a:ahLst/>
              <a:cxnLst/>
              <a:rect l="l" t="t" r="r" b="b"/>
              <a:pathLst>
                <a:path w="71754" h="18415">
                  <a:moveTo>
                    <a:pt x="53339" y="18287"/>
                  </a:moveTo>
                  <a:lnTo>
                    <a:pt x="0" y="18287"/>
                  </a:lnTo>
                  <a:lnTo>
                    <a:pt x="18288" y="0"/>
                  </a:lnTo>
                  <a:lnTo>
                    <a:pt x="71628" y="0"/>
                  </a:lnTo>
                  <a:lnTo>
                    <a:pt x="53339" y="18287"/>
                  </a:lnTo>
                  <a:close/>
                </a:path>
              </a:pathLst>
            </a:custGeom>
            <a:solidFill>
              <a:srgbClr val="E0E8F5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42" name="object 140">
              <a:extLst>
                <a:ext uri="{FF2B5EF4-FFF2-40B4-BE49-F238E27FC236}">
                  <a16:creationId xmlns:a16="http://schemas.microsoft.com/office/drawing/2014/main" id="{3D3D31E5-24CA-35C7-9D7C-27144FBC567E}"/>
                </a:ext>
              </a:extLst>
            </p:cNvPr>
            <p:cNvSpPr/>
            <p:nvPr/>
          </p:nvSpPr>
          <p:spPr>
            <a:xfrm>
              <a:off x="4946582" y="1558188"/>
              <a:ext cx="71755" cy="349250"/>
            </a:xfrm>
            <a:custGeom>
              <a:avLst/>
              <a:gdLst/>
              <a:ahLst/>
              <a:cxnLst/>
              <a:rect l="l" t="t" r="r" b="b"/>
              <a:pathLst>
                <a:path w="71754" h="349250">
                  <a:moveTo>
                    <a:pt x="0" y="18287"/>
                  </a:moveTo>
                  <a:lnTo>
                    <a:pt x="18288" y="0"/>
                  </a:lnTo>
                  <a:lnTo>
                    <a:pt x="71628" y="0"/>
                  </a:lnTo>
                  <a:lnTo>
                    <a:pt x="71628" y="330707"/>
                  </a:lnTo>
                  <a:lnTo>
                    <a:pt x="53339" y="348995"/>
                  </a:lnTo>
                  <a:lnTo>
                    <a:pt x="0" y="348995"/>
                  </a:lnTo>
                  <a:lnTo>
                    <a:pt x="0" y="18287"/>
                  </a:lnTo>
                  <a:close/>
                </a:path>
                <a:path w="71754" h="349250">
                  <a:moveTo>
                    <a:pt x="0" y="18287"/>
                  </a:moveTo>
                  <a:lnTo>
                    <a:pt x="53339" y="18287"/>
                  </a:lnTo>
                  <a:lnTo>
                    <a:pt x="71628" y="0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43" name="object 141">
              <a:extLst>
                <a:ext uri="{FF2B5EF4-FFF2-40B4-BE49-F238E27FC236}">
                  <a16:creationId xmlns:a16="http://schemas.microsoft.com/office/drawing/2014/main" id="{6EDC28D0-DD76-406C-1F80-B11AAB5EF3AC}"/>
                </a:ext>
              </a:extLst>
            </p:cNvPr>
            <p:cNvSpPr/>
            <p:nvPr/>
          </p:nvSpPr>
          <p:spPr>
            <a:xfrm>
              <a:off x="4999922" y="1576476"/>
              <a:ext cx="0" cy="330835"/>
            </a:xfrm>
            <a:custGeom>
              <a:avLst/>
              <a:gdLst/>
              <a:ahLst/>
              <a:cxnLst/>
              <a:rect l="l" t="t" r="r" b="b"/>
              <a:pathLst>
                <a:path h="330835">
                  <a:moveTo>
                    <a:pt x="0" y="0"/>
                  </a:moveTo>
                  <a:lnTo>
                    <a:pt x="0" y="330708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pic>
          <p:nvPicPr>
            <p:cNvPr id="144" name="object 142">
              <a:extLst>
                <a:ext uri="{FF2B5EF4-FFF2-40B4-BE49-F238E27FC236}">
                  <a16:creationId xmlns:a16="http://schemas.microsoft.com/office/drawing/2014/main" id="{339A090C-C91D-E781-E06D-642CA1E34C72}"/>
                </a:ext>
              </a:extLst>
            </p:cNvPr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36838" y="2250084"/>
              <a:ext cx="179831" cy="719327"/>
            </a:xfrm>
            <a:prstGeom prst="rect">
              <a:avLst/>
            </a:prstGeom>
          </p:spPr>
        </p:pic>
        <p:sp>
          <p:nvSpPr>
            <p:cNvPr id="145" name="object 143">
              <a:extLst>
                <a:ext uri="{FF2B5EF4-FFF2-40B4-BE49-F238E27FC236}">
                  <a16:creationId xmlns:a16="http://schemas.microsoft.com/office/drawing/2014/main" id="{DC777DA4-138E-E6B9-FB68-6DBA9393D3CF}"/>
                </a:ext>
              </a:extLst>
            </p:cNvPr>
            <p:cNvSpPr/>
            <p:nvPr/>
          </p:nvSpPr>
          <p:spPr>
            <a:xfrm>
              <a:off x="697670" y="2451252"/>
              <a:ext cx="692150" cy="350520"/>
            </a:xfrm>
            <a:custGeom>
              <a:avLst/>
              <a:gdLst/>
              <a:ahLst/>
              <a:cxnLst/>
              <a:rect l="l" t="t" r="r" b="b"/>
              <a:pathLst>
                <a:path w="692150" h="350519">
                  <a:moveTo>
                    <a:pt x="632460" y="350520"/>
                  </a:moveTo>
                  <a:lnTo>
                    <a:pt x="59436" y="350520"/>
                  </a:lnTo>
                  <a:lnTo>
                    <a:pt x="36647" y="345971"/>
                  </a:lnTo>
                  <a:lnTo>
                    <a:pt x="17716" y="333565"/>
                  </a:lnTo>
                  <a:lnTo>
                    <a:pt x="4786" y="315158"/>
                  </a:lnTo>
                  <a:lnTo>
                    <a:pt x="0" y="292608"/>
                  </a:lnTo>
                  <a:lnTo>
                    <a:pt x="0" y="57912"/>
                  </a:lnTo>
                  <a:lnTo>
                    <a:pt x="4786" y="35361"/>
                  </a:lnTo>
                  <a:lnTo>
                    <a:pt x="17716" y="16954"/>
                  </a:lnTo>
                  <a:lnTo>
                    <a:pt x="36647" y="4548"/>
                  </a:lnTo>
                  <a:lnTo>
                    <a:pt x="59436" y="0"/>
                  </a:lnTo>
                  <a:lnTo>
                    <a:pt x="632460" y="0"/>
                  </a:lnTo>
                  <a:lnTo>
                    <a:pt x="655891" y="4548"/>
                  </a:lnTo>
                  <a:lnTo>
                    <a:pt x="674751" y="16954"/>
                  </a:lnTo>
                  <a:lnTo>
                    <a:pt x="687324" y="35361"/>
                  </a:lnTo>
                  <a:lnTo>
                    <a:pt x="691896" y="57912"/>
                  </a:lnTo>
                  <a:lnTo>
                    <a:pt x="691896" y="292608"/>
                  </a:lnTo>
                  <a:lnTo>
                    <a:pt x="687324" y="315158"/>
                  </a:lnTo>
                  <a:lnTo>
                    <a:pt x="674751" y="333565"/>
                  </a:lnTo>
                  <a:lnTo>
                    <a:pt x="655891" y="345971"/>
                  </a:lnTo>
                  <a:lnTo>
                    <a:pt x="632460" y="350520"/>
                  </a:lnTo>
                  <a:close/>
                </a:path>
              </a:pathLst>
            </a:custGeom>
            <a:solidFill>
              <a:srgbClr val="F8F7F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46" name="object 144">
              <a:extLst>
                <a:ext uri="{FF2B5EF4-FFF2-40B4-BE49-F238E27FC236}">
                  <a16:creationId xmlns:a16="http://schemas.microsoft.com/office/drawing/2014/main" id="{3EFDC3BB-2BDF-E061-731C-7A87864C3F22}"/>
                </a:ext>
              </a:extLst>
            </p:cNvPr>
            <p:cNvSpPr/>
            <p:nvPr/>
          </p:nvSpPr>
          <p:spPr>
            <a:xfrm>
              <a:off x="697670" y="2451252"/>
              <a:ext cx="692150" cy="350520"/>
            </a:xfrm>
            <a:custGeom>
              <a:avLst/>
              <a:gdLst/>
              <a:ahLst/>
              <a:cxnLst/>
              <a:rect l="l" t="t" r="r" b="b"/>
              <a:pathLst>
                <a:path w="692150" h="350519">
                  <a:moveTo>
                    <a:pt x="0" y="57912"/>
                  </a:moveTo>
                  <a:lnTo>
                    <a:pt x="4786" y="35361"/>
                  </a:lnTo>
                  <a:lnTo>
                    <a:pt x="17716" y="16954"/>
                  </a:lnTo>
                  <a:lnTo>
                    <a:pt x="36647" y="4548"/>
                  </a:lnTo>
                  <a:lnTo>
                    <a:pt x="59436" y="0"/>
                  </a:lnTo>
                  <a:lnTo>
                    <a:pt x="632460" y="0"/>
                  </a:lnTo>
                  <a:lnTo>
                    <a:pt x="655891" y="4548"/>
                  </a:lnTo>
                  <a:lnTo>
                    <a:pt x="674751" y="16954"/>
                  </a:lnTo>
                  <a:lnTo>
                    <a:pt x="687324" y="35361"/>
                  </a:lnTo>
                  <a:lnTo>
                    <a:pt x="691896" y="57912"/>
                  </a:lnTo>
                  <a:lnTo>
                    <a:pt x="691896" y="292608"/>
                  </a:lnTo>
                  <a:lnTo>
                    <a:pt x="687324" y="315158"/>
                  </a:lnTo>
                  <a:lnTo>
                    <a:pt x="674751" y="333565"/>
                  </a:lnTo>
                  <a:lnTo>
                    <a:pt x="655891" y="345971"/>
                  </a:lnTo>
                  <a:lnTo>
                    <a:pt x="632460" y="350520"/>
                  </a:lnTo>
                  <a:lnTo>
                    <a:pt x="59436" y="350520"/>
                  </a:lnTo>
                  <a:lnTo>
                    <a:pt x="36647" y="345971"/>
                  </a:lnTo>
                  <a:lnTo>
                    <a:pt x="17716" y="333565"/>
                  </a:lnTo>
                  <a:lnTo>
                    <a:pt x="4786" y="315158"/>
                  </a:lnTo>
                  <a:lnTo>
                    <a:pt x="0" y="292608"/>
                  </a:lnTo>
                  <a:lnTo>
                    <a:pt x="0" y="57912"/>
                  </a:lnTo>
                  <a:close/>
                </a:path>
              </a:pathLst>
            </a:custGeom>
            <a:ln w="9144">
              <a:solidFill>
                <a:srgbClr val="C9B8AC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</p:grpSp>
      <p:sp>
        <p:nvSpPr>
          <p:cNvPr id="147" name="object 145">
            <a:extLst>
              <a:ext uri="{FF2B5EF4-FFF2-40B4-BE49-F238E27FC236}">
                <a16:creationId xmlns:a16="http://schemas.microsoft.com/office/drawing/2014/main" id="{3A91B0B5-FA3F-C65E-9D46-733C883FED5B}"/>
              </a:ext>
            </a:extLst>
          </p:cNvPr>
          <p:cNvSpPr txBox="1"/>
          <p:nvPr/>
        </p:nvSpPr>
        <p:spPr>
          <a:xfrm>
            <a:off x="10334906" y="6574046"/>
            <a:ext cx="641305" cy="241247"/>
          </a:xfrm>
          <a:prstGeom prst="rect">
            <a:avLst/>
          </a:prstGeom>
        </p:spPr>
        <p:txBody>
          <a:bodyPr vert="horz" wrap="square" lIns="0" tIns="18378" rIns="0" bIns="0" rtlCol="0">
            <a:spAutoFit/>
          </a:bodyPr>
          <a:lstStyle/>
          <a:p>
            <a:pPr marL="58038">
              <a:spcBef>
                <a:spcPts val="145"/>
              </a:spcBef>
            </a:pPr>
            <a:r>
              <a:rPr sz="1447" spc="-15" dirty="0">
                <a:latin typeface="Cambria"/>
                <a:cs typeface="Cambria"/>
              </a:rPr>
              <a:t>MLP</a:t>
            </a:r>
            <a:r>
              <a:rPr sz="1599" spc="-23" baseline="-15873" dirty="0">
                <a:latin typeface="Cambria"/>
                <a:cs typeface="Cambria"/>
              </a:rPr>
              <a:t>cls</a:t>
            </a:r>
            <a:endParaRPr sz="1599" baseline="-15873">
              <a:latin typeface="Cambria"/>
              <a:cs typeface="Cambria"/>
            </a:endParaRPr>
          </a:p>
        </p:txBody>
      </p:sp>
      <p:sp>
        <p:nvSpPr>
          <p:cNvPr id="148" name="object 146">
            <a:extLst>
              <a:ext uri="{FF2B5EF4-FFF2-40B4-BE49-F238E27FC236}">
                <a16:creationId xmlns:a16="http://schemas.microsoft.com/office/drawing/2014/main" id="{4EBBCEA4-3469-BF84-64E3-DDD3252F7C54}"/>
              </a:ext>
            </a:extLst>
          </p:cNvPr>
          <p:cNvSpPr txBox="1"/>
          <p:nvPr/>
        </p:nvSpPr>
        <p:spPr>
          <a:xfrm>
            <a:off x="1814400" y="4108263"/>
            <a:ext cx="720622" cy="305714"/>
          </a:xfrm>
          <a:prstGeom prst="rect">
            <a:avLst/>
          </a:prstGeom>
        </p:spPr>
        <p:txBody>
          <a:bodyPr vert="horz" wrap="square" lIns="0" tIns="24182" rIns="0" bIns="0" rtlCol="0">
            <a:spAutoFit/>
          </a:bodyPr>
          <a:lstStyle/>
          <a:p>
            <a:pPr marL="19346">
              <a:spcBef>
                <a:spcPts val="190"/>
              </a:spcBef>
            </a:pPr>
            <a:r>
              <a:rPr sz="1828" spc="-15" dirty="0">
                <a:latin typeface="Calibri"/>
                <a:cs typeface="Calibri"/>
              </a:rPr>
              <a:t>CIDNet</a:t>
            </a:r>
            <a:endParaRPr sz="1828" dirty="0">
              <a:latin typeface="Calibri"/>
              <a:cs typeface="Calibri"/>
            </a:endParaRPr>
          </a:p>
        </p:txBody>
      </p:sp>
      <p:grpSp>
        <p:nvGrpSpPr>
          <p:cNvPr id="149" name="object 147">
            <a:extLst>
              <a:ext uri="{FF2B5EF4-FFF2-40B4-BE49-F238E27FC236}">
                <a16:creationId xmlns:a16="http://schemas.microsoft.com/office/drawing/2014/main" id="{93C9F835-935B-00F3-D0CF-272DF1D34B19}"/>
              </a:ext>
            </a:extLst>
          </p:cNvPr>
          <p:cNvGrpSpPr/>
          <p:nvPr/>
        </p:nvGrpSpPr>
        <p:grpSpPr>
          <a:xfrm>
            <a:off x="7816171" y="5815551"/>
            <a:ext cx="137353" cy="611320"/>
            <a:chOff x="4748462" y="3630827"/>
            <a:chExt cx="90170" cy="401320"/>
          </a:xfrm>
        </p:grpSpPr>
        <p:sp>
          <p:nvSpPr>
            <p:cNvPr id="150" name="object 148">
              <a:extLst>
                <a:ext uri="{FF2B5EF4-FFF2-40B4-BE49-F238E27FC236}">
                  <a16:creationId xmlns:a16="http://schemas.microsoft.com/office/drawing/2014/main" id="{0EA3DA15-B821-DFBC-5F13-F01085254BCD}"/>
                </a:ext>
              </a:extLst>
            </p:cNvPr>
            <p:cNvSpPr/>
            <p:nvPr/>
          </p:nvSpPr>
          <p:spPr>
            <a:xfrm>
              <a:off x="4753034" y="3655211"/>
              <a:ext cx="60960" cy="372110"/>
            </a:xfrm>
            <a:custGeom>
              <a:avLst/>
              <a:gdLst/>
              <a:ahLst/>
              <a:cxnLst/>
              <a:rect l="l" t="t" r="r" b="b"/>
              <a:pathLst>
                <a:path w="60960" h="372110">
                  <a:moveTo>
                    <a:pt x="60960" y="371856"/>
                  </a:moveTo>
                  <a:lnTo>
                    <a:pt x="0" y="371856"/>
                  </a:lnTo>
                  <a:lnTo>
                    <a:pt x="0" y="0"/>
                  </a:lnTo>
                  <a:lnTo>
                    <a:pt x="60960" y="0"/>
                  </a:lnTo>
                  <a:lnTo>
                    <a:pt x="60960" y="371856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51" name="object 149">
              <a:extLst>
                <a:ext uri="{FF2B5EF4-FFF2-40B4-BE49-F238E27FC236}">
                  <a16:creationId xmlns:a16="http://schemas.microsoft.com/office/drawing/2014/main" id="{D5BFEF34-C39F-5E71-5672-80E64AD99962}"/>
                </a:ext>
              </a:extLst>
            </p:cNvPr>
            <p:cNvSpPr/>
            <p:nvPr/>
          </p:nvSpPr>
          <p:spPr>
            <a:xfrm>
              <a:off x="4813994" y="3635399"/>
              <a:ext cx="20320" cy="391795"/>
            </a:xfrm>
            <a:custGeom>
              <a:avLst/>
              <a:gdLst/>
              <a:ahLst/>
              <a:cxnLst/>
              <a:rect l="l" t="t" r="r" b="b"/>
              <a:pathLst>
                <a:path w="20320" h="391795">
                  <a:moveTo>
                    <a:pt x="0" y="391668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19812" y="371856"/>
                  </a:lnTo>
                  <a:lnTo>
                    <a:pt x="0" y="391668"/>
                  </a:lnTo>
                  <a:close/>
                </a:path>
              </a:pathLst>
            </a:custGeom>
            <a:solidFill>
              <a:srgbClr val="C9B8AC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52" name="object 150">
              <a:extLst>
                <a:ext uri="{FF2B5EF4-FFF2-40B4-BE49-F238E27FC236}">
                  <a16:creationId xmlns:a16="http://schemas.microsoft.com/office/drawing/2014/main" id="{6488BB9B-F243-AC4E-EB6C-CB41D8C486F7}"/>
                </a:ext>
              </a:extLst>
            </p:cNvPr>
            <p:cNvSpPr/>
            <p:nvPr/>
          </p:nvSpPr>
          <p:spPr>
            <a:xfrm>
              <a:off x="4753034" y="3635399"/>
              <a:ext cx="81280" cy="20320"/>
            </a:xfrm>
            <a:custGeom>
              <a:avLst/>
              <a:gdLst/>
              <a:ahLst/>
              <a:cxnLst/>
              <a:rect l="l" t="t" r="r" b="b"/>
              <a:pathLst>
                <a:path w="81279" h="20320">
                  <a:moveTo>
                    <a:pt x="60960" y="1981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80772" y="0"/>
                  </a:lnTo>
                  <a:lnTo>
                    <a:pt x="60960" y="19812"/>
                  </a:lnTo>
                  <a:close/>
                </a:path>
              </a:pathLst>
            </a:custGeom>
            <a:solidFill>
              <a:srgbClr val="FBEADE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53" name="object 151">
              <a:extLst>
                <a:ext uri="{FF2B5EF4-FFF2-40B4-BE49-F238E27FC236}">
                  <a16:creationId xmlns:a16="http://schemas.microsoft.com/office/drawing/2014/main" id="{7FA02237-4724-2E7B-7A8F-DD78D5F9A90E}"/>
                </a:ext>
              </a:extLst>
            </p:cNvPr>
            <p:cNvSpPr/>
            <p:nvPr/>
          </p:nvSpPr>
          <p:spPr>
            <a:xfrm>
              <a:off x="4753034" y="3635399"/>
              <a:ext cx="81280" cy="391795"/>
            </a:xfrm>
            <a:custGeom>
              <a:avLst/>
              <a:gdLst/>
              <a:ahLst/>
              <a:cxnLst/>
              <a:rect l="l" t="t" r="r" b="b"/>
              <a:pathLst>
                <a:path w="81279" h="391795">
                  <a:moveTo>
                    <a:pt x="0" y="19812"/>
                  </a:moveTo>
                  <a:lnTo>
                    <a:pt x="19812" y="0"/>
                  </a:lnTo>
                  <a:lnTo>
                    <a:pt x="80772" y="0"/>
                  </a:lnTo>
                  <a:lnTo>
                    <a:pt x="80772" y="371856"/>
                  </a:lnTo>
                  <a:lnTo>
                    <a:pt x="60960" y="391668"/>
                  </a:lnTo>
                  <a:lnTo>
                    <a:pt x="0" y="391668"/>
                  </a:lnTo>
                  <a:lnTo>
                    <a:pt x="0" y="19812"/>
                  </a:lnTo>
                  <a:close/>
                </a:path>
                <a:path w="81279" h="391795">
                  <a:moveTo>
                    <a:pt x="0" y="19812"/>
                  </a:moveTo>
                  <a:lnTo>
                    <a:pt x="60960" y="19812"/>
                  </a:lnTo>
                  <a:lnTo>
                    <a:pt x="80772" y="0"/>
                  </a:lnTo>
                </a:path>
              </a:pathLst>
            </a:custGeom>
            <a:ln w="9144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54" name="object 152">
              <a:extLst>
                <a:ext uri="{FF2B5EF4-FFF2-40B4-BE49-F238E27FC236}">
                  <a16:creationId xmlns:a16="http://schemas.microsoft.com/office/drawing/2014/main" id="{1CBD6E37-059F-51C6-B1ED-AE5617EC89B6}"/>
                </a:ext>
              </a:extLst>
            </p:cNvPr>
            <p:cNvSpPr/>
            <p:nvPr/>
          </p:nvSpPr>
          <p:spPr>
            <a:xfrm>
              <a:off x="4813994" y="3655211"/>
              <a:ext cx="0" cy="372110"/>
            </a:xfrm>
            <a:custGeom>
              <a:avLst/>
              <a:gdLst/>
              <a:ahLst/>
              <a:cxnLst/>
              <a:rect l="l" t="t" r="r" b="b"/>
              <a:pathLst>
                <a:path h="372110">
                  <a:moveTo>
                    <a:pt x="0" y="0"/>
                  </a:moveTo>
                  <a:lnTo>
                    <a:pt x="0" y="371856"/>
                  </a:lnTo>
                </a:path>
              </a:pathLst>
            </a:custGeom>
            <a:ln w="9144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</p:grpSp>
      <p:grpSp>
        <p:nvGrpSpPr>
          <p:cNvPr id="155" name="object 153">
            <a:extLst>
              <a:ext uri="{FF2B5EF4-FFF2-40B4-BE49-F238E27FC236}">
                <a16:creationId xmlns:a16="http://schemas.microsoft.com/office/drawing/2014/main" id="{6635409A-90A7-CCC6-6CD1-41F79C3613BD}"/>
              </a:ext>
            </a:extLst>
          </p:cNvPr>
          <p:cNvGrpSpPr/>
          <p:nvPr/>
        </p:nvGrpSpPr>
        <p:grpSpPr>
          <a:xfrm>
            <a:off x="8261893" y="5799302"/>
            <a:ext cx="135419" cy="613254"/>
            <a:chOff x="5041070" y="3620160"/>
            <a:chExt cx="88900" cy="402590"/>
          </a:xfrm>
        </p:grpSpPr>
        <p:sp>
          <p:nvSpPr>
            <p:cNvPr id="156" name="object 154">
              <a:extLst>
                <a:ext uri="{FF2B5EF4-FFF2-40B4-BE49-F238E27FC236}">
                  <a16:creationId xmlns:a16="http://schemas.microsoft.com/office/drawing/2014/main" id="{D2F796A6-818D-0281-B6C1-903EA058B014}"/>
                </a:ext>
              </a:extLst>
            </p:cNvPr>
            <p:cNvSpPr/>
            <p:nvPr/>
          </p:nvSpPr>
          <p:spPr>
            <a:xfrm>
              <a:off x="5045642" y="3644544"/>
              <a:ext cx="59690" cy="373380"/>
            </a:xfrm>
            <a:custGeom>
              <a:avLst/>
              <a:gdLst/>
              <a:ahLst/>
              <a:cxnLst/>
              <a:rect l="l" t="t" r="r" b="b"/>
              <a:pathLst>
                <a:path w="59689" h="373379">
                  <a:moveTo>
                    <a:pt x="59436" y="373380"/>
                  </a:moveTo>
                  <a:lnTo>
                    <a:pt x="0" y="373380"/>
                  </a:lnTo>
                  <a:lnTo>
                    <a:pt x="0" y="0"/>
                  </a:lnTo>
                  <a:lnTo>
                    <a:pt x="59436" y="0"/>
                  </a:lnTo>
                  <a:lnTo>
                    <a:pt x="59436" y="37338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57" name="object 155">
              <a:extLst>
                <a:ext uri="{FF2B5EF4-FFF2-40B4-BE49-F238E27FC236}">
                  <a16:creationId xmlns:a16="http://schemas.microsoft.com/office/drawing/2014/main" id="{9B2142DA-045E-B4C3-7D8B-F2D8DF8CE5D3}"/>
                </a:ext>
              </a:extLst>
            </p:cNvPr>
            <p:cNvSpPr/>
            <p:nvPr/>
          </p:nvSpPr>
          <p:spPr>
            <a:xfrm>
              <a:off x="5105078" y="3624732"/>
              <a:ext cx="20320" cy="393700"/>
            </a:xfrm>
            <a:custGeom>
              <a:avLst/>
              <a:gdLst/>
              <a:ahLst/>
              <a:cxnLst/>
              <a:rect l="l" t="t" r="r" b="b"/>
              <a:pathLst>
                <a:path w="20320" h="393700">
                  <a:moveTo>
                    <a:pt x="0" y="39319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19812" y="371856"/>
                  </a:lnTo>
                  <a:lnTo>
                    <a:pt x="0" y="393192"/>
                  </a:lnTo>
                  <a:close/>
                </a:path>
              </a:pathLst>
            </a:custGeom>
            <a:solidFill>
              <a:srgbClr val="C9B8AC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58" name="object 156">
              <a:extLst>
                <a:ext uri="{FF2B5EF4-FFF2-40B4-BE49-F238E27FC236}">
                  <a16:creationId xmlns:a16="http://schemas.microsoft.com/office/drawing/2014/main" id="{5138F662-CD7C-1FF0-0AAA-EB8D4A3F1447}"/>
                </a:ext>
              </a:extLst>
            </p:cNvPr>
            <p:cNvSpPr/>
            <p:nvPr/>
          </p:nvSpPr>
          <p:spPr>
            <a:xfrm>
              <a:off x="5045642" y="3624732"/>
              <a:ext cx="79375" cy="20320"/>
            </a:xfrm>
            <a:custGeom>
              <a:avLst/>
              <a:gdLst/>
              <a:ahLst/>
              <a:cxnLst/>
              <a:rect l="l" t="t" r="r" b="b"/>
              <a:pathLst>
                <a:path w="79375" h="20320">
                  <a:moveTo>
                    <a:pt x="59436" y="1981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79248" y="0"/>
                  </a:lnTo>
                  <a:lnTo>
                    <a:pt x="59436" y="19812"/>
                  </a:lnTo>
                  <a:close/>
                </a:path>
              </a:pathLst>
            </a:custGeom>
            <a:solidFill>
              <a:srgbClr val="FBEADE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59" name="object 157">
              <a:extLst>
                <a:ext uri="{FF2B5EF4-FFF2-40B4-BE49-F238E27FC236}">
                  <a16:creationId xmlns:a16="http://schemas.microsoft.com/office/drawing/2014/main" id="{BF687A9B-03D3-E6C9-CA91-7429BCFB64DA}"/>
                </a:ext>
              </a:extLst>
            </p:cNvPr>
            <p:cNvSpPr/>
            <p:nvPr/>
          </p:nvSpPr>
          <p:spPr>
            <a:xfrm>
              <a:off x="5045642" y="3624732"/>
              <a:ext cx="79375" cy="393700"/>
            </a:xfrm>
            <a:custGeom>
              <a:avLst/>
              <a:gdLst/>
              <a:ahLst/>
              <a:cxnLst/>
              <a:rect l="l" t="t" r="r" b="b"/>
              <a:pathLst>
                <a:path w="79375" h="393700">
                  <a:moveTo>
                    <a:pt x="0" y="19812"/>
                  </a:moveTo>
                  <a:lnTo>
                    <a:pt x="19812" y="0"/>
                  </a:lnTo>
                  <a:lnTo>
                    <a:pt x="79248" y="0"/>
                  </a:lnTo>
                  <a:lnTo>
                    <a:pt x="79248" y="371856"/>
                  </a:lnTo>
                  <a:lnTo>
                    <a:pt x="59436" y="393192"/>
                  </a:lnTo>
                  <a:lnTo>
                    <a:pt x="0" y="393192"/>
                  </a:lnTo>
                  <a:lnTo>
                    <a:pt x="0" y="19812"/>
                  </a:lnTo>
                  <a:close/>
                </a:path>
                <a:path w="79375" h="393700">
                  <a:moveTo>
                    <a:pt x="0" y="19812"/>
                  </a:moveTo>
                  <a:lnTo>
                    <a:pt x="59436" y="19812"/>
                  </a:lnTo>
                  <a:lnTo>
                    <a:pt x="79248" y="0"/>
                  </a:lnTo>
                </a:path>
              </a:pathLst>
            </a:custGeom>
            <a:ln w="9144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60" name="object 158">
              <a:extLst>
                <a:ext uri="{FF2B5EF4-FFF2-40B4-BE49-F238E27FC236}">
                  <a16:creationId xmlns:a16="http://schemas.microsoft.com/office/drawing/2014/main" id="{7B412C45-F297-A76E-E14C-7D7ED98C2D21}"/>
                </a:ext>
              </a:extLst>
            </p:cNvPr>
            <p:cNvSpPr/>
            <p:nvPr/>
          </p:nvSpPr>
          <p:spPr>
            <a:xfrm>
              <a:off x="5105078" y="3644544"/>
              <a:ext cx="0" cy="373380"/>
            </a:xfrm>
            <a:custGeom>
              <a:avLst/>
              <a:gdLst/>
              <a:ahLst/>
              <a:cxnLst/>
              <a:rect l="l" t="t" r="r" b="b"/>
              <a:pathLst>
                <a:path h="373379">
                  <a:moveTo>
                    <a:pt x="0" y="0"/>
                  </a:moveTo>
                  <a:lnTo>
                    <a:pt x="0" y="373380"/>
                  </a:lnTo>
                </a:path>
              </a:pathLst>
            </a:custGeom>
            <a:ln w="9144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</p:grpSp>
      <p:grpSp>
        <p:nvGrpSpPr>
          <p:cNvPr id="161" name="object 159">
            <a:extLst>
              <a:ext uri="{FF2B5EF4-FFF2-40B4-BE49-F238E27FC236}">
                <a16:creationId xmlns:a16="http://schemas.microsoft.com/office/drawing/2014/main" id="{9EB714CA-B2A1-1D62-100E-B93CCB5E2F7A}"/>
              </a:ext>
            </a:extLst>
          </p:cNvPr>
          <p:cNvGrpSpPr/>
          <p:nvPr/>
        </p:nvGrpSpPr>
        <p:grpSpPr>
          <a:xfrm>
            <a:off x="965505" y="3463907"/>
            <a:ext cx="8243547" cy="3071300"/>
            <a:chOff x="251126" y="2087016"/>
            <a:chExt cx="5411736" cy="2016252"/>
          </a:xfrm>
        </p:grpSpPr>
        <p:sp>
          <p:nvSpPr>
            <p:cNvPr id="162" name="object 160">
              <a:extLst>
                <a:ext uri="{FF2B5EF4-FFF2-40B4-BE49-F238E27FC236}">
                  <a16:creationId xmlns:a16="http://schemas.microsoft.com/office/drawing/2014/main" id="{29080182-9B09-8154-1A41-95395A832E9E}"/>
                </a:ext>
              </a:extLst>
            </p:cNvPr>
            <p:cNvSpPr/>
            <p:nvPr/>
          </p:nvSpPr>
          <p:spPr>
            <a:xfrm>
              <a:off x="251126" y="2594508"/>
              <a:ext cx="1344295" cy="58419"/>
            </a:xfrm>
            <a:custGeom>
              <a:avLst/>
              <a:gdLst/>
              <a:ahLst/>
              <a:cxnLst/>
              <a:rect l="l" t="t" r="r" b="b"/>
              <a:pathLst>
                <a:path w="1344295" h="58419">
                  <a:moveTo>
                    <a:pt x="446532" y="32004"/>
                  </a:moveTo>
                  <a:lnTo>
                    <a:pt x="434340" y="25908"/>
                  </a:lnTo>
                  <a:lnTo>
                    <a:pt x="394716" y="6096"/>
                  </a:lnTo>
                  <a:lnTo>
                    <a:pt x="394716" y="25908"/>
                  </a:lnTo>
                  <a:lnTo>
                    <a:pt x="0" y="25908"/>
                  </a:lnTo>
                  <a:lnTo>
                    <a:pt x="0" y="38100"/>
                  </a:lnTo>
                  <a:lnTo>
                    <a:pt x="394716" y="38100"/>
                  </a:lnTo>
                  <a:lnTo>
                    <a:pt x="394716" y="57912"/>
                  </a:lnTo>
                  <a:lnTo>
                    <a:pt x="434340" y="38100"/>
                  </a:lnTo>
                  <a:lnTo>
                    <a:pt x="446532" y="32004"/>
                  </a:lnTo>
                  <a:close/>
                </a:path>
                <a:path w="1344295" h="58419">
                  <a:moveTo>
                    <a:pt x="1344180" y="25908"/>
                  </a:moveTo>
                  <a:lnTo>
                    <a:pt x="1331988" y="19812"/>
                  </a:lnTo>
                  <a:lnTo>
                    <a:pt x="1292364" y="0"/>
                  </a:lnTo>
                  <a:lnTo>
                    <a:pt x="1292364" y="19812"/>
                  </a:lnTo>
                  <a:lnTo>
                    <a:pt x="1138440" y="19812"/>
                  </a:lnTo>
                  <a:lnTo>
                    <a:pt x="1138440" y="33528"/>
                  </a:lnTo>
                  <a:lnTo>
                    <a:pt x="1292364" y="33528"/>
                  </a:lnTo>
                  <a:lnTo>
                    <a:pt x="1292364" y="51816"/>
                  </a:lnTo>
                  <a:lnTo>
                    <a:pt x="1328940" y="33528"/>
                  </a:lnTo>
                  <a:lnTo>
                    <a:pt x="1344180" y="25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63" name="object 161">
              <a:extLst>
                <a:ext uri="{FF2B5EF4-FFF2-40B4-BE49-F238E27FC236}">
                  <a16:creationId xmlns:a16="http://schemas.microsoft.com/office/drawing/2014/main" id="{15C2F309-1078-E3F2-9AA0-01D8A48509F5}"/>
                </a:ext>
              </a:extLst>
            </p:cNvPr>
            <p:cNvSpPr/>
            <p:nvPr/>
          </p:nvSpPr>
          <p:spPr>
            <a:xfrm>
              <a:off x="301430" y="2087016"/>
              <a:ext cx="1489075" cy="391795"/>
            </a:xfrm>
            <a:custGeom>
              <a:avLst/>
              <a:gdLst/>
              <a:ahLst/>
              <a:cxnLst/>
              <a:rect l="l" t="t" r="r" b="b"/>
              <a:pathLst>
                <a:path w="1489075" h="391794">
                  <a:moveTo>
                    <a:pt x="38100" y="25908"/>
                  </a:moveTo>
                  <a:lnTo>
                    <a:pt x="9144" y="0"/>
                  </a:lnTo>
                  <a:lnTo>
                    <a:pt x="0" y="9144"/>
                  </a:lnTo>
                  <a:lnTo>
                    <a:pt x="28956" y="36576"/>
                  </a:lnTo>
                  <a:lnTo>
                    <a:pt x="38100" y="25908"/>
                  </a:lnTo>
                  <a:close/>
                </a:path>
                <a:path w="1489075" h="391794">
                  <a:moveTo>
                    <a:pt x="74676" y="62484"/>
                  </a:moveTo>
                  <a:lnTo>
                    <a:pt x="47244" y="35052"/>
                  </a:lnTo>
                  <a:lnTo>
                    <a:pt x="38100" y="44196"/>
                  </a:lnTo>
                  <a:lnTo>
                    <a:pt x="65532" y="71628"/>
                  </a:lnTo>
                  <a:lnTo>
                    <a:pt x="74676" y="62484"/>
                  </a:lnTo>
                  <a:close/>
                </a:path>
                <a:path w="1489075" h="391794">
                  <a:moveTo>
                    <a:pt x="112776" y="97536"/>
                  </a:moveTo>
                  <a:lnTo>
                    <a:pt x="83820" y="71628"/>
                  </a:lnTo>
                  <a:lnTo>
                    <a:pt x="74676" y="80772"/>
                  </a:lnTo>
                  <a:lnTo>
                    <a:pt x="103632" y="106680"/>
                  </a:lnTo>
                  <a:lnTo>
                    <a:pt x="112776" y="97536"/>
                  </a:lnTo>
                  <a:close/>
                </a:path>
                <a:path w="1489075" h="391794">
                  <a:moveTo>
                    <a:pt x="149352" y="132588"/>
                  </a:moveTo>
                  <a:lnTo>
                    <a:pt x="121920" y="106680"/>
                  </a:lnTo>
                  <a:lnTo>
                    <a:pt x="112776" y="115824"/>
                  </a:lnTo>
                  <a:lnTo>
                    <a:pt x="141732" y="141732"/>
                  </a:lnTo>
                  <a:lnTo>
                    <a:pt x="149352" y="132588"/>
                  </a:lnTo>
                  <a:close/>
                </a:path>
                <a:path w="1489075" h="391794">
                  <a:moveTo>
                    <a:pt x="187452" y="167640"/>
                  </a:moveTo>
                  <a:lnTo>
                    <a:pt x="158496" y="141732"/>
                  </a:lnTo>
                  <a:lnTo>
                    <a:pt x="150876" y="150876"/>
                  </a:lnTo>
                  <a:lnTo>
                    <a:pt x="178308" y="178308"/>
                  </a:lnTo>
                  <a:lnTo>
                    <a:pt x="187452" y="167640"/>
                  </a:lnTo>
                  <a:close/>
                </a:path>
                <a:path w="1489075" h="391794">
                  <a:moveTo>
                    <a:pt x="225552" y="204216"/>
                  </a:moveTo>
                  <a:lnTo>
                    <a:pt x="196596" y="176784"/>
                  </a:lnTo>
                  <a:lnTo>
                    <a:pt x="187452" y="185928"/>
                  </a:lnTo>
                  <a:lnTo>
                    <a:pt x="216408" y="213360"/>
                  </a:lnTo>
                  <a:lnTo>
                    <a:pt x="225552" y="204216"/>
                  </a:lnTo>
                  <a:close/>
                </a:path>
                <a:path w="1489075" h="391794">
                  <a:moveTo>
                    <a:pt x="262128" y="239268"/>
                  </a:moveTo>
                  <a:lnTo>
                    <a:pt x="234696" y="213360"/>
                  </a:lnTo>
                  <a:lnTo>
                    <a:pt x="225552" y="222504"/>
                  </a:lnTo>
                  <a:lnTo>
                    <a:pt x="252984" y="248412"/>
                  </a:lnTo>
                  <a:lnTo>
                    <a:pt x="262128" y="239268"/>
                  </a:lnTo>
                  <a:close/>
                </a:path>
                <a:path w="1489075" h="391794">
                  <a:moveTo>
                    <a:pt x="300228" y="274320"/>
                  </a:moveTo>
                  <a:lnTo>
                    <a:pt x="271272" y="248412"/>
                  </a:lnTo>
                  <a:lnTo>
                    <a:pt x="262128" y="257556"/>
                  </a:lnTo>
                  <a:lnTo>
                    <a:pt x="291084" y="283464"/>
                  </a:lnTo>
                  <a:lnTo>
                    <a:pt x="300228" y="274320"/>
                  </a:lnTo>
                  <a:close/>
                </a:path>
                <a:path w="1489075" h="391794">
                  <a:moveTo>
                    <a:pt x="336804" y="309372"/>
                  </a:moveTo>
                  <a:lnTo>
                    <a:pt x="309372" y="283464"/>
                  </a:lnTo>
                  <a:lnTo>
                    <a:pt x="300228" y="292608"/>
                  </a:lnTo>
                  <a:lnTo>
                    <a:pt x="329184" y="320040"/>
                  </a:lnTo>
                  <a:lnTo>
                    <a:pt x="336804" y="309372"/>
                  </a:lnTo>
                  <a:close/>
                </a:path>
                <a:path w="1489075" h="391794">
                  <a:moveTo>
                    <a:pt x="374904" y="345948"/>
                  </a:moveTo>
                  <a:lnTo>
                    <a:pt x="347472" y="318516"/>
                  </a:lnTo>
                  <a:lnTo>
                    <a:pt x="338328" y="327660"/>
                  </a:lnTo>
                  <a:lnTo>
                    <a:pt x="365760" y="355092"/>
                  </a:lnTo>
                  <a:lnTo>
                    <a:pt x="374904" y="345948"/>
                  </a:lnTo>
                  <a:close/>
                </a:path>
                <a:path w="1489075" h="391794">
                  <a:moveTo>
                    <a:pt x="400812" y="370332"/>
                  </a:moveTo>
                  <a:lnTo>
                    <a:pt x="384048" y="355092"/>
                  </a:lnTo>
                  <a:lnTo>
                    <a:pt x="374904" y="364236"/>
                  </a:lnTo>
                  <a:lnTo>
                    <a:pt x="391668" y="379476"/>
                  </a:lnTo>
                  <a:lnTo>
                    <a:pt x="400812" y="370332"/>
                  </a:lnTo>
                  <a:close/>
                </a:path>
                <a:path w="1489075" h="391794">
                  <a:moveTo>
                    <a:pt x="1114031" y="365760"/>
                  </a:moveTo>
                  <a:lnTo>
                    <a:pt x="1104887" y="356616"/>
                  </a:lnTo>
                  <a:lnTo>
                    <a:pt x="1075931" y="382524"/>
                  </a:lnTo>
                  <a:lnTo>
                    <a:pt x="1085075" y="391668"/>
                  </a:lnTo>
                  <a:lnTo>
                    <a:pt x="1114031" y="365760"/>
                  </a:lnTo>
                  <a:close/>
                </a:path>
                <a:path w="1489075" h="391794">
                  <a:moveTo>
                    <a:pt x="1150607" y="330708"/>
                  </a:moveTo>
                  <a:lnTo>
                    <a:pt x="1142987" y="320040"/>
                  </a:lnTo>
                  <a:lnTo>
                    <a:pt x="1114031" y="347472"/>
                  </a:lnTo>
                  <a:lnTo>
                    <a:pt x="1123175" y="356616"/>
                  </a:lnTo>
                  <a:lnTo>
                    <a:pt x="1150607" y="330708"/>
                  </a:lnTo>
                  <a:close/>
                </a:path>
                <a:path w="1489075" h="391794">
                  <a:moveTo>
                    <a:pt x="1188707" y="294132"/>
                  </a:moveTo>
                  <a:lnTo>
                    <a:pt x="1179563" y="284988"/>
                  </a:lnTo>
                  <a:lnTo>
                    <a:pt x="1152131" y="312420"/>
                  </a:lnTo>
                  <a:lnTo>
                    <a:pt x="1159751" y="321564"/>
                  </a:lnTo>
                  <a:lnTo>
                    <a:pt x="1188707" y="294132"/>
                  </a:lnTo>
                  <a:close/>
                </a:path>
                <a:path w="1489075" h="391794">
                  <a:moveTo>
                    <a:pt x="1226807" y="259080"/>
                  </a:moveTo>
                  <a:lnTo>
                    <a:pt x="1217663" y="249936"/>
                  </a:lnTo>
                  <a:lnTo>
                    <a:pt x="1188707" y="275844"/>
                  </a:lnTo>
                  <a:lnTo>
                    <a:pt x="1197851" y="284988"/>
                  </a:lnTo>
                  <a:lnTo>
                    <a:pt x="1226807" y="259080"/>
                  </a:lnTo>
                  <a:close/>
                </a:path>
                <a:path w="1489075" h="391794">
                  <a:moveTo>
                    <a:pt x="1263383" y="224028"/>
                  </a:moveTo>
                  <a:lnTo>
                    <a:pt x="1254239" y="214884"/>
                  </a:lnTo>
                  <a:lnTo>
                    <a:pt x="1226807" y="240792"/>
                  </a:lnTo>
                  <a:lnTo>
                    <a:pt x="1235951" y="249936"/>
                  </a:lnTo>
                  <a:lnTo>
                    <a:pt x="1263383" y="224028"/>
                  </a:lnTo>
                  <a:close/>
                </a:path>
                <a:path w="1489075" h="391794">
                  <a:moveTo>
                    <a:pt x="1301483" y="188976"/>
                  </a:moveTo>
                  <a:lnTo>
                    <a:pt x="1292339" y="178308"/>
                  </a:lnTo>
                  <a:lnTo>
                    <a:pt x="1264907" y="205740"/>
                  </a:lnTo>
                  <a:lnTo>
                    <a:pt x="1272527" y="214884"/>
                  </a:lnTo>
                  <a:lnTo>
                    <a:pt x="1301483" y="188976"/>
                  </a:lnTo>
                  <a:close/>
                </a:path>
                <a:path w="1489075" h="391794">
                  <a:moveTo>
                    <a:pt x="1338059" y="152400"/>
                  </a:moveTo>
                  <a:lnTo>
                    <a:pt x="1330439" y="143256"/>
                  </a:lnTo>
                  <a:lnTo>
                    <a:pt x="1301483" y="170688"/>
                  </a:lnTo>
                  <a:lnTo>
                    <a:pt x="1310627" y="179832"/>
                  </a:lnTo>
                  <a:lnTo>
                    <a:pt x="1338059" y="152400"/>
                  </a:lnTo>
                  <a:close/>
                </a:path>
                <a:path w="1489075" h="391794">
                  <a:moveTo>
                    <a:pt x="1376159" y="117348"/>
                  </a:moveTo>
                  <a:lnTo>
                    <a:pt x="1367015" y="108204"/>
                  </a:lnTo>
                  <a:lnTo>
                    <a:pt x="1339583" y="134112"/>
                  </a:lnTo>
                  <a:lnTo>
                    <a:pt x="1348727" y="144780"/>
                  </a:lnTo>
                  <a:lnTo>
                    <a:pt x="1376159" y="117348"/>
                  </a:lnTo>
                  <a:close/>
                </a:path>
                <a:path w="1489075" h="391794">
                  <a:moveTo>
                    <a:pt x="1414259" y="82296"/>
                  </a:moveTo>
                  <a:lnTo>
                    <a:pt x="1405115" y="73152"/>
                  </a:lnTo>
                  <a:lnTo>
                    <a:pt x="1376159" y="99060"/>
                  </a:lnTo>
                  <a:lnTo>
                    <a:pt x="1385303" y="108204"/>
                  </a:lnTo>
                  <a:lnTo>
                    <a:pt x="1414259" y="82296"/>
                  </a:lnTo>
                  <a:close/>
                </a:path>
                <a:path w="1489075" h="391794">
                  <a:moveTo>
                    <a:pt x="1450835" y="47244"/>
                  </a:moveTo>
                  <a:lnTo>
                    <a:pt x="1443215" y="38100"/>
                  </a:lnTo>
                  <a:lnTo>
                    <a:pt x="1414259" y="64008"/>
                  </a:lnTo>
                  <a:lnTo>
                    <a:pt x="1423403" y="73152"/>
                  </a:lnTo>
                  <a:lnTo>
                    <a:pt x="1450835" y="47244"/>
                  </a:lnTo>
                  <a:close/>
                </a:path>
                <a:path w="1489075" h="391794">
                  <a:moveTo>
                    <a:pt x="1488935" y="10668"/>
                  </a:moveTo>
                  <a:lnTo>
                    <a:pt x="1479791" y="1524"/>
                  </a:lnTo>
                  <a:lnTo>
                    <a:pt x="1452359" y="28956"/>
                  </a:lnTo>
                  <a:lnTo>
                    <a:pt x="1461503" y="38100"/>
                  </a:lnTo>
                  <a:lnTo>
                    <a:pt x="1488935" y="10668"/>
                  </a:lnTo>
                  <a:close/>
                </a:path>
              </a:pathLst>
            </a:custGeom>
            <a:solidFill>
              <a:srgbClr val="C9B8AC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64" name="object 162">
              <a:extLst>
                <a:ext uri="{FF2B5EF4-FFF2-40B4-BE49-F238E27FC236}">
                  <a16:creationId xmlns:a16="http://schemas.microsoft.com/office/drawing/2014/main" id="{9E666B1E-4404-B7C4-4DB7-A037581AD257}"/>
                </a:ext>
              </a:extLst>
            </p:cNvPr>
            <p:cNvSpPr/>
            <p:nvPr/>
          </p:nvSpPr>
          <p:spPr>
            <a:xfrm>
              <a:off x="1761422" y="2660040"/>
              <a:ext cx="53340" cy="330835"/>
            </a:xfrm>
            <a:custGeom>
              <a:avLst/>
              <a:gdLst/>
              <a:ahLst/>
              <a:cxnLst/>
              <a:rect l="l" t="t" r="r" b="b"/>
              <a:pathLst>
                <a:path w="53339" h="330835">
                  <a:moveTo>
                    <a:pt x="53339" y="330708"/>
                  </a:moveTo>
                  <a:lnTo>
                    <a:pt x="0" y="330708"/>
                  </a:lnTo>
                  <a:lnTo>
                    <a:pt x="0" y="0"/>
                  </a:lnTo>
                  <a:lnTo>
                    <a:pt x="53339" y="0"/>
                  </a:lnTo>
                  <a:lnTo>
                    <a:pt x="53339" y="330708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65" name="object 163">
              <a:extLst>
                <a:ext uri="{FF2B5EF4-FFF2-40B4-BE49-F238E27FC236}">
                  <a16:creationId xmlns:a16="http://schemas.microsoft.com/office/drawing/2014/main" id="{912F7C8B-7C9C-2B57-D01F-8BDE01712641}"/>
                </a:ext>
              </a:extLst>
            </p:cNvPr>
            <p:cNvSpPr/>
            <p:nvPr/>
          </p:nvSpPr>
          <p:spPr>
            <a:xfrm>
              <a:off x="1814762" y="2641752"/>
              <a:ext cx="18415" cy="349250"/>
            </a:xfrm>
            <a:custGeom>
              <a:avLst/>
              <a:gdLst/>
              <a:ahLst/>
              <a:cxnLst/>
              <a:rect l="l" t="t" r="r" b="b"/>
              <a:pathLst>
                <a:path w="18414" h="349250">
                  <a:moveTo>
                    <a:pt x="0" y="348995"/>
                  </a:moveTo>
                  <a:lnTo>
                    <a:pt x="0" y="18287"/>
                  </a:lnTo>
                  <a:lnTo>
                    <a:pt x="18288" y="0"/>
                  </a:lnTo>
                  <a:lnTo>
                    <a:pt x="18288" y="332231"/>
                  </a:lnTo>
                  <a:lnTo>
                    <a:pt x="0" y="348995"/>
                  </a:lnTo>
                  <a:close/>
                </a:path>
              </a:pathLst>
            </a:custGeom>
            <a:solidFill>
              <a:srgbClr val="AEB6C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66" name="object 164">
              <a:extLst>
                <a:ext uri="{FF2B5EF4-FFF2-40B4-BE49-F238E27FC236}">
                  <a16:creationId xmlns:a16="http://schemas.microsoft.com/office/drawing/2014/main" id="{3D766FE9-34E4-5BC0-9BEA-CC54C1D9BB10}"/>
                </a:ext>
              </a:extLst>
            </p:cNvPr>
            <p:cNvSpPr/>
            <p:nvPr/>
          </p:nvSpPr>
          <p:spPr>
            <a:xfrm>
              <a:off x="1761422" y="2641752"/>
              <a:ext cx="71755" cy="18415"/>
            </a:xfrm>
            <a:custGeom>
              <a:avLst/>
              <a:gdLst/>
              <a:ahLst/>
              <a:cxnLst/>
              <a:rect l="l" t="t" r="r" b="b"/>
              <a:pathLst>
                <a:path w="71755" h="18414">
                  <a:moveTo>
                    <a:pt x="53339" y="18287"/>
                  </a:moveTo>
                  <a:lnTo>
                    <a:pt x="0" y="18287"/>
                  </a:lnTo>
                  <a:lnTo>
                    <a:pt x="18288" y="0"/>
                  </a:lnTo>
                  <a:lnTo>
                    <a:pt x="71628" y="0"/>
                  </a:lnTo>
                  <a:lnTo>
                    <a:pt x="53339" y="18287"/>
                  </a:lnTo>
                  <a:close/>
                </a:path>
              </a:pathLst>
            </a:custGeom>
            <a:solidFill>
              <a:srgbClr val="E0E8F5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67" name="object 165">
              <a:extLst>
                <a:ext uri="{FF2B5EF4-FFF2-40B4-BE49-F238E27FC236}">
                  <a16:creationId xmlns:a16="http://schemas.microsoft.com/office/drawing/2014/main" id="{F8D2AC36-0DC9-1199-0E8D-531C529BCCEB}"/>
                </a:ext>
              </a:extLst>
            </p:cNvPr>
            <p:cNvSpPr/>
            <p:nvPr/>
          </p:nvSpPr>
          <p:spPr>
            <a:xfrm>
              <a:off x="1761422" y="2641752"/>
              <a:ext cx="71755" cy="349250"/>
            </a:xfrm>
            <a:custGeom>
              <a:avLst/>
              <a:gdLst/>
              <a:ahLst/>
              <a:cxnLst/>
              <a:rect l="l" t="t" r="r" b="b"/>
              <a:pathLst>
                <a:path w="71755" h="349250">
                  <a:moveTo>
                    <a:pt x="0" y="18287"/>
                  </a:moveTo>
                  <a:lnTo>
                    <a:pt x="18288" y="0"/>
                  </a:lnTo>
                  <a:lnTo>
                    <a:pt x="71628" y="0"/>
                  </a:lnTo>
                  <a:lnTo>
                    <a:pt x="71628" y="332231"/>
                  </a:lnTo>
                  <a:lnTo>
                    <a:pt x="53339" y="348995"/>
                  </a:lnTo>
                  <a:lnTo>
                    <a:pt x="0" y="348995"/>
                  </a:lnTo>
                  <a:lnTo>
                    <a:pt x="0" y="18287"/>
                  </a:lnTo>
                  <a:close/>
                </a:path>
                <a:path w="71755" h="349250">
                  <a:moveTo>
                    <a:pt x="0" y="18287"/>
                  </a:moveTo>
                  <a:lnTo>
                    <a:pt x="53339" y="18287"/>
                  </a:lnTo>
                  <a:lnTo>
                    <a:pt x="71628" y="0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68" name="object 166">
              <a:extLst>
                <a:ext uri="{FF2B5EF4-FFF2-40B4-BE49-F238E27FC236}">
                  <a16:creationId xmlns:a16="http://schemas.microsoft.com/office/drawing/2014/main" id="{4CD83B39-46E7-4C18-89D9-A770F49D1888}"/>
                </a:ext>
              </a:extLst>
            </p:cNvPr>
            <p:cNvSpPr/>
            <p:nvPr/>
          </p:nvSpPr>
          <p:spPr>
            <a:xfrm>
              <a:off x="1814762" y="2660040"/>
              <a:ext cx="0" cy="330835"/>
            </a:xfrm>
            <a:custGeom>
              <a:avLst/>
              <a:gdLst/>
              <a:ahLst/>
              <a:cxnLst/>
              <a:rect l="l" t="t" r="r" b="b"/>
              <a:pathLst>
                <a:path h="330835">
                  <a:moveTo>
                    <a:pt x="0" y="0"/>
                  </a:moveTo>
                  <a:lnTo>
                    <a:pt x="0" y="330708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69" name="object 167">
              <a:extLst>
                <a:ext uri="{FF2B5EF4-FFF2-40B4-BE49-F238E27FC236}">
                  <a16:creationId xmlns:a16="http://schemas.microsoft.com/office/drawing/2014/main" id="{F5079215-C654-EEB3-AA08-9B5B9838FB5C}"/>
                </a:ext>
              </a:extLst>
            </p:cNvPr>
            <p:cNvSpPr/>
            <p:nvPr/>
          </p:nvSpPr>
          <p:spPr>
            <a:xfrm>
              <a:off x="1755326" y="2233320"/>
              <a:ext cx="53340" cy="332740"/>
            </a:xfrm>
            <a:custGeom>
              <a:avLst/>
              <a:gdLst/>
              <a:ahLst/>
              <a:cxnLst/>
              <a:rect l="l" t="t" r="r" b="b"/>
              <a:pathLst>
                <a:path w="53339" h="332739">
                  <a:moveTo>
                    <a:pt x="53339" y="332232"/>
                  </a:moveTo>
                  <a:lnTo>
                    <a:pt x="0" y="332232"/>
                  </a:lnTo>
                  <a:lnTo>
                    <a:pt x="0" y="0"/>
                  </a:lnTo>
                  <a:lnTo>
                    <a:pt x="53339" y="0"/>
                  </a:lnTo>
                  <a:lnTo>
                    <a:pt x="53339" y="332232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70" name="object 168">
              <a:extLst>
                <a:ext uri="{FF2B5EF4-FFF2-40B4-BE49-F238E27FC236}">
                  <a16:creationId xmlns:a16="http://schemas.microsoft.com/office/drawing/2014/main" id="{6DCCB162-26FC-B6D6-CEFB-43EDB23C835A}"/>
                </a:ext>
              </a:extLst>
            </p:cNvPr>
            <p:cNvSpPr/>
            <p:nvPr/>
          </p:nvSpPr>
          <p:spPr>
            <a:xfrm>
              <a:off x="1808666" y="2216556"/>
              <a:ext cx="18415" cy="349250"/>
            </a:xfrm>
            <a:custGeom>
              <a:avLst/>
              <a:gdLst/>
              <a:ahLst/>
              <a:cxnLst/>
              <a:rect l="l" t="t" r="r" b="b"/>
              <a:pathLst>
                <a:path w="18414" h="349250">
                  <a:moveTo>
                    <a:pt x="0" y="348995"/>
                  </a:moveTo>
                  <a:lnTo>
                    <a:pt x="0" y="16763"/>
                  </a:lnTo>
                  <a:lnTo>
                    <a:pt x="18288" y="0"/>
                  </a:lnTo>
                  <a:lnTo>
                    <a:pt x="18288" y="330707"/>
                  </a:lnTo>
                  <a:lnTo>
                    <a:pt x="0" y="348995"/>
                  </a:lnTo>
                  <a:close/>
                </a:path>
              </a:pathLst>
            </a:custGeom>
            <a:solidFill>
              <a:srgbClr val="B6C1AD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71" name="object 169">
              <a:extLst>
                <a:ext uri="{FF2B5EF4-FFF2-40B4-BE49-F238E27FC236}">
                  <a16:creationId xmlns:a16="http://schemas.microsoft.com/office/drawing/2014/main" id="{356BA744-DC59-CBBB-CE03-ED0578E0BBE7}"/>
                </a:ext>
              </a:extLst>
            </p:cNvPr>
            <p:cNvSpPr/>
            <p:nvPr/>
          </p:nvSpPr>
          <p:spPr>
            <a:xfrm>
              <a:off x="1755326" y="2216556"/>
              <a:ext cx="71755" cy="17145"/>
            </a:xfrm>
            <a:custGeom>
              <a:avLst/>
              <a:gdLst/>
              <a:ahLst/>
              <a:cxnLst/>
              <a:rect l="l" t="t" r="r" b="b"/>
              <a:pathLst>
                <a:path w="71755" h="17144">
                  <a:moveTo>
                    <a:pt x="53339" y="16763"/>
                  </a:moveTo>
                  <a:lnTo>
                    <a:pt x="0" y="16763"/>
                  </a:lnTo>
                  <a:lnTo>
                    <a:pt x="18288" y="0"/>
                  </a:lnTo>
                  <a:lnTo>
                    <a:pt x="71628" y="0"/>
                  </a:lnTo>
                  <a:lnTo>
                    <a:pt x="53339" y="16763"/>
                  </a:lnTo>
                  <a:close/>
                </a:path>
              </a:pathLst>
            </a:custGeom>
            <a:solidFill>
              <a:srgbClr val="E8F3DF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72" name="object 170">
              <a:extLst>
                <a:ext uri="{FF2B5EF4-FFF2-40B4-BE49-F238E27FC236}">
                  <a16:creationId xmlns:a16="http://schemas.microsoft.com/office/drawing/2014/main" id="{94FF5248-BBE0-A450-52A2-1824A3D88180}"/>
                </a:ext>
              </a:extLst>
            </p:cNvPr>
            <p:cNvSpPr/>
            <p:nvPr/>
          </p:nvSpPr>
          <p:spPr>
            <a:xfrm>
              <a:off x="1755326" y="2216556"/>
              <a:ext cx="71755" cy="349250"/>
            </a:xfrm>
            <a:custGeom>
              <a:avLst/>
              <a:gdLst/>
              <a:ahLst/>
              <a:cxnLst/>
              <a:rect l="l" t="t" r="r" b="b"/>
              <a:pathLst>
                <a:path w="71755" h="349250">
                  <a:moveTo>
                    <a:pt x="0" y="16763"/>
                  </a:moveTo>
                  <a:lnTo>
                    <a:pt x="18288" y="0"/>
                  </a:lnTo>
                  <a:lnTo>
                    <a:pt x="71628" y="0"/>
                  </a:lnTo>
                  <a:lnTo>
                    <a:pt x="71628" y="330707"/>
                  </a:lnTo>
                  <a:lnTo>
                    <a:pt x="53339" y="348995"/>
                  </a:lnTo>
                  <a:lnTo>
                    <a:pt x="0" y="348995"/>
                  </a:lnTo>
                  <a:lnTo>
                    <a:pt x="0" y="16763"/>
                  </a:lnTo>
                  <a:close/>
                </a:path>
                <a:path w="71755" h="349250">
                  <a:moveTo>
                    <a:pt x="0" y="16763"/>
                  </a:moveTo>
                  <a:lnTo>
                    <a:pt x="53339" y="16763"/>
                  </a:lnTo>
                  <a:lnTo>
                    <a:pt x="71628" y="0"/>
                  </a:lnTo>
                </a:path>
              </a:pathLst>
            </a:custGeom>
            <a:ln w="9144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73" name="object 171">
              <a:extLst>
                <a:ext uri="{FF2B5EF4-FFF2-40B4-BE49-F238E27FC236}">
                  <a16:creationId xmlns:a16="http://schemas.microsoft.com/office/drawing/2014/main" id="{E99F68AB-F1F4-523B-7487-62908B1FC990}"/>
                </a:ext>
              </a:extLst>
            </p:cNvPr>
            <p:cNvSpPr/>
            <p:nvPr/>
          </p:nvSpPr>
          <p:spPr>
            <a:xfrm>
              <a:off x="1808666" y="2233320"/>
              <a:ext cx="0" cy="332740"/>
            </a:xfrm>
            <a:custGeom>
              <a:avLst/>
              <a:gdLst/>
              <a:ahLst/>
              <a:cxnLst/>
              <a:rect l="l" t="t" r="r" b="b"/>
              <a:pathLst>
                <a:path h="332739">
                  <a:moveTo>
                    <a:pt x="0" y="0"/>
                  </a:moveTo>
                  <a:lnTo>
                    <a:pt x="0" y="332232"/>
                  </a:lnTo>
                </a:path>
              </a:pathLst>
            </a:custGeom>
            <a:ln w="9144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74" name="object 172">
              <a:extLst>
                <a:ext uri="{FF2B5EF4-FFF2-40B4-BE49-F238E27FC236}">
                  <a16:creationId xmlns:a16="http://schemas.microsoft.com/office/drawing/2014/main" id="{A92931A1-46D5-BE71-7501-8C0A020B0941}"/>
                </a:ext>
              </a:extLst>
            </p:cNvPr>
            <p:cNvSpPr/>
            <p:nvPr/>
          </p:nvSpPr>
          <p:spPr>
            <a:xfrm>
              <a:off x="4317169" y="3655212"/>
              <a:ext cx="59690" cy="372110"/>
            </a:xfrm>
            <a:custGeom>
              <a:avLst/>
              <a:gdLst/>
              <a:ahLst/>
              <a:cxnLst/>
              <a:rect l="l" t="t" r="r" b="b"/>
              <a:pathLst>
                <a:path w="59689" h="372110">
                  <a:moveTo>
                    <a:pt x="59436" y="371856"/>
                  </a:moveTo>
                  <a:lnTo>
                    <a:pt x="0" y="371856"/>
                  </a:lnTo>
                  <a:lnTo>
                    <a:pt x="0" y="0"/>
                  </a:lnTo>
                  <a:lnTo>
                    <a:pt x="59436" y="0"/>
                  </a:lnTo>
                  <a:lnTo>
                    <a:pt x="59436" y="371856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75" name="object 173">
              <a:extLst>
                <a:ext uri="{FF2B5EF4-FFF2-40B4-BE49-F238E27FC236}">
                  <a16:creationId xmlns:a16="http://schemas.microsoft.com/office/drawing/2014/main" id="{DD97FA04-3029-DC84-019E-2E7C632AB843}"/>
                </a:ext>
              </a:extLst>
            </p:cNvPr>
            <p:cNvSpPr/>
            <p:nvPr/>
          </p:nvSpPr>
          <p:spPr>
            <a:xfrm>
              <a:off x="4376606" y="3635400"/>
              <a:ext cx="21590" cy="391795"/>
            </a:xfrm>
            <a:custGeom>
              <a:avLst/>
              <a:gdLst/>
              <a:ahLst/>
              <a:cxnLst/>
              <a:rect l="l" t="t" r="r" b="b"/>
              <a:pathLst>
                <a:path w="21589" h="391795">
                  <a:moveTo>
                    <a:pt x="0" y="391668"/>
                  </a:moveTo>
                  <a:lnTo>
                    <a:pt x="0" y="19812"/>
                  </a:lnTo>
                  <a:lnTo>
                    <a:pt x="21336" y="0"/>
                  </a:lnTo>
                  <a:lnTo>
                    <a:pt x="21336" y="371856"/>
                  </a:lnTo>
                  <a:lnTo>
                    <a:pt x="0" y="391668"/>
                  </a:lnTo>
                  <a:close/>
                </a:path>
              </a:pathLst>
            </a:custGeom>
            <a:solidFill>
              <a:srgbClr val="C9B8AC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76" name="object 174">
              <a:extLst>
                <a:ext uri="{FF2B5EF4-FFF2-40B4-BE49-F238E27FC236}">
                  <a16:creationId xmlns:a16="http://schemas.microsoft.com/office/drawing/2014/main" id="{75F0DFA3-8FB8-7AED-3510-992D06463431}"/>
                </a:ext>
              </a:extLst>
            </p:cNvPr>
            <p:cNvSpPr/>
            <p:nvPr/>
          </p:nvSpPr>
          <p:spPr>
            <a:xfrm>
              <a:off x="4317170" y="3635400"/>
              <a:ext cx="81280" cy="20320"/>
            </a:xfrm>
            <a:custGeom>
              <a:avLst/>
              <a:gdLst/>
              <a:ahLst/>
              <a:cxnLst/>
              <a:rect l="l" t="t" r="r" b="b"/>
              <a:pathLst>
                <a:path w="81279" h="20320">
                  <a:moveTo>
                    <a:pt x="59436" y="1981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80772" y="0"/>
                  </a:lnTo>
                  <a:lnTo>
                    <a:pt x="59436" y="19812"/>
                  </a:lnTo>
                  <a:close/>
                </a:path>
              </a:pathLst>
            </a:custGeom>
            <a:solidFill>
              <a:srgbClr val="FBEADE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77" name="object 175">
              <a:extLst>
                <a:ext uri="{FF2B5EF4-FFF2-40B4-BE49-F238E27FC236}">
                  <a16:creationId xmlns:a16="http://schemas.microsoft.com/office/drawing/2014/main" id="{40AABC96-FFF5-D3E2-BE3A-606AD635CB99}"/>
                </a:ext>
              </a:extLst>
            </p:cNvPr>
            <p:cNvSpPr/>
            <p:nvPr/>
          </p:nvSpPr>
          <p:spPr>
            <a:xfrm>
              <a:off x="4317170" y="3635400"/>
              <a:ext cx="81280" cy="391795"/>
            </a:xfrm>
            <a:custGeom>
              <a:avLst/>
              <a:gdLst/>
              <a:ahLst/>
              <a:cxnLst/>
              <a:rect l="l" t="t" r="r" b="b"/>
              <a:pathLst>
                <a:path w="81279" h="391795">
                  <a:moveTo>
                    <a:pt x="0" y="19812"/>
                  </a:moveTo>
                  <a:lnTo>
                    <a:pt x="19812" y="0"/>
                  </a:lnTo>
                  <a:lnTo>
                    <a:pt x="80772" y="0"/>
                  </a:lnTo>
                  <a:lnTo>
                    <a:pt x="80772" y="371856"/>
                  </a:lnTo>
                  <a:lnTo>
                    <a:pt x="59436" y="391668"/>
                  </a:lnTo>
                  <a:lnTo>
                    <a:pt x="0" y="391668"/>
                  </a:lnTo>
                  <a:lnTo>
                    <a:pt x="0" y="19812"/>
                  </a:lnTo>
                  <a:close/>
                </a:path>
                <a:path w="81279" h="391795">
                  <a:moveTo>
                    <a:pt x="0" y="19812"/>
                  </a:moveTo>
                  <a:lnTo>
                    <a:pt x="59436" y="19812"/>
                  </a:lnTo>
                  <a:lnTo>
                    <a:pt x="80772" y="0"/>
                  </a:lnTo>
                </a:path>
              </a:pathLst>
            </a:custGeom>
            <a:ln w="9144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78" name="object 176">
              <a:extLst>
                <a:ext uri="{FF2B5EF4-FFF2-40B4-BE49-F238E27FC236}">
                  <a16:creationId xmlns:a16="http://schemas.microsoft.com/office/drawing/2014/main" id="{A736252D-E820-3F0E-50CF-73022C8ADAAC}"/>
                </a:ext>
              </a:extLst>
            </p:cNvPr>
            <p:cNvSpPr/>
            <p:nvPr/>
          </p:nvSpPr>
          <p:spPr>
            <a:xfrm>
              <a:off x="4376606" y="3655212"/>
              <a:ext cx="0" cy="372110"/>
            </a:xfrm>
            <a:custGeom>
              <a:avLst/>
              <a:gdLst/>
              <a:ahLst/>
              <a:cxnLst/>
              <a:rect l="l" t="t" r="r" b="b"/>
              <a:pathLst>
                <a:path h="372110">
                  <a:moveTo>
                    <a:pt x="0" y="0"/>
                  </a:moveTo>
                  <a:lnTo>
                    <a:pt x="0" y="371856"/>
                  </a:lnTo>
                </a:path>
              </a:pathLst>
            </a:custGeom>
            <a:ln w="9144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79" name="object 177">
              <a:extLst>
                <a:ext uri="{FF2B5EF4-FFF2-40B4-BE49-F238E27FC236}">
                  <a16:creationId xmlns:a16="http://schemas.microsoft.com/office/drawing/2014/main" id="{46CF7E04-B248-2160-C831-18EF93913A83}"/>
                </a:ext>
              </a:extLst>
            </p:cNvPr>
            <p:cNvSpPr/>
            <p:nvPr/>
          </p:nvSpPr>
          <p:spPr>
            <a:xfrm>
              <a:off x="4464998" y="3655212"/>
              <a:ext cx="60960" cy="372110"/>
            </a:xfrm>
            <a:custGeom>
              <a:avLst/>
              <a:gdLst/>
              <a:ahLst/>
              <a:cxnLst/>
              <a:rect l="l" t="t" r="r" b="b"/>
              <a:pathLst>
                <a:path w="60960" h="372110">
                  <a:moveTo>
                    <a:pt x="60960" y="371856"/>
                  </a:moveTo>
                  <a:lnTo>
                    <a:pt x="0" y="371856"/>
                  </a:lnTo>
                  <a:lnTo>
                    <a:pt x="0" y="0"/>
                  </a:lnTo>
                  <a:lnTo>
                    <a:pt x="60960" y="0"/>
                  </a:lnTo>
                  <a:lnTo>
                    <a:pt x="60960" y="371856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80" name="object 178">
              <a:extLst>
                <a:ext uri="{FF2B5EF4-FFF2-40B4-BE49-F238E27FC236}">
                  <a16:creationId xmlns:a16="http://schemas.microsoft.com/office/drawing/2014/main" id="{19AA5EA2-F16A-DCE8-A3DB-4FF075399E6D}"/>
                </a:ext>
              </a:extLst>
            </p:cNvPr>
            <p:cNvSpPr/>
            <p:nvPr/>
          </p:nvSpPr>
          <p:spPr>
            <a:xfrm>
              <a:off x="4525958" y="3635400"/>
              <a:ext cx="20320" cy="391795"/>
            </a:xfrm>
            <a:custGeom>
              <a:avLst/>
              <a:gdLst/>
              <a:ahLst/>
              <a:cxnLst/>
              <a:rect l="l" t="t" r="r" b="b"/>
              <a:pathLst>
                <a:path w="20320" h="391795">
                  <a:moveTo>
                    <a:pt x="0" y="391668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19812" y="371856"/>
                  </a:lnTo>
                  <a:lnTo>
                    <a:pt x="0" y="391668"/>
                  </a:lnTo>
                  <a:close/>
                </a:path>
              </a:pathLst>
            </a:custGeom>
            <a:solidFill>
              <a:srgbClr val="C9B8AC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81" name="object 179">
              <a:extLst>
                <a:ext uri="{FF2B5EF4-FFF2-40B4-BE49-F238E27FC236}">
                  <a16:creationId xmlns:a16="http://schemas.microsoft.com/office/drawing/2014/main" id="{9F0D6551-227D-F49D-688E-6D8A0443BDEC}"/>
                </a:ext>
              </a:extLst>
            </p:cNvPr>
            <p:cNvSpPr/>
            <p:nvPr/>
          </p:nvSpPr>
          <p:spPr>
            <a:xfrm>
              <a:off x="4464998" y="3635400"/>
              <a:ext cx="81280" cy="20320"/>
            </a:xfrm>
            <a:custGeom>
              <a:avLst/>
              <a:gdLst/>
              <a:ahLst/>
              <a:cxnLst/>
              <a:rect l="l" t="t" r="r" b="b"/>
              <a:pathLst>
                <a:path w="81279" h="20320">
                  <a:moveTo>
                    <a:pt x="60960" y="1981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80772" y="0"/>
                  </a:lnTo>
                  <a:lnTo>
                    <a:pt x="60960" y="19812"/>
                  </a:lnTo>
                  <a:close/>
                </a:path>
              </a:pathLst>
            </a:custGeom>
            <a:solidFill>
              <a:srgbClr val="FBEADE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82" name="object 180">
              <a:extLst>
                <a:ext uri="{FF2B5EF4-FFF2-40B4-BE49-F238E27FC236}">
                  <a16:creationId xmlns:a16="http://schemas.microsoft.com/office/drawing/2014/main" id="{6F248661-F9E2-06A8-ED3C-F0DE10443AD4}"/>
                </a:ext>
              </a:extLst>
            </p:cNvPr>
            <p:cNvSpPr/>
            <p:nvPr/>
          </p:nvSpPr>
          <p:spPr>
            <a:xfrm>
              <a:off x="4464998" y="3635400"/>
              <a:ext cx="81280" cy="391795"/>
            </a:xfrm>
            <a:custGeom>
              <a:avLst/>
              <a:gdLst/>
              <a:ahLst/>
              <a:cxnLst/>
              <a:rect l="l" t="t" r="r" b="b"/>
              <a:pathLst>
                <a:path w="81279" h="391795">
                  <a:moveTo>
                    <a:pt x="0" y="19812"/>
                  </a:moveTo>
                  <a:lnTo>
                    <a:pt x="19812" y="0"/>
                  </a:lnTo>
                  <a:lnTo>
                    <a:pt x="80772" y="0"/>
                  </a:lnTo>
                  <a:lnTo>
                    <a:pt x="80772" y="371856"/>
                  </a:lnTo>
                  <a:lnTo>
                    <a:pt x="60960" y="391668"/>
                  </a:lnTo>
                  <a:lnTo>
                    <a:pt x="0" y="391668"/>
                  </a:lnTo>
                  <a:lnTo>
                    <a:pt x="0" y="19812"/>
                  </a:lnTo>
                  <a:close/>
                </a:path>
                <a:path w="81279" h="391795">
                  <a:moveTo>
                    <a:pt x="0" y="19812"/>
                  </a:moveTo>
                  <a:lnTo>
                    <a:pt x="60960" y="19812"/>
                  </a:lnTo>
                  <a:lnTo>
                    <a:pt x="80772" y="0"/>
                  </a:lnTo>
                </a:path>
              </a:pathLst>
            </a:custGeom>
            <a:ln w="9144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83" name="object 181">
              <a:extLst>
                <a:ext uri="{FF2B5EF4-FFF2-40B4-BE49-F238E27FC236}">
                  <a16:creationId xmlns:a16="http://schemas.microsoft.com/office/drawing/2014/main" id="{86DD4C55-A1DF-8D33-C037-4F2795C6926E}"/>
                </a:ext>
              </a:extLst>
            </p:cNvPr>
            <p:cNvSpPr/>
            <p:nvPr/>
          </p:nvSpPr>
          <p:spPr>
            <a:xfrm>
              <a:off x="4525958" y="3655212"/>
              <a:ext cx="0" cy="372110"/>
            </a:xfrm>
            <a:custGeom>
              <a:avLst/>
              <a:gdLst/>
              <a:ahLst/>
              <a:cxnLst/>
              <a:rect l="l" t="t" r="r" b="b"/>
              <a:pathLst>
                <a:path h="372110">
                  <a:moveTo>
                    <a:pt x="0" y="0"/>
                  </a:moveTo>
                  <a:lnTo>
                    <a:pt x="0" y="371856"/>
                  </a:lnTo>
                </a:path>
              </a:pathLst>
            </a:custGeom>
            <a:ln w="9144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84" name="object 182">
              <a:extLst>
                <a:ext uri="{FF2B5EF4-FFF2-40B4-BE49-F238E27FC236}">
                  <a16:creationId xmlns:a16="http://schemas.microsoft.com/office/drawing/2014/main" id="{DA1ED4BC-FE4A-5EF4-D655-789740E3F098}"/>
                </a:ext>
              </a:extLst>
            </p:cNvPr>
            <p:cNvSpPr/>
            <p:nvPr/>
          </p:nvSpPr>
          <p:spPr>
            <a:xfrm>
              <a:off x="4606730" y="3655212"/>
              <a:ext cx="60960" cy="372110"/>
            </a:xfrm>
            <a:custGeom>
              <a:avLst/>
              <a:gdLst/>
              <a:ahLst/>
              <a:cxnLst/>
              <a:rect l="l" t="t" r="r" b="b"/>
              <a:pathLst>
                <a:path w="60960" h="372110">
                  <a:moveTo>
                    <a:pt x="60960" y="371856"/>
                  </a:moveTo>
                  <a:lnTo>
                    <a:pt x="0" y="371856"/>
                  </a:lnTo>
                  <a:lnTo>
                    <a:pt x="0" y="0"/>
                  </a:lnTo>
                  <a:lnTo>
                    <a:pt x="60960" y="0"/>
                  </a:lnTo>
                  <a:lnTo>
                    <a:pt x="60960" y="371856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85" name="object 183">
              <a:extLst>
                <a:ext uri="{FF2B5EF4-FFF2-40B4-BE49-F238E27FC236}">
                  <a16:creationId xmlns:a16="http://schemas.microsoft.com/office/drawing/2014/main" id="{515284F7-52AB-E002-06E8-D227A61A2631}"/>
                </a:ext>
              </a:extLst>
            </p:cNvPr>
            <p:cNvSpPr/>
            <p:nvPr/>
          </p:nvSpPr>
          <p:spPr>
            <a:xfrm>
              <a:off x="4667690" y="3635400"/>
              <a:ext cx="20320" cy="391795"/>
            </a:xfrm>
            <a:custGeom>
              <a:avLst/>
              <a:gdLst/>
              <a:ahLst/>
              <a:cxnLst/>
              <a:rect l="l" t="t" r="r" b="b"/>
              <a:pathLst>
                <a:path w="20320" h="391795">
                  <a:moveTo>
                    <a:pt x="0" y="391668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19812" y="371856"/>
                  </a:lnTo>
                  <a:lnTo>
                    <a:pt x="0" y="391668"/>
                  </a:lnTo>
                  <a:close/>
                </a:path>
              </a:pathLst>
            </a:custGeom>
            <a:solidFill>
              <a:srgbClr val="C9B8AC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86" name="object 184">
              <a:extLst>
                <a:ext uri="{FF2B5EF4-FFF2-40B4-BE49-F238E27FC236}">
                  <a16:creationId xmlns:a16="http://schemas.microsoft.com/office/drawing/2014/main" id="{78FB7B0D-8339-EC8A-7E9B-832F6B2EE834}"/>
                </a:ext>
              </a:extLst>
            </p:cNvPr>
            <p:cNvSpPr/>
            <p:nvPr/>
          </p:nvSpPr>
          <p:spPr>
            <a:xfrm>
              <a:off x="4606730" y="3635400"/>
              <a:ext cx="81280" cy="20320"/>
            </a:xfrm>
            <a:custGeom>
              <a:avLst/>
              <a:gdLst/>
              <a:ahLst/>
              <a:cxnLst/>
              <a:rect l="l" t="t" r="r" b="b"/>
              <a:pathLst>
                <a:path w="81279" h="20320">
                  <a:moveTo>
                    <a:pt x="60960" y="1981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80772" y="0"/>
                  </a:lnTo>
                  <a:lnTo>
                    <a:pt x="60960" y="19812"/>
                  </a:lnTo>
                  <a:close/>
                </a:path>
              </a:pathLst>
            </a:custGeom>
            <a:solidFill>
              <a:srgbClr val="FBEADE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87" name="object 185">
              <a:extLst>
                <a:ext uri="{FF2B5EF4-FFF2-40B4-BE49-F238E27FC236}">
                  <a16:creationId xmlns:a16="http://schemas.microsoft.com/office/drawing/2014/main" id="{F43B9FDE-033C-D370-42BB-62B3E4E5EA37}"/>
                </a:ext>
              </a:extLst>
            </p:cNvPr>
            <p:cNvSpPr/>
            <p:nvPr/>
          </p:nvSpPr>
          <p:spPr>
            <a:xfrm>
              <a:off x="4606730" y="3635400"/>
              <a:ext cx="81280" cy="391795"/>
            </a:xfrm>
            <a:custGeom>
              <a:avLst/>
              <a:gdLst/>
              <a:ahLst/>
              <a:cxnLst/>
              <a:rect l="l" t="t" r="r" b="b"/>
              <a:pathLst>
                <a:path w="81279" h="391795">
                  <a:moveTo>
                    <a:pt x="0" y="19812"/>
                  </a:moveTo>
                  <a:lnTo>
                    <a:pt x="19812" y="0"/>
                  </a:lnTo>
                  <a:lnTo>
                    <a:pt x="80772" y="0"/>
                  </a:lnTo>
                  <a:lnTo>
                    <a:pt x="80772" y="371856"/>
                  </a:lnTo>
                  <a:lnTo>
                    <a:pt x="60960" y="391668"/>
                  </a:lnTo>
                  <a:lnTo>
                    <a:pt x="0" y="391668"/>
                  </a:lnTo>
                  <a:lnTo>
                    <a:pt x="0" y="19812"/>
                  </a:lnTo>
                  <a:close/>
                </a:path>
                <a:path w="81279" h="391795">
                  <a:moveTo>
                    <a:pt x="0" y="19812"/>
                  </a:moveTo>
                  <a:lnTo>
                    <a:pt x="60960" y="19812"/>
                  </a:lnTo>
                  <a:lnTo>
                    <a:pt x="80772" y="0"/>
                  </a:lnTo>
                </a:path>
              </a:pathLst>
            </a:custGeom>
            <a:ln w="9144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88" name="object 186">
              <a:extLst>
                <a:ext uri="{FF2B5EF4-FFF2-40B4-BE49-F238E27FC236}">
                  <a16:creationId xmlns:a16="http://schemas.microsoft.com/office/drawing/2014/main" id="{232B1D42-0B19-93F1-5C10-6AC6B4E3CF28}"/>
                </a:ext>
              </a:extLst>
            </p:cNvPr>
            <p:cNvSpPr/>
            <p:nvPr/>
          </p:nvSpPr>
          <p:spPr>
            <a:xfrm>
              <a:off x="4667690" y="3655212"/>
              <a:ext cx="0" cy="372110"/>
            </a:xfrm>
            <a:custGeom>
              <a:avLst/>
              <a:gdLst/>
              <a:ahLst/>
              <a:cxnLst/>
              <a:rect l="l" t="t" r="r" b="b"/>
              <a:pathLst>
                <a:path h="372110">
                  <a:moveTo>
                    <a:pt x="0" y="0"/>
                  </a:moveTo>
                  <a:lnTo>
                    <a:pt x="0" y="371856"/>
                  </a:lnTo>
                </a:path>
              </a:pathLst>
            </a:custGeom>
            <a:ln w="9144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89" name="object 187">
              <a:extLst>
                <a:ext uri="{FF2B5EF4-FFF2-40B4-BE49-F238E27FC236}">
                  <a16:creationId xmlns:a16="http://schemas.microsoft.com/office/drawing/2014/main" id="{22469781-8C8E-9B27-5963-B37F5F6DC64D}"/>
                </a:ext>
              </a:extLst>
            </p:cNvPr>
            <p:cNvSpPr/>
            <p:nvPr/>
          </p:nvSpPr>
          <p:spPr>
            <a:xfrm>
              <a:off x="4446710" y="3607968"/>
              <a:ext cx="128270" cy="495300"/>
            </a:xfrm>
            <a:custGeom>
              <a:avLst/>
              <a:gdLst/>
              <a:ahLst/>
              <a:cxnLst/>
              <a:rect l="l" t="t" r="r" b="b"/>
              <a:pathLst>
                <a:path w="128270" h="495300">
                  <a:moveTo>
                    <a:pt x="0" y="0"/>
                  </a:moveTo>
                  <a:lnTo>
                    <a:pt x="128016" y="0"/>
                  </a:lnTo>
                  <a:lnTo>
                    <a:pt x="128016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90" name="object 188">
              <a:extLst>
                <a:ext uri="{FF2B5EF4-FFF2-40B4-BE49-F238E27FC236}">
                  <a16:creationId xmlns:a16="http://schemas.microsoft.com/office/drawing/2014/main" id="{3514D6A5-5A1A-18C6-C8A3-ECCFB207032D}"/>
                </a:ext>
              </a:extLst>
            </p:cNvPr>
            <p:cNvSpPr/>
            <p:nvPr/>
          </p:nvSpPr>
          <p:spPr>
            <a:xfrm>
              <a:off x="3779198" y="3659784"/>
              <a:ext cx="60960" cy="372110"/>
            </a:xfrm>
            <a:custGeom>
              <a:avLst/>
              <a:gdLst/>
              <a:ahLst/>
              <a:cxnLst/>
              <a:rect l="l" t="t" r="r" b="b"/>
              <a:pathLst>
                <a:path w="60960" h="372110">
                  <a:moveTo>
                    <a:pt x="60960" y="371856"/>
                  </a:moveTo>
                  <a:lnTo>
                    <a:pt x="0" y="371856"/>
                  </a:lnTo>
                  <a:lnTo>
                    <a:pt x="0" y="0"/>
                  </a:lnTo>
                  <a:lnTo>
                    <a:pt x="60960" y="0"/>
                  </a:lnTo>
                  <a:lnTo>
                    <a:pt x="60960" y="371856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91" name="object 189">
              <a:extLst>
                <a:ext uri="{FF2B5EF4-FFF2-40B4-BE49-F238E27FC236}">
                  <a16:creationId xmlns:a16="http://schemas.microsoft.com/office/drawing/2014/main" id="{3AD6FE0C-C36D-7E13-BCF8-556AD58F0567}"/>
                </a:ext>
              </a:extLst>
            </p:cNvPr>
            <p:cNvSpPr/>
            <p:nvPr/>
          </p:nvSpPr>
          <p:spPr>
            <a:xfrm>
              <a:off x="3840158" y="3638448"/>
              <a:ext cx="20320" cy="393700"/>
            </a:xfrm>
            <a:custGeom>
              <a:avLst/>
              <a:gdLst/>
              <a:ahLst/>
              <a:cxnLst/>
              <a:rect l="l" t="t" r="r" b="b"/>
              <a:pathLst>
                <a:path w="20320" h="393700">
                  <a:moveTo>
                    <a:pt x="0" y="393192"/>
                  </a:moveTo>
                  <a:lnTo>
                    <a:pt x="0" y="21336"/>
                  </a:lnTo>
                  <a:lnTo>
                    <a:pt x="19812" y="0"/>
                  </a:lnTo>
                  <a:lnTo>
                    <a:pt x="19812" y="373380"/>
                  </a:lnTo>
                  <a:lnTo>
                    <a:pt x="0" y="393192"/>
                  </a:lnTo>
                  <a:close/>
                </a:path>
              </a:pathLst>
            </a:custGeom>
            <a:solidFill>
              <a:srgbClr val="C9B8AC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92" name="object 190">
              <a:extLst>
                <a:ext uri="{FF2B5EF4-FFF2-40B4-BE49-F238E27FC236}">
                  <a16:creationId xmlns:a16="http://schemas.microsoft.com/office/drawing/2014/main" id="{C500A4B3-FC12-5BB5-C9B7-4D5124C01C06}"/>
                </a:ext>
              </a:extLst>
            </p:cNvPr>
            <p:cNvSpPr/>
            <p:nvPr/>
          </p:nvSpPr>
          <p:spPr>
            <a:xfrm>
              <a:off x="3779198" y="3638448"/>
              <a:ext cx="81280" cy="21590"/>
            </a:xfrm>
            <a:custGeom>
              <a:avLst/>
              <a:gdLst/>
              <a:ahLst/>
              <a:cxnLst/>
              <a:rect l="l" t="t" r="r" b="b"/>
              <a:pathLst>
                <a:path w="81279" h="21589">
                  <a:moveTo>
                    <a:pt x="60960" y="21336"/>
                  </a:moveTo>
                  <a:lnTo>
                    <a:pt x="0" y="21336"/>
                  </a:lnTo>
                  <a:lnTo>
                    <a:pt x="21336" y="0"/>
                  </a:lnTo>
                  <a:lnTo>
                    <a:pt x="80772" y="0"/>
                  </a:lnTo>
                  <a:lnTo>
                    <a:pt x="60960" y="21336"/>
                  </a:lnTo>
                  <a:close/>
                </a:path>
              </a:pathLst>
            </a:custGeom>
            <a:solidFill>
              <a:srgbClr val="FBEADE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93" name="object 191">
              <a:extLst>
                <a:ext uri="{FF2B5EF4-FFF2-40B4-BE49-F238E27FC236}">
                  <a16:creationId xmlns:a16="http://schemas.microsoft.com/office/drawing/2014/main" id="{612D5EF0-3AA6-1AD5-8C94-2F113305E09C}"/>
                </a:ext>
              </a:extLst>
            </p:cNvPr>
            <p:cNvSpPr/>
            <p:nvPr/>
          </p:nvSpPr>
          <p:spPr>
            <a:xfrm>
              <a:off x="3779198" y="3638448"/>
              <a:ext cx="81280" cy="393700"/>
            </a:xfrm>
            <a:custGeom>
              <a:avLst/>
              <a:gdLst/>
              <a:ahLst/>
              <a:cxnLst/>
              <a:rect l="l" t="t" r="r" b="b"/>
              <a:pathLst>
                <a:path w="81279" h="393700">
                  <a:moveTo>
                    <a:pt x="0" y="21336"/>
                  </a:moveTo>
                  <a:lnTo>
                    <a:pt x="21336" y="0"/>
                  </a:lnTo>
                  <a:lnTo>
                    <a:pt x="80772" y="0"/>
                  </a:lnTo>
                  <a:lnTo>
                    <a:pt x="80772" y="373380"/>
                  </a:lnTo>
                  <a:lnTo>
                    <a:pt x="60960" y="393192"/>
                  </a:lnTo>
                  <a:lnTo>
                    <a:pt x="0" y="393192"/>
                  </a:lnTo>
                  <a:lnTo>
                    <a:pt x="0" y="21336"/>
                  </a:lnTo>
                  <a:close/>
                </a:path>
                <a:path w="81279" h="393700">
                  <a:moveTo>
                    <a:pt x="0" y="21336"/>
                  </a:moveTo>
                  <a:lnTo>
                    <a:pt x="60960" y="21336"/>
                  </a:lnTo>
                  <a:lnTo>
                    <a:pt x="80772" y="0"/>
                  </a:lnTo>
                </a:path>
              </a:pathLst>
            </a:custGeom>
            <a:ln w="9144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94" name="object 192">
              <a:extLst>
                <a:ext uri="{FF2B5EF4-FFF2-40B4-BE49-F238E27FC236}">
                  <a16:creationId xmlns:a16="http://schemas.microsoft.com/office/drawing/2014/main" id="{B43A913D-6C02-DF71-4C12-B38B476A4379}"/>
                </a:ext>
              </a:extLst>
            </p:cNvPr>
            <p:cNvSpPr/>
            <p:nvPr/>
          </p:nvSpPr>
          <p:spPr>
            <a:xfrm>
              <a:off x="3840158" y="3659784"/>
              <a:ext cx="0" cy="372110"/>
            </a:xfrm>
            <a:custGeom>
              <a:avLst/>
              <a:gdLst/>
              <a:ahLst/>
              <a:cxnLst/>
              <a:rect l="l" t="t" r="r" b="b"/>
              <a:pathLst>
                <a:path h="372110">
                  <a:moveTo>
                    <a:pt x="0" y="0"/>
                  </a:moveTo>
                  <a:lnTo>
                    <a:pt x="0" y="371856"/>
                  </a:lnTo>
                </a:path>
              </a:pathLst>
            </a:custGeom>
            <a:ln w="9144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95" name="object 193">
              <a:extLst>
                <a:ext uri="{FF2B5EF4-FFF2-40B4-BE49-F238E27FC236}">
                  <a16:creationId xmlns:a16="http://schemas.microsoft.com/office/drawing/2014/main" id="{D52969DB-A544-C262-B938-063D8355B361}"/>
                </a:ext>
              </a:extLst>
            </p:cNvPr>
            <p:cNvSpPr/>
            <p:nvPr/>
          </p:nvSpPr>
          <p:spPr>
            <a:xfrm>
              <a:off x="3803582" y="3446423"/>
              <a:ext cx="713740" cy="213360"/>
            </a:xfrm>
            <a:custGeom>
              <a:avLst/>
              <a:gdLst/>
              <a:ahLst/>
              <a:cxnLst/>
              <a:rect l="l" t="t" r="r" b="b"/>
              <a:pathLst>
                <a:path w="713739" h="213360">
                  <a:moveTo>
                    <a:pt x="12192" y="213360"/>
                  </a:moveTo>
                  <a:lnTo>
                    <a:pt x="0" y="213360"/>
                  </a:lnTo>
                  <a:lnTo>
                    <a:pt x="0" y="173736"/>
                  </a:lnTo>
                  <a:lnTo>
                    <a:pt x="12192" y="173736"/>
                  </a:lnTo>
                  <a:lnTo>
                    <a:pt x="12192" y="213360"/>
                  </a:lnTo>
                  <a:close/>
                </a:path>
                <a:path w="713739" h="213360">
                  <a:moveTo>
                    <a:pt x="12192" y="161544"/>
                  </a:moveTo>
                  <a:lnTo>
                    <a:pt x="0" y="161544"/>
                  </a:lnTo>
                  <a:lnTo>
                    <a:pt x="0" y="121920"/>
                  </a:lnTo>
                  <a:lnTo>
                    <a:pt x="12192" y="121920"/>
                  </a:lnTo>
                  <a:lnTo>
                    <a:pt x="12192" y="161544"/>
                  </a:lnTo>
                  <a:close/>
                </a:path>
                <a:path w="713739" h="213360">
                  <a:moveTo>
                    <a:pt x="12192" y="109728"/>
                  </a:moveTo>
                  <a:lnTo>
                    <a:pt x="0" y="109728"/>
                  </a:lnTo>
                  <a:lnTo>
                    <a:pt x="0" y="70104"/>
                  </a:lnTo>
                  <a:lnTo>
                    <a:pt x="12192" y="70104"/>
                  </a:lnTo>
                  <a:lnTo>
                    <a:pt x="12192" y="109728"/>
                  </a:lnTo>
                  <a:close/>
                </a:path>
                <a:path w="713739" h="213360">
                  <a:moveTo>
                    <a:pt x="12192" y="57912"/>
                  </a:moveTo>
                  <a:lnTo>
                    <a:pt x="0" y="57912"/>
                  </a:lnTo>
                  <a:lnTo>
                    <a:pt x="0" y="19812"/>
                  </a:lnTo>
                  <a:lnTo>
                    <a:pt x="12192" y="19812"/>
                  </a:lnTo>
                  <a:lnTo>
                    <a:pt x="12192" y="57912"/>
                  </a:lnTo>
                  <a:close/>
                </a:path>
                <a:path w="713739" h="213360">
                  <a:moveTo>
                    <a:pt x="45720" y="13716"/>
                  </a:moveTo>
                  <a:lnTo>
                    <a:pt x="7620" y="13716"/>
                  </a:lnTo>
                  <a:lnTo>
                    <a:pt x="7620" y="0"/>
                  </a:lnTo>
                  <a:lnTo>
                    <a:pt x="45720" y="0"/>
                  </a:lnTo>
                  <a:lnTo>
                    <a:pt x="45720" y="13716"/>
                  </a:lnTo>
                  <a:close/>
                </a:path>
                <a:path w="713739" h="213360">
                  <a:moveTo>
                    <a:pt x="97536" y="13716"/>
                  </a:moveTo>
                  <a:lnTo>
                    <a:pt x="57912" y="13716"/>
                  </a:lnTo>
                  <a:lnTo>
                    <a:pt x="57912" y="0"/>
                  </a:lnTo>
                  <a:lnTo>
                    <a:pt x="97536" y="0"/>
                  </a:lnTo>
                  <a:lnTo>
                    <a:pt x="97536" y="13716"/>
                  </a:lnTo>
                  <a:close/>
                </a:path>
                <a:path w="713739" h="213360">
                  <a:moveTo>
                    <a:pt x="149352" y="13716"/>
                  </a:moveTo>
                  <a:lnTo>
                    <a:pt x="109728" y="13716"/>
                  </a:lnTo>
                  <a:lnTo>
                    <a:pt x="109728" y="0"/>
                  </a:lnTo>
                  <a:lnTo>
                    <a:pt x="149352" y="0"/>
                  </a:lnTo>
                  <a:lnTo>
                    <a:pt x="149352" y="13716"/>
                  </a:lnTo>
                  <a:close/>
                </a:path>
                <a:path w="713739" h="213360">
                  <a:moveTo>
                    <a:pt x="201168" y="13716"/>
                  </a:moveTo>
                  <a:lnTo>
                    <a:pt x="161544" y="13716"/>
                  </a:lnTo>
                  <a:lnTo>
                    <a:pt x="161544" y="0"/>
                  </a:lnTo>
                  <a:lnTo>
                    <a:pt x="201168" y="0"/>
                  </a:lnTo>
                  <a:lnTo>
                    <a:pt x="201168" y="13716"/>
                  </a:lnTo>
                  <a:close/>
                </a:path>
                <a:path w="713739" h="213360">
                  <a:moveTo>
                    <a:pt x="251460" y="13716"/>
                  </a:moveTo>
                  <a:lnTo>
                    <a:pt x="213360" y="13716"/>
                  </a:lnTo>
                  <a:lnTo>
                    <a:pt x="213360" y="0"/>
                  </a:lnTo>
                  <a:lnTo>
                    <a:pt x="251460" y="0"/>
                  </a:lnTo>
                  <a:lnTo>
                    <a:pt x="251460" y="13716"/>
                  </a:lnTo>
                  <a:close/>
                </a:path>
                <a:path w="713739" h="213360">
                  <a:moveTo>
                    <a:pt x="303276" y="13716"/>
                  </a:moveTo>
                  <a:lnTo>
                    <a:pt x="265176" y="13716"/>
                  </a:lnTo>
                  <a:lnTo>
                    <a:pt x="265176" y="0"/>
                  </a:lnTo>
                  <a:lnTo>
                    <a:pt x="303276" y="0"/>
                  </a:lnTo>
                  <a:lnTo>
                    <a:pt x="303276" y="13716"/>
                  </a:lnTo>
                  <a:close/>
                </a:path>
                <a:path w="713739" h="213360">
                  <a:moveTo>
                    <a:pt x="355092" y="13716"/>
                  </a:moveTo>
                  <a:lnTo>
                    <a:pt x="316992" y="13716"/>
                  </a:lnTo>
                  <a:lnTo>
                    <a:pt x="316992" y="0"/>
                  </a:lnTo>
                  <a:lnTo>
                    <a:pt x="355092" y="0"/>
                  </a:lnTo>
                  <a:lnTo>
                    <a:pt x="355092" y="13716"/>
                  </a:lnTo>
                  <a:close/>
                </a:path>
                <a:path w="713739" h="213360">
                  <a:moveTo>
                    <a:pt x="406908" y="13716"/>
                  </a:moveTo>
                  <a:lnTo>
                    <a:pt x="368808" y="13716"/>
                  </a:lnTo>
                  <a:lnTo>
                    <a:pt x="368808" y="0"/>
                  </a:lnTo>
                  <a:lnTo>
                    <a:pt x="406908" y="0"/>
                  </a:lnTo>
                  <a:lnTo>
                    <a:pt x="406908" y="13716"/>
                  </a:lnTo>
                  <a:close/>
                </a:path>
                <a:path w="713739" h="213360">
                  <a:moveTo>
                    <a:pt x="458724" y="13716"/>
                  </a:moveTo>
                  <a:lnTo>
                    <a:pt x="419100" y="13716"/>
                  </a:lnTo>
                  <a:lnTo>
                    <a:pt x="419100" y="0"/>
                  </a:lnTo>
                  <a:lnTo>
                    <a:pt x="458724" y="0"/>
                  </a:lnTo>
                  <a:lnTo>
                    <a:pt x="458724" y="13716"/>
                  </a:lnTo>
                  <a:close/>
                </a:path>
                <a:path w="713739" h="213360">
                  <a:moveTo>
                    <a:pt x="510540" y="13716"/>
                  </a:moveTo>
                  <a:lnTo>
                    <a:pt x="470916" y="13716"/>
                  </a:lnTo>
                  <a:lnTo>
                    <a:pt x="470916" y="0"/>
                  </a:lnTo>
                  <a:lnTo>
                    <a:pt x="510540" y="0"/>
                  </a:lnTo>
                  <a:lnTo>
                    <a:pt x="510540" y="13716"/>
                  </a:lnTo>
                  <a:close/>
                </a:path>
                <a:path w="713739" h="213360">
                  <a:moveTo>
                    <a:pt x="562356" y="13716"/>
                  </a:moveTo>
                  <a:lnTo>
                    <a:pt x="522732" y="13716"/>
                  </a:lnTo>
                  <a:lnTo>
                    <a:pt x="522732" y="0"/>
                  </a:lnTo>
                  <a:lnTo>
                    <a:pt x="562356" y="0"/>
                  </a:lnTo>
                  <a:lnTo>
                    <a:pt x="562356" y="13716"/>
                  </a:lnTo>
                  <a:close/>
                </a:path>
                <a:path w="713739" h="213360">
                  <a:moveTo>
                    <a:pt x="612648" y="13716"/>
                  </a:moveTo>
                  <a:lnTo>
                    <a:pt x="574548" y="13716"/>
                  </a:lnTo>
                  <a:lnTo>
                    <a:pt x="574548" y="0"/>
                  </a:lnTo>
                  <a:lnTo>
                    <a:pt x="612648" y="0"/>
                  </a:lnTo>
                  <a:lnTo>
                    <a:pt x="612648" y="13716"/>
                  </a:lnTo>
                  <a:close/>
                </a:path>
                <a:path w="713739" h="213360">
                  <a:moveTo>
                    <a:pt x="664464" y="13716"/>
                  </a:moveTo>
                  <a:lnTo>
                    <a:pt x="626364" y="13716"/>
                  </a:lnTo>
                  <a:lnTo>
                    <a:pt x="626364" y="0"/>
                  </a:lnTo>
                  <a:lnTo>
                    <a:pt x="664464" y="0"/>
                  </a:lnTo>
                  <a:lnTo>
                    <a:pt x="664464" y="13716"/>
                  </a:lnTo>
                  <a:close/>
                </a:path>
                <a:path w="713739" h="213360">
                  <a:moveTo>
                    <a:pt x="701040" y="13716"/>
                  </a:moveTo>
                  <a:lnTo>
                    <a:pt x="678180" y="13716"/>
                  </a:lnTo>
                  <a:lnTo>
                    <a:pt x="678180" y="0"/>
                  </a:lnTo>
                  <a:lnTo>
                    <a:pt x="713232" y="0"/>
                  </a:lnTo>
                  <a:lnTo>
                    <a:pt x="713232" y="7620"/>
                  </a:lnTo>
                  <a:lnTo>
                    <a:pt x="701040" y="7620"/>
                  </a:lnTo>
                  <a:lnTo>
                    <a:pt x="701040" y="13716"/>
                  </a:lnTo>
                  <a:close/>
                </a:path>
                <a:path w="713739" h="213360">
                  <a:moveTo>
                    <a:pt x="713232" y="16764"/>
                  </a:moveTo>
                  <a:lnTo>
                    <a:pt x="701040" y="16764"/>
                  </a:lnTo>
                  <a:lnTo>
                    <a:pt x="701040" y="7620"/>
                  </a:lnTo>
                  <a:lnTo>
                    <a:pt x="707136" y="13716"/>
                  </a:lnTo>
                  <a:lnTo>
                    <a:pt x="713232" y="13716"/>
                  </a:lnTo>
                  <a:lnTo>
                    <a:pt x="713232" y="16764"/>
                  </a:lnTo>
                  <a:close/>
                </a:path>
                <a:path w="713739" h="213360">
                  <a:moveTo>
                    <a:pt x="713232" y="13716"/>
                  </a:moveTo>
                  <a:lnTo>
                    <a:pt x="707136" y="13716"/>
                  </a:lnTo>
                  <a:lnTo>
                    <a:pt x="701040" y="7620"/>
                  </a:lnTo>
                  <a:lnTo>
                    <a:pt x="713232" y="7620"/>
                  </a:lnTo>
                  <a:lnTo>
                    <a:pt x="713232" y="13716"/>
                  </a:lnTo>
                  <a:close/>
                </a:path>
                <a:path w="713739" h="213360">
                  <a:moveTo>
                    <a:pt x="713232" y="68580"/>
                  </a:moveTo>
                  <a:lnTo>
                    <a:pt x="701040" y="68580"/>
                  </a:lnTo>
                  <a:lnTo>
                    <a:pt x="701040" y="28956"/>
                  </a:lnTo>
                  <a:lnTo>
                    <a:pt x="713232" y="28956"/>
                  </a:lnTo>
                  <a:lnTo>
                    <a:pt x="713232" y="68580"/>
                  </a:lnTo>
                  <a:close/>
                </a:path>
                <a:path w="713739" h="213360">
                  <a:moveTo>
                    <a:pt x="713232" y="118872"/>
                  </a:moveTo>
                  <a:lnTo>
                    <a:pt x="701040" y="118872"/>
                  </a:lnTo>
                  <a:lnTo>
                    <a:pt x="701040" y="80772"/>
                  </a:lnTo>
                  <a:lnTo>
                    <a:pt x="713232" y="80772"/>
                  </a:lnTo>
                  <a:lnTo>
                    <a:pt x="713232" y="118872"/>
                  </a:lnTo>
                  <a:close/>
                </a:path>
                <a:path w="713739" h="213360">
                  <a:moveTo>
                    <a:pt x="713232" y="161544"/>
                  </a:moveTo>
                  <a:lnTo>
                    <a:pt x="701040" y="161544"/>
                  </a:lnTo>
                  <a:lnTo>
                    <a:pt x="701040" y="132588"/>
                  </a:lnTo>
                  <a:lnTo>
                    <a:pt x="713232" y="132588"/>
                  </a:lnTo>
                  <a:lnTo>
                    <a:pt x="713232" y="16154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96" name="object 194">
              <a:extLst>
                <a:ext uri="{FF2B5EF4-FFF2-40B4-BE49-F238E27FC236}">
                  <a16:creationId xmlns:a16="http://schemas.microsoft.com/office/drawing/2014/main" id="{17F68382-B1F1-C17E-384C-7D13CE844773}"/>
                </a:ext>
              </a:extLst>
            </p:cNvPr>
            <p:cNvSpPr/>
            <p:nvPr/>
          </p:nvSpPr>
          <p:spPr>
            <a:xfrm>
              <a:off x="5184326" y="3644544"/>
              <a:ext cx="60960" cy="373380"/>
            </a:xfrm>
            <a:custGeom>
              <a:avLst/>
              <a:gdLst/>
              <a:ahLst/>
              <a:cxnLst/>
              <a:rect l="l" t="t" r="r" b="b"/>
              <a:pathLst>
                <a:path w="60960" h="373379">
                  <a:moveTo>
                    <a:pt x="60960" y="373380"/>
                  </a:moveTo>
                  <a:lnTo>
                    <a:pt x="0" y="373380"/>
                  </a:lnTo>
                  <a:lnTo>
                    <a:pt x="0" y="0"/>
                  </a:lnTo>
                  <a:lnTo>
                    <a:pt x="60960" y="0"/>
                  </a:lnTo>
                  <a:lnTo>
                    <a:pt x="60960" y="37338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97" name="object 195">
              <a:extLst>
                <a:ext uri="{FF2B5EF4-FFF2-40B4-BE49-F238E27FC236}">
                  <a16:creationId xmlns:a16="http://schemas.microsoft.com/office/drawing/2014/main" id="{7D1826F5-438B-CC1B-078D-94C768A4B8F7}"/>
                </a:ext>
              </a:extLst>
            </p:cNvPr>
            <p:cNvSpPr/>
            <p:nvPr/>
          </p:nvSpPr>
          <p:spPr>
            <a:xfrm>
              <a:off x="5245286" y="3624732"/>
              <a:ext cx="20320" cy="393700"/>
            </a:xfrm>
            <a:custGeom>
              <a:avLst/>
              <a:gdLst/>
              <a:ahLst/>
              <a:cxnLst/>
              <a:rect l="l" t="t" r="r" b="b"/>
              <a:pathLst>
                <a:path w="20320" h="393700">
                  <a:moveTo>
                    <a:pt x="0" y="39319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19812" y="371856"/>
                  </a:lnTo>
                  <a:lnTo>
                    <a:pt x="0" y="393192"/>
                  </a:lnTo>
                  <a:close/>
                </a:path>
              </a:pathLst>
            </a:custGeom>
            <a:solidFill>
              <a:srgbClr val="C9B8AC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98" name="object 196">
              <a:extLst>
                <a:ext uri="{FF2B5EF4-FFF2-40B4-BE49-F238E27FC236}">
                  <a16:creationId xmlns:a16="http://schemas.microsoft.com/office/drawing/2014/main" id="{34EDD1A0-F8CD-37EE-46AA-C1D89BB62304}"/>
                </a:ext>
              </a:extLst>
            </p:cNvPr>
            <p:cNvSpPr/>
            <p:nvPr/>
          </p:nvSpPr>
          <p:spPr>
            <a:xfrm>
              <a:off x="5184326" y="3624732"/>
              <a:ext cx="81280" cy="20320"/>
            </a:xfrm>
            <a:custGeom>
              <a:avLst/>
              <a:gdLst/>
              <a:ahLst/>
              <a:cxnLst/>
              <a:rect l="l" t="t" r="r" b="b"/>
              <a:pathLst>
                <a:path w="81279" h="20320">
                  <a:moveTo>
                    <a:pt x="60960" y="1981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80772" y="0"/>
                  </a:lnTo>
                  <a:lnTo>
                    <a:pt x="60960" y="19812"/>
                  </a:lnTo>
                  <a:close/>
                </a:path>
              </a:pathLst>
            </a:custGeom>
            <a:solidFill>
              <a:srgbClr val="FBEADE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199" name="object 197">
              <a:extLst>
                <a:ext uri="{FF2B5EF4-FFF2-40B4-BE49-F238E27FC236}">
                  <a16:creationId xmlns:a16="http://schemas.microsoft.com/office/drawing/2014/main" id="{CAC7EB4D-1E5F-5C69-9ED7-AA0AD1F6D87C}"/>
                </a:ext>
              </a:extLst>
            </p:cNvPr>
            <p:cNvSpPr/>
            <p:nvPr/>
          </p:nvSpPr>
          <p:spPr>
            <a:xfrm>
              <a:off x="5184326" y="3624732"/>
              <a:ext cx="81280" cy="393700"/>
            </a:xfrm>
            <a:custGeom>
              <a:avLst/>
              <a:gdLst/>
              <a:ahLst/>
              <a:cxnLst/>
              <a:rect l="l" t="t" r="r" b="b"/>
              <a:pathLst>
                <a:path w="81279" h="393700">
                  <a:moveTo>
                    <a:pt x="0" y="19812"/>
                  </a:moveTo>
                  <a:lnTo>
                    <a:pt x="19812" y="0"/>
                  </a:lnTo>
                  <a:lnTo>
                    <a:pt x="80772" y="0"/>
                  </a:lnTo>
                  <a:lnTo>
                    <a:pt x="80772" y="371856"/>
                  </a:lnTo>
                  <a:lnTo>
                    <a:pt x="60960" y="393192"/>
                  </a:lnTo>
                  <a:lnTo>
                    <a:pt x="0" y="393192"/>
                  </a:lnTo>
                  <a:lnTo>
                    <a:pt x="0" y="19812"/>
                  </a:lnTo>
                  <a:close/>
                </a:path>
                <a:path w="81279" h="393700">
                  <a:moveTo>
                    <a:pt x="0" y="19812"/>
                  </a:moveTo>
                  <a:lnTo>
                    <a:pt x="60960" y="19812"/>
                  </a:lnTo>
                  <a:lnTo>
                    <a:pt x="80772" y="0"/>
                  </a:lnTo>
                </a:path>
              </a:pathLst>
            </a:custGeom>
            <a:ln w="9144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00" name="object 198">
              <a:extLst>
                <a:ext uri="{FF2B5EF4-FFF2-40B4-BE49-F238E27FC236}">
                  <a16:creationId xmlns:a16="http://schemas.microsoft.com/office/drawing/2014/main" id="{0A2A1C10-2082-108A-4AF4-9F84D463928C}"/>
                </a:ext>
              </a:extLst>
            </p:cNvPr>
            <p:cNvSpPr/>
            <p:nvPr/>
          </p:nvSpPr>
          <p:spPr>
            <a:xfrm>
              <a:off x="5245286" y="3644544"/>
              <a:ext cx="0" cy="373380"/>
            </a:xfrm>
            <a:custGeom>
              <a:avLst/>
              <a:gdLst/>
              <a:ahLst/>
              <a:cxnLst/>
              <a:rect l="l" t="t" r="r" b="b"/>
              <a:pathLst>
                <a:path h="373379">
                  <a:moveTo>
                    <a:pt x="0" y="0"/>
                  </a:moveTo>
                  <a:lnTo>
                    <a:pt x="0" y="373380"/>
                  </a:lnTo>
                </a:path>
              </a:pathLst>
            </a:custGeom>
            <a:ln w="9144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pic>
          <p:nvPicPr>
            <p:cNvPr id="201" name="object 199">
              <a:extLst>
                <a:ext uri="{FF2B5EF4-FFF2-40B4-BE49-F238E27FC236}">
                  <a16:creationId xmlns:a16="http://schemas.microsoft.com/office/drawing/2014/main" id="{D1A1961D-A5E7-A849-1EE2-B3E9937ABE7E}"/>
                </a:ext>
              </a:extLst>
            </p:cNvPr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501318" y="3732936"/>
              <a:ext cx="161544" cy="161543"/>
            </a:xfrm>
            <a:prstGeom prst="rect">
              <a:avLst/>
            </a:prstGeom>
          </p:spPr>
        </p:pic>
      </p:grpSp>
      <p:sp>
        <p:nvSpPr>
          <p:cNvPr id="202" name="object 200">
            <a:extLst>
              <a:ext uri="{FF2B5EF4-FFF2-40B4-BE49-F238E27FC236}">
                <a16:creationId xmlns:a16="http://schemas.microsoft.com/office/drawing/2014/main" id="{2337ED84-31AF-2381-4D78-DFC22738C506}"/>
              </a:ext>
            </a:extLst>
          </p:cNvPr>
          <p:cNvSpPr txBox="1"/>
          <p:nvPr/>
        </p:nvSpPr>
        <p:spPr>
          <a:xfrm>
            <a:off x="7926777" y="5879504"/>
            <a:ext cx="248590" cy="271488"/>
          </a:xfrm>
          <a:prstGeom prst="rect">
            <a:avLst/>
          </a:prstGeom>
        </p:spPr>
        <p:txBody>
          <a:bodyPr vert="horz" wrap="square" lIns="0" tIns="25149" rIns="0" bIns="0" rtlCol="0">
            <a:spAutoFit/>
          </a:bodyPr>
          <a:lstStyle/>
          <a:p>
            <a:pPr marL="19346">
              <a:spcBef>
                <a:spcPts val="198"/>
              </a:spcBef>
            </a:pPr>
            <a:r>
              <a:rPr sz="1599" b="1" i="1" spc="46" dirty="0">
                <a:latin typeface="Times New Roman"/>
                <a:cs typeface="Times New Roman"/>
              </a:rPr>
              <a:t>…</a:t>
            </a:r>
            <a:endParaRPr sz="1599">
              <a:latin typeface="Times New Roman"/>
              <a:cs typeface="Times New Roman"/>
            </a:endParaRPr>
          </a:p>
        </p:txBody>
      </p:sp>
      <p:sp>
        <p:nvSpPr>
          <p:cNvPr id="203" name="object 201">
            <a:extLst>
              <a:ext uri="{FF2B5EF4-FFF2-40B4-BE49-F238E27FC236}">
                <a16:creationId xmlns:a16="http://schemas.microsoft.com/office/drawing/2014/main" id="{5B7B8842-CE44-F9FF-D0A2-01A9395A9091}"/>
              </a:ext>
            </a:extLst>
          </p:cNvPr>
          <p:cNvSpPr txBox="1"/>
          <p:nvPr/>
        </p:nvSpPr>
        <p:spPr>
          <a:xfrm>
            <a:off x="3363534" y="3938879"/>
            <a:ext cx="497181" cy="271552"/>
          </a:xfrm>
          <a:prstGeom prst="rect">
            <a:avLst/>
          </a:prstGeom>
        </p:spPr>
        <p:txBody>
          <a:bodyPr vert="horz" wrap="square" lIns="0" tIns="25149" rIns="0" bIns="0" rtlCol="0">
            <a:spAutoFit/>
          </a:bodyPr>
          <a:lstStyle/>
          <a:p>
            <a:pPr marL="58038">
              <a:spcBef>
                <a:spcPts val="198"/>
              </a:spcBef>
            </a:pPr>
            <a:r>
              <a:rPr sz="2399" spc="-46" baseline="10582" dirty="0">
                <a:latin typeface="Cambria"/>
                <a:cs typeface="Cambria"/>
              </a:rPr>
              <a:t>𝑓</a:t>
            </a:r>
            <a:r>
              <a:rPr sz="1219" spc="-30" dirty="0">
                <a:latin typeface="Cambria"/>
                <a:cs typeface="Cambria"/>
              </a:rPr>
              <a:t>img</a:t>
            </a:r>
            <a:endParaRPr sz="1219">
              <a:latin typeface="Cambria"/>
              <a:cs typeface="Cambria"/>
            </a:endParaRPr>
          </a:p>
        </p:txBody>
      </p:sp>
      <p:sp>
        <p:nvSpPr>
          <p:cNvPr id="204" name="object 202">
            <a:extLst>
              <a:ext uri="{FF2B5EF4-FFF2-40B4-BE49-F238E27FC236}">
                <a16:creationId xmlns:a16="http://schemas.microsoft.com/office/drawing/2014/main" id="{BEB4ACF3-CE1B-5F87-6770-7F3B5F4901DF}"/>
              </a:ext>
            </a:extLst>
          </p:cNvPr>
          <p:cNvSpPr txBox="1"/>
          <p:nvPr/>
        </p:nvSpPr>
        <p:spPr>
          <a:xfrm>
            <a:off x="3409953" y="4623708"/>
            <a:ext cx="395617" cy="271552"/>
          </a:xfrm>
          <a:prstGeom prst="rect">
            <a:avLst/>
          </a:prstGeom>
        </p:spPr>
        <p:txBody>
          <a:bodyPr vert="horz" wrap="square" lIns="0" tIns="25149" rIns="0" bIns="0" rtlCol="0">
            <a:spAutoFit/>
          </a:bodyPr>
          <a:lstStyle/>
          <a:p>
            <a:pPr marL="58038">
              <a:spcBef>
                <a:spcPts val="198"/>
              </a:spcBef>
            </a:pPr>
            <a:r>
              <a:rPr sz="2399" spc="-46" baseline="10582" dirty="0">
                <a:latin typeface="Cambria"/>
                <a:cs typeface="Cambria"/>
              </a:rPr>
              <a:t>𝑓</a:t>
            </a:r>
            <a:r>
              <a:rPr sz="1219" spc="-30" dirty="0">
                <a:latin typeface="Cambria"/>
                <a:cs typeface="Cambria"/>
              </a:rPr>
              <a:t>clt</a:t>
            </a:r>
            <a:endParaRPr sz="1219">
              <a:latin typeface="Cambria"/>
              <a:cs typeface="Cambria"/>
            </a:endParaRPr>
          </a:p>
        </p:txBody>
      </p:sp>
      <p:grpSp>
        <p:nvGrpSpPr>
          <p:cNvPr id="205" name="object 203">
            <a:extLst>
              <a:ext uri="{FF2B5EF4-FFF2-40B4-BE49-F238E27FC236}">
                <a16:creationId xmlns:a16="http://schemas.microsoft.com/office/drawing/2014/main" id="{D4DDA8CD-23F9-6DB0-96F1-A93CE4F9A637}"/>
              </a:ext>
            </a:extLst>
          </p:cNvPr>
          <p:cNvGrpSpPr/>
          <p:nvPr/>
        </p:nvGrpSpPr>
        <p:grpSpPr>
          <a:xfrm>
            <a:off x="770520" y="5276779"/>
            <a:ext cx="5820111" cy="1702409"/>
            <a:chOff x="123122" y="3277133"/>
            <a:chExt cx="3820795" cy="1117600"/>
          </a:xfrm>
        </p:grpSpPr>
        <p:sp>
          <p:nvSpPr>
            <p:cNvPr id="206" name="object 204">
              <a:extLst>
                <a:ext uri="{FF2B5EF4-FFF2-40B4-BE49-F238E27FC236}">
                  <a16:creationId xmlns:a16="http://schemas.microsoft.com/office/drawing/2014/main" id="{0E6171B7-A591-49A3-2617-EBE7A211C559}"/>
                </a:ext>
              </a:extLst>
            </p:cNvPr>
            <p:cNvSpPr/>
            <p:nvPr/>
          </p:nvSpPr>
          <p:spPr>
            <a:xfrm>
              <a:off x="123122" y="3277259"/>
              <a:ext cx="142240" cy="1038225"/>
            </a:xfrm>
            <a:custGeom>
              <a:avLst/>
              <a:gdLst/>
              <a:ahLst/>
              <a:cxnLst/>
              <a:rect l="l" t="t" r="r" b="b"/>
              <a:pathLst>
                <a:path w="142240" h="1038225">
                  <a:moveTo>
                    <a:pt x="12192" y="1037844"/>
                  </a:moveTo>
                  <a:lnTo>
                    <a:pt x="0" y="1037844"/>
                  </a:lnTo>
                  <a:lnTo>
                    <a:pt x="0" y="986028"/>
                  </a:lnTo>
                  <a:lnTo>
                    <a:pt x="12192" y="986028"/>
                  </a:lnTo>
                  <a:lnTo>
                    <a:pt x="12192" y="1037844"/>
                  </a:lnTo>
                  <a:close/>
                </a:path>
                <a:path w="142240" h="1038225">
                  <a:moveTo>
                    <a:pt x="12192" y="947928"/>
                  </a:moveTo>
                  <a:lnTo>
                    <a:pt x="0" y="947928"/>
                  </a:lnTo>
                  <a:lnTo>
                    <a:pt x="0" y="896112"/>
                  </a:lnTo>
                  <a:lnTo>
                    <a:pt x="12192" y="896112"/>
                  </a:lnTo>
                  <a:lnTo>
                    <a:pt x="12192" y="947928"/>
                  </a:lnTo>
                  <a:close/>
                </a:path>
                <a:path w="142240" h="1038225">
                  <a:moveTo>
                    <a:pt x="12192" y="856488"/>
                  </a:moveTo>
                  <a:lnTo>
                    <a:pt x="0" y="856488"/>
                  </a:lnTo>
                  <a:lnTo>
                    <a:pt x="0" y="804672"/>
                  </a:lnTo>
                  <a:lnTo>
                    <a:pt x="12192" y="804672"/>
                  </a:lnTo>
                  <a:lnTo>
                    <a:pt x="12192" y="856488"/>
                  </a:lnTo>
                  <a:close/>
                </a:path>
                <a:path w="142240" h="1038225">
                  <a:moveTo>
                    <a:pt x="12192" y="766572"/>
                  </a:moveTo>
                  <a:lnTo>
                    <a:pt x="0" y="766572"/>
                  </a:lnTo>
                  <a:lnTo>
                    <a:pt x="0" y="714756"/>
                  </a:lnTo>
                  <a:lnTo>
                    <a:pt x="12192" y="714756"/>
                  </a:lnTo>
                  <a:lnTo>
                    <a:pt x="12192" y="766572"/>
                  </a:lnTo>
                  <a:close/>
                </a:path>
                <a:path w="142240" h="1038225">
                  <a:moveTo>
                    <a:pt x="12192" y="676656"/>
                  </a:moveTo>
                  <a:lnTo>
                    <a:pt x="0" y="676656"/>
                  </a:lnTo>
                  <a:lnTo>
                    <a:pt x="0" y="624840"/>
                  </a:lnTo>
                  <a:lnTo>
                    <a:pt x="12192" y="624840"/>
                  </a:lnTo>
                  <a:lnTo>
                    <a:pt x="12192" y="676656"/>
                  </a:lnTo>
                  <a:close/>
                </a:path>
                <a:path w="142240" h="1038225">
                  <a:moveTo>
                    <a:pt x="12192" y="586740"/>
                  </a:moveTo>
                  <a:lnTo>
                    <a:pt x="0" y="586740"/>
                  </a:lnTo>
                  <a:lnTo>
                    <a:pt x="0" y="534924"/>
                  </a:lnTo>
                  <a:lnTo>
                    <a:pt x="12192" y="534924"/>
                  </a:lnTo>
                  <a:lnTo>
                    <a:pt x="12192" y="586740"/>
                  </a:lnTo>
                  <a:close/>
                </a:path>
                <a:path w="142240" h="1038225">
                  <a:moveTo>
                    <a:pt x="12192" y="495300"/>
                  </a:moveTo>
                  <a:lnTo>
                    <a:pt x="0" y="495300"/>
                  </a:lnTo>
                  <a:lnTo>
                    <a:pt x="0" y="443484"/>
                  </a:lnTo>
                  <a:lnTo>
                    <a:pt x="12192" y="443484"/>
                  </a:lnTo>
                  <a:lnTo>
                    <a:pt x="12192" y="495300"/>
                  </a:lnTo>
                  <a:close/>
                </a:path>
                <a:path w="142240" h="1038225">
                  <a:moveTo>
                    <a:pt x="12192" y="405384"/>
                  </a:moveTo>
                  <a:lnTo>
                    <a:pt x="0" y="405384"/>
                  </a:lnTo>
                  <a:lnTo>
                    <a:pt x="0" y="353568"/>
                  </a:lnTo>
                  <a:lnTo>
                    <a:pt x="12192" y="353568"/>
                  </a:lnTo>
                  <a:lnTo>
                    <a:pt x="12192" y="405384"/>
                  </a:lnTo>
                  <a:close/>
                </a:path>
                <a:path w="142240" h="1038225">
                  <a:moveTo>
                    <a:pt x="12192" y="315468"/>
                  </a:moveTo>
                  <a:lnTo>
                    <a:pt x="0" y="315468"/>
                  </a:lnTo>
                  <a:lnTo>
                    <a:pt x="0" y="263652"/>
                  </a:lnTo>
                  <a:lnTo>
                    <a:pt x="12192" y="263652"/>
                  </a:lnTo>
                  <a:lnTo>
                    <a:pt x="12192" y="315468"/>
                  </a:lnTo>
                  <a:close/>
                </a:path>
                <a:path w="142240" h="1038225">
                  <a:moveTo>
                    <a:pt x="12192" y="225552"/>
                  </a:moveTo>
                  <a:lnTo>
                    <a:pt x="0" y="225552"/>
                  </a:lnTo>
                  <a:lnTo>
                    <a:pt x="0" y="173736"/>
                  </a:lnTo>
                  <a:lnTo>
                    <a:pt x="12192" y="173736"/>
                  </a:lnTo>
                  <a:lnTo>
                    <a:pt x="12192" y="225552"/>
                  </a:lnTo>
                  <a:close/>
                </a:path>
                <a:path w="142240" h="1038225">
                  <a:moveTo>
                    <a:pt x="12192" y="134112"/>
                  </a:moveTo>
                  <a:lnTo>
                    <a:pt x="0" y="134112"/>
                  </a:lnTo>
                  <a:lnTo>
                    <a:pt x="0" y="83820"/>
                  </a:lnTo>
                  <a:lnTo>
                    <a:pt x="12192" y="83820"/>
                  </a:lnTo>
                  <a:lnTo>
                    <a:pt x="12192" y="134112"/>
                  </a:lnTo>
                  <a:close/>
                </a:path>
                <a:path w="142240" h="1038225">
                  <a:moveTo>
                    <a:pt x="19812" y="48768"/>
                  </a:moveTo>
                  <a:lnTo>
                    <a:pt x="9144" y="42672"/>
                  </a:lnTo>
                  <a:lnTo>
                    <a:pt x="13716" y="35052"/>
                  </a:lnTo>
                  <a:lnTo>
                    <a:pt x="22860" y="24384"/>
                  </a:lnTo>
                  <a:lnTo>
                    <a:pt x="35052" y="13716"/>
                  </a:lnTo>
                  <a:lnTo>
                    <a:pt x="41148" y="10668"/>
                  </a:lnTo>
                  <a:lnTo>
                    <a:pt x="48768" y="7620"/>
                  </a:lnTo>
                  <a:lnTo>
                    <a:pt x="50292" y="6096"/>
                  </a:lnTo>
                  <a:lnTo>
                    <a:pt x="54864" y="18288"/>
                  </a:lnTo>
                  <a:lnTo>
                    <a:pt x="53340" y="18288"/>
                  </a:lnTo>
                  <a:lnTo>
                    <a:pt x="41148" y="24384"/>
                  </a:lnTo>
                  <a:lnTo>
                    <a:pt x="42672" y="24384"/>
                  </a:lnTo>
                  <a:lnTo>
                    <a:pt x="33782" y="32004"/>
                  </a:lnTo>
                  <a:lnTo>
                    <a:pt x="32004" y="32004"/>
                  </a:lnTo>
                  <a:lnTo>
                    <a:pt x="24384" y="42672"/>
                  </a:lnTo>
                  <a:lnTo>
                    <a:pt x="22098" y="47244"/>
                  </a:lnTo>
                  <a:lnTo>
                    <a:pt x="21336" y="47244"/>
                  </a:lnTo>
                  <a:lnTo>
                    <a:pt x="19812" y="48768"/>
                  </a:lnTo>
                  <a:close/>
                </a:path>
                <a:path w="142240" h="1038225">
                  <a:moveTo>
                    <a:pt x="32004" y="33528"/>
                  </a:moveTo>
                  <a:lnTo>
                    <a:pt x="32004" y="32004"/>
                  </a:lnTo>
                  <a:lnTo>
                    <a:pt x="33782" y="32004"/>
                  </a:lnTo>
                  <a:lnTo>
                    <a:pt x="32004" y="33528"/>
                  </a:lnTo>
                  <a:close/>
                </a:path>
                <a:path w="142240" h="1038225">
                  <a:moveTo>
                    <a:pt x="21336" y="48768"/>
                  </a:moveTo>
                  <a:lnTo>
                    <a:pt x="21336" y="47244"/>
                  </a:lnTo>
                  <a:lnTo>
                    <a:pt x="22098" y="47244"/>
                  </a:lnTo>
                  <a:lnTo>
                    <a:pt x="21336" y="48768"/>
                  </a:lnTo>
                  <a:close/>
                </a:path>
                <a:path w="142240" h="1038225">
                  <a:moveTo>
                    <a:pt x="141732" y="13716"/>
                  </a:moveTo>
                  <a:lnTo>
                    <a:pt x="89916" y="13716"/>
                  </a:lnTo>
                  <a:lnTo>
                    <a:pt x="89916" y="0"/>
                  </a:lnTo>
                  <a:lnTo>
                    <a:pt x="141732" y="0"/>
                  </a:lnTo>
                  <a:lnTo>
                    <a:pt x="141732" y="137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07" name="object 205">
              <a:extLst>
                <a:ext uri="{FF2B5EF4-FFF2-40B4-BE49-F238E27FC236}">
                  <a16:creationId xmlns:a16="http://schemas.microsoft.com/office/drawing/2014/main" id="{43DED729-064A-C2EA-D039-9C01682975C2}"/>
                </a:ext>
              </a:extLst>
            </p:cNvPr>
            <p:cNvSpPr/>
            <p:nvPr/>
          </p:nvSpPr>
          <p:spPr>
            <a:xfrm>
              <a:off x="304478" y="3284118"/>
              <a:ext cx="3482340" cy="0"/>
            </a:xfrm>
            <a:custGeom>
              <a:avLst/>
              <a:gdLst/>
              <a:ahLst/>
              <a:cxnLst/>
              <a:rect l="l" t="t" r="r" b="b"/>
              <a:pathLst>
                <a:path w="3482340">
                  <a:moveTo>
                    <a:pt x="0" y="0"/>
                  </a:moveTo>
                  <a:lnTo>
                    <a:pt x="3482340" y="0"/>
                  </a:lnTo>
                </a:path>
              </a:pathLst>
            </a:custGeom>
            <a:ln w="13716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08" name="object 206">
              <a:extLst>
                <a:ext uri="{FF2B5EF4-FFF2-40B4-BE49-F238E27FC236}">
                  <a16:creationId xmlns:a16="http://schemas.microsoft.com/office/drawing/2014/main" id="{A4B99913-12CE-752A-2E23-DA8836CB94D5}"/>
                </a:ext>
              </a:extLst>
            </p:cNvPr>
            <p:cNvSpPr/>
            <p:nvPr/>
          </p:nvSpPr>
          <p:spPr>
            <a:xfrm>
              <a:off x="2782502" y="3277272"/>
              <a:ext cx="1161415" cy="1117600"/>
            </a:xfrm>
            <a:custGeom>
              <a:avLst/>
              <a:gdLst/>
              <a:ahLst/>
              <a:cxnLst/>
              <a:rect l="l" t="t" r="r" b="b"/>
              <a:pathLst>
                <a:path w="1161414" h="1117600">
                  <a:moveTo>
                    <a:pt x="51816" y="1103363"/>
                  </a:moveTo>
                  <a:lnTo>
                    <a:pt x="0" y="1103363"/>
                  </a:lnTo>
                  <a:lnTo>
                    <a:pt x="0" y="1117079"/>
                  </a:lnTo>
                  <a:lnTo>
                    <a:pt x="51816" y="1117079"/>
                  </a:lnTo>
                  <a:lnTo>
                    <a:pt x="51816" y="1103363"/>
                  </a:lnTo>
                  <a:close/>
                </a:path>
                <a:path w="1161414" h="1117600">
                  <a:moveTo>
                    <a:pt x="143256" y="1103363"/>
                  </a:moveTo>
                  <a:lnTo>
                    <a:pt x="91440" y="1103363"/>
                  </a:lnTo>
                  <a:lnTo>
                    <a:pt x="91440" y="1117079"/>
                  </a:lnTo>
                  <a:lnTo>
                    <a:pt x="143256" y="1117079"/>
                  </a:lnTo>
                  <a:lnTo>
                    <a:pt x="143256" y="1103363"/>
                  </a:lnTo>
                  <a:close/>
                </a:path>
                <a:path w="1161414" h="1117600">
                  <a:moveTo>
                    <a:pt x="233172" y="1103363"/>
                  </a:moveTo>
                  <a:lnTo>
                    <a:pt x="181356" y="1103363"/>
                  </a:lnTo>
                  <a:lnTo>
                    <a:pt x="181356" y="1117079"/>
                  </a:lnTo>
                  <a:lnTo>
                    <a:pt x="233172" y="1117079"/>
                  </a:lnTo>
                  <a:lnTo>
                    <a:pt x="233172" y="1103363"/>
                  </a:lnTo>
                  <a:close/>
                </a:path>
                <a:path w="1161414" h="1117600">
                  <a:moveTo>
                    <a:pt x="323088" y="1103363"/>
                  </a:moveTo>
                  <a:lnTo>
                    <a:pt x="271272" y="1103363"/>
                  </a:lnTo>
                  <a:lnTo>
                    <a:pt x="271272" y="1117079"/>
                  </a:lnTo>
                  <a:lnTo>
                    <a:pt x="323088" y="1117079"/>
                  </a:lnTo>
                  <a:lnTo>
                    <a:pt x="323088" y="1103363"/>
                  </a:lnTo>
                  <a:close/>
                </a:path>
                <a:path w="1161414" h="1117600">
                  <a:moveTo>
                    <a:pt x="413004" y="1103363"/>
                  </a:moveTo>
                  <a:lnTo>
                    <a:pt x="361188" y="1103363"/>
                  </a:lnTo>
                  <a:lnTo>
                    <a:pt x="361188" y="1117079"/>
                  </a:lnTo>
                  <a:lnTo>
                    <a:pt x="413004" y="1117079"/>
                  </a:lnTo>
                  <a:lnTo>
                    <a:pt x="413004" y="1103363"/>
                  </a:lnTo>
                  <a:close/>
                </a:path>
                <a:path w="1161414" h="1117600">
                  <a:moveTo>
                    <a:pt x="502920" y="1103363"/>
                  </a:moveTo>
                  <a:lnTo>
                    <a:pt x="452628" y="1103363"/>
                  </a:lnTo>
                  <a:lnTo>
                    <a:pt x="452628" y="1117079"/>
                  </a:lnTo>
                  <a:lnTo>
                    <a:pt x="502920" y="1117079"/>
                  </a:lnTo>
                  <a:lnTo>
                    <a:pt x="502920" y="1103363"/>
                  </a:lnTo>
                  <a:close/>
                </a:path>
                <a:path w="1161414" h="1117600">
                  <a:moveTo>
                    <a:pt x="594360" y="1103363"/>
                  </a:moveTo>
                  <a:lnTo>
                    <a:pt x="542544" y="1103363"/>
                  </a:lnTo>
                  <a:lnTo>
                    <a:pt x="542544" y="1117079"/>
                  </a:lnTo>
                  <a:lnTo>
                    <a:pt x="594360" y="1117079"/>
                  </a:lnTo>
                  <a:lnTo>
                    <a:pt x="594360" y="1103363"/>
                  </a:lnTo>
                  <a:close/>
                </a:path>
                <a:path w="1161414" h="1117600">
                  <a:moveTo>
                    <a:pt x="684276" y="1103363"/>
                  </a:moveTo>
                  <a:lnTo>
                    <a:pt x="632460" y="1103363"/>
                  </a:lnTo>
                  <a:lnTo>
                    <a:pt x="632460" y="1117079"/>
                  </a:lnTo>
                  <a:lnTo>
                    <a:pt x="684276" y="1117079"/>
                  </a:lnTo>
                  <a:lnTo>
                    <a:pt x="684276" y="1103363"/>
                  </a:lnTo>
                  <a:close/>
                </a:path>
                <a:path w="1161414" h="1117600">
                  <a:moveTo>
                    <a:pt x="774192" y="1103363"/>
                  </a:moveTo>
                  <a:lnTo>
                    <a:pt x="722376" y="1103363"/>
                  </a:lnTo>
                  <a:lnTo>
                    <a:pt x="722376" y="1117079"/>
                  </a:lnTo>
                  <a:lnTo>
                    <a:pt x="774192" y="1117079"/>
                  </a:lnTo>
                  <a:lnTo>
                    <a:pt x="774192" y="1103363"/>
                  </a:lnTo>
                  <a:close/>
                </a:path>
                <a:path w="1161414" h="1117600">
                  <a:moveTo>
                    <a:pt x="864108" y="1103363"/>
                  </a:moveTo>
                  <a:lnTo>
                    <a:pt x="813816" y="1103363"/>
                  </a:lnTo>
                  <a:lnTo>
                    <a:pt x="813816" y="1117079"/>
                  </a:lnTo>
                  <a:lnTo>
                    <a:pt x="864108" y="1117079"/>
                  </a:lnTo>
                  <a:lnTo>
                    <a:pt x="864108" y="1103363"/>
                  </a:lnTo>
                  <a:close/>
                </a:path>
                <a:path w="1161414" h="1117600">
                  <a:moveTo>
                    <a:pt x="955548" y="1103363"/>
                  </a:moveTo>
                  <a:lnTo>
                    <a:pt x="903732" y="1103363"/>
                  </a:lnTo>
                  <a:lnTo>
                    <a:pt x="903732" y="1117079"/>
                  </a:lnTo>
                  <a:lnTo>
                    <a:pt x="955548" y="1117079"/>
                  </a:lnTo>
                  <a:lnTo>
                    <a:pt x="955548" y="1103363"/>
                  </a:lnTo>
                  <a:close/>
                </a:path>
                <a:path w="1161414" h="1117600">
                  <a:moveTo>
                    <a:pt x="1045464" y="1103363"/>
                  </a:moveTo>
                  <a:lnTo>
                    <a:pt x="993648" y="1103363"/>
                  </a:lnTo>
                  <a:lnTo>
                    <a:pt x="993648" y="1117079"/>
                  </a:lnTo>
                  <a:lnTo>
                    <a:pt x="1045464" y="1117079"/>
                  </a:lnTo>
                  <a:lnTo>
                    <a:pt x="1045464" y="1103363"/>
                  </a:lnTo>
                  <a:close/>
                </a:path>
                <a:path w="1161414" h="1117600">
                  <a:moveTo>
                    <a:pt x="1094219" y="1524"/>
                  </a:moveTo>
                  <a:lnTo>
                    <a:pt x="1091171" y="1524"/>
                  </a:lnTo>
                  <a:lnTo>
                    <a:pt x="1083551" y="0"/>
                  </a:lnTo>
                  <a:lnTo>
                    <a:pt x="1042403" y="0"/>
                  </a:lnTo>
                  <a:lnTo>
                    <a:pt x="1042403" y="13716"/>
                  </a:lnTo>
                  <a:lnTo>
                    <a:pt x="1092695" y="13716"/>
                  </a:lnTo>
                  <a:lnTo>
                    <a:pt x="1094219" y="1524"/>
                  </a:lnTo>
                  <a:close/>
                </a:path>
                <a:path w="1161414" h="1117600">
                  <a:moveTo>
                    <a:pt x="1135380" y="1095743"/>
                  </a:moveTo>
                  <a:lnTo>
                    <a:pt x="1126236" y="1086599"/>
                  </a:lnTo>
                  <a:lnTo>
                    <a:pt x="1120140" y="1092695"/>
                  </a:lnTo>
                  <a:lnTo>
                    <a:pt x="1114044" y="1095743"/>
                  </a:lnTo>
                  <a:lnTo>
                    <a:pt x="1115568" y="1095743"/>
                  </a:lnTo>
                  <a:lnTo>
                    <a:pt x="1107948" y="1098791"/>
                  </a:lnTo>
                  <a:lnTo>
                    <a:pt x="1109472" y="1098791"/>
                  </a:lnTo>
                  <a:lnTo>
                    <a:pt x="1101852" y="1100315"/>
                  </a:lnTo>
                  <a:lnTo>
                    <a:pt x="1103376" y="1100315"/>
                  </a:lnTo>
                  <a:lnTo>
                    <a:pt x="1095756" y="1101839"/>
                  </a:lnTo>
                  <a:lnTo>
                    <a:pt x="1097280" y="1101839"/>
                  </a:lnTo>
                  <a:lnTo>
                    <a:pt x="1089660" y="1103363"/>
                  </a:lnTo>
                  <a:lnTo>
                    <a:pt x="1083564" y="1103363"/>
                  </a:lnTo>
                  <a:lnTo>
                    <a:pt x="1085088" y="1117079"/>
                  </a:lnTo>
                  <a:lnTo>
                    <a:pt x="1091184" y="1115555"/>
                  </a:lnTo>
                  <a:lnTo>
                    <a:pt x="1098804" y="1115555"/>
                  </a:lnTo>
                  <a:lnTo>
                    <a:pt x="1114044" y="1109459"/>
                  </a:lnTo>
                  <a:lnTo>
                    <a:pt x="1120140" y="1106411"/>
                  </a:lnTo>
                  <a:lnTo>
                    <a:pt x="1127760" y="1103363"/>
                  </a:lnTo>
                  <a:lnTo>
                    <a:pt x="1135380" y="1095743"/>
                  </a:lnTo>
                  <a:close/>
                </a:path>
                <a:path w="1161414" h="1117600">
                  <a:moveTo>
                    <a:pt x="1161275" y="1008888"/>
                  </a:moveTo>
                  <a:lnTo>
                    <a:pt x="1149083" y="1008888"/>
                  </a:lnTo>
                  <a:lnTo>
                    <a:pt x="1149083" y="1043940"/>
                  </a:lnTo>
                  <a:lnTo>
                    <a:pt x="1147559" y="1051560"/>
                  </a:lnTo>
                  <a:lnTo>
                    <a:pt x="1147559" y="1050036"/>
                  </a:lnTo>
                  <a:lnTo>
                    <a:pt x="1146035" y="1057656"/>
                  </a:lnTo>
                  <a:lnTo>
                    <a:pt x="1158227" y="1062228"/>
                  </a:lnTo>
                  <a:lnTo>
                    <a:pt x="1158227" y="1060704"/>
                  </a:lnTo>
                  <a:lnTo>
                    <a:pt x="1160056" y="1051560"/>
                  </a:lnTo>
                  <a:lnTo>
                    <a:pt x="1161275" y="1045464"/>
                  </a:lnTo>
                  <a:lnTo>
                    <a:pt x="1161275" y="1008888"/>
                  </a:lnTo>
                  <a:close/>
                </a:path>
                <a:path w="1161414" h="1117600">
                  <a:moveTo>
                    <a:pt x="1161275" y="917448"/>
                  </a:moveTo>
                  <a:lnTo>
                    <a:pt x="1149083" y="917448"/>
                  </a:lnTo>
                  <a:lnTo>
                    <a:pt x="1149083" y="969264"/>
                  </a:lnTo>
                  <a:lnTo>
                    <a:pt x="1161275" y="969264"/>
                  </a:lnTo>
                  <a:lnTo>
                    <a:pt x="1161275" y="917448"/>
                  </a:lnTo>
                  <a:close/>
                </a:path>
                <a:path w="1161414" h="1117600">
                  <a:moveTo>
                    <a:pt x="1161275" y="827532"/>
                  </a:moveTo>
                  <a:lnTo>
                    <a:pt x="1149083" y="827532"/>
                  </a:lnTo>
                  <a:lnTo>
                    <a:pt x="1149083" y="879348"/>
                  </a:lnTo>
                  <a:lnTo>
                    <a:pt x="1161275" y="879348"/>
                  </a:lnTo>
                  <a:lnTo>
                    <a:pt x="1161275" y="827532"/>
                  </a:lnTo>
                  <a:close/>
                </a:path>
                <a:path w="1161414" h="1117600">
                  <a:moveTo>
                    <a:pt x="1161275" y="737616"/>
                  </a:moveTo>
                  <a:lnTo>
                    <a:pt x="1149083" y="737616"/>
                  </a:lnTo>
                  <a:lnTo>
                    <a:pt x="1149083" y="789432"/>
                  </a:lnTo>
                  <a:lnTo>
                    <a:pt x="1161275" y="789432"/>
                  </a:lnTo>
                  <a:lnTo>
                    <a:pt x="1161275" y="737616"/>
                  </a:lnTo>
                  <a:close/>
                </a:path>
                <a:path w="1161414" h="1117600">
                  <a:moveTo>
                    <a:pt x="1161275" y="647700"/>
                  </a:moveTo>
                  <a:lnTo>
                    <a:pt x="1149083" y="647700"/>
                  </a:lnTo>
                  <a:lnTo>
                    <a:pt x="1149083" y="699516"/>
                  </a:lnTo>
                  <a:lnTo>
                    <a:pt x="1161275" y="699516"/>
                  </a:lnTo>
                  <a:lnTo>
                    <a:pt x="1161275" y="647700"/>
                  </a:lnTo>
                  <a:close/>
                </a:path>
                <a:path w="1161414" h="1117600">
                  <a:moveTo>
                    <a:pt x="1161275" y="557784"/>
                  </a:moveTo>
                  <a:lnTo>
                    <a:pt x="1149083" y="557784"/>
                  </a:lnTo>
                  <a:lnTo>
                    <a:pt x="1149083" y="608076"/>
                  </a:lnTo>
                  <a:lnTo>
                    <a:pt x="1161275" y="608076"/>
                  </a:lnTo>
                  <a:lnTo>
                    <a:pt x="1161275" y="557784"/>
                  </a:lnTo>
                  <a:close/>
                </a:path>
                <a:path w="1161414" h="1117600">
                  <a:moveTo>
                    <a:pt x="1161275" y="466344"/>
                  </a:moveTo>
                  <a:lnTo>
                    <a:pt x="1149083" y="466344"/>
                  </a:lnTo>
                  <a:lnTo>
                    <a:pt x="1149083" y="518160"/>
                  </a:lnTo>
                  <a:lnTo>
                    <a:pt x="1161275" y="518160"/>
                  </a:lnTo>
                  <a:lnTo>
                    <a:pt x="1161275" y="466344"/>
                  </a:lnTo>
                  <a:close/>
                </a:path>
                <a:path w="1161414" h="1117600">
                  <a:moveTo>
                    <a:pt x="1161275" y="376428"/>
                  </a:moveTo>
                  <a:lnTo>
                    <a:pt x="1149083" y="376428"/>
                  </a:lnTo>
                  <a:lnTo>
                    <a:pt x="1149083" y="428244"/>
                  </a:lnTo>
                  <a:lnTo>
                    <a:pt x="1161275" y="428244"/>
                  </a:lnTo>
                  <a:lnTo>
                    <a:pt x="1161275" y="376428"/>
                  </a:lnTo>
                  <a:close/>
                </a:path>
                <a:path w="1161414" h="1117600">
                  <a:moveTo>
                    <a:pt x="1161275" y="286512"/>
                  </a:moveTo>
                  <a:lnTo>
                    <a:pt x="1149083" y="286512"/>
                  </a:lnTo>
                  <a:lnTo>
                    <a:pt x="1149083" y="338328"/>
                  </a:lnTo>
                  <a:lnTo>
                    <a:pt x="1161275" y="338328"/>
                  </a:lnTo>
                  <a:lnTo>
                    <a:pt x="1161275" y="286512"/>
                  </a:lnTo>
                  <a:close/>
                </a:path>
                <a:path w="1161414" h="1117600">
                  <a:moveTo>
                    <a:pt x="1161275" y="196596"/>
                  </a:moveTo>
                  <a:lnTo>
                    <a:pt x="1149083" y="196596"/>
                  </a:lnTo>
                  <a:lnTo>
                    <a:pt x="1149083" y="246888"/>
                  </a:lnTo>
                  <a:lnTo>
                    <a:pt x="1161275" y="246888"/>
                  </a:lnTo>
                  <a:lnTo>
                    <a:pt x="1161275" y="196596"/>
                  </a:lnTo>
                  <a:close/>
                </a:path>
                <a:path w="1161414" h="1117600">
                  <a:moveTo>
                    <a:pt x="1161275" y="105156"/>
                  </a:moveTo>
                  <a:lnTo>
                    <a:pt x="1149083" y="105156"/>
                  </a:lnTo>
                  <a:lnTo>
                    <a:pt x="1149083" y="156972"/>
                  </a:lnTo>
                  <a:lnTo>
                    <a:pt x="1161275" y="156972"/>
                  </a:lnTo>
                  <a:lnTo>
                    <a:pt x="1161275" y="105156"/>
                  </a:lnTo>
                  <a:close/>
                </a:path>
                <a:path w="1161414" h="1117600">
                  <a:moveTo>
                    <a:pt x="1161275" y="65532"/>
                  </a:moveTo>
                  <a:lnTo>
                    <a:pt x="1159751" y="64008"/>
                  </a:lnTo>
                  <a:lnTo>
                    <a:pt x="1158836" y="59436"/>
                  </a:lnTo>
                  <a:lnTo>
                    <a:pt x="1158227" y="56388"/>
                  </a:lnTo>
                  <a:lnTo>
                    <a:pt x="1157008" y="53340"/>
                  </a:lnTo>
                  <a:lnTo>
                    <a:pt x="1155179" y="48768"/>
                  </a:lnTo>
                  <a:lnTo>
                    <a:pt x="1154417" y="47244"/>
                  </a:lnTo>
                  <a:lnTo>
                    <a:pt x="1152131" y="42672"/>
                  </a:lnTo>
                  <a:lnTo>
                    <a:pt x="1149083" y="35052"/>
                  </a:lnTo>
                  <a:lnTo>
                    <a:pt x="1147559" y="33528"/>
                  </a:lnTo>
                  <a:lnTo>
                    <a:pt x="1146035" y="32004"/>
                  </a:lnTo>
                  <a:lnTo>
                    <a:pt x="1132319" y="18288"/>
                  </a:lnTo>
                  <a:lnTo>
                    <a:pt x="1124699" y="28956"/>
                  </a:lnTo>
                  <a:lnTo>
                    <a:pt x="1130185" y="33070"/>
                  </a:lnTo>
                  <a:lnTo>
                    <a:pt x="1138415" y="42672"/>
                  </a:lnTo>
                  <a:lnTo>
                    <a:pt x="1136891" y="42672"/>
                  </a:lnTo>
                  <a:lnTo>
                    <a:pt x="1141463" y="48768"/>
                  </a:lnTo>
                  <a:lnTo>
                    <a:pt x="1141463" y="47244"/>
                  </a:lnTo>
                  <a:lnTo>
                    <a:pt x="1144511" y="54864"/>
                  </a:lnTo>
                  <a:lnTo>
                    <a:pt x="1144511" y="53340"/>
                  </a:lnTo>
                  <a:lnTo>
                    <a:pt x="1146035" y="60960"/>
                  </a:lnTo>
                  <a:lnTo>
                    <a:pt x="1146035" y="59436"/>
                  </a:lnTo>
                  <a:lnTo>
                    <a:pt x="1147559" y="67056"/>
                  </a:lnTo>
                  <a:lnTo>
                    <a:pt x="1147559" y="68580"/>
                  </a:lnTo>
                  <a:lnTo>
                    <a:pt x="1161275" y="6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09" name="object 207">
              <a:extLst>
                <a:ext uri="{FF2B5EF4-FFF2-40B4-BE49-F238E27FC236}">
                  <a16:creationId xmlns:a16="http://schemas.microsoft.com/office/drawing/2014/main" id="{42C07699-2642-780A-A4B3-EADBCF208E24}"/>
                </a:ext>
              </a:extLst>
            </p:cNvPr>
            <p:cNvSpPr/>
            <p:nvPr/>
          </p:nvSpPr>
          <p:spPr>
            <a:xfrm>
              <a:off x="1609022" y="4387494"/>
              <a:ext cx="1135380" cy="0"/>
            </a:xfrm>
            <a:custGeom>
              <a:avLst/>
              <a:gdLst/>
              <a:ahLst/>
              <a:cxnLst/>
              <a:rect l="l" t="t" r="r" b="b"/>
              <a:pathLst>
                <a:path w="1135380">
                  <a:moveTo>
                    <a:pt x="0" y="0"/>
                  </a:moveTo>
                  <a:lnTo>
                    <a:pt x="1135380" y="0"/>
                  </a:lnTo>
                </a:path>
              </a:pathLst>
            </a:custGeom>
            <a:ln w="13716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10" name="object 208">
              <a:extLst>
                <a:ext uri="{FF2B5EF4-FFF2-40B4-BE49-F238E27FC236}">
                  <a16:creationId xmlns:a16="http://schemas.microsoft.com/office/drawing/2014/main" id="{17A2F2BB-2E2B-1CA4-A81C-D0801555D9B4}"/>
                </a:ext>
              </a:extLst>
            </p:cNvPr>
            <p:cNvSpPr/>
            <p:nvPr/>
          </p:nvSpPr>
          <p:spPr>
            <a:xfrm>
              <a:off x="123122" y="4315103"/>
              <a:ext cx="1447800" cy="79375"/>
            </a:xfrm>
            <a:custGeom>
              <a:avLst/>
              <a:gdLst/>
              <a:ahLst/>
              <a:cxnLst/>
              <a:rect l="l" t="t" r="r" b="b"/>
              <a:pathLst>
                <a:path w="1447800" h="79375">
                  <a:moveTo>
                    <a:pt x="1447800" y="79248"/>
                  </a:moveTo>
                  <a:lnTo>
                    <a:pt x="1395984" y="79248"/>
                  </a:lnTo>
                  <a:lnTo>
                    <a:pt x="1395984" y="65532"/>
                  </a:lnTo>
                  <a:lnTo>
                    <a:pt x="1447800" y="65532"/>
                  </a:lnTo>
                  <a:lnTo>
                    <a:pt x="1447800" y="79248"/>
                  </a:lnTo>
                  <a:close/>
                </a:path>
                <a:path w="1447800" h="79375">
                  <a:moveTo>
                    <a:pt x="1357884" y="79248"/>
                  </a:moveTo>
                  <a:lnTo>
                    <a:pt x="1306068" y="79248"/>
                  </a:lnTo>
                  <a:lnTo>
                    <a:pt x="1306068" y="65532"/>
                  </a:lnTo>
                  <a:lnTo>
                    <a:pt x="1357884" y="65532"/>
                  </a:lnTo>
                  <a:lnTo>
                    <a:pt x="1357884" y="79248"/>
                  </a:lnTo>
                  <a:close/>
                </a:path>
                <a:path w="1447800" h="79375">
                  <a:moveTo>
                    <a:pt x="1266444" y="79248"/>
                  </a:moveTo>
                  <a:lnTo>
                    <a:pt x="1216152" y="79248"/>
                  </a:lnTo>
                  <a:lnTo>
                    <a:pt x="1216152" y="65532"/>
                  </a:lnTo>
                  <a:lnTo>
                    <a:pt x="1266444" y="65532"/>
                  </a:lnTo>
                  <a:lnTo>
                    <a:pt x="1266444" y="79248"/>
                  </a:lnTo>
                  <a:close/>
                </a:path>
                <a:path w="1447800" h="79375">
                  <a:moveTo>
                    <a:pt x="1176528" y="79248"/>
                  </a:moveTo>
                  <a:lnTo>
                    <a:pt x="1124712" y="79248"/>
                  </a:lnTo>
                  <a:lnTo>
                    <a:pt x="1124712" y="65532"/>
                  </a:lnTo>
                  <a:lnTo>
                    <a:pt x="1176528" y="65532"/>
                  </a:lnTo>
                  <a:lnTo>
                    <a:pt x="1176528" y="79248"/>
                  </a:lnTo>
                  <a:close/>
                </a:path>
                <a:path w="1447800" h="79375">
                  <a:moveTo>
                    <a:pt x="1086612" y="79248"/>
                  </a:moveTo>
                  <a:lnTo>
                    <a:pt x="1034796" y="79248"/>
                  </a:lnTo>
                  <a:lnTo>
                    <a:pt x="1034796" y="65532"/>
                  </a:lnTo>
                  <a:lnTo>
                    <a:pt x="1086612" y="65532"/>
                  </a:lnTo>
                  <a:lnTo>
                    <a:pt x="1086612" y="79248"/>
                  </a:lnTo>
                  <a:close/>
                </a:path>
                <a:path w="1447800" h="79375">
                  <a:moveTo>
                    <a:pt x="996696" y="79248"/>
                  </a:moveTo>
                  <a:lnTo>
                    <a:pt x="944880" y="79248"/>
                  </a:lnTo>
                  <a:lnTo>
                    <a:pt x="944880" y="65532"/>
                  </a:lnTo>
                  <a:lnTo>
                    <a:pt x="996696" y="65532"/>
                  </a:lnTo>
                  <a:lnTo>
                    <a:pt x="996696" y="79248"/>
                  </a:lnTo>
                  <a:close/>
                </a:path>
                <a:path w="1447800" h="79375">
                  <a:moveTo>
                    <a:pt x="906780" y="79248"/>
                  </a:moveTo>
                  <a:lnTo>
                    <a:pt x="854964" y="79248"/>
                  </a:lnTo>
                  <a:lnTo>
                    <a:pt x="854964" y="65532"/>
                  </a:lnTo>
                  <a:lnTo>
                    <a:pt x="906780" y="65532"/>
                  </a:lnTo>
                  <a:lnTo>
                    <a:pt x="906780" y="79248"/>
                  </a:lnTo>
                  <a:close/>
                </a:path>
                <a:path w="1447800" h="79375">
                  <a:moveTo>
                    <a:pt x="815340" y="79248"/>
                  </a:moveTo>
                  <a:lnTo>
                    <a:pt x="763524" y="79248"/>
                  </a:lnTo>
                  <a:lnTo>
                    <a:pt x="763524" y="65532"/>
                  </a:lnTo>
                  <a:lnTo>
                    <a:pt x="815340" y="65532"/>
                  </a:lnTo>
                  <a:lnTo>
                    <a:pt x="815340" y="79248"/>
                  </a:lnTo>
                  <a:close/>
                </a:path>
                <a:path w="1447800" h="79375">
                  <a:moveTo>
                    <a:pt x="725424" y="79248"/>
                  </a:moveTo>
                  <a:lnTo>
                    <a:pt x="673608" y="79248"/>
                  </a:lnTo>
                  <a:lnTo>
                    <a:pt x="673608" y="65532"/>
                  </a:lnTo>
                  <a:lnTo>
                    <a:pt x="725424" y="65532"/>
                  </a:lnTo>
                  <a:lnTo>
                    <a:pt x="725424" y="79248"/>
                  </a:lnTo>
                  <a:close/>
                </a:path>
                <a:path w="1447800" h="79375">
                  <a:moveTo>
                    <a:pt x="635508" y="79248"/>
                  </a:moveTo>
                  <a:lnTo>
                    <a:pt x="583692" y="79248"/>
                  </a:lnTo>
                  <a:lnTo>
                    <a:pt x="583692" y="65532"/>
                  </a:lnTo>
                  <a:lnTo>
                    <a:pt x="635508" y="65532"/>
                  </a:lnTo>
                  <a:lnTo>
                    <a:pt x="635508" y="79248"/>
                  </a:lnTo>
                  <a:close/>
                </a:path>
                <a:path w="1447800" h="79375">
                  <a:moveTo>
                    <a:pt x="545592" y="79248"/>
                  </a:moveTo>
                  <a:lnTo>
                    <a:pt x="493776" y="79248"/>
                  </a:lnTo>
                  <a:lnTo>
                    <a:pt x="493776" y="65532"/>
                  </a:lnTo>
                  <a:lnTo>
                    <a:pt x="545592" y="65532"/>
                  </a:lnTo>
                  <a:lnTo>
                    <a:pt x="545592" y="79248"/>
                  </a:lnTo>
                  <a:close/>
                </a:path>
                <a:path w="1447800" h="79375">
                  <a:moveTo>
                    <a:pt x="454152" y="79248"/>
                  </a:moveTo>
                  <a:lnTo>
                    <a:pt x="402336" y="79248"/>
                  </a:lnTo>
                  <a:lnTo>
                    <a:pt x="402336" y="65532"/>
                  </a:lnTo>
                  <a:lnTo>
                    <a:pt x="454152" y="65532"/>
                  </a:lnTo>
                  <a:lnTo>
                    <a:pt x="454152" y="79248"/>
                  </a:lnTo>
                  <a:close/>
                </a:path>
                <a:path w="1447800" h="79375">
                  <a:moveTo>
                    <a:pt x="364236" y="79248"/>
                  </a:moveTo>
                  <a:lnTo>
                    <a:pt x="312420" y="79248"/>
                  </a:lnTo>
                  <a:lnTo>
                    <a:pt x="312420" y="65532"/>
                  </a:lnTo>
                  <a:lnTo>
                    <a:pt x="364236" y="65532"/>
                  </a:lnTo>
                  <a:lnTo>
                    <a:pt x="364236" y="79248"/>
                  </a:lnTo>
                  <a:close/>
                </a:path>
                <a:path w="1447800" h="79375">
                  <a:moveTo>
                    <a:pt x="274320" y="79248"/>
                  </a:moveTo>
                  <a:lnTo>
                    <a:pt x="222504" y="79248"/>
                  </a:lnTo>
                  <a:lnTo>
                    <a:pt x="222504" y="65532"/>
                  </a:lnTo>
                  <a:lnTo>
                    <a:pt x="274320" y="65532"/>
                  </a:lnTo>
                  <a:lnTo>
                    <a:pt x="274320" y="79248"/>
                  </a:lnTo>
                  <a:close/>
                </a:path>
                <a:path w="1447800" h="79375">
                  <a:moveTo>
                    <a:pt x="184404" y="79248"/>
                  </a:moveTo>
                  <a:lnTo>
                    <a:pt x="132588" y="79248"/>
                  </a:lnTo>
                  <a:lnTo>
                    <a:pt x="132588" y="65532"/>
                  </a:lnTo>
                  <a:lnTo>
                    <a:pt x="184404" y="65532"/>
                  </a:lnTo>
                  <a:lnTo>
                    <a:pt x="184404" y="79248"/>
                  </a:lnTo>
                  <a:close/>
                </a:path>
                <a:path w="1447800" h="79375">
                  <a:moveTo>
                    <a:pt x="92964" y="79248"/>
                  </a:moveTo>
                  <a:lnTo>
                    <a:pt x="79248" y="79248"/>
                  </a:lnTo>
                  <a:lnTo>
                    <a:pt x="70104" y="77724"/>
                  </a:lnTo>
                  <a:lnTo>
                    <a:pt x="62484" y="77724"/>
                  </a:lnTo>
                  <a:lnTo>
                    <a:pt x="54864" y="74676"/>
                  </a:lnTo>
                  <a:lnTo>
                    <a:pt x="48768" y="71628"/>
                  </a:lnTo>
                  <a:lnTo>
                    <a:pt x="41148" y="68580"/>
                  </a:lnTo>
                  <a:lnTo>
                    <a:pt x="39624" y="68580"/>
                  </a:lnTo>
                  <a:lnTo>
                    <a:pt x="47244" y="57912"/>
                  </a:lnTo>
                  <a:lnTo>
                    <a:pt x="53340" y="60960"/>
                  </a:lnTo>
                  <a:lnTo>
                    <a:pt x="71628" y="65532"/>
                  </a:lnTo>
                  <a:lnTo>
                    <a:pt x="92964" y="65532"/>
                  </a:lnTo>
                  <a:lnTo>
                    <a:pt x="92964" y="79248"/>
                  </a:lnTo>
                  <a:close/>
                </a:path>
                <a:path w="1447800" h="79375">
                  <a:moveTo>
                    <a:pt x="10668" y="39624"/>
                  </a:moveTo>
                  <a:lnTo>
                    <a:pt x="6096" y="30480"/>
                  </a:lnTo>
                  <a:lnTo>
                    <a:pt x="3048" y="22860"/>
                  </a:lnTo>
                  <a:lnTo>
                    <a:pt x="0" y="7620"/>
                  </a:lnTo>
                  <a:lnTo>
                    <a:pt x="0" y="0"/>
                  </a:lnTo>
                  <a:lnTo>
                    <a:pt x="12192" y="0"/>
                  </a:lnTo>
                  <a:lnTo>
                    <a:pt x="13716" y="6096"/>
                  </a:lnTo>
                  <a:lnTo>
                    <a:pt x="13716" y="13716"/>
                  </a:lnTo>
                  <a:lnTo>
                    <a:pt x="14020" y="13716"/>
                  </a:lnTo>
                  <a:lnTo>
                    <a:pt x="15240" y="19812"/>
                  </a:lnTo>
                  <a:lnTo>
                    <a:pt x="15849" y="19812"/>
                  </a:lnTo>
                  <a:lnTo>
                    <a:pt x="18288" y="25908"/>
                  </a:lnTo>
                  <a:lnTo>
                    <a:pt x="18897" y="25908"/>
                  </a:lnTo>
                  <a:lnTo>
                    <a:pt x="21336" y="32004"/>
                  </a:lnTo>
                  <a:lnTo>
                    <a:pt x="10668" y="39624"/>
                  </a:lnTo>
                  <a:close/>
                </a:path>
                <a:path w="1447800" h="79375">
                  <a:moveTo>
                    <a:pt x="14020" y="13716"/>
                  </a:moveTo>
                  <a:lnTo>
                    <a:pt x="13716" y="13716"/>
                  </a:lnTo>
                  <a:lnTo>
                    <a:pt x="13716" y="12192"/>
                  </a:lnTo>
                  <a:lnTo>
                    <a:pt x="14020" y="13716"/>
                  </a:lnTo>
                  <a:close/>
                </a:path>
                <a:path w="1447800" h="79375">
                  <a:moveTo>
                    <a:pt x="15849" y="19812"/>
                  </a:moveTo>
                  <a:lnTo>
                    <a:pt x="15240" y="19812"/>
                  </a:lnTo>
                  <a:lnTo>
                    <a:pt x="15240" y="18288"/>
                  </a:lnTo>
                  <a:lnTo>
                    <a:pt x="15849" y="19812"/>
                  </a:lnTo>
                  <a:close/>
                </a:path>
                <a:path w="1447800" h="79375">
                  <a:moveTo>
                    <a:pt x="18897" y="25908"/>
                  </a:moveTo>
                  <a:lnTo>
                    <a:pt x="18288" y="25908"/>
                  </a:lnTo>
                  <a:lnTo>
                    <a:pt x="18288" y="24384"/>
                  </a:lnTo>
                  <a:lnTo>
                    <a:pt x="18897" y="25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pic>
          <p:nvPicPr>
            <p:cNvPr id="211" name="object 209">
              <a:extLst>
                <a:ext uri="{FF2B5EF4-FFF2-40B4-BE49-F238E27FC236}">
                  <a16:creationId xmlns:a16="http://schemas.microsoft.com/office/drawing/2014/main" id="{A5CA01D4-C341-7BF2-9946-615C3DECE983}"/>
                </a:ext>
              </a:extLst>
            </p:cNvPr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32850" y="3580536"/>
              <a:ext cx="416051" cy="423671"/>
            </a:xfrm>
            <a:prstGeom prst="rect">
              <a:avLst/>
            </a:prstGeom>
          </p:spPr>
        </p:pic>
        <p:sp>
          <p:nvSpPr>
            <p:cNvPr id="212" name="object 210">
              <a:extLst>
                <a:ext uri="{FF2B5EF4-FFF2-40B4-BE49-F238E27FC236}">
                  <a16:creationId xmlns:a16="http://schemas.microsoft.com/office/drawing/2014/main" id="{74BAA8A3-54BA-77E5-D903-713A827AC4BB}"/>
                </a:ext>
              </a:extLst>
            </p:cNvPr>
            <p:cNvSpPr/>
            <p:nvPr/>
          </p:nvSpPr>
          <p:spPr>
            <a:xfrm>
              <a:off x="1401758" y="3489096"/>
              <a:ext cx="942340" cy="589915"/>
            </a:xfrm>
            <a:custGeom>
              <a:avLst/>
              <a:gdLst/>
              <a:ahLst/>
              <a:cxnLst/>
              <a:rect l="l" t="t" r="r" b="b"/>
              <a:pathLst>
                <a:path w="942339" h="589914">
                  <a:moveTo>
                    <a:pt x="842772" y="589788"/>
                  </a:moveTo>
                  <a:lnTo>
                    <a:pt x="99060" y="589788"/>
                  </a:lnTo>
                  <a:lnTo>
                    <a:pt x="60436" y="582025"/>
                  </a:lnTo>
                  <a:lnTo>
                    <a:pt x="28955" y="560832"/>
                  </a:lnTo>
                  <a:lnTo>
                    <a:pt x="7762" y="529351"/>
                  </a:lnTo>
                  <a:lnTo>
                    <a:pt x="0" y="490728"/>
                  </a:lnTo>
                  <a:lnTo>
                    <a:pt x="0" y="99060"/>
                  </a:lnTo>
                  <a:lnTo>
                    <a:pt x="7762" y="60436"/>
                  </a:lnTo>
                  <a:lnTo>
                    <a:pt x="28955" y="28956"/>
                  </a:lnTo>
                  <a:lnTo>
                    <a:pt x="60436" y="7762"/>
                  </a:lnTo>
                  <a:lnTo>
                    <a:pt x="99060" y="0"/>
                  </a:lnTo>
                  <a:lnTo>
                    <a:pt x="842772" y="0"/>
                  </a:lnTo>
                  <a:lnTo>
                    <a:pt x="881395" y="7762"/>
                  </a:lnTo>
                  <a:lnTo>
                    <a:pt x="912876" y="28956"/>
                  </a:lnTo>
                  <a:lnTo>
                    <a:pt x="934069" y="60436"/>
                  </a:lnTo>
                  <a:lnTo>
                    <a:pt x="941832" y="99060"/>
                  </a:lnTo>
                  <a:lnTo>
                    <a:pt x="941832" y="490728"/>
                  </a:lnTo>
                  <a:lnTo>
                    <a:pt x="934069" y="529351"/>
                  </a:lnTo>
                  <a:lnTo>
                    <a:pt x="912876" y="560832"/>
                  </a:lnTo>
                  <a:lnTo>
                    <a:pt x="881395" y="582025"/>
                  </a:lnTo>
                  <a:lnTo>
                    <a:pt x="842772" y="589788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13" name="object 211">
              <a:extLst>
                <a:ext uri="{FF2B5EF4-FFF2-40B4-BE49-F238E27FC236}">
                  <a16:creationId xmlns:a16="http://schemas.microsoft.com/office/drawing/2014/main" id="{BB4FAA30-87E9-79B3-6B91-91EB29AA9F36}"/>
                </a:ext>
              </a:extLst>
            </p:cNvPr>
            <p:cNvSpPr/>
            <p:nvPr/>
          </p:nvSpPr>
          <p:spPr>
            <a:xfrm>
              <a:off x="1401758" y="3489096"/>
              <a:ext cx="942340" cy="589915"/>
            </a:xfrm>
            <a:custGeom>
              <a:avLst/>
              <a:gdLst/>
              <a:ahLst/>
              <a:cxnLst/>
              <a:rect l="l" t="t" r="r" b="b"/>
              <a:pathLst>
                <a:path w="942339" h="589914">
                  <a:moveTo>
                    <a:pt x="0" y="99060"/>
                  </a:moveTo>
                  <a:lnTo>
                    <a:pt x="7762" y="60436"/>
                  </a:lnTo>
                  <a:lnTo>
                    <a:pt x="28955" y="28956"/>
                  </a:lnTo>
                  <a:lnTo>
                    <a:pt x="60436" y="7762"/>
                  </a:lnTo>
                  <a:lnTo>
                    <a:pt x="99060" y="0"/>
                  </a:lnTo>
                  <a:lnTo>
                    <a:pt x="842772" y="0"/>
                  </a:lnTo>
                  <a:lnTo>
                    <a:pt x="881395" y="7762"/>
                  </a:lnTo>
                  <a:lnTo>
                    <a:pt x="912876" y="28956"/>
                  </a:lnTo>
                  <a:lnTo>
                    <a:pt x="934069" y="60436"/>
                  </a:lnTo>
                  <a:lnTo>
                    <a:pt x="941832" y="99060"/>
                  </a:lnTo>
                  <a:lnTo>
                    <a:pt x="941832" y="490728"/>
                  </a:lnTo>
                  <a:lnTo>
                    <a:pt x="934069" y="529351"/>
                  </a:lnTo>
                  <a:lnTo>
                    <a:pt x="912876" y="560832"/>
                  </a:lnTo>
                  <a:lnTo>
                    <a:pt x="881395" y="582025"/>
                  </a:lnTo>
                  <a:lnTo>
                    <a:pt x="842772" y="589788"/>
                  </a:lnTo>
                  <a:lnTo>
                    <a:pt x="99060" y="589788"/>
                  </a:lnTo>
                  <a:lnTo>
                    <a:pt x="60436" y="582025"/>
                  </a:lnTo>
                  <a:lnTo>
                    <a:pt x="28955" y="560832"/>
                  </a:lnTo>
                  <a:lnTo>
                    <a:pt x="7762" y="529351"/>
                  </a:lnTo>
                  <a:lnTo>
                    <a:pt x="0" y="490728"/>
                  </a:lnTo>
                  <a:lnTo>
                    <a:pt x="0" y="9906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14" name="object 212">
              <a:extLst>
                <a:ext uri="{FF2B5EF4-FFF2-40B4-BE49-F238E27FC236}">
                  <a16:creationId xmlns:a16="http://schemas.microsoft.com/office/drawing/2014/main" id="{7952603B-27AA-EC17-9CF3-7E358F94B01E}"/>
                </a:ext>
              </a:extLst>
            </p:cNvPr>
            <p:cNvSpPr/>
            <p:nvPr/>
          </p:nvSpPr>
          <p:spPr>
            <a:xfrm>
              <a:off x="1572446" y="3607968"/>
              <a:ext cx="60960" cy="373380"/>
            </a:xfrm>
            <a:custGeom>
              <a:avLst/>
              <a:gdLst/>
              <a:ahLst/>
              <a:cxnLst/>
              <a:rect l="l" t="t" r="r" b="b"/>
              <a:pathLst>
                <a:path w="60960" h="373379">
                  <a:moveTo>
                    <a:pt x="60960" y="373380"/>
                  </a:moveTo>
                  <a:lnTo>
                    <a:pt x="0" y="373380"/>
                  </a:lnTo>
                  <a:lnTo>
                    <a:pt x="0" y="0"/>
                  </a:lnTo>
                  <a:lnTo>
                    <a:pt x="60960" y="0"/>
                  </a:lnTo>
                  <a:lnTo>
                    <a:pt x="60960" y="37338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15" name="object 213">
              <a:extLst>
                <a:ext uri="{FF2B5EF4-FFF2-40B4-BE49-F238E27FC236}">
                  <a16:creationId xmlns:a16="http://schemas.microsoft.com/office/drawing/2014/main" id="{35E10DA9-2937-9233-E634-D31F85485DF9}"/>
                </a:ext>
              </a:extLst>
            </p:cNvPr>
            <p:cNvSpPr/>
            <p:nvPr/>
          </p:nvSpPr>
          <p:spPr>
            <a:xfrm>
              <a:off x="1633406" y="3588156"/>
              <a:ext cx="20320" cy="393700"/>
            </a:xfrm>
            <a:custGeom>
              <a:avLst/>
              <a:gdLst/>
              <a:ahLst/>
              <a:cxnLst/>
              <a:rect l="l" t="t" r="r" b="b"/>
              <a:pathLst>
                <a:path w="20319" h="393700">
                  <a:moveTo>
                    <a:pt x="0" y="39319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19812" y="371856"/>
                  </a:lnTo>
                  <a:lnTo>
                    <a:pt x="0" y="393192"/>
                  </a:lnTo>
                  <a:close/>
                </a:path>
              </a:pathLst>
            </a:custGeom>
            <a:solidFill>
              <a:srgbClr val="AEB6C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16" name="object 214">
              <a:extLst>
                <a:ext uri="{FF2B5EF4-FFF2-40B4-BE49-F238E27FC236}">
                  <a16:creationId xmlns:a16="http://schemas.microsoft.com/office/drawing/2014/main" id="{DBA574AA-CDC2-8223-4D8C-8DFC11458799}"/>
                </a:ext>
              </a:extLst>
            </p:cNvPr>
            <p:cNvSpPr/>
            <p:nvPr/>
          </p:nvSpPr>
          <p:spPr>
            <a:xfrm>
              <a:off x="1572446" y="3588156"/>
              <a:ext cx="81280" cy="20320"/>
            </a:xfrm>
            <a:custGeom>
              <a:avLst/>
              <a:gdLst/>
              <a:ahLst/>
              <a:cxnLst/>
              <a:rect l="l" t="t" r="r" b="b"/>
              <a:pathLst>
                <a:path w="81280" h="20320">
                  <a:moveTo>
                    <a:pt x="60960" y="1981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80772" y="0"/>
                  </a:lnTo>
                  <a:lnTo>
                    <a:pt x="60960" y="19812"/>
                  </a:lnTo>
                  <a:close/>
                </a:path>
              </a:pathLst>
            </a:custGeom>
            <a:solidFill>
              <a:srgbClr val="E0E8F5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17" name="object 215">
              <a:extLst>
                <a:ext uri="{FF2B5EF4-FFF2-40B4-BE49-F238E27FC236}">
                  <a16:creationId xmlns:a16="http://schemas.microsoft.com/office/drawing/2014/main" id="{C0DBB26C-57A2-5AB2-5BC3-8E5870252864}"/>
                </a:ext>
              </a:extLst>
            </p:cNvPr>
            <p:cNvSpPr/>
            <p:nvPr/>
          </p:nvSpPr>
          <p:spPr>
            <a:xfrm>
              <a:off x="1572446" y="3588156"/>
              <a:ext cx="81280" cy="393700"/>
            </a:xfrm>
            <a:custGeom>
              <a:avLst/>
              <a:gdLst/>
              <a:ahLst/>
              <a:cxnLst/>
              <a:rect l="l" t="t" r="r" b="b"/>
              <a:pathLst>
                <a:path w="81280" h="393700">
                  <a:moveTo>
                    <a:pt x="0" y="19812"/>
                  </a:moveTo>
                  <a:lnTo>
                    <a:pt x="19812" y="0"/>
                  </a:lnTo>
                  <a:lnTo>
                    <a:pt x="80772" y="0"/>
                  </a:lnTo>
                  <a:lnTo>
                    <a:pt x="80772" y="371856"/>
                  </a:lnTo>
                  <a:lnTo>
                    <a:pt x="60960" y="393192"/>
                  </a:lnTo>
                  <a:lnTo>
                    <a:pt x="0" y="393192"/>
                  </a:lnTo>
                  <a:lnTo>
                    <a:pt x="0" y="19812"/>
                  </a:lnTo>
                  <a:close/>
                </a:path>
                <a:path w="81280" h="393700">
                  <a:moveTo>
                    <a:pt x="0" y="19812"/>
                  </a:moveTo>
                  <a:lnTo>
                    <a:pt x="60960" y="19812"/>
                  </a:lnTo>
                  <a:lnTo>
                    <a:pt x="80772" y="0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18" name="object 216">
              <a:extLst>
                <a:ext uri="{FF2B5EF4-FFF2-40B4-BE49-F238E27FC236}">
                  <a16:creationId xmlns:a16="http://schemas.microsoft.com/office/drawing/2014/main" id="{8524D23A-5356-FE1D-485A-8B3E8A0A7C81}"/>
                </a:ext>
              </a:extLst>
            </p:cNvPr>
            <p:cNvSpPr/>
            <p:nvPr/>
          </p:nvSpPr>
          <p:spPr>
            <a:xfrm>
              <a:off x="1633406" y="3607968"/>
              <a:ext cx="0" cy="373380"/>
            </a:xfrm>
            <a:custGeom>
              <a:avLst/>
              <a:gdLst/>
              <a:ahLst/>
              <a:cxnLst/>
              <a:rect l="l" t="t" r="r" b="b"/>
              <a:pathLst>
                <a:path h="373379">
                  <a:moveTo>
                    <a:pt x="0" y="0"/>
                  </a:moveTo>
                  <a:lnTo>
                    <a:pt x="0" y="373380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19" name="object 217">
              <a:extLst>
                <a:ext uri="{FF2B5EF4-FFF2-40B4-BE49-F238E27FC236}">
                  <a16:creationId xmlns:a16="http://schemas.microsoft.com/office/drawing/2014/main" id="{425F501C-815A-AA7A-F371-DC8E0C9B533E}"/>
                </a:ext>
              </a:extLst>
            </p:cNvPr>
            <p:cNvSpPr/>
            <p:nvPr/>
          </p:nvSpPr>
          <p:spPr>
            <a:xfrm>
              <a:off x="1698938" y="3607968"/>
              <a:ext cx="59690" cy="373380"/>
            </a:xfrm>
            <a:custGeom>
              <a:avLst/>
              <a:gdLst/>
              <a:ahLst/>
              <a:cxnLst/>
              <a:rect l="l" t="t" r="r" b="b"/>
              <a:pathLst>
                <a:path w="59689" h="373379">
                  <a:moveTo>
                    <a:pt x="59436" y="373380"/>
                  </a:moveTo>
                  <a:lnTo>
                    <a:pt x="0" y="373380"/>
                  </a:lnTo>
                  <a:lnTo>
                    <a:pt x="0" y="0"/>
                  </a:lnTo>
                  <a:lnTo>
                    <a:pt x="59436" y="0"/>
                  </a:lnTo>
                  <a:lnTo>
                    <a:pt x="59436" y="37338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20" name="object 218">
              <a:extLst>
                <a:ext uri="{FF2B5EF4-FFF2-40B4-BE49-F238E27FC236}">
                  <a16:creationId xmlns:a16="http://schemas.microsoft.com/office/drawing/2014/main" id="{CA8A0F26-5610-EF03-FB57-D04B3EA9B6CE}"/>
                </a:ext>
              </a:extLst>
            </p:cNvPr>
            <p:cNvSpPr/>
            <p:nvPr/>
          </p:nvSpPr>
          <p:spPr>
            <a:xfrm>
              <a:off x="1758374" y="3588156"/>
              <a:ext cx="20320" cy="393700"/>
            </a:xfrm>
            <a:custGeom>
              <a:avLst/>
              <a:gdLst/>
              <a:ahLst/>
              <a:cxnLst/>
              <a:rect l="l" t="t" r="r" b="b"/>
              <a:pathLst>
                <a:path w="20319" h="393700">
                  <a:moveTo>
                    <a:pt x="0" y="39319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19812" y="371856"/>
                  </a:lnTo>
                  <a:lnTo>
                    <a:pt x="0" y="393192"/>
                  </a:lnTo>
                  <a:close/>
                </a:path>
              </a:pathLst>
            </a:custGeom>
            <a:solidFill>
              <a:srgbClr val="AEB6C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21" name="object 219">
              <a:extLst>
                <a:ext uri="{FF2B5EF4-FFF2-40B4-BE49-F238E27FC236}">
                  <a16:creationId xmlns:a16="http://schemas.microsoft.com/office/drawing/2014/main" id="{31AB999C-8950-FEC7-92AB-A2CBAE373837}"/>
                </a:ext>
              </a:extLst>
            </p:cNvPr>
            <p:cNvSpPr/>
            <p:nvPr/>
          </p:nvSpPr>
          <p:spPr>
            <a:xfrm>
              <a:off x="1698938" y="3588156"/>
              <a:ext cx="79375" cy="20320"/>
            </a:xfrm>
            <a:custGeom>
              <a:avLst/>
              <a:gdLst/>
              <a:ahLst/>
              <a:cxnLst/>
              <a:rect l="l" t="t" r="r" b="b"/>
              <a:pathLst>
                <a:path w="79375" h="20320">
                  <a:moveTo>
                    <a:pt x="59436" y="1981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79248" y="0"/>
                  </a:lnTo>
                  <a:lnTo>
                    <a:pt x="59436" y="19812"/>
                  </a:lnTo>
                  <a:close/>
                </a:path>
              </a:pathLst>
            </a:custGeom>
            <a:solidFill>
              <a:srgbClr val="E0E8F5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22" name="object 220">
              <a:extLst>
                <a:ext uri="{FF2B5EF4-FFF2-40B4-BE49-F238E27FC236}">
                  <a16:creationId xmlns:a16="http://schemas.microsoft.com/office/drawing/2014/main" id="{77D11926-F430-B55A-580F-7475AD99A2BF}"/>
                </a:ext>
              </a:extLst>
            </p:cNvPr>
            <p:cNvSpPr/>
            <p:nvPr/>
          </p:nvSpPr>
          <p:spPr>
            <a:xfrm>
              <a:off x="1698938" y="3588156"/>
              <a:ext cx="79375" cy="393700"/>
            </a:xfrm>
            <a:custGeom>
              <a:avLst/>
              <a:gdLst/>
              <a:ahLst/>
              <a:cxnLst/>
              <a:rect l="l" t="t" r="r" b="b"/>
              <a:pathLst>
                <a:path w="79375" h="393700">
                  <a:moveTo>
                    <a:pt x="0" y="19812"/>
                  </a:moveTo>
                  <a:lnTo>
                    <a:pt x="19812" y="0"/>
                  </a:lnTo>
                  <a:lnTo>
                    <a:pt x="79248" y="0"/>
                  </a:lnTo>
                  <a:lnTo>
                    <a:pt x="79248" y="371856"/>
                  </a:lnTo>
                  <a:lnTo>
                    <a:pt x="59436" y="393192"/>
                  </a:lnTo>
                  <a:lnTo>
                    <a:pt x="0" y="393192"/>
                  </a:lnTo>
                  <a:lnTo>
                    <a:pt x="0" y="19812"/>
                  </a:lnTo>
                  <a:close/>
                </a:path>
                <a:path w="79375" h="393700">
                  <a:moveTo>
                    <a:pt x="0" y="19812"/>
                  </a:moveTo>
                  <a:lnTo>
                    <a:pt x="59436" y="19812"/>
                  </a:lnTo>
                  <a:lnTo>
                    <a:pt x="79248" y="0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23" name="object 221">
              <a:extLst>
                <a:ext uri="{FF2B5EF4-FFF2-40B4-BE49-F238E27FC236}">
                  <a16:creationId xmlns:a16="http://schemas.microsoft.com/office/drawing/2014/main" id="{73202C38-7C20-28F4-640F-17C149AB1F4C}"/>
                </a:ext>
              </a:extLst>
            </p:cNvPr>
            <p:cNvSpPr/>
            <p:nvPr/>
          </p:nvSpPr>
          <p:spPr>
            <a:xfrm>
              <a:off x="1758374" y="3607968"/>
              <a:ext cx="0" cy="373380"/>
            </a:xfrm>
            <a:custGeom>
              <a:avLst/>
              <a:gdLst/>
              <a:ahLst/>
              <a:cxnLst/>
              <a:rect l="l" t="t" r="r" b="b"/>
              <a:pathLst>
                <a:path h="373379">
                  <a:moveTo>
                    <a:pt x="0" y="0"/>
                  </a:moveTo>
                  <a:lnTo>
                    <a:pt x="0" y="373380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24" name="object 222">
              <a:extLst>
                <a:ext uri="{FF2B5EF4-FFF2-40B4-BE49-F238E27FC236}">
                  <a16:creationId xmlns:a16="http://schemas.microsoft.com/office/drawing/2014/main" id="{A53D2C2D-53CF-72B7-1A48-F77A27C09D69}"/>
                </a:ext>
              </a:extLst>
            </p:cNvPr>
            <p:cNvSpPr/>
            <p:nvPr/>
          </p:nvSpPr>
          <p:spPr>
            <a:xfrm>
              <a:off x="1828478" y="3607968"/>
              <a:ext cx="59690" cy="373380"/>
            </a:xfrm>
            <a:custGeom>
              <a:avLst/>
              <a:gdLst/>
              <a:ahLst/>
              <a:cxnLst/>
              <a:rect l="l" t="t" r="r" b="b"/>
              <a:pathLst>
                <a:path w="59689" h="373379">
                  <a:moveTo>
                    <a:pt x="59436" y="373380"/>
                  </a:moveTo>
                  <a:lnTo>
                    <a:pt x="0" y="373380"/>
                  </a:lnTo>
                  <a:lnTo>
                    <a:pt x="0" y="0"/>
                  </a:lnTo>
                  <a:lnTo>
                    <a:pt x="59436" y="0"/>
                  </a:lnTo>
                  <a:lnTo>
                    <a:pt x="59436" y="37338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25" name="object 223">
              <a:extLst>
                <a:ext uri="{FF2B5EF4-FFF2-40B4-BE49-F238E27FC236}">
                  <a16:creationId xmlns:a16="http://schemas.microsoft.com/office/drawing/2014/main" id="{A697BC9D-0C7F-3DEF-F797-5D14CF497494}"/>
                </a:ext>
              </a:extLst>
            </p:cNvPr>
            <p:cNvSpPr/>
            <p:nvPr/>
          </p:nvSpPr>
          <p:spPr>
            <a:xfrm>
              <a:off x="1887914" y="3588156"/>
              <a:ext cx="20320" cy="393700"/>
            </a:xfrm>
            <a:custGeom>
              <a:avLst/>
              <a:gdLst/>
              <a:ahLst/>
              <a:cxnLst/>
              <a:rect l="l" t="t" r="r" b="b"/>
              <a:pathLst>
                <a:path w="20319" h="393700">
                  <a:moveTo>
                    <a:pt x="0" y="39319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19812" y="371856"/>
                  </a:lnTo>
                  <a:lnTo>
                    <a:pt x="0" y="393192"/>
                  </a:lnTo>
                  <a:close/>
                </a:path>
              </a:pathLst>
            </a:custGeom>
            <a:solidFill>
              <a:srgbClr val="AEB6C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26" name="object 224">
              <a:extLst>
                <a:ext uri="{FF2B5EF4-FFF2-40B4-BE49-F238E27FC236}">
                  <a16:creationId xmlns:a16="http://schemas.microsoft.com/office/drawing/2014/main" id="{A730779C-E439-81DD-A159-11C062989C52}"/>
                </a:ext>
              </a:extLst>
            </p:cNvPr>
            <p:cNvSpPr/>
            <p:nvPr/>
          </p:nvSpPr>
          <p:spPr>
            <a:xfrm>
              <a:off x="1828478" y="3588156"/>
              <a:ext cx="79375" cy="20320"/>
            </a:xfrm>
            <a:custGeom>
              <a:avLst/>
              <a:gdLst/>
              <a:ahLst/>
              <a:cxnLst/>
              <a:rect l="l" t="t" r="r" b="b"/>
              <a:pathLst>
                <a:path w="79375" h="20320">
                  <a:moveTo>
                    <a:pt x="59436" y="1981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79248" y="0"/>
                  </a:lnTo>
                  <a:lnTo>
                    <a:pt x="59436" y="19812"/>
                  </a:lnTo>
                  <a:close/>
                </a:path>
              </a:pathLst>
            </a:custGeom>
            <a:solidFill>
              <a:srgbClr val="E0E8F5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27" name="object 225">
              <a:extLst>
                <a:ext uri="{FF2B5EF4-FFF2-40B4-BE49-F238E27FC236}">
                  <a16:creationId xmlns:a16="http://schemas.microsoft.com/office/drawing/2014/main" id="{8DB4CA15-AD7D-B24F-A2B6-F8027DEE694B}"/>
                </a:ext>
              </a:extLst>
            </p:cNvPr>
            <p:cNvSpPr/>
            <p:nvPr/>
          </p:nvSpPr>
          <p:spPr>
            <a:xfrm>
              <a:off x="1828478" y="3588156"/>
              <a:ext cx="79375" cy="393700"/>
            </a:xfrm>
            <a:custGeom>
              <a:avLst/>
              <a:gdLst/>
              <a:ahLst/>
              <a:cxnLst/>
              <a:rect l="l" t="t" r="r" b="b"/>
              <a:pathLst>
                <a:path w="79375" h="393700">
                  <a:moveTo>
                    <a:pt x="0" y="19812"/>
                  </a:moveTo>
                  <a:lnTo>
                    <a:pt x="19812" y="0"/>
                  </a:lnTo>
                  <a:lnTo>
                    <a:pt x="79248" y="0"/>
                  </a:lnTo>
                  <a:lnTo>
                    <a:pt x="79248" y="371856"/>
                  </a:lnTo>
                  <a:lnTo>
                    <a:pt x="59436" y="393192"/>
                  </a:lnTo>
                  <a:lnTo>
                    <a:pt x="0" y="393192"/>
                  </a:lnTo>
                  <a:lnTo>
                    <a:pt x="0" y="19812"/>
                  </a:lnTo>
                  <a:close/>
                </a:path>
                <a:path w="79375" h="393700">
                  <a:moveTo>
                    <a:pt x="0" y="19812"/>
                  </a:moveTo>
                  <a:lnTo>
                    <a:pt x="59436" y="19812"/>
                  </a:lnTo>
                  <a:lnTo>
                    <a:pt x="79248" y="0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28" name="object 226">
              <a:extLst>
                <a:ext uri="{FF2B5EF4-FFF2-40B4-BE49-F238E27FC236}">
                  <a16:creationId xmlns:a16="http://schemas.microsoft.com/office/drawing/2014/main" id="{BD686A32-3E26-450E-172E-8760003B18DB}"/>
                </a:ext>
              </a:extLst>
            </p:cNvPr>
            <p:cNvSpPr/>
            <p:nvPr/>
          </p:nvSpPr>
          <p:spPr>
            <a:xfrm>
              <a:off x="1887914" y="3607968"/>
              <a:ext cx="0" cy="373380"/>
            </a:xfrm>
            <a:custGeom>
              <a:avLst/>
              <a:gdLst/>
              <a:ahLst/>
              <a:cxnLst/>
              <a:rect l="l" t="t" r="r" b="b"/>
              <a:pathLst>
                <a:path h="373379">
                  <a:moveTo>
                    <a:pt x="0" y="0"/>
                  </a:moveTo>
                  <a:lnTo>
                    <a:pt x="0" y="373380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29" name="object 227">
              <a:extLst>
                <a:ext uri="{FF2B5EF4-FFF2-40B4-BE49-F238E27FC236}">
                  <a16:creationId xmlns:a16="http://schemas.microsoft.com/office/drawing/2014/main" id="{D218F6DF-DB7B-9458-DE71-1AFD512683C2}"/>
                </a:ext>
              </a:extLst>
            </p:cNvPr>
            <p:cNvSpPr/>
            <p:nvPr/>
          </p:nvSpPr>
          <p:spPr>
            <a:xfrm>
              <a:off x="2086034" y="3612540"/>
              <a:ext cx="59690" cy="373380"/>
            </a:xfrm>
            <a:custGeom>
              <a:avLst/>
              <a:gdLst/>
              <a:ahLst/>
              <a:cxnLst/>
              <a:rect l="l" t="t" r="r" b="b"/>
              <a:pathLst>
                <a:path w="59689" h="373379">
                  <a:moveTo>
                    <a:pt x="59436" y="373380"/>
                  </a:moveTo>
                  <a:lnTo>
                    <a:pt x="0" y="373380"/>
                  </a:lnTo>
                  <a:lnTo>
                    <a:pt x="0" y="0"/>
                  </a:lnTo>
                  <a:lnTo>
                    <a:pt x="59436" y="0"/>
                  </a:lnTo>
                  <a:lnTo>
                    <a:pt x="59436" y="37338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30" name="object 228">
              <a:extLst>
                <a:ext uri="{FF2B5EF4-FFF2-40B4-BE49-F238E27FC236}">
                  <a16:creationId xmlns:a16="http://schemas.microsoft.com/office/drawing/2014/main" id="{F2E77D1E-6B4B-9F56-711B-FE10BFC32412}"/>
                </a:ext>
              </a:extLst>
            </p:cNvPr>
            <p:cNvSpPr/>
            <p:nvPr/>
          </p:nvSpPr>
          <p:spPr>
            <a:xfrm>
              <a:off x="2145470" y="3592728"/>
              <a:ext cx="20320" cy="393700"/>
            </a:xfrm>
            <a:custGeom>
              <a:avLst/>
              <a:gdLst/>
              <a:ahLst/>
              <a:cxnLst/>
              <a:rect l="l" t="t" r="r" b="b"/>
              <a:pathLst>
                <a:path w="20319" h="393700">
                  <a:moveTo>
                    <a:pt x="0" y="39319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19812" y="373380"/>
                  </a:lnTo>
                  <a:lnTo>
                    <a:pt x="0" y="393192"/>
                  </a:lnTo>
                  <a:close/>
                </a:path>
              </a:pathLst>
            </a:custGeom>
            <a:solidFill>
              <a:srgbClr val="AEB6C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31" name="object 229">
              <a:extLst>
                <a:ext uri="{FF2B5EF4-FFF2-40B4-BE49-F238E27FC236}">
                  <a16:creationId xmlns:a16="http://schemas.microsoft.com/office/drawing/2014/main" id="{AF0A53EF-7BB8-CF5C-9AF1-783D1FC85E7C}"/>
                </a:ext>
              </a:extLst>
            </p:cNvPr>
            <p:cNvSpPr/>
            <p:nvPr/>
          </p:nvSpPr>
          <p:spPr>
            <a:xfrm>
              <a:off x="2086034" y="3592728"/>
              <a:ext cx="79375" cy="20320"/>
            </a:xfrm>
            <a:custGeom>
              <a:avLst/>
              <a:gdLst/>
              <a:ahLst/>
              <a:cxnLst/>
              <a:rect l="l" t="t" r="r" b="b"/>
              <a:pathLst>
                <a:path w="79375" h="20320">
                  <a:moveTo>
                    <a:pt x="59436" y="1981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79248" y="0"/>
                  </a:lnTo>
                  <a:lnTo>
                    <a:pt x="59436" y="19812"/>
                  </a:lnTo>
                  <a:close/>
                </a:path>
              </a:pathLst>
            </a:custGeom>
            <a:solidFill>
              <a:srgbClr val="E0E8F5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32" name="object 230">
              <a:extLst>
                <a:ext uri="{FF2B5EF4-FFF2-40B4-BE49-F238E27FC236}">
                  <a16:creationId xmlns:a16="http://schemas.microsoft.com/office/drawing/2014/main" id="{914DD082-5E68-C90F-1F6A-7192C84AA922}"/>
                </a:ext>
              </a:extLst>
            </p:cNvPr>
            <p:cNvSpPr/>
            <p:nvPr/>
          </p:nvSpPr>
          <p:spPr>
            <a:xfrm>
              <a:off x="2086034" y="3592728"/>
              <a:ext cx="79375" cy="393700"/>
            </a:xfrm>
            <a:custGeom>
              <a:avLst/>
              <a:gdLst/>
              <a:ahLst/>
              <a:cxnLst/>
              <a:rect l="l" t="t" r="r" b="b"/>
              <a:pathLst>
                <a:path w="79375" h="393700">
                  <a:moveTo>
                    <a:pt x="0" y="19812"/>
                  </a:moveTo>
                  <a:lnTo>
                    <a:pt x="19812" y="0"/>
                  </a:lnTo>
                  <a:lnTo>
                    <a:pt x="79248" y="0"/>
                  </a:lnTo>
                  <a:lnTo>
                    <a:pt x="79248" y="373380"/>
                  </a:lnTo>
                  <a:lnTo>
                    <a:pt x="59436" y="393192"/>
                  </a:lnTo>
                  <a:lnTo>
                    <a:pt x="0" y="393192"/>
                  </a:lnTo>
                  <a:lnTo>
                    <a:pt x="0" y="19812"/>
                  </a:lnTo>
                  <a:close/>
                </a:path>
                <a:path w="79375" h="393700">
                  <a:moveTo>
                    <a:pt x="0" y="19812"/>
                  </a:moveTo>
                  <a:lnTo>
                    <a:pt x="59436" y="19812"/>
                  </a:lnTo>
                  <a:lnTo>
                    <a:pt x="79248" y="0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33" name="object 231">
              <a:extLst>
                <a:ext uri="{FF2B5EF4-FFF2-40B4-BE49-F238E27FC236}">
                  <a16:creationId xmlns:a16="http://schemas.microsoft.com/office/drawing/2014/main" id="{AFD3C359-A28A-9459-AE08-13FF3C4F9500}"/>
                </a:ext>
              </a:extLst>
            </p:cNvPr>
            <p:cNvSpPr/>
            <p:nvPr/>
          </p:nvSpPr>
          <p:spPr>
            <a:xfrm>
              <a:off x="2145470" y="3612540"/>
              <a:ext cx="0" cy="373380"/>
            </a:xfrm>
            <a:custGeom>
              <a:avLst/>
              <a:gdLst/>
              <a:ahLst/>
              <a:cxnLst/>
              <a:rect l="l" t="t" r="r" b="b"/>
              <a:pathLst>
                <a:path h="373379">
                  <a:moveTo>
                    <a:pt x="0" y="0"/>
                  </a:moveTo>
                  <a:lnTo>
                    <a:pt x="0" y="373380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34" name="object 232">
              <a:extLst>
                <a:ext uri="{FF2B5EF4-FFF2-40B4-BE49-F238E27FC236}">
                  <a16:creationId xmlns:a16="http://schemas.microsoft.com/office/drawing/2014/main" id="{75EC50EC-4438-3593-BA00-C2F5B00F9CA0}"/>
                </a:ext>
              </a:extLst>
            </p:cNvPr>
            <p:cNvSpPr/>
            <p:nvPr/>
          </p:nvSpPr>
          <p:spPr>
            <a:xfrm>
              <a:off x="2209478" y="3612540"/>
              <a:ext cx="59690" cy="373380"/>
            </a:xfrm>
            <a:custGeom>
              <a:avLst/>
              <a:gdLst/>
              <a:ahLst/>
              <a:cxnLst/>
              <a:rect l="l" t="t" r="r" b="b"/>
              <a:pathLst>
                <a:path w="59689" h="373379">
                  <a:moveTo>
                    <a:pt x="59436" y="373380"/>
                  </a:moveTo>
                  <a:lnTo>
                    <a:pt x="0" y="373380"/>
                  </a:lnTo>
                  <a:lnTo>
                    <a:pt x="0" y="0"/>
                  </a:lnTo>
                  <a:lnTo>
                    <a:pt x="59436" y="0"/>
                  </a:lnTo>
                  <a:lnTo>
                    <a:pt x="59436" y="37338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35" name="object 233">
              <a:extLst>
                <a:ext uri="{FF2B5EF4-FFF2-40B4-BE49-F238E27FC236}">
                  <a16:creationId xmlns:a16="http://schemas.microsoft.com/office/drawing/2014/main" id="{D9E3155E-75A8-037B-48BE-62BF5B766ED8}"/>
                </a:ext>
              </a:extLst>
            </p:cNvPr>
            <p:cNvSpPr/>
            <p:nvPr/>
          </p:nvSpPr>
          <p:spPr>
            <a:xfrm>
              <a:off x="2268914" y="3592728"/>
              <a:ext cx="21590" cy="393700"/>
            </a:xfrm>
            <a:custGeom>
              <a:avLst/>
              <a:gdLst/>
              <a:ahLst/>
              <a:cxnLst/>
              <a:rect l="l" t="t" r="r" b="b"/>
              <a:pathLst>
                <a:path w="21589" h="393700">
                  <a:moveTo>
                    <a:pt x="0" y="393192"/>
                  </a:moveTo>
                  <a:lnTo>
                    <a:pt x="0" y="19812"/>
                  </a:lnTo>
                  <a:lnTo>
                    <a:pt x="21336" y="0"/>
                  </a:lnTo>
                  <a:lnTo>
                    <a:pt x="21336" y="373380"/>
                  </a:lnTo>
                  <a:lnTo>
                    <a:pt x="0" y="393192"/>
                  </a:lnTo>
                  <a:close/>
                </a:path>
              </a:pathLst>
            </a:custGeom>
            <a:solidFill>
              <a:srgbClr val="AEB6C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36" name="object 234">
              <a:extLst>
                <a:ext uri="{FF2B5EF4-FFF2-40B4-BE49-F238E27FC236}">
                  <a16:creationId xmlns:a16="http://schemas.microsoft.com/office/drawing/2014/main" id="{AE0E18C3-519F-9238-0CDB-B5EFC6F99E93}"/>
                </a:ext>
              </a:extLst>
            </p:cNvPr>
            <p:cNvSpPr/>
            <p:nvPr/>
          </p:nvSpPr>
          <p:spPr>
            <a:xfrm>
              <a:off x="2209478" y="3592728"/>
              <a:ext cx="81280" cy="20320"/>
            </a:xfrm>
            <a:custGeom>
              <a:avLst/>
              <a:gdLst/>
              <a:ahLst/>
              <a:cxnLst/>
              <a:rect l="l" t="t" r="r" b="b"/>
              <a:pathLst>
                <a:path w="81280" h="20320">
                  <a:moveTo>
                    <a:pt x="59436" y="1981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80772" y="0"/>
                  </a:lnTo>
                  <a:lnTo>
                    <a:pt x="59436" y="19812"/>
                  </a:lnTo>
                  <a:close/>
                </a:path>
              </a:pathLst>
            </a:custGeom>
            <a:solidFill>
              <a:srgbClr val="E0E8F5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37" name="object 235">
              <a:extLst>
                <a:ext uri="{FF2B5EF4-FFF2-40B4-BE49-F238E27FC236}">
                  <a16:creationId xmlns:a16="http://schemas.microsoft.com/office/drawing/2014/main" id="{E1258C2C-1C45-659E-CBA3-0B3BBED90601}"/>
                </a:ext>
              </a:extLst>
            </p:cNvPr>
            <p:cNvSpPr/>
            <p:nvPr/>
          </p:nvSpPr>
          <p:spPr>
            <a:xfrm>
              <a:off x="2209478" y="3592728"/>
              <a:ext cx="81280" cy="393700"/>
            </a:xfrm>
            <a:custGeom>
              <a:avLst/>
              <a:gdLst/>
              <a:ahLst/>
              <a:cxnLst/>
              <a:rect l="l" t="t" r="r" b="b"/>
              <a:pathLst>
                <a:path w="81280" h="393700">
                  <a:moveTo>
                    <a:pt x="0" y="19812"/>
                  </a:moveTo>
                  <a:lnTo>
                    <a:pt x="19812" y="0"/>
                  </a:lnTo>
                  <a:lnTo>
                    <a:pt x="80772" y="0"/>
                  </a:lnTo>
                  <a:lnTo>
                    <a:pt x="80772" y="373380"/>
                  </a:lnTo>
                  <a:lnTo>
                    <a:pt x="59436" y="393192"/>
                  </a:lnTo>
                  <a:lnTo>
                    <a:pt x="0" y="393192"/>
                  </a:lnTo>
                  <a:lnTo>
                    <a:pt x="0" y="19812"/>
                  </a:lnTo>
                  <a:close/>
                </a:path>
                <a:path w="81280" h="393700">
                  <a:moveTo>
                    <a:pt x="0" y="19812"/>
                  </a:moveTo>
                  <a:lnTo>
                    <a:pt x="59436" y="19812"/>
                  </a:lnTo>
                  <a:lnTo>
                    <a:pt x="80772" y="0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38" name="object 236">
              <a:extLst>
                <a:ext uri="{FF2B5EF4-FFF2-40B4-BE49-F238E27FC236}">
                  <a16:creationId xmlns:a16="http://schemas.microsoft.com/office/drawing/2014/main" id="{4351AA7A-EB02-BBEA-D172-05FEA4C342F3}"/>
                </a:ext>
              </a:extLst>
            </p:cNvPr>
            <p:cNvSpPr/>
            <p:nvPr/>
          </p:nvSpPr>
          <p:spPr>
            <a:xfrm>
              <a:off x="2268914" y="3612540"/>
              <a:ext cx="0" cy="373380"/>
            </a:xfrm>
            <a:custGeom>
              <a:avLst/>
              <a:gdLst/>
              <a:ahLst/>
              <a:cxnLst/>
              <a:rect l="l" t="t" r="r" b="b"/>
              <a:pathLst>
                <a:path h="373379">
                  <a:moveTo>
                    <a:pt x="0" y="0"/>
                  </a:moveTo>
                  <a:lnTo>
                    <a:pt x="0" y="373380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</p:grpSp>
      <p:sp>
        <p:nvSpPr>
          <p:cNvPr id="239" name="object 237">
            <a:extLst>
              <a:ext uri="{FF2B5EF4-FFF2-40B4-BE49-F238E27FC236}">
                <a16:creationId xmlns:a16="http://schemas.microsoft.com/office/drawing/2014/main" id="{6929772E-6241-A9F8-0013-C72D2201B294}"/>
              </a:ext>
            </a:extLst>
          </p:cNvPr>
          <p:cNvSpPr txBox="1"/>
          <p:nvPr/>
        </p:nvSpPr>
        <p:spPr>
          <a:xfrm>
            <a:off x="3467312" y="5802865"/>
            <a:ext cx="248590" cy="271488"/>
          </a:xfrm>
          <a:prstGeom prst="rect">
            <a:avLst/>
          </a:prstGeom>
        </p:spPr>
        <p:txBody>
          <a:bodyPr vert="horz" wrap="square" lIns="0" tIns="25149" rIns="0" bIns="0" rtlCol="0">
            <a:spAutoFit/>
          </a:bodyPr>
          <a:lstStyle/>
          <a:p>
            <a:pPr marL="19346">
              <a:spcBef>
                <a:spcPts val="198"/>
              </a:spcBef>
            </a:pPr>
            <a:r>
              <a:rPr sz="1599" b="1" i="1" spc="46" dirty="0">
                <a:latin typeface="Times New Roman"/>
                <a:cs typeface="Times New Roman"/>
              </a:rPr>
              <a:t>…</a:t>
            </a:r>
            <a:endParaRPr sz="1599">
              <a:latin typeface="Times New Roman"/>
              <a:cs typeface="Times New Roman"/>
            </a:endParaRPr>
          </a:p>
        </p:txBody>
      </p:sp>
      <p:grpSp>
        <p:nvGrpSpPr>
          <p:cNvPr id="240" name="object 238">
            <a:extLst>
              <a:ext uri="{FF2B5EF4-FFF2-40B4-BE49-F238E27FC236}">
                <a16:creationId xmlns:a16="http://schemas.microsoft.com/office/drawing/2014/main" id="{FD59B880-90A3-A2EB-17F5-F3C7AD30D7E4}"/>
              </a:ext>
            </a:extLst>
          </p:cNvPr>
          <p:cNvGrpSpPr/>
          <p:nvPr/>
        </p:nvGrpSpPr>
        <p:grpSpPr>
          <a:xfrm>
            <a:off x="2771334" y="5501864"/>
            <a:ext cx="3501546" cy="1407389"/>
            <a:chOff x="1436620" y="3424897"/>
            <a:chExt cx="2298700" cy="923925"/>
          </a:xfrm>
        </p:grpSpPr>
        <p:sp>
          <p:nvSpPr>
            <p:cNvPr id="241" name="object 239">
              <a:extLst>
                <a:ext uri="{FF2B5EF4-FFF2-40B4-BE49-F238E27FC236}">
                  <a16:creationId xmlns:a16="http://schemas.microsoft.com/office/drawing/2014/main" id="{AB1FE453-DA17-462F-5FC6-FE55919B511E}"/>
                </a:ext>
              </a:extLst>
            </p:cNvPr>
            <p:cNvSpPr/>
            <p:nvPr/>
          </p:nvSpPr>
          <p:spPr>
            <a:xfrm>
              <a:off x="1555682" y="3565296"/>
              <a:ext cx="114300" cy="439420"/>
            </a:xfrm>
            <a:custGeom>
              <a:avLst/>
              <a:gdLst/>
              <a:ahLst/>
              <a:cxnLst/>
              <a:rect l="l" t="t" r="r" b="b"/>
              <a:pathLst>
                <a:path w="114300" h="439420">
                  <a:moveTo>
                    <a:pt x="0" y="0"/>
                  </a:moveTo>
                  <a:lnTo>
                    <a:pt x="114300" y="0"/>
                  </a:lnTo>
                  <a:lnTo>
                    <a:pt x="114300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42" name="object 240">
              <a:extLst>
                <a:ext uri="{FF2B5EF4-FFF2-40B4-BE49-F238E27FC236}">
                  <a16:creationId xmlns:a16="http://schemas.microsoft.com/office/drawing/2014/main" id="{550534E4-98FD-5B02-5F81-33DA4A8E7D97}"/>
                </a:ext>
              </a:extLst>
            </p:cNvPr>
            <p:cNvSpPr/>
            <p:nvPr/>
          </p:nvSpPr>
          <p:spPr>
            <a:xfrm>
              <a:off x="1441382" y="3607968"/>
              <a:ext cx="59690" cy="373380"/>
            </a:xfrm>
            <a:custGeom>
              <a:avLst/>
              <a:gdLst/>
              <a:ahLst/>
              <a:cxnLst/>
              <a:rect l="l" t="t" r="r" b="b"/>
              <a:pathLst>
                <a:path w="59690" h="373379">
                  <a:moveTo>
                    <a:pt x="59436" y="373380"/>
                  </a:moveTo>
                  <a:lnTo>
                    <a:pt x="0" y="373380"/>
                  </a:lnTo>
                  <a:lnTo>
                    <a:pt x="0" y="0"/>
                  </a:lnTo>
                  <a:lnTo>
                    <a:pt x="59436" y="0"/>
                  </a:lnTo>
                  <a:lnTo>
                    <a:pt x="59436" y="37338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43" name="object 241">
              <a:extLst>
                <a:ext uri="{FF2B5EF4-FFF2-40B4-BE49-F238E27FC236}">
                  <a16:creationId xmlns:a16="http://schemas.microsoft.com/office/drawing/2014/main" id="{43455A43-D46A-BEBE-D6F0-6058CDB34DDD}"/>
                </a:ext>
              </a:extLst>
            </p:cNvPr>
            <p:cNvSpPr/>
            <p:nvPr/>
          </p:nvSpPr>
          <p:spPr>
            <a:xfrm>
              <a:off x="1500818" y="3588156"/>
              <a:ext cx="20320" cy="393700"/>
            </a:xfrm>
            <a:custGeom>
              <a:avLst/>
              <a:gdLst/>
              <a:ahLst/>
              <a:cxnLst/>
              <a:rect l="l" t="t" r="r" b="b"/>
              <a:pathLst>
                <a:path w="20319" h="393700">
                  <a:moveTo>
                    <a:pt x="0" y="39319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19812" y="371856"/>
                  </a:lnTo>
                  <a:lnTo>
                    <a:pt x="0" y="393192"/>
                  </a:lnTo>
                  <a:close/>
                </a:path>
              </a:pathLst>
            </a:custGeom>
            <a:solidFill>
              <a:srgbClr val="AEB6C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44" name="object 242">
              <a:extLst>
                <a:ext uri="{FF2B5EF4-FFF2-40B4-BE49-F238E27FC236}">
                  <a16:creationId xmlns:a16="http://schemas.microsoft.com/office/drawing/2014/main" id="{DA55439A-0EC1-322D-11AD-D929D5E90DE7}"/>
                </a:ext>
              </a:extLst>
            </p:cNvPr>
            <p:cNvSpPr/>
            <p:nvPr/>
          </p:nvSpPr>
          <p:spPr>
            <a:xfrm>
              <a:off x="1441382" y="3588156"/>
              <a:ext cx="79375" cy="20320"/>
            </a:xfrm>
            <a:custGeom>
              <a:avLst/>
              <a:gdLst/>
              <a:ahLst/>
              <a:cxnLst/>
              <a:rect l="l" t="t" r="r" b="b"/>
              <a:pathLst>
                <a:path w="79375" h="20320">
                  <a:moveTo>
                    <a:pt x="59436" y="1981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79248" y="0"/>
                  </a:lnTo>
                  <a:lnTo>
                    <a:pt x="59436" y="19812"/>
                  </a:lnTo>
                  <a:close/>
                </a:path>
              </a:pathLst>
            </a:custGeom>
            <a:solidFill>
              <a:srgbClr val="E0E8F5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45" name="object 243">
              <a:extLst>
                <a:ext uri="{FF2B5EF4-FFF2-40B4-BE49-F238E27FC236}">
                  <a16:creationId xmlns:a16="http://schemas.microsoft.com/office/drawing/2014/main" id="{467DBDCB-94ED-D129-0C57-EE93080A7DE6}"/>
                </a:ext>
              </a:extLst>
            </p:cNvPr>
            <p:cNvSpPr/>
            <p:nvPr/>
          </p:nvSpPr>
          <p:spPr>
            <a:xfrm>
              <a:off x="1441382" y="3588156"/>
              <a:ext cx="79375" cy="393700"/>
            </a:xfrm>
            <a:custGeom>
              <a:avLst/>
              <a:gdLst/>
              <a:ahLst/>
              <a:cxnLst/>
              <a:rect l="l" t="t" r="r" b="b"/>
              <a:pathLst>
                <a:path w="79375" h="393700">
                  <a:moveTo>
                    <a:pt x="0" y="19812"/>
                  </a:moveTo>
                  <a:lnTo>
                    <a:pt x="19812" y="0"/>
                  </a:lnTo>
                  <a:lnTo>
                    <a:pt x="79248" y="0"/>
                  </a:lnTo>
                  <a:lnTo>
                    <a:pt x="79248" y="371856"/>
                  </a:lnTo>
                  <a:lnTo>
                    <a:pt x="59436" y="393192"/>
                  </a:lnTo>
                  <a:lnTo>
                    <a:pt x="0" y="393192"/>
                  </a:lnTo>
                  <a:lnTo>
                    <a:pt x="0" y="19812"/>
                  </a:lnTo>
                  <a:close/>
                </a:path>
                <a:path w="79375" h="393700">
                  <a:moveTo>
                    <a:pt x="0" y="19812"/>
                  </a:moveTo>
                  <a:lnTo>
                    <a:pt x="59436" y="19812"/>
                  </a:lnTo>
                  <a:lnTo>
                    <a:pt x="79248" y="0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46" name="object 244">
              <a:extLst>
                <a:ext uri="{FF2B5EF4-FFF2-40B4-BE49-F238E27FC236}">
                  <a16:creationId xmlns:a16="http://schemas.microsoft.com/office/drawing/2014/main" id="{C1008C46-3028-3B98-5000-CD1CBCE838F6}"/>
                </a:ext>
              </a:extLst>
            </p:cNvPr>
            <p:cNvSpPr/>
            <p:nvPr/>
          </p:nvSpPr>
          <p:spPr>
            <a:xfrm>
              <a:off x="1500818" y="3607968"/>
              <a:ext cx="0" cy="373380"/>
            </a:xfrm>
            <a:custGeom>
              <a:avLst/>
              <a:gdLst/>
              <a:ahLst/>
              <a:cxnLst/>
              <a:rect l="l" t="t" r="r" b="b"/>
              <a:pathLst>
                <a:path h="373379">
                  <a:moveTo>
                    <a:pt x="0" y="0"/>
                  </a:moveTo>
                  <a:lnTo>
                    <a:pt x="0" y="373380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47" name="object 245">
              <a:extLst>
                <a:ext uri="{FF2B5EF4-FFF2-40B4-BE49-F238E27FC236}">
                  <a16:creationId xmlns:a16="http://schemas.microsoft.com/office/drawing/2014/main" id="{F5CD3EB1-5679-312A-AB20-99A31684A2C0}"/>
                </a:ext>
              </a:extLst>
            </p:cNvPr>
            <p:cNvSpPr/>
            <p:nvPr/>
          </p:nvSpPr>
          <p:spPr>
            <a:xfrm>
              <a:off x="2072318" y="3566820"/>
              <a:ext cx="113030" cy="439420"/>
            </a:xfrm>
            <a:custGeom>
              <a:avLst/>
              <a:gdLst/>
              <a:ahLst/>
              <a:cxnLst/>
              <a:rect l="l" t="t" r="r" b="b"/>
              <a:pathLst>
                <a:path w="113030" h="439420">
                  <a:moveTo>
                    <a:pt x="0" y="0"/>
                  </a:moveTo>
                  <a:lnTo>
                    <a:pt x="112775" y="0"/>
                  </a:lnTo>
                  <a:lnTo>
                    <a:pt x="112775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48" name="object 246">
              <a:extLst>
                <a:ext uri="{FF2B5EF4-FFF2-40B4-BE49-F238E27FC236}">
                  <a16:creationId xmlns:a16="http://schemas.microsoft.com/office/drawing/2014/main" id="{EA2B7936-F3E4-96D2-4DF5-6CD99C5CBA6A}"/>
                </a:ext>
              </a:extLst>
            </p:cNvPr>
            <p:cNvSpPr/>
            <p:nvPr/>
          </p:nvSpPr>
          <p:spPr>
            <a:xfrm>
              <a:off x="2639246" y="3449472"/>
              <a:ext cx="59690" cy="373380"/>
            </a:xfrm>
            <a:custGeom>
              <a:avLst/>
              <a:gdLst/>
              <a:ahLst/>
              <a:cxnLst/>
              <a:rect l="l" t="t" r="r" b="b"/>
              <a:pathLst>
                <a:path w="59689" h="373379">
                  <a:moveTo>
                    <a:pt x="59436" y="373380"/>
                  </a:moveTo>
                  <a:lnTo>
                    <a:pt x="0" y="373380"/>
                  </a:lnTo>
                  <a:lnTo>
                    <a:pt x="0" y="0"/>
                  </a:lnTo>
                  <a:lnTo>
                    <a:pt x="59436" y="0"/>
                  </a:lnTo>
                  <a:lnTo>
                    <a:pt x="59436" y="37338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49" name="object 247">
              <a:extLst>
                <a:ext uri="{FF2B5EF4-FFF2-40B4-BE49-F238E27FC236}">
                  <a16:creationId xmlns:a16="http://schemas.microsoft.com/office/drawing/2014/main" id="{14670179-2B51-A9F9-2066-110FDB330037}"/>
                </a:ext>
              </a:extLst>
            </p:cNvPr>
            <p:cNvSpPr/>
            <p:nvPr/>
          </p:nvSpPr>
          <p:spPr>
            <a:xfrm>
              <a:off x="2698682" y="3429660"/>
              <a:ext cx="20320" cy="393700"/>
            </a:xfrm>
            <a:custGeom>
              <a:avLst/>
              <a:gdLst/>
              <a:ahLst/>
              <a:cxnLst/>
              <a:rect l="l" t="t" r="r" b="b"/>
              <a:pathLst>
                <a:path w="20319" h="393700">
                  <a:moveTo>
                    <a:pt x="0" y="39319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19812" y="371856"/>
                  </a:lnTo>
                  <a:lnTo>
                    <a:pt x="0" y="393192"/>
                  </a:lnTo>
                  <a:close/>
                </a:path>
              </a:pathLst>
            </a:custGeom>
            <a:solidFill>
              <a:srgbClr val="B6C1AD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50" name="object 248">
              <a:extLst>
                <a:ext uri="{FF2B5EF4-FFF2-40B4-BE49-F238E27FC236}">
                  <a16:creationId xmlns:a16="http://schemas.microsoft.com/office/drawing/2014/main" id="{3AF5531B-8EBB-8E97-9AAE-146B6FA59217}"/>
                </a:ext>
              </a:extLst>
            </p:cNvPr>
            <p:cNvSpPr/>
            <p:nvPr/>
          </p:nvSpPr>
          <p:spPr>
            <a:xfrm>
              <a:off x="2639246" y="3429660"/>
              <a:ext cx="79375" cy="20320"/>
            </a:xfrm>
            <a:custGeom>
              <a:avLst/>
              <a:gdLst/>
              <a:ahLst/>
              <a:cxnLst/>
              <a:rect l="l" t="t" r="r" b="b"/>
              <a:pathLst>
                <a:path w="79375" h="20320">
                  <a:moveTo>
                    <a:pt x="59436" y="1981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79248" y="0"/>
                  </a:lnTo>
                  <a:lnTo>
                    <a:pt x="59436" y="19812"/>
                  </a:lnTo>
                  <a:close/>
                </a:path>
              </a:pathLst>
            </a:custGeom>
            <a:solidFill>
              <a:srgbClr val="E8F3DF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51" name="object 249">
              <a:extLst>
                <a:ext uri="{FF2B5EF4-FFF2-40B4-BE49-F238E27FC236}">
                  <a16:creationId xmlns:a16="http://schemas.microsoft.com/office/drawing/2014/main" id="{1569AB37-83D3-83E7-684F-3925DE6C5330}"/>
                </a:ext>
              </a:extLst>
            </p:cNvPr>
            <p:cNvSpPr/>
            <p:nvPr/>
          </p:nvSpPr>
          <p:spPr>
            <a:xfrm>
              <a:off x="2639246" y="3429660"/>
              <a:ext cx="79375" cy="393700"/>
            </a:xfrm>
            <a:custGeom>
              <a:avLst/>
              <a:gdLst/>
              <a:ahLst/>
              <a:cxnLst/>
              <a:rect l="l" t="t" r="r" b="b"/>
              <a:pathLst>
                <a:path w="79375" h="393700">
                  <a:moveTo>
                    <a:pt x="0" y="19812"/>
                  </a:moveTo>
                  <a:lnTo>
                    <a:pt x="19812" y="0"/>
                  </a:lnTo>
                  <a:lnTo>
                    <a:pt x="79248" y="0"/>
                  </a:lnTo>
                  <a:lnTo>
                    <a:pt x="79248" y="371856"/>
                  </a:lnTo>
                  <a:lnTo>
                    <a:pt x="59436" y="393192"/>
                  </a:lnTo>
                  <a:lnTo>
                    <a:pt x="0" y="393192"/>
                  </a:lnTo>
                  <a:lnTo>
                    <a:pt x="0" y="19812"/>
                  </a:lnTo>
                  <a:close/>
                </a:path>
                <a:path w="79375" h="393700">
                  <a:moveTo>
                    <a:pt x="0" y="19812"/>
                  </a:moveTo>
                  <a:lnTo>
                    <a:pt x="59436" y="19812"/>
                  </a:lnTo>
                  <a:lnTo>
                    <a:pt x="79248" y="0"/>
                  </a:lnTo>
                </a:path>
              </a:pathLst>
            </a:custGeom>
            <a:ln w="9144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52" name="object 250">
              <a:extLst>
                <a:ext uri="{FF2B5EF4-FFF2-40B4-BE49-F238E27FC236}">
                  <a16:creationId xmlns:a16="http://schemas.microsoft.com/office/drawing/2014/main" id="{DFC215B9-4593-01CA-0804-CFBB2B4947B3}"/>
                </a:ext>
              </a:extLst>
            </p:cNvPr>
            <p:cNvSpPr/>
            <p:nvPr/>
          </p:nvSpPr>
          <p:spPr>
            <a:xfrm>
              <a:off x="2698682" y="3449472"/>
              <a:ext cx="0" cy="373380"/>
            </a:xfrm>
            <a:custGeom>
              <a:avLst/>
              <a:gdLst/>
              <a:ahLst/>
              <a:cxnLst/>
              <a:rect l="l" t="t" r="r" b="b"/>
              <a:pathLst>
                <a:path h="373379">
                  <a:moveTo>
                    <a:pt x="0" y="0"/>
                  </a:moveTo>
                  <a:lnTo>
                    <a:pt x="0" y="373380"/>
                  </a:lnTo>
                </a:path>
              </a:pathLst>
            </a:custGeom>
            <a:ln w="9144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53" name="object 251">
              <a:extLst>
                <a:ext uri="{FF2B5EF4-FFF2-40B4-BE49-F238E27FC236}">
                  <a16:creationId xmlns:a16="http://schemas.microsoft.com/office/drawing/2014/main" id="{69C23854-78AC-E39F-466E-46B429AF75E2}"/>
                </a:ext>
              </a:extLst>
            </p:cNvPr>
            <p:cNvSpPr/>
            <p:nvPr/>
          </p:nvSpPr>
          <p:spPr>
            <a:xfrm>
              <a:off x="2637722" y="3970680"/>
              <a:ext cx="60960" cy="373380"/>
            </a:xfrm>
            <a:custGeom>
              <a:avLst/>
              <a:gdLst/>
              <a:ahLst/>
              <a:cxnLst/>
              <a:rect l="l" t="t" r="r" b="b"/>
              <a:pathLst>
                <a:path w="60960" h="373379">
                  <a:moveTo>
                    <a:pt x="60960" y="373380"/>
                  </a:moveTo>
                  <a:lnTo>
                    <a:pt x="0" y="373380"/>
                  </a:lnTo>
                  <a:lnTo>
                    <a:pt x="0" y="0"/>
                  </a:lnTo>
                  <a:lnTo>
                    <a:pt x="60960" y="0"/>
                  </a:lnTo>
                  <a:lnTo>
                    <a:pt x="60960" y="37338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54" name="object 252">
              <a:extLst>
                <a:ext uri="{FF2B5EF4-FFF2-40B4-BE49-F238E27FC236}">
                  <a16:creationId xmlns:a16="http://schemas.microsoft.com/office/drawing/2014/main" id="{BFF69014-DDAC-A8B8-08F3-351CFE3122A6}"/>
                </a:ext>
              </a:extLst>
            </p:cNvPr>
            <p:cNvSpPr/>
            <p:nvPr/>
          </p:nvSpPr>
          <p:spPr>
            <a:xfrm>
              <a:off x="2698682" y="3950868"/>
              <a:ext cx="20320" cy="393700"/>
            </a:xfrm>
            <a:custGeom>
              <a:avLst/>
              <a:gdLst/>
              <a:ahLst/>
              <a:cxnLst/>
              <a:rect l="l" t="t" r="r" b="b"/>
              <a:pathLst>
                <a:path w="20319" h="393700">
                  <a:moveTo>
                    <a:pt x="0" y="39319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19812" y="373380"/>
                  </a:lnTo>
                  <a:lnTo>
                    <a:pt x="0" y="393192"/>
                  </a:lnTo>
                  <a:close/>
                </a:path>
              </a:pathLst>
            </a:custGeom>
            <a:solidFill>
              <a:srgbClr val="AEB6C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55" name="object 253">
              <a:extLst>
                <a:ext uri="{FF2B5EF4-FFF2-40B4-BE49-F238E27FC236}">
                  <a16:creationId xmlns:a16="http://schemas.microsoft.com/office/drawing/2014/main" id="{4E7EC19E-D3F2-DA3D-8AAC-F9F36781199A}"/>
                </a:ext>
              </a:extLst>
            </p:cNvPr>
            <p:cNvSpPr/>
            <p:nvPr/>
          </p:nvSpPr>
          <p:spPr>
            <a:xfrm>
              <a:off x="2637722" y="3950868"/>
              <a:ext cx="81280" cy="20320"/>
            </a:xfrm>
            <a:custGeom>
              <a:avLst/>
              <a:gdLst/>
              <a:ahLst/>
              <a:cxnLst/>
              <a:rect l="l" t="t" r="r" b="b"/>
              <a:pathLst>
                <a:path w="81280" h="20320">
                  <a:moveTo>
                    <a:pt x="60960" y="19812"/>
                  </a:moveTo>
                  <a:lnTo>
                    <a:pt x="0" y="19812"/>
                  </a:lnTo>
                  <a:lnTo>
                    <a:pt x="21336" y="0"/>
                  </a:lnTo>
                  <a:lnTo>
                    <a:pt x="80772" y="0"/>
                  </a:lnTo>
                  <a:lnTo>
                    <a:pt x="60960" y="19812"/>
                  </a:lnTo>
                  <a:close/>
                </a:path>
              </a:pathLst>
            </a:custGeom>
            <a:solidFill>
              <a:srgbClr val="E0E8F5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56" name="object 254">
              <a:extLst>
                <a:ext uri="{FF2B5EF4-FFF2-40B4-BE49-F238E27FC236}">
                  <a16:creationId xmlns:a16="http://schemas.microsoft.com/office/drawing/2014/main" id="{9E1BB297-B857-53D2-A934-1939BA539717}"/>
                </a:ext>
              </a:extLst>
            </p:cNvPr>
            <p:cNvSpPr/>
            <p:nvPr/>
          </p:nvSpPr>
          <p:spPr>
            <a:xfrm>
              <a:off x="2637722" y="3950868"/>
              <a:ext cx="81280" cy="393700"/>
            </a:xfrm>
            <a:custGeom>
              <a:avLst/>
              <a:gdLst/>
              <a:ahLst/>
              <a:cxnLst/>
              <a:rect l="l" t="t" r="r" b="b"/>
              <a:pathLst>
                <a:path w="81280" h="393700">
                  <a:moveTo>
                    <a:pt x="0" y="19812"/>
                  </a:moveTo>
                  <a:lnTo>
                    <a:pt x="21336" y="0"/>
                  </a:lnTo>
                  <a:lnTo>
                    <a:pt x="80772" y="0"/>
                  </a:lnTo>
                  <a:lnTo>
                    <a:pt x="80772" y="373380"/>
                  </a:lnTo>
                  <a:lnTo>
                    <a:pt x="60960" y="393192"/>
                  </a:lnTo>
                  <a:lnTo>
                    <a:pt x="0" y="393192"/>
                  </a:lnTo>
                  <a:lnTo>
                    <a:pt x="0" y="19812"/>
                  </a:lnTo>
                  <a:close/>
                </a:path>
                <a:path w="81280" h="393700">
                  <a:moveTo>
                    <a:pt x="0" y="19812"/>
                  </a:moveTo>
                  <a:lnTo>
                    <a:pt x="60960" y="19812"/>
                  </a:lnTo>
                  <a:lnTo>
                    <a:pt x="80772" y="0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57" name="object 255">
              <a:extLst>
                <a:ext uri="{FF2B5EF4-FFF2-40B4-BE49-F238E27FC236}">
                  <a16:creationId xmlns:a16="http://schemas.microsoft.com/office/drawing/2014/main" id="{CF09CD2E-3E7E-BD7C-BE1C-6347E71C292C}"/>
                </a:ext>
              </a:extLst>
            </p:cNvPr>
            <p:cNvSpPr/>
            <p:nvPr/>
          </p:nvSpPr>
          <p:spPr>
            <a:xfrm>
              <a:off x="2698682" y="3970680"/>
              <a:ext cx="0" cy="373380"/>
            </a:xfrm>
            <a:custGeom>
              <a:avLst/>
              <a:gdLst/>
              <a:ahLst/>
              <a:cxnLst/>
              <a:rect l="l" t="t" r="r" b="b"/>
              <a:pathLst>
                <a:path h="373379">
                  <a:moveTo>
                    <a:pt x="0" y="0"/>
                  </a:moveTo>
                  <a:lnTo>
                    <a:pt x="0" y="373380"/>
                  </a:lnTo>
                </a:path>
              </a:pathLst>
            </a:custGeom>
            <a:ln w="9144">
              <a:solidFill>
                <a:srgbClr val="1F3863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58" name="object 256">
              <a:extLst>
                <a:ext uri="{FF2B5EF4-FFF2-40B4-BE49-F238E27FC236}">
                  <a16:creationId xmlns:a16="http://schemas.microsoft.com/office/drawing/2014/main" id="{9ECD29B2-EFB7-245C-D92C-555540894534}"/>
                </a:ext>
              </a:extLst>
            </p:cNvPr>
            <p:cNvSpPr/>
            <p:nvPr/>
          </p:nvSpPr>
          <p:spPr>
            <a:xfrm>
              <a:off x="2753546" y="3615588"/>
              <a:ext cx="294640" cy="178435"/>
            </a:xfrm>
            <a:custGeom>
              <a:avLst/>
              <a:gdLst/>
              <a:ahLst/>
              <a:cxnLst/>
              <a:rect l="l" t="t" r="r" b="b"/>
              <a:pathLst>
                <a:path w="294639" h="178435">
                  <a:moveTo>
                    <a:pt x="204216" y="178308"/>
                  </a:moveTo>
                  <a:lnTo>
                    <a:pt x="214884" y="144780"/>
                  </a:lnTo>
                  <a:lnTo>
                    <a:pt x="0" y="67056"/>
                  </a:lnTo>
                  <a:lnTo>
                    <a:pt x="22860" y="0"/>
                  </a:lnTo>
                  <a:lnTo>
                    <a:pt x="239268" y="79248"/>
                  </a:lnTo>
                  <a:lnTo>
                    <a:pt x="251460" y="45720"/>
                  </a:lnTo>
                  <a:lnTo>
                    <a:pt x="294132" y="135636"/>
                  </a:lnTo>
                  <a:lnTo>
                    <a:pt x="204216" y="178308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59" name="object 257">
              <a:extLst>
                <a:ext uri="{FF2B5EF4-FFF2-40B4-BE49-F238E27FC236}">
                  <a16:creationId xmlns:a16="http://schemas.microsoft.com/office/drawing/2014/main" id="{8C52D24D-3642-D2A3-600F-B8DD34E5FF49}"/>
                </a:ext>
              </a:extLst>
            </p:cNvPr>
            <p:cNvSpPr/>
            <p:nvPr/>
          </p:nvSpPr>
          <p:spPr>
            <a:xfrm>
              <a:off x="2753546" y="3615588"/>
              <a:ext cx="294640" cy="178435"/>
            </a:xfrm>
            <a:custGeom>
              <a:avLst/>
              <a:gdLst/>
              <a:ahLst/>
              <a:cxnLst/>
              <a:rect l="l" t="t" r="r" b="b"/>
              <a:pathLst>
                <a:path w="294639" h="178435">
                  <a:moveTo>
                    <a:pt x="294132" y="135636"/>
                  </a:moveTo>
                  <a:lnTo>
                    <a:pt x="204216" y="178308"/>
                  </a:lnTo>
                  <a:lnTo>
                    <a:pt x="214884" y="144780"/>
                  </a:lnTo>
                  <a:lnTo>
                    <a:pt x="0" y="67056"/>
                  </a:lnTo>
                  <a:lnTo>
                    <a:pt x="22860" y="0"/>
                  </a:lnTo>
                  <a:lnTo>
                    <a:pt x="239268" y="79248"/>
                  </a:lnTo>
                  <a:lnTo>
                    <a:pt x="251460" y="45720"/>
                  </a:lnTo>
                  <a:lnTo>
                    <a:pt x="294132" y="13563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60" name="object 258">
              <a:extLst>
                <a:ext uri="{FF2B5EF4-FFF2-40B4-BE49-F238E27FC236}">
                  <a16:creationId xmlns:a16="http://schemas.microsoft.com/office/drawing/2014/main" id="{EC799272-AD30-31D4-4702-FE5C7600545E}"/>
                </a:ext>
              </a:extLst>
            </p:cNvPr>
            <p:cNvSpPr/>
            <p:nvPr/>
          </p:nvSpPr>
          <p:spPr>
            <a:xfrm>
              <a:off x="2768786" y="3955440"/>
              <a:ext cx="283845" cy="200025"/>
            </a:xfrm>
            <a:custGeom>
              <a:avLst/>
              <a:gdLst/>
              <a:ahLst/>
              <a:cxnLst/>
              <a:rect l="l" t="t" r="r" b="b"/>
              <a:pathLst>
                <a:path w="283844" h="200025">
                  <a:moveTo>
                    <a:pt x="32003" y="199643"/>
                  </a:moveTo>
                  <a:lnTo>
                    <a:pt x="0" y="137159"/>
                  </a:lnTo>
                  <a:lnTo>
                    <a:pt x="204215" y="30479"/>
                  </a:lnTo>
                  <a:lnTo>
                    <a:pt x="187451" y="0"/>
                  </a:lnTo>
                  <a:lnTo>
                    <a:pt x="283463" y="28955"/>
                  </a:lnTo>
                  <a:lnTo>
                    <a:pt x="252983" y="124967"/>
                  </a:lnTo>
                  <a:lnTo>
                    <a:pt x="236219" y="92963"/>
                  </a:lnTo>
                  <a:lnTo>
                    <a:pt x="32003" y="199643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61" name="object 259">
              <a:extLst>
                <a:ext uri="{FF2B5EF4-FFF2-40B4-BE49-F238E27FC236}">
                  <a16:creationId xmlns:a16="http://schemas.microsoft.com/office/drawing/2014/main" id="{0C457948-C191-78C9-FF55-5148ACF02B51}"/>
                </a:ext>
              </a:extLst>
            </p:cNvPr>
            <p:cNvSpPr/>
            <p:nvPr/>
          </p:nvSpPr>
          <p:spPr>
            <a:xfrm>
              <a:off x="2768786" y="3955440"/>
              <a:ext cx="283845" cy="200025"/>
            </a:xfrm>
            <a:custGeom>
              <a:avLst/>
              <a:gdLst/>
              <a:ahLst/>
              <a:cxnLst/>
              <a:rect l="l" t="t" r="r" b="b"/>
              <a:pathLst>
                <a:path w="283844" h="200025">
                  <a:moveTo>
                    <a:pt x="283463" y="28955"/>
                  </a:moveTo>
                  <a:lnTo>
                    <a:pt x="252983" y="124967"/>
                  </a:lnTo>
                  <a:lnTo>
                    <a:pt x="236219" y="92963"/>
                  </a:lnTo>
                  <a:lnTo>
                    <a:pt x="32003" y="199643"/>
                  </a:lnTo>
                  <a:lnTo>
                    <a:pt x="0" y="137159"/>
                  </a:lnTo>
                  <a:lnTo>
                    <a:pt x="204215" y="30479"/>
                  </a:lnTo>
                  <a:lnTo>
                    <a:pt x="187451" y="0"/>
                  </a:lnTo>
                  <a:lnTo>
                    <a:pt x="283463" y="28955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62" name="object 260">
              <a:extLst>
                <a:ext uri="{FF2B5EF4-FFF2-40B4-BE49-F238E27FC236}">
                  <a16:creationId xmlns:a16="http://schemas.microsoft.com/office/drawing/2014/main" id="{D34BF52F-554E-9432-2EFD-F8D462D0484B}"/>
                </a:ext>
              </a:extLst>
            </p:cNvPr>
            <p:cNvSpPr/>
            <p:nvPr/>
          </p:nvSpPr>
          <p:spPr>
            <a:xfrm>
              <a:off x="3428678" y="3798468"/>
              <a:ext cx="300355" cy="140335"/>
            </a:xfrm>
            <a:custGeom>
              <a:avLst/>
              <a:gdLst/>
              <a:ahLst/>
              <a:cxnLst/>
              <a:rect l="l" t="t" r="r" b="b"/>
              <a:pathLst>
                <a:path w="300354" h="140335">
                  <a:moveTo>
                    <a:pt x="230123" y="140208"/>
                  </a:moveTo>
                  <a:lnTo>
                    <a:pt x="230123" y="105156"/>
                  </a:lnTo>
                  <a:lnTo>
                    <a:pt x="0" y="105156"/>
                  </a:lnTo>
                  <a:lnTo>
                    <a:pt x="0" y="35052"/>
                  </a:lnTo>
                  <a:lnTo>
                    <a:pt x="230123" y="35052"/>
                  </a:lnTo>
                  <a:lnTo>
                    <a:pt x="230123" y="0"/>
                  </a:lnTo>
                  <a:lnTo>
                    <a:pt x="300227" y="70104"/>
                  </a:lnTo>
                  <a:lnTo>
                    <a:pt x="230123" y="140208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63" name="object 261">
              <a:extLst>
                <a:ext uri="{FF2B5EF4-FFF2-40B4-BE49-F238E27FC236}">
                  <a16:creationId xmlns:a16="http://schemas.microsoft.com/office/drawing/2014/main" id="{8A536425-E9C8-56FC-7027-ECA7CC24A7E3}"/>
                </a:ext>
              </a:extLst>
            </p:cNvPr>
            <p:cNvSpPr/>
            <p:nvPr/>
          </p:nvSpPr>
          <p:spPr>
            <a:xfrm>
              <a:off x="3428678" y="3798468"/>
              <a:ext cx="300355" cy="140335"/>
            </a:xfrm>
            <a:custGeom>
              <a:avLst/>
              <a:gdLst/>
              <a:ahLst/>
              <a:cxnLst/>
              <a:rect l="l" t="t" r="r" b="b"/>
              <a:pathLst>
                <a:path w="300354" h="140335">
                  <a:moveTo>
                    <a:pt x="300227" y="70104"/>
                  </a:moveTo>
                  <a:lnTo>
                    <a:pt x="230123" y="140208"/>
                  </a:lnTo>
                  <a:lnTo>
                    <a:pt x="230123" y="105156"/>
                  </a:lnTo>
                  <a:lnTo>
                    <a:pt x="0" y="105156"/>
                  </a:lnTo>
                  <a:lnTo>
                    <a:pt x="0" y="35052"/>
                  </a:lnTo>
                  <a:lnTo>
                    <a:pt x="230123" y="35052"/>
                  </a:lnTo>
                  <a:lnTo>
                    <a:pt x="230123" y="0"/>
                  </a:lnTo>
                  <a:lnTo>
                    <a:pt x="300227" y="7010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</p:grpSp>
      <p:sp>
        <p:nvSpPr>
          <p:cNvPr id="264" name="object 262">
            <a:extLst>
              <a:ext uri="{FF2B5EF4-FFF2-40B4-BE49-F238E27FC236}">
                <a16:creationId xmlns:a16="http://schemas.microsoft.com/office/drawing/2014/main" id="{D226293F-1B99-661F-5BE8-8FE447344597}"/>
              </a:ext>
            </a:extLst>
          </p:cNvPr>
          <p:cNvSpPr txBox="1"/>
          <p:nvPr/>
        </p:nvSpPr>
        <p:spPr>
          <a:xfrm>
            <a:off x="2123161" y="5828688"/>
            <a:ext cx="557152" cy="389158"/>
          </a:xfrm>
          <a:prstGeom prst="rect">
            <a:avLst/>
          </a:prstGeom>
        </p:spPr>
        <p:txBody>
          <a:bodyPr vert="horz" wrap="square" lIns="0" tIns="17411" rIns="0" bIns="0" rtlCol="0">
            <a:spAutoFit/>
          </a:bodyPr>
          <a:lstStyle/>
          <a:p>
            <a:pPr marL="122847" marR="7738" indent="-104468">
              <a:lnSpc>
                <a:spcPct val="102499"/>
              </a:lnSpc>
              <a:spcBef>
                <a:spcPts val="137"/>
              </a:spcBef>
            </a:pPr>
            <a:r>
              <a:rPr sz="1219" spc="-15" dirty="0">
                <a:latin typeface="Times New Roman"/>
                <a:cs typeface="Times New Roman"/>
              </a:rPr>
              <a:t>memory</a:t>
            </a:r>
            <a:r>
              <a:rPr sz="1219" spc="762" dirty="0">
                <a:latin typeface="Times New Roman"/>
                <a:cs typeface="Times New Roman"/>
              </a:rPr>
              <a:t> </a:t>
            </a:r>
            <a:r>
              <a:rPr sz="1219" spc="-30" dirty="0">
                <a:latin typeface="Times New Roman"/>
                <a:cs typeface="Times New Roman"/>
              </a:rPr>
              <a:t>bank</a:t>
            </a:r>
            <a:endParaRPr sz="1219">
              <a:latin typeface="Times New Roman"/>
              <a:cs typeface="Times New Roman"/>
            </a:endParaRPr>
          </a:p>
        </p:txBody>
      </p:sp>
      <p:sp>
        <p:nvSpPr>
          <p:cNvPr id="265" name="object 263">
            <a:extLst>
              <a:ext uri="{FF2B5EF4-FFF2-40B4-BE49-F238E27FC236}">
                <a16:creationId xmlns:a16="http://schemas.microsoft.com/office/drawing/2014/main" id="{530C628E-E685-3B77-8D74-77C43725278D}"/>
              </a:ext>
            </a:extLst>
          </p:cNvPr>
          <p:cNvSpPr txBox="1"/>
          <p:nvPr/>
        </p:nvSpPr>
        <p:spPr>
          <a:xfrm>
            <a:off x="4761063" y="5391927"/>
            <a:ext cx="328874" cy="271488"/>
          </a:xfrm>
          <a:prstGeom prst="rect">
            <a:avLst/>
          </a:prstGeom>
        </p:spPr>
        <p:txBody>
          <a:bodyPr vert="horz" wrap="square" lIns="0" tIns="25149" rIns="0" bIns="0" rtlCol="0">
            <a:spAutoFit/>
          </a:bodyPr>
          <a:lstStyle/>
          <a:p>
            <a:pPr marL="58038">
              <a:spcBef>
                <a:spcPts val="198"/>
              </a:spcBef>
            </a:pPr>
            <a:r>
              <a:rPr sz="1599" spc="-38" dirty="0">
                <a:latin typeface="Cambria"/>
                <a:cs typeface="Cambria"/>
              </a:rPr>
              <a:t>𝑓</a:t>
            </a:r>
            <a:r>
              <a:rPr sz="1828" spc="-56" baseline="-13888" dirty="0">
                <a:latin typeface="Cambria"/>
                <a:cs typeface="Cambria"/>
              </a:rPr>
              <a:t>x</a:t>
            </a:r>
            <a:r>
              <a:rPr sz="1485" spc="-56" baseline="-34188" dirty="0">
                <a:latin typeface="Cambria"/>
                <a:cs typeface="Cambria"/>
              </a:rPr>
              <a:t>i</a:t>
            </a:r>
            <a:endParaRPr sz="1485" baseline="-34188">
              <a:latin typeface="Cambria"/>
              <a:cs typeface="Cambria"/>
            </a:endParaRPr>
          </a:p>
        </p:txBody>
      </p:sp>
      <p:sp>
        <p:nvSpPr>
          <p:cNvPr id="266" name="object 264">
            <a:extLst>
              <a:ext uri="{FF2B5EF4-FFF2-40B4-BE49-F238E27FC236}">
                <a16:creationId xmlns:a16="http://schemas.microsoft.com/office/drawing/2014/main" id="{45B98F50-CC47-A27D-A843-FDEDFE4529E9}"/>
              </a:ext>
            </a:extLst>
          </p:cNvPr>
          <p:cNvSpPr txBox="1"/>
          <p:nvPr/>
        </p:nvSpPr>
        <p:spPr>
          <a:xfrm>
            <a:off x="4749425" y="6575820"/>
            <a:ext cx="328874" cy="271488"/>
          </a:xfrm>
          <a:prstGeom prst="rect">
            <a:avLst/>
          </a:prstGeom>
        </p:spPr>
        <p:txBody>
          <a:bodyPr vert="horz" wrap="square" lIns="0" tIns="25149" rIns="0" bIns="0" rtlCol="0">
            <a:spAutoFit/>
          </a:bodyPr>
          <a:lstStyle/>
          <a:p>
            <a:pPr marL="58038">
              <a:spcBef>
                <a:spcPts val="198"/>
              </a:spcBef>
            </a:pPr>
            <a:r>
              <a:rPr sz="1599" spc="-38" dirty="0">
                <a:latin typeface="Cambria"/>
                <a:cs typeface="Cambria"/>
              </a:rPr>
              <a:t>𝑓</a:t>
            </a:r>
            <a:r>
              <a:rPr sz="1828" spc="-56" baseline="-13888" dirty="0">
                <a:latin typeface="Cambria"/>
                <a:cs typeface="Cambria"/>
              </a:rPr>
              <a:t>c</a:t>
            </a:r>
            <a:r>
              <a:rPr sz="1485" spc="-56" baseline="-34188" dirty="0">
                <a:latin typeface="Cambria"/>
                <a:cs typeface="Cambria"/>
              </a:rPr>
              <a:t>j</a:t>
            </a:r>
            <a:endParaRPr sz="1485" baseline="-34188">
              <a:latin typeface="Cambria"/>
              <a:cs typeface="Cambria"/>
            </a:endParaRPr>
          </a:p>
        </p:txBody>
      </p:sp>
      <p:grpSp>
        <p:nvGrpSpPr>
          <p:cNvPr id="267" name="object 265">
            <a:extLst>
              <a:ext uri="{FF2B5EF4-FFF2-40B4-BE49-F238E27FC236}">
                <a16:creationId xmlns:a16="http://schemas.microsoft.com/office/drawing/2014/main" id="{FC6B245F-835A-CF21-AD63-2722EAB5E6C1}"/>
              </a:ext>
            </a:extLst>
          </p:cNvPr>
          <p:cNvGrpSpPr/>
          <p:nvPr/>
        </p:nvGrpSpPr>
        <p:grpSpPr>
          <a:xfrm>
            <a:off x="1246420" y="3902665"/>
            <a:ext cx="10096446" cy="2753840"/>
            <a:chOff x="435542" y="2375052"/>
            <a:chExt cx="6628130" cy="1807845"/>
          </a:xfrm>
        </p:grpSpPr>
        <p:sp>
          <p:nvSpPr>
            <p:cNvPr id="268" name="object 266">
              <a:extLst>
                <a:ext uri="{FF2B5EF4-FFF2-40B4-BE49-F238E27FC236}">
                  <a16:creationId xmlns:a16="http://schemas.microsoft.com/office/drawing/2014/main" id="{15B5CC67-F17B-2424-58AD-9E7CA62A389F}"/>
                </a:ext>
              </a:extLst>
            </p:cNvPr>
            <p:cNvSpPr/>
            <p:nvPr/>
          </p:nvSpPr>
          <p:spPr>
            <a:xfrm>
              <a:off x="435530" y="3403752"/>
              <a:ext cx="2202815" cy="779145"/>
            </a:xfrm>
            <a:custGeom>
              <a:avLst/>
              <a:gdLst/>
              <a:ahLst/>
              <a:cxnLst/>
              <a:rect l="l" t="t" r="r" b="b"/>
              <a:pathLst>
                <a:path w="2202815" h="779145">
                  <a:moveTo>
                    <a:pt x="1202448" y="109728"/>
                  </a:moveTo>
                  <a:lnTo>
                    <a:pt x="1184160" y="109728"/>
                  </a:lnTo>
                  <a:lnTo>
                    <a:pt x="1184160" y="12192"/>
                  </a:lnTo>
                  <a:lnTo>
                    <a:pt x="1184160" y="6096"/>
                  </a:lnTo>
                  <a:lnTo>
                    <a:pt x="1184160" y="0"/>
                  </a:lnTo>
                  <a:lnTo>
                    <a:pt x="0" y="0"/>
                  </a:lnTo>
                  <a:lnTo>
                    <a:pt x="0" y="179832"/>
                  </a:lnTo>
                  <a:lnTo>
                    <a:pt x="12192" y="179832"/>
                  </a:lnTo>
                  <a:lnTo>
                    <a:pt x="12192" y="12192"/>
                  </a:lnTo>
                  <a:lnTo>
                    <a:pt x="1170444" y="12192"/>
                  </a:lnTo>
                  <a:lnTo>
                    <a:pt x="1170444" y="109728"/>
                  </a:lnTo>
                  <a:lnTo>
                    <a:pt x="1152156" y="109728"/>
                  </a:lnTo>
                  <a:lnTo>
                    <a:pt x="1176540" y="161544"/>
                  </a:lnTo>
                  <a:lnTo>
                    <a:pt x="1198638" y="117348"/>
                  </a:lnTo>
                  <a:lnTo>
                    <a:pt x="1202448" y="109728"/>
                  </a:lnTo>
                  <a:close/>
                </a:path>
                <a:path w="2202815" h="779145">
                  <a:moveTo>
                    <a:pt x="2202192" y="754392"/>
                  </a:moveTo>
                  <a:lnTo>
                    <a:pt x="2187397" y="746772"/>
                  </a:lnTo>
                  <a:lnTo>
                    <a:pt x="2151900" y="728484"/>
                  </a:lnTo>
                  <a:lnTo>
                    <a:pt x="2151900" y="746772"/>
                  </a:lnTo>
                  <a:lnTo>
                    <a:pt x="1184160" y="746772"/>
                  </a:lnTo>
                  <a:lnTo>
                    <a:pt x="1184160" y="600468"/>
                  </a:lnTo>
                  <a:lnTo>
                    <a:pt x="1170444" y="600468"/>
                  </a:lnTo>
                  <a:lnTo>
                    <a:pt x="1170444" y="760488"/>
                  </a:lnTo>
                  <a:lnTo>
                    <a:pt x="2151900" y="760488"/>
                  </a:lnTo>
                  <a:lnTo>
                    <a:pt x="2151900" y="778776"/>
                  </a:lnTo>
                  <a:lnTo>
                    <a:pt x="2189619" y="760488"/>
                  </a:lnTo>
                  <a:lnTo>
                    <a:pt x="2202192" y="75439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69" name="object 267">
              <a:extLst>
                <a:ext uri="{FF2B5EF4-FFF2-40B4-BE49-F238E27FC236}">
                  <a16:creationId xmlns:a16="http://schemas.microsoft.com/office/drawing/2014/main" id="{10501554-99DD-8304-9813-1D93F7E19A13}"/>
                </a:ext>
              </a:extLst>
            </p:cNvPr>
            <p:cNvSpPr/>
            <p:nvPr/>
          </p:nvSpPr>
          <p:spPr>
            <a:xfrm>
              <a:off x="1826942" y="2375064"/>
              <a:ext cx="3681095" cy="1464945"/>
            </a:xfrm>
            <a:custGeom>
              <a:avLst/>
              <a:gdLst/>
              <a:ahLst/>
              <a:cxnLst/>
              <a:rect l="l" t="t" r="r" b="b"/>
              <a:pathLst>
                <a:path w="3681095" h="1464945">
                  <a:moveTo>
                    <a:pt x="867168" y="1022604"/>
                  </a:moveTo>
                  <a:lnTo>
                    <a:pt x="848880" y="1022604"/>
                  </a:lnTo>
                  <a:lnTo>
                    <a:pt x="848880" y="13716"/>
                  </a:lnTo>
                  <a:lnTo>
                    <a:pt x="848880" y="7620"/>
                  </a:lnTo>
                  <a:lnTo>
                    <a:pt x="848880" y="0"/>
                  </a:lnTo>
                  <a:lnTo>
                    <a:pt x="0" y="0"/>
                  </a:lnTo>
                  <a:lnTo>
                    <a:pt x="0" y="13716"/>
                  </a:lnTo>
                  <a:lnTo>
                    <a:pt x="835164" y="13716"/>
                  </a:lnTo>
                  <a:lnTo>
                    <a:pt x="835164" y="1022604"/>
                  </a:lnTo>
                  <a:lnTo>
                    <a:pt x="816876" y="1022604"/>
                  </a:lnTo>
                  <a:lnTo>
                    <a:pt x="841260" y="1074420"/>
                  </a:lnTo>
                  <a:lnTo>
                    <a:pt x="862596" y="1031748"/>
                  </a:lnTo>
                  <a:lnTo>
                    <a:pt x="867168" y="1022604"/>
                  </a:lnTo>
                  <a:close/>
                </a:path>
                <a:path w="3681095" h="1464945">
                  <a:moveTo>
                    <a:pt x="3680472" y="1438643"/>
                  </a:moveTo>
                  <a:lnTo>
                    <a:pt x="3668280" y="1432547"/>
                  </a:lnTo>
                  <a:lnTo>
                    <a:pt x="3628656" y="1412735"/>
                  </a:lnTo>
                  <a:lnTo>
                    <a:pt x="3628656" y="1432547"/>
                  </a:lnTo>
                  <a:lnTo>
                    <a:pt x="3474732" y="1432547"/>
                  </a:lnTo>
                  <a:lnTo>
                    <a:pt x="3474732" y="1444739"/>
                  </a:lnTo>
                  <a:lnTo>
                    <a:pt x="3628656" y="1444739"/>
                  </a:lnTo>
                  <a:lnTo>
                    <a:pt x="3628656" y="1464551"/>
                  </a:lnTo>
                  <a:lnTo>
                    <a:pt x="3668280" y="1444739"/>
                  </a:lnTo>
                  <a:lnTo>
                    <a:pt x="3680472" y="14386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70" name="object 268">
              <a:extLst>
                <a:ext uri="{FF2B5EF4-FFF2-40B4-BE49-F238E27FC236}">
                  <a16:creationId xmlns:a16="http://schemas.microsoft.com/office/drawing/2014/main" id="{2B558CB7-6F90-6D9C-D74A-F007C7B48488}"/>
                </a:ext>
              </a:extLst>
            </p:cNvPr>
            <p:cNvSpPr/>
            <p:nvPr/>
          </p:nvSpPr>
          <p:spPr>
            <a:xfrm>
              <a:off x="6036242" y="3633876"/>
              <a:ext cx="60960" cy="373380"/>
            </a:xfrm>
            <a:custGeom>
              <a:avLst/>
              <a:gdLst/>
              <a:ahLst/>
              <a:cxnLst/>
              <a:rect l="l" t="t" r="r" b="b"/>
              <a:pathLst>
                <a:path w="60960" h="373379">
                  <a:moveTo>
                    <a:pt x="60960" y="373380"/>
                  </a:moveTo>
                  <a:lnTo>
                    <a:pt x="0" y="373380"/>
                  </a:lnTo>
                  <a:lnTo>
                    <a:pt x="0" y="0"/>
                  </a:lnTo>
                  <a:lnTo>
                    <a:pt x="60960" y="0"/>
                  </a:lnTo>
                  <a:lnTo>
                    <a:pt x="60960" y="37338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71" name="object 269">
              <a:extLst>
                <a:ext uri="{FF2B5EF4-FFF2-40B4-BE49-F238E27FC236}">
                  <a16:creationId xmlns:a16="http://schemas.microsoft.com/office/drawing/2014/main" id="{AF34C2EC-AAAE-62A3-8EFA-FAC562B27239}"/>
                </a:ext>
              </a:extLst>
            </p:cNvPr>
            <p:cNvSpPr/>
            <p:nvPr/>
          </p:nvSpPr>
          <p:spPr>
            <a:xfrm>
              <a:off x="6097202" y="3614064"/>
              <a:ext cx="20320" cy="393700"/>
            </a:xfrm>
            <a:custGeom>
              <a:avLst/>
              <a:gdLst/>
              <a:ahLst/>
              <a:cxnLst/>
              <a:rect l="l" t="t" r="r" b="b"/>
              <a:pathLst>
                <a:path w="20320" h="393700">
                  <a:moveTo>
                    <a:pt x="0" y="39319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19812" y="371856"/>
                  </a:lnTo>
                  <a:lnTo>
                    <a:pt x="0" y="393192"/>
                  </a:lnTo>
                  <a:close/>
                </a:path>
              </a:pathLst>
            </a:custGeom>
            <a:solidFill>
              <a:srgbClr val="CDB87A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72" name="object 270">
              <a:extLst>
                <a:ext uri="{FF2B5EF4-FFF2-40B4-BE49-F238E27FC236}">
                  <a16:creationId xmlns:a16="http://schemas.microsoft.com/office/drawing/2014/main" id="{4C6FD050-9870-A384-4769-CF43C428D77F}"/>
                </a:ext>
              </a:extLst>
            </p:cNvPr>
            <p:cNvSpPr/>
            <p:nvPr/>
          </p:nvSpPr>
          <p:spPr>
            <a:xfrm>
              <a:off x="6036242" y="3614064"/>
              <a:ext cx="81280" cy="20320"/>
            </a:xfrm>
            <a:custGeom>
              <a:avLst/>
              <a:gdLst/>
              <a:ahLst/>
              <a:cxnLst/>
              <a:rect l="l" t="t" r="r" b="b"/>
              <a:pathLst>
                <a:path w="81279" h="20320">
                  <a:moveTo>
                    <a:pt x="60960" y="19812"/>
                  </a:moveTo>
                  <a:lnTo>
                    <a:pt x="0" y="19812"/>
                  </a:lnTo>
                  <a:lnTo>
                    <a:pt x="19812" y="0"/>
                  </a:lnTo>
                  <a:lnTo>
                    <a:pt x="80772" y="0"/>
                  </a:lnTo>
                  <a:lnTo>
                    <a:pt x="60960" y="19812"/>
                  </a:lnTo>
                  <a:close/>
                </a:path>
              </a:pathLst>
            </a:custGeom>
            <a:solidFill>
              <a:srgbClr val="FFEBAC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73" name="object 271">
              <a:extLst>
                <a:ext uri="{FF2B5EF4-FFF2-40B4-BE49-F238E27FC236}">
                  <a16:creationId xmlns:a16="http://schemas.microsoft.com/office/drawing/2014/main" id="{7962B6EC-5EB1-4847-FA51-832BDFC2559F}"/>
                </a:ext>
              </a:extLst>
            </p:cNvPr>
            <p:cNvSpPr/>
            <p:nvPr/>
          </p:nvSpPr>
          <p:spPr>
            <a:xfrm>
              <a:off x="6036242" y="3614064"/>
              <a:ext cx="81280" cy="393700"/>
            </a:xfrm>
            <a:custGeom>
              <a:avLst/>
              <a:gdLst/>
              <a:ahLst/>
              <a:cxnLst/>
              <a:rect l="l" t="t" r="r" b="b"/>
              <a:pathLst>
                <a:path w="81279" h="393700">
                  <a:moveTo>
                    <a:pt x="0" y="19812"/>
                  </a:moveTo>
                  <a:lnTo>
                    <a:pt x="19812" y="0"/>
                  </a:lnTo>
                  <a:lnTo>
                    <a:pt x="80772" y="0"/>
                  </a:lnTo>
                  <a:lnTo>
                    <a:pt x="80772" y="371856"/>
                  </a:lnTo>
                  <a:lnTo>
                    <a:pt x="60960" y="393192"/>
                  </a:lnTo>
                  <a:lnTo>
                    <a:pt x="0" y="393192"/>
                  </a:lnTo>
                  <a:lnTo>
                    <a:pt x="0" y="19812"/>
                  </a:lnTo>
                  <a:close/>
                </a:path>
                <a:path w="81279" h="393700">
                  <a:moveTo>
                    <a:pt x="0" y="19812"/>
                  </a:moveTo>
                  <a:lnTo>
                    <a:pt x="60960" y="19812"/>
                  </a:lnTo>
                  <a:lnTo>
                    <a:pt x="80772" y="0"/>
                  </a:lnTo>
                </a:path>
              </a:pathLst>
            </a:custGeom>
            <a:ln w="9144">
              <a:solidFill>
                <a:srgbClr val="BE9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74" name="object 272">
              <a:extLst>
                <a:ext uri="{FF2B5EF4-FFF2-40B4-BE49-F238E27FC236}">
                  <a16:creationId xmlns:a16="http://schemas.microsoft.com/office/drawing/2014/main" id="{291F3A9A-1209-2834-99A7-5B7A046D9A00}"/>
                </a:ext>
              </a:extLst>
            </p:cNvPr>
            <p:cNvSpPr/>
            <p:nvPr/>
          </p:nvSpPr>
          <p:spPr>
            <a:xfrm>
              <a:off x="6097202" y="3633876"/>
              <a:ext cx="0" cy="373380"/>
            </a:xfrm>
            <a:custGeom>
              <a:avLst/>
              <a:gdLst/>
              <a:ahLst/>
              <a:cxnLst/>
              <a:rect l="l" t="t" r="r" b="b"/>
              <a:pathLst>
                <a:path h="373379">
                  <a:moveTo>
                    <a:pt x="0" y="0"/>
                  </a:moveTo>
                  <a:lnTo>
                    <a:pt x="0" y="373380"/>
                  </a:lnTo>
                </a:path>
              </a:pathLst>
            </a:custGeom>
            <a:ln w="9144">
              <a:solidFill>
                <a:srgbClr val="BE9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75" name="object 273">
              <a:extLst>
                <a:ext uri="{FF2B5EF4-FFF2-40B4-BE49-F238E27FC236}">
                  <a16:creationId xmlns:a16="http://schemas.microsoft.com/office/drawing/2014/main" id="{7B162CD6-602A-1E39-6C57-08A12C93EE97}"/>
                </a:ext>
              </a:extLst>
            </p:cNvPr>
            <p:cNvSpPr/>
            <p:nvPr/>
          </p:nvSpPr>
          <p:spPr>
            <a:xfrm>
              <a:off x="6167306" y="3739032"/>
              <a:ext cx="266700" cy="127000"/>
            </a:xfrm>
            <a:custGeom>
              <a:avLst/>
              <a:gdLst/>
              <a:ahLst/>
              <a:cxnLst/>
              <a:rect l="l" t="t" r="r" b="b"/>
              <a:pathLst>
                <a:path w="266700" h="127000">
                  <a:moveTo>
                    <a:pt x="204215" y="126492"/>
                  </a:moveTo>
                  <a:lnTo>
                    <a:pt x="204215" y="94488"/>
                  </a:lnTo>
                  <a:lnTo>
                    <a:pt x="0" y="94488"/>
                  </a:lnTo>
                  <a:lnTo>
                    <a:pt x="0" y="32004"/>
                  </a:lnTo>
                  <a:lnTo>
                    <a:pt x="204215" y="32004"/>
                  </a:lnTo>
                  <a:lnTo>
                    <a:pt x="204215" y="0"/>
                  </a:lnTo>
                  <a:lnTo>
                    <a:pt x="266700" y="62484"/>
                  </a:lnTo>
                  <a:lnTo>
                    <a:pt x="204215" y="126492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76" name="object 274">
              <a:extLst>
                <a:ext uri="{FF2B5EF4-FFF2-40B4-BE49-F238E27FC236}">
                  <a16:creationId xmlns:a16="http://schemas.microsoft.com/office/drawing/2014/main" id="{0A42E711-4256-8DA1-0FFA-144471D06574}"/>
                </a:ext>
              </a:extLst>
            </p:cNvPr>
            <p:cNvSpPr/>
            <p:nvPr/>
          </p:nvSpPr>
          <p:spPr>
            <a:xfrm>
              <a:off x="6167306" y="3739032"/>
              <a:ext cx="266700" cy="127000"/>
            </a:xfrm>
            <a:custGeom>
              <a:avLst/>
              <a:gdLst/>
              <a:ahLst/>
              <a:cxnLst/>
              <a:rect l="l" t="t" r="r" b="b"/>
              <a:pathLst>
                <a:path w="266700" h="127000">
                  <a:moveTo>
                    <a:pt x="266700" y="62484"/>
                  </a:moveTo>
                  <a:lnTo>
                    <a:pt x="204215" y="126492"/>
                  </a:lnTo>
                  <a:lnTo>
                    <a:pt x="204215" y="94488"/>
                  </a:lnTo>
                  <a:lnTo>
                    <a:pt x="0" y="94488"/>
                  </a:lnTo>
                  <a:lnTo>
                    <a:pt x="0" y="32004"/>
                  </a:lnTo>
                  <a:lnTo>
                    <a:pt x="204215" y="32004"/>
                  </a:lnTo>
                  <a:lnTo>
                    <a:pt x="204215" y="0"/>
                  </a:lnTo>
                  <a:lnTo>
                    <a:pt x="266700" y="6248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77" name="object 275">
              <a:extLst>
                <a:ext uri="{FF2B5EF4-FFF2-40B4-BE49-F238E27FC236}">
                  <a16:creationId xmlns:a16="http://schemas.microsoft.com/office/drawing/2014/main" id="{79F11B32-46BC-A088-5271-2554C435A9B5}"/>
                </a:ext>
              </a:extLst>
            </p:cNvPr>
            <p:cNvSpPr/>
            <p:nvPr/>
          </p:nvSpPr>
          <p:spPr>
            <a:xfrm>
              <a:off x="6586406" y="2881020"/>
              <a:ext cx="477520" cy="127000"/>
            </a:xfrm>
            <a:custGeom>
              <a:avLst/>
              <a:gdLst/>
              <a:ahLst/>
              <a:cxnLst/>
              <a:rect l="l" t="t" r="r" b="b"/>
              <a:pathLst>
                <a:path w="477520" h="127000">
                  <a:moveTo>
                    <a:pt x="437388" y="126492"/>
                  </a:moveTo>
                  <a:lnTo>
                    <a:pt x="435864" y="121920"/>
                  </a:lnTo>
                  <a:lnTo>
                    <a:pt x="442650" y="118824"/>
                  </a:lnTo>
                  <a:lnTo>
                    <a:pt x="449008" y="114300"/>
                  </a:lnTo>
                  <a:lnTo>
                    <a:pt x="465796" y="74247"/>
                  </a:lnTo>
                  <a:lnTo>
                    <a:pt x="466344" y="62484"/>
                  </a:lnTo>
                  <a:lnTo>
                    <a:pt x="465796" y="51625"/>
                  </a:lnTo>
                  <a:lnTo>
                    <a:pt x="449008" y="12954"/>
                  </a:lnTo>
                  <a:lnTo>
                    <a:pt x="435864" y="4572"/>
                  </a:lnTo>
                  <a:lnTo>
                    <a:pt x="437388" y="0"/>
                  </a:lnTo>
                  <a:lnTo>
                    <a:pt x="471225" y="31432"/>
                  </a:lnTo>
                  <a:lnTo>
                    <a:pt x="477012" y="64008"/>
                  </a:lnTo>
                  <a:lnTo>
                    <a:pt x="476440" y="75152"/>
                  </a:lnTo>
                  <a:lnTo>
                    <a:pt x="461605" y="112561"/>
                  </a:lnTo>
                  <a:lnTo>
                    <a:pt x="446222" y="123372"/>
                  </a:lnTo>
                  <a:lnTo>
                    <a:pt x="437388" y="126492"/>
                  </a:lnTo>
                  <a:close/>
                </a:path>
                <a:path w="477520" h="127000">
                  <a:moveTo>
                    <a:pt x="39624" y="126492"/>
                  </a:moveTo>
                  <a:lnTo>
                    <a:pt x="5786" y="95726"/>
                  </a:lnTo>
                  <a:lnTo>
                    <a:pt x="0" y="64008"/>
                  </a:lnTo>
                  <a:lnTo>
                    <a:pt x="595" y="52006"/>
                  </a:lnTo>
                  <a:lnTo>
                    <a:pt x="16049" y="14573"/>
                  </a:lnTo>
                  <a:lnTo>
                    <a:pt x="39624" y="0"/>
                  </a:lnTo>
                  <a:lnTo>
                    <a:pt x="42672" y="4572"/>
                  </a:lnTo>
                  <a:lnTo>
                    <a:pt x="35218" y="8334"/>
                  </a:lnTo>
                  <a:lnTo>
                    <a:pt x="28765" y="12954"/>
                  </a:lnTo>
                  <a:lnTo>
                    <a:pt x="11215" y="51625"/>
                  </a:lnTo>
                  <a:lnTo>
                    <a:pt x="10668" y="62484"/>
                  </a:lnTo>
                  <a:lnTo>
                    <a:pt x="11215" y="74247"/>
                  </a:lnTo>
                  <a:lnTo>
                    <a:pt x="28575" y="114300"/>
                  </a:lnTo>
                  <a:lnTo>
                    <a:pt x="41148" y="121920"/>
                  </a:lnTo>
                  <a:lnTo>
                    <a:pt x="39624" y="1264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</p:grpSp>
      <p:sp>
        <p:nvSpPr>
          <p:cNvPr id="278" name="object 276">
            <a:extLst>
              <a:ext uri="{FF2B5EF4-FFF2-40B4-BE49-F238E27FC236}">
                <a16:creationId xmlns:a16="http://schemas.microsoft.com/office/drawing/2014/main" id="{FCA547EC-35F9-26FE-D569-6DBC7FE6C456}"/>
              </a:ext>
            </a:extLst>
          </p:cNvPr>
          <p:cNvSpPr txBox="1"/>
          <p:nvPr/>
        </p:nvSpPr>
        <p:spPr>
          <a:xfrm>
            <a:off x="9882195" y="4604993"/>
            <a:ext cx="1625994" cy="271488"/>
          </a:xfrm>
          <a:prstGeom prst="rect">
            <a:avLst/>
          </a:prstGeom>
        </p:spPr>
        <p:txBody>
          <a:bodyPr vert="horz" wrap="square" lIns="0" tIns="25149" rIns="0" bIns="0" rtlCol="0">
            <a:spAutoFit/>
          </a:bodyPr>
          <a:lstStyle/>
          <a:p>
            <a:pPr marL="58038">
              <a:spcBef>
                <a:spcPts val="198"/>
              </a:spcBef>
            </a:pPr>
            <a:r>
              <a:rPr sz="1599" dirty="0">
                <a:latin typeface="Cambria"/>
                <a:cs typeface="Cambria"/>
              </a:rPr>
              <a:t>𝑃(𝑌|𝑑𝑜</a:t>
            </a:r>
            <a:r>
              <a:rPr sz="1599" spc="442" dirty="0">
                <a:latin typeface="Cambria"/>
                <a:cs typeface="Cambria"/>
              </a:rPr>
              <a:t> </a:t>
            </a:r>
            <a:r>
              <a:rPr sz="1599" dirty="0">
                <a:latin typeface="Cambria"/>
                <a:cs typeface="Cambria"/>
              </a:rPr>
              <a:t>𝑋</a:t>
            </a:r>
            <a:r>
              <a:rPr sz="1599" spc="228" dirty="0">
                <a:latin typeface="Cambria"/>
                <a:cs typeface="Cambria"/>
              </a:rPr>
              <a:t> </a:t>
            </a:r>
            <a:r>
              <a:rPr sz="1599" spc="335" dirty="0">
                <a:latin typeface="Cambria"/>
                <a:cs typeface="Cambria"/>
              </a:rPr>
              <a:t>=</a:t>
            </a:r>
            <a:r>
              <a:rPr sz="1599" spc="168" dirty="0">
                <a:latin typeface="Cambria"/>
                <a:cs typeface="Cambria"/>
              </a:rPr>
              <a:t> </a:t>
            </a:r>
            <a:r>
              <a:rPr sz="1599" dirty="0">
                <a:latin typeface="Cambria"/>
                <a:cs typeface="Cambria"/>
              </a:rPr>
              <a:t>𝑥</a:t>
            </a:r>
            <a:r>
              <a:rPr sz="1828" baseline="-13888" dirty="0">
                <a:latin typeface="Cambria"/>
                <a:cs typeface="Cambria"/>
              </a:rPr>
              <a:t>i</a:t>
            </a:r>
            <a:r>
              <a:rPr sz="1828" spc="947" baseline="-13888" dirty="0">
                <a:latin typeface="Cambria"/>
                <a:cs typeface="Cambria"/>
              </a:rPr>
              <a:t> </a:t>
            </a:r>
            <a:r>
              <a:rPr sz="1599" spc="-76" dirty="0">
                <a:latin typeface="Cambria"/>
                <a:cs typeface="Cambria"/>
              </a:rPr>
              <a:t>)</a:t>
            </a:r>
            <a:endParaRPr sz="1599">
              <a:latin typeface="Cambria"/>
              <a:cs typeface="Cambria"/>
            </a:endParaRPr>
          </a:p>
        </p:txBody>
      </p:sp>
      <p:grpSp>
        <p:nvGrpSpPr>
          <p:cNvPr id="279" name="object 277">
            <a:extLst>
              <a:ext uri="{FF2B5EF4-FFF2-40B4-BE49-F238E27FC236}">
                <a16:creationId xmlns:a16="http://schemas.microsoft.com/office/drawing/2014/main" id="{6020204C-8A19-6F82-44E3-261BF5246748}"/>
              </a:ext>
            </a:extLst>
          </p:cNvPr>
          <p:cNvGrpSpPr/>
          <p:nvPr/>
        </p:nvGrpSpPr>
        <p:grpSpPr>
          <a:xfrm>
            <a:off x="3375206" y="1550727"/>
            <a:ext cx="8139643" cy="5006630"/>
            <a:chOff x="1833050" y="831049"/>
            <a:chExt cx="5343525" cy="3286760"/>
          </a:xfrm>
        </p:grpSpPr>
        <p:sp>
          <p:nvSpPr>
            <p:cNvPr id="280" name="object 278">
              <a:extLst>
                <a:ext uri="{FF2B5EF4-FFF2-40B4-BE49-F238E27FC236}">
                  <a16:creationId xmlns:a16="http://schemas.microsoft.com/office/drawing/2014/main" id="{D1CBBD86-E018-3CB2-E3F1-CA525726E923}"/>
                </a:ext>
              </a:extLst>
            </p:cNvPr>
            <p:cNvSpPr/>
            <p:nvPr/>
          </p:nvSpPr>
          <p:spPr>
            <a:xfrm>
              <a:off x="1833038" y="2801772"/>
              <a:ext cx="3941445" cy="1036319"/>
            </a:xfrm>
            <a:custGeom>
              <a:avLst/>
              <a:gdLst/>
              <a:ahLst/>
              <a:cxnLst/>
              <a:rect l="l" t="t" r="r" b="b"/>
              <a:pathLst>
                <a:path w="3941445" h="1036320">
                  <a:moveTo>
                    <a:pt x="321576" y="713232"/>
                  </a:moveTo>
                  <a:lnTo>
                    <a:pt x="301752" y="713232"/>
                  </a:lnTo>
                  <a:lnTo>
                    <a:pt x="301752" y="12192"/>
                  </a:lnTo>
                  <a:lnTo>
                    <a:pt x="301752" y="6096"/>
                  </a:lnTo>
                  <a:lnTo>
                    <a:pt x="301752" y="0"/>
                  </a:lnTo>
                  <a:lnTo>
                    <a:pt x="0" y="0"/>
                  </a:lnTo>
                  <a:lnTo>
                    <a:pt x="0" y="12192"/>
                  </a:lnTo>
                  <a:lnTo>
                    <a:pt x="289560" y="12192"/>
                  </a:lnTo>
                  <a:lnTo>
                    <a:pt x="289560" y="713232"/>
                  </a:lnTo>
                  <a:lnTo>
                    <a:pt x="269748" y="713232"/>
                  </a:lnTo>
                  <a:lnTo>
                    <a:pt x="295656" y="765048"/>
                  </a:lnTo>
                  <a:lnTo>
                    <a:pt x="316992" y="722376"/>
                  </a:lnTo>
                  <a:lnTo>
                    <a:pt x="321576" y="713232"/>
                  </a:lnTo>
                  <a:close/>
                </a:path>
                <a:path w="3941445" h="1036320">
                  <a:moveTo>
                    <a:pt x="3941064" y="1010412"/>
                  </a:moveTo>
                  <a:lnTo>
                    <a:pt x="3928872" y="1004316"/>
                  </a:lnTo>
                  <a:lnTo>
                    <a:pt x="3889248" y="984504"/>
                  </a:lnTo>
                  <a:lnTo>
                    <a:pt x="3889248" y="1004316"/>
                  </a:lnTo>
                  <a:lnTo>
                    <a:pt x="3822192" y="1004316"/>
                  </a:lnTo>
                  <a:lnTo>
                    <a:pt x="3822192" y="1016508"/>
                  </a:lnTo>
                  <a:lnTo>
                    <a:pt x="3889248" y="1016508"/>
                  </a:lnTo>
                  <a:lnTo>
                    <a:pt x="3889248" y="1036320"/>
                  </a:lnTo>
                  <a:lnTo>
                    <a:pt x="3928872" y="1016508"/>
                  </a:lnTo>
                  <a:lnTo>
                    <a:pt x="3941064" y="10104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81" name="object 279">
              <a:extLst>
                <a:ext uri="{FF2B5EF4-FFF2-40B4-BE49-F238E27FC236}">
                  <a16:creationId xmlns:a16="http://schemas.microsoft.com/office/drawing/2014/main" id="{AA5D3CA2-C9D5-3497-1A25-D08382E47576}"/>
                </a:ext>
              </a:extLst>
            </p:cNvPr>
            <p:cNvSpPr/>
            <p:nvPr/>
          </p:nvSpPr>
          <p:spPr>
            <a:xfrm>
              <a:off x="6671751" y="3621683"/>
              <a:ext cx="123825" cy="390525"/>
            </a:xfrm>
            <a:custGeom>
              <a:avLst/>
              <a:gdLst/>
              <a:ahLst/>
              <a:cxnLst/>
              <a:rect l="l" t="t" r="r" b="b"/>
              <a:pathLst>
                <a:path w="123825" h="390525">
                  <a:moveTo>
                    <a:pt x="102108" y="390144"/>
                  </a:moveTo>
                  <a:lnTo>
                    <a:pt x="19812" y="390144"/>
                  </a:lnTo>
                  <a:lnTo>
                    <a:pt x="12215" y="388524"/>
                  </a:lnTo>
                  <a:lnTo>
                    <a:pt x="5905" y="384048"/>
                  </a:lnTo>
                  <a:lnTo>
                    <a:pt x="1595" y="377285"/>
                  </a:lnTo>
                  <a:lnTo>
                    <a:pt x="0" y="368808"/>
                  </a:lnTo>
                  <a:lnTo>
                    <a:pt x="0" y="21336"/>
                  </a:lnTo>
                  <a:lnTo>
                    <a:pt x="1595" y="12858"/>
                  </a:lnTo>
                  <a:lnTo>
                    <a:pt x="5905" y="6096"/>
                  </a:lnTo>
                  <a:lnTo>
                    <a:pt x="12215" y="1619"/>
                  </a:lnTo>
                  <a:lnTo>
                    <a:pt x="19812" y="0"/>
                  </a:lnTo>
                  <a:lnTo>
                    <a:pt x="102108" y="0"/>
                  </a:lnTo>
                  <a:lnTo>
                    <a:pt x="110585" y="1619"/>
                  </a:lnTo>
                  <a:lnTo>
                    <a:pt x="117348" y="6096"/>
                  </a:lnTo>
                  <a:lnTo>
                    <a:pt x="121824" y="12858"/>
                  </a:lnTo>
                  <a:lnTo>
                    <a:pt x="123444" y="21336"/>
                  </a:lnTo>
                  <a:lnTo>
                    <a:pt x="123444" y="368808"/>
                  </a:lnTo>
                  <a:lnTo>
                    <a:pt x="121824" y="377285"/>
                  </a:lnTo>
                  <a:lnTo>
                    <a:pt x="117348" y="384048"/>
                  </a:lnTo>
                  <a:lnTo>
                    <a:pt x="110585" y="388524"/>
                  </a:lnTo>
                  <a:lnTo>
                    <a:pt x="102108" y="390144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82" name="object 280">
              <a:extLst>
                <a:ext uri="{FF2B5EF4-FFF2-40B4-BE49-F238E27FC236}">
                  <a16:creationId xmlns:a16="http://schemas.microsoft.com/office/drawing/2014/main" id="{C6DAE344-75BF-FF35-A71F-4BA336798712}"/>
                </a:ext>
              </a:extLst>
            </p:cNvPr>
            <p:cNvSpPr/>
            <p:nvPr/>
          </p:nvSpPr>
          <p:spPr>
            <a:xfrm>
              <a:off x="6671751" y="3621683"/>
              <a:ext cx="123825" cy="390525"/>
            </a:xfrm>
            <a:custGeom>
              <a:avLst/>
              <a:gdLst/>
              <a:ahLst/>
              <a:cxnLst/>
              <a:rect l="l" t="t" r="r" b="b"/>
              <a:pathLst>
                <a:path w="123825" h="390525">
                  <a:moveTo>
                    <a:pt x="0" y="21336"/>
                  </a:moveTo>
                  <a:lnTo>
                    <a:pt x="1595" y="12858"/>
                  </a:lnTo>
                  <a:lnTo>
                    <a:pt x="5905" y="6096"/>
                  </a:lnTo>
                  <a:lnTo>
                    <a:pt x="12215" y="1619"/>
                  </a:lnTo>
                  <a:lnTo>
                    <a:pt x="19812" y="0"/>
                  </a:lnTo>
                  <a:lnTo>
                    <a:pt x="102108" y="0"/>
                  </a:lnTo>
                  <a:lnTo>
                    <a:pt x="110585" y="1619"/>
                  </a:lnTo>
                  <a:lnTo>
                    <a:pt x="117348" y="6096"/>
                  </a:lnTo>
                  <a:lnTo>
                    <a:pt x="121824" y="12858"/>
                  </a:lnTo>
                  <a:lnTo>
                    <a:pt x="123444" y="21336"/>
                  </a:lnTo>
                  <a:lnTo>
                    <a:pt x="123444" y="368808"/>
                  </a:lnTo>
                  <a:lnTo>
                    <a:pt x="121824" y="377285"/>
                  </a:lnTo>
                  <a:lnTo>
                    <a:pt x="117348" y="384048"/>
                  </a:lnTo>
                  <a:lnTo>
                    <a:pt x="110585" y="388524"/>
                  </a:lnTo>
                  <a:lnTo>
                    <a:pt x="102108" y="390144"/>
                  </a:lnTo>
                  <a:lnTo>
                    <a:pt x="19812" y="390144"/>
                  </a:lnTo>
                  <a:lnTo>
                    <a:pt x="12215" y="388524"/>
                  </a:lnTo>
                  <a:lnTo>
                    <a:pt x="5905" y="384048"/>
                  </a:lnTo>
                  <a:lnTo>
                    <a:pt x="1595" y="377285"/>
                  </a:lnTo>
                  <a:lnTo>
                    <a:pt x="0" y="368808"/>
                  </a:lnTo>
                  <a:lnTo>
                    <a:pt x="0" y="21336"/>
                  </a:lnTo>
                  <a:close/>
                </a:path>
              </a:pathLst>
            </a:custGeom>
            <a:ln w="12192">
              <a:solidFill>
                <a:srgbClr val="BE9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pic>
          <p:nvPicPr>
            <p:cNvPr id="283" name="object 281">
              <a:extLst>
                <a:ext uri="{FF2B5EF4-FFF2-40B4-BE49-F238E27FC236}">
                  <a16:creationId xmlns:a16="http://schemas.microsoft.com/office/drawing/2014/main" id="{92452DAA-0BEA-BCF6-E78C-B13BF0270EDD}"/>
                </a:ext>
              </a:extLst>
            </p:cNvPr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682418" y="3647591"/>
              <a:ext cx="92964" cy="92963"/>
            </a:xfrm>
            <a:prstGeom prst="rect">
              <a:avLst/>
            </a:prstGeom>
          </p:spPr>
        </p:pic>
        <p:pic>
          <p:nvPicPr>
            <p:cNvPr id="284" name="object 282">
              <a:extLst>
                <a:ext uri="{FF2B5EF4-FFF2-40B4-BE49-F238E27FC236}">
                  <a16:creationId xmlns:a16="http://schemas.microsoft.com/office/drawing/2014/main" id="{921B3E69-5FD9-361B-59FA-F58F1DDDF080}"/>
                </a:ext>
              </a:extLst>
            </p:cNvPr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682418" y="3767988"/>
              <a:ext cx="92964" cy="91439"/>
            </a:xfrm>
            <a:prstGeom prst="rect">
              <a:avLst/>
            </a:prstGeom>
          </p:spPr>
        </p:pic>
        <p:pic>
          <p:nvPicPr>
            <p:cNvPr id="285" name="object 283">
              <a:extLst>
                <a:ext uri="{FF2B5EF4-FFF2-40B4-BE49-F238E27FC236}">
                  <a16:creationId xmlns:a16="http://schemas.microsoft.com/office/drawing/2014/main" id="{E9BA8C2B-6F29-2C48-5297-10B84E69DD74}"/>
                </a:ext>
              </a:extLst>
            </p:cNvPr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682418" y="3886860"/>
              <a:ext cx="92964" cy="91439"/>
            </a:xfrm>
            <a:prstGeom prst="rect">
              <a:avLst/>
            </a:prstGeom>
          </p:spPr>
        </p:pic>
        <p:sp>
          <p:nvSpPr>
            <p:cNvPr id="286" name="object 284">
              <a:extLst>
                <a:ext uri="{FF2B5EF4-FFF2-40B4-BE49-F238E27FC236}">
                  <a16:creationId xmlns:a16="http://schemas.microsoft.com/office/drawing/2014/main" id="{BF319D2F-67CA-96C8-7E32-1C0A795AC10A}"/>
                </a:ext>
              </a:extLst>
            </p:cNvPr>
            <p:cNvSpPr/>
            <p:nvPr/>
          </p:nvSpPr>
          <p:spPr>
            <a:xfrm>
              <a:off x="6481251" y="3542436"/>
              <a:ext cx="123825" cy="510540"/>
            </a:xfrm>
            <a:custGeom>
              <a:avLst/>
              <a:gdLst/>
              <a:ahLst/>
              <a:cxnLst/>
              <a:rect l="l" t="t" r="r" b="b"/>
              <a:pathLst>
                <a:path w="123825" h="510539">
                  <a:moveTo>
                    <a:pt x="103632" y="510540"/>
                  </a:moveTo>
                  <a:lnTo>
                    <a:pt x="19812" y="510540"/>
                  </a:lnTo>
                  <a:lnTo>
                    <a:pt x="12215" y="508920"/>
                  </a:lnTo>
                  <a:lnTo>
                    <a:pt x="5905" y="504444"/>
                  </a:lnTo>
                  <a:lnTo>
                    <a:pt x="1595" y="497681"/>
                  </a:lnTo>
                  <a:lnTo>
                    <a:pt x="0" y="489204"/>
                  </a:lnTo>
                  <a:lnTo>
                    <a:pt x="0" y="21336"/>
                  </a:lnTo>
                  <a:lnTo>
                    <a:pt x="1595" y="12858"/>
                  </a:lnTo>
                  <a:lnTo>
                    <a:pt x="5905" y="6096"/>
                  </a:lnTo>
                  <a:lnTo>
                    <a:pt x="12215" y="1619"/>
                  </a:lnTo>
                  <a:lnTo>
                    <a:pt x="19812" y="0"/>
                  </a:lnTo>
                  <a:lnTo>
                    <a:pt x="103632" y="0"/>
                  </a:lnTo>
                  <a:lnTo>
                    <a:pt x="111228" y="1619"/>
                  </a:lnTo>
                  <a:lnTo>
                    <a:pt x="117538" y="6096"/>
                  </a:lnTo>
                  <a:lnTo>
                    <a:pt x="121848" y="12858"/>
                  </a:lnTo>
                  <a:lnTo>
                    <a:pt x="123444" y="21336"/>
                  </a:lnTo>
                  <a:lnTo>
                    <a:pt x="123444" y="489204"/>
                  </a:lnTo>
                  <a:lnTo>
                    <a:pt x="121848" y="497681"/>
                  </a:lnTo>
                  <a:lnTo>
                    <a:pt x="117538" y="504444"/>
                  </a:lnTo>
                  <a:lnTo>
                    <a:pt x="111228" y="508920"/>
                  </a:lnTo>
                  <a:lnTo>
                    <a:pt x="103632" y="51054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87" name="object 285">
              <a:extLst>
                <a:ext uri="{FF2B5EF4-FFF2-40B4-BE49-F238E27FC236}">
                  <a16:creationId xmlns:a16="http://schemas.microsoft.com/office/drawing/2014/main" id="{C81FBFBE-49EC-E662-8420-C77A070C7AD2}"/>
                </a:ext>
              </a:extLst>
            </p:cNvPr>
            <p:cNvSpPr/>
            <p:nvPr/>
          </p:nvSpPr>
          <p:spPr>
            <a:xfrm>
              <a:off x="6481251" y="3542436"/>
              <a:ext cx="123825" cy="510540"/>
            </a:xfrm>
            <a:custGeom>
              <a:avLst/>
              <a:gdLst/>
              <a:ahLst/>
              <a:cxnLst/>
              <a:rect l="l" t="t" r="r" b="b"/>
              <a:pathLst>
                <a:path w="123825" h="510539">
                  <a:moveTo>
                    <a:pt x="0" y="21336"/>
                  </a:moveTo>
                  <a:lnTo>
                    <a:pt x="1595" y="12858"/>
                  </a:lnTo>
                  <a:lnTo>
                    <a:pt x="5905" y="6096"/>
                  </a:lnTo>
                  <a:lnTo>
                    <a:pt x="12215" y="1619"/>
                  </a:lnTo>
                  <a:lnTo>
                    <a:pt x="19812" y="0"/>
                  </a:lnTo>
                  <a:lnTo>
                    <a:pt x="103632" y="0"/>
                  </a:lnTo>
                  <a:lnTo>
                    <a:pt x="111228" y="1619"/>
                  </a:lnTo>
                  <a:lnTo>
                    <a:pt x="117538" y="6096"/>
                  </a:lnTo>
                  <a:lnTo>
                    <a:pt x="121848" y="12858"/>
                  </a:lnTo>
                  <a:lnTo>
                    <a:pt x="123444" y="21336"/>
                  </a:lnTo>
                  <a:lnTo>
                    <a:pt x="123444" y="489204"/>
                  </a:lnTo>
                  <a:lnTo>
                    <a:pt x="121848" y="497681"/>
                  </a:lnTo>
                  <a:lnTo>
                    <a:pt x="117538" y="504444"/>
                  </a:lnTo>
                  <a:lnTo>
                    <a:pt x="111228" y="508920"/>
                  </a:lnTo>
                  <a:lnTo>
                    <a:pt x="103632" y="510540"/>
                  </a:lnTo>
                  <a:lnTo>
                    <a:pt x="19812" y="510540"/>
                  </a:lnTo>
                  <a:lnTo>
                    <a:pt x="12215" y="508920"/>
                  </a:lnTo>
                  <a:lnTo>
                    <a:pt x="5905" y="504444"/>
                  </a:lnTo>
                  <a:lnTo>
                    <a:pt x="1595" y="497681"/>
                  </a:lnTo>
                  <a:lnTo>
                    <a:pt x="0" y="489204"/>
                  </a:lnTo>
                  <a:lnTo>
                    <a:pt x="0" y="21336"/>
                  </a:lnTo>
                  <a:close/>
                </a:path>
              </a:pathLst>
            </a:custGeom>
            <a:ln w="12192">
              <a:solidFill>
                <a:srgbClr val="BE9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pic>
          <p:nvPicPr>
            <p:cNvPr id="288" name="object 286">
              <a:extLst>
                <a:ext uri="{FF2B5EF4-FFF2-40B4-BE49-F238E27FC236}">
                  <a16:creationId xmlns:a16="http://schemas.microsoft.com/office/drawing/2014/main" id="{F7B3E242-087E-F858-C6CC-1F260C640C11}"/>
                </a:ext>
              </a:extLst>
            </p:cNvPr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493442" y="3577488"/>
              <a:ext cx="91440" cy="91439"/>
            </a:xfrm>
            <a:prstGeom prst="rect">
              <a:avLst/>
            </a:prstGeom>
          </p:spPr>
        </p:pic>
        <p:pic>
          <p:nvPicPr>
            <p:cNvPr id="289" name="object 287">
              <a:extLst>
                <a:ext uri="{FF2B5EF4-FFF2-40B4-BE49-F238E27FC236}">
                  <a16:creationId xmlns:a16="http://schemas.microsoft.com/office/drawing/2014/main" id="{DC87833D-2437-4DB4-DB1A-BCAA86E52E02}"/>
                </a:ext>
              </a:extLst>
            </p:cNvPr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493442" y="3696360"/>
              <a:ext cx="91440" cy="91439"/>
            </a:xfrm>
            <a:prstGeom prst="rect">
              <a:avLst/>
            </a:prstGeom>
          </p:spPr>
        </p:pic>
        <p:pic>
          <p:nvPicPr>
            <p:cNvPr id="290" name="object 288">
              <a:extLst>
                <a:ext uri="{FF2B5EF4-FFF2-40B4-BE49-F238E27FC236}">
                  <a16:creationId xmlns:a16="http://schemas.microsoft.com/office/drawing/2014/main" id="{5A5F84C1-5242-238A-2372-82BF7C8B9344}"/>
                </a:ext>
              </a:extLst>
            </p:cNvPr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493442" y="3821328"/>
              <a:ext cx="91440" cy="91439"/>
            </a:xfrm>
            <a:prstGeom prst="rect">
              <a:avLst/>
            </a:prstGeom>
          </p:spPr>
        </p:pic>
        <p:pic>
          <p:nvPicPr>
            <p:cNvPr id="291" name="object 289">
              <a:extLst>
                <a:ext uri="{FF2B5EF4-FFF2-40B4-BE49-F238E27FC236}">
                  <a16:creationId xmlns:a16="http://schemas.microsoft.com/office/drawing/2014/main" id="{B9DCC09C-9D06-1378-2417-AF02F89B23E3}"/>
                </a:ext>
              </a:extLst>
            </p:cNvPr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493442" y="3940199"/>
              <a:ext cx="91440" cy="91439"/>
            </a:xfrm>
            <a:prstGeom prst="rect">
              <a:avLst/>
            </a:prstGeom>
          </p:spPr>
        </p:pic>
        <p:sp>
          <p:nvSpPr>
            <p:cNvPr id="292" name="object 290">
              <a:extLst>
                <a:ext uri="{FF2B5EF4-FFF2-40B4-BE49-F238E27FC236}">
                  <a16:creationId xmlns:a16="http://schemas.microsoft.com/office/drawing/2014/main" id="{CDDDB931-4FA4-5272-D8A2-CF2518607E03}"/>
                </a:ext>
              </a:extLst>
            </p:cNvPr>
            <p:cNvSpPr/>
            <p:nvPr/>
          </p:nvSpPr>
          <p:spPr>
            <a:xfrm>
              <a:off x="3265610" y="3679596"/>
              <a:ext cx="123825" cy="388620"/>
            </a:xfrm>
            <a:custGeom>
              <a:avLst/>
              <a:gdLst/>
              <a:ahLst/>
              <a:cxnLst/>
              <a:rect l="l" t="t" r="r" b="b"/>
              <a:pathLst>
                <a:path w="123825" h="388620">
                  <a:moveTo>
                    <a:pt x="103632" y="388620"/>
                  </a:moveTo>
                  <a:lnTo>
                    <a:pt x="21336" y="388620"/>
                  </a:lnTo>
                  <a:lnTo>
                    <a:pt x="12858" y="387024"/>
                  </a:lnTo>
                  <a:lnTo>
                    <a:pt x="6095" y="382714"/>
                  </a:lnTo>
                  <a:lnTo>
                    <a:pt x="1619" y="376404"/>
                  </a:lnTo>
                  <a:lnTo>
                    <a:pt x="0" y="368808"/>
                  </a:lnTo>
                  <a:lnTo>
                    <a:pt x="0" y="19812"/>
                  </a:lnTo>
                  <a:lnTo>
                    <a:pt x="1619" y="12215"/>
                  </a:lnTo>
                  <a:lnTo>
                    <a:pt x="6096" y="5905"/>
                  </a:lnTo>
                  <a:lnTo>
                    <a:pt x="12858" y="1595"/>
                  </a:lnTo>
                  <a:lnTo>
                    <a:pt x="21336" y="0"/>
                  </a:lnTo>
                  <a:lnTo>
                    <a:pt x="103632" y="0"/>
                  </a:lnTo>
                  <a:lnTo>
                    <a:pt x="111228" y="1595"/>
                  </a:lnTo>
                  <a:lnTo>
                    <a:pt x="117538" y="5905"/>
                  </a:lnTo>
                  <a:lnTo>
                    <a:pt x="121848" y="12215"/>
                  </a:lnTo>
                  <a:lnTo>
                    <a:pt x="123444" y="19812"/>
                  </a:lnTo>
                  <a:lnTo>
                    <a:pt x="123444" y="368808"/>
                  </a:lnTo>
                  <a:lnTo>
                    <a:pt x="121848" y="376404"/>
                  </a:lnTo>
                  <a:lnTo>
                    <a:pt x="117538" y="382714"/>
                  </a:lnTo>
                  <a:lnTo>
                    <a:pt x="111228" y="387024"/>
                  </a:lnTo>
                  <a:lnTo>
                    <a:pt x="103632" y="38862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93" name="object 291">
              <a:extLst>
                <a:ext uri="{FF2B5EF4-FFF2-40B4-BE49-F238E27FC236}">
                  <a16:creationId xmlns:a16="http://schemas.microsoft.com/office/drawing/2014/main" id="{CB61D81B-C99E-2527-2BDD-F2FD7391A85C}"/>
                </a:ext>
              </a:extLst>
            </p:cNvPr>
            <p:cNvSpPr/>
            <p:nvPr/>
          </p:nvSpPr>
          <p:spPr>
            <a:xfrm>
              <a:off x="3265610" y="3679596"/>
              <a:ext cx="123825" cy="388620"/>
            </a:xfrm>
            <a:custGeom>
              <a:avLst/>
              <a:gdLst/>
              <a:ahLst/>
              <a:cxnLst/>
              <a:rect l="l" t="t" r="r" b="b"/>
              <a:pathLst>
                <a:path w="123825" h="388620">
                  <a:moveTo>
                    <a:pt x="0" y="19812"/>
                  </a:moveTo>
                  <a:lnTo>
                    <a:pt x="1619" y="12215"/>
                  </a:lnTo>
                  <a:lnTo>
                    <a:pt x="6096" y="5905"/>
                  </a:lnTo>
                  <a:lnTo>
                    <a:pt x="12858" y="1595"/>
                  </a:lnTo>
                  <a:lnTo>
                    <a:pt x="21336" y="0"/>
                  </a:lnTo>
                  <a:lnTo>
                    <a:pt x="103632" y="0"/>
                  </a:lnTo>
                  <a:lnTo>
                    <a:pt x="111228" y="1595"/>
                  </a:lnTo>
                  <a:lnTo>
                    <a:pt x="117538" y="5905"/>
                  </a:lnTo>
                  <a:lnTo>
                    <a:pt x="121848" y="12215"/>
                  </a:lnTo>
                  <a:lnTo>
                    <a:pt x="123444" y="19812"/>
                  </a:lnTo>
                  <a:lnTo>
                    <a:pt x="123444" y="368808"/>
                  </a:lnTo>
                  <a:lnTo>
                    <a:pt x="121848" y="376404"/>
                  </a:lnTo>
                  <a:lnTo>
                    <a:pt x="117538" y="382714"/>
                  </a:lnTo>
                  <a:lnTo>
                    <a:pt x="111228" y="387024"/>
                  </a:lnTo>
                  <a:lnTo>
                    <a:pt x="103632" y="388620"/>
                  </a:lnTo>
                  <a:lnTo>
                    <a:pt x="21336" y="388620"/>
                  </a:lnTo>
                  <a:lnTo>
                    <a:pt x="12858" y="387024"/>
                  </a:lnTo>
                  <a:lnTo>
                    <a:pt x="6095" y="382714"/>
                  </a:lnTo>
                  <a:lnTo>
                    <a:pt x="1619" y="376404"/>
                  </a:lnTo>
                  <a:lnTo>
                    <a:pt x="0" y="368808"/>
                  </a:lnTo>
                  <a:lnTo>
                    <a:pt x="0" y="19812"/>
                  </a:lnTo>
                  <a:close/>
                </a:path>
              </a:pathLst>
            </a:custGeom>
            <a:ln w="12192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pic>
          <p:nvPicPr>
            <p:cNvPr id="294" name="object 292">
              <a:extLst>
                <a:ext uri="{FF2B5EF4-FFF2-40B4-BE49-F238E27FC236}">
                  <a16:creationId xmlns:a16="http://schemas.microsoft.com/office/drawing/2014/main" id="{9BFC10F2-C26C-05EF-A314-E31F76DA27A2}"/>
                </a:ext>
              </a:extLst>
            </p:cNvPr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277802" y="3705504"/>
              <a:ext cx="91440" cy="91439"/>
            </a:xfrm>
            <a:prstGeom prst="rect">
              <a:avLst/>
            </a:prstGeom>
          </p:spPr>
        </p:pic>
        <p:pic>
          <p:nvPicPr>
            <p:cNvPr id="295" name="object 293">
              <a:extLst>
                <a:ext uri="{FF2B5EF4-FFF2-40B4-BE49-F238E27FC236}">
                  <a16:creationId xmlns:a16="http://schemas.microsoft.com/office/drawing/2014/main" id="{4ECF298E-0A89-5BA2-0092-14CD831EBD00}"/>
                </a:ext>
              </a:extLst>
            </p:cNvPr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277802" y="3824376"/>
              <a:ext cx="91440" cy="91439"/>
            </a:xfrm>
            <a:prstGeom prst="rect">
              <a:avLst/>
            </a:prstGeom>
          </p:spPr>
        </p:pic>
        <p:pic>
          <p:nvPicPr>
            <p:cNvPr id="296" name="object 294">
              <a:extLst>
                <a:ext uri="{FF2B5EF4-FFF2-40B4-BE49-F238E27FC236}">
                  <a16:creationId xmlns:a16="http://schemas.microsoft.com/office/drawing/2014/main" id="{DC48A306-A250-FCD9-4069-9313D1307752}"/>
                </a:ext>
              </a:extLst>
            </p:cNvPr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277802" y="3944772"/>
              <a:ext cx="91440" cy="91439"/>
            </a:xfrm>
            <a:prstGeom prst="rect">
              <a:avLst/>
            </a:prstGeom>
          </p:spPr>
        </p:pic>
        <p:sp>
          <p:nvSpPr>
            <p:cNvPr id="297" name="object 295">
              <a:extLst>
                <a:ext uri="{FF2B5EF4-FFF2-40B4-BE49-F238E27FC236}">
                  <a16:creationId xmlns:a16="http://schemas.microsoft.com/office/drawing/2014/main" id="{ADB400E5-9048-A3E2-7E75-487485704887}"/>
                </a:ext>
              </a:extLst>
            </p:cNvPr>
            <p:cNvSpPr/>
            <p:nvPr/>
          </p:nvSpPr>
          <p:spPr>
            <a:xfrm>
              <a:off x="3075110" y="3600348"/>
              <a:ext cx="123825" cy="510540"/>
            </a:xfrm>
            <a:custGeom>
              <a:avLst/>
              <a:gdLst/>
              <a:ahLst/>
              <a:cxnLst/>
              <a:rect l="l" t="t" r="r" b="b"/>
              <a:pathLst>
                <a:path w="123825" h="510539">
                  <a:moveTo>
                    <a:pt x="103632" y="510540"/>
                  </a:moveTo>
                  <a:lnTo>
                    <a:pt x="21336" y="510540"/>
                  </a:lnTo>
                  <a:lnTo>
                    <a:pt x="12858" y="508920"/>
                  </a:lnTo>
                  <a:lnTo>
                    <a:pt x="6095" y="504444"/>
                  </a:lnTo>
                  <a:lnTo>
                    <a:pt x="1619" y="497681"/>
                  </a:lnTo>
                  <a:lnTo>
                    <a:pt x="0" y="489204"/>
                  </a:lnTo>
                  <a:lnTo>
                    <a:pt x="0" y="19812"/>
                  </a:lnTo>
                  <a:lnTo>
                    <a:pt x="1619" y="12215"/>
                  </a:lnTo>
                  <a:lnTo>
                    <a:pt x="6096" y="5905"/>
                  </a:lnTo>
                  <a:lnTo>
                    <a:pt x="12858" y="1595"/>
                  </a:lnTo>
                  <a:lnTo>
                    <a:pt x="21336" y="0"/>
                  </a:lnTo>
                  <a:lnTo>
                    <a:pt x="103632" y="0"/>
                  </a:lnTo>
                  <a:lnTo>
                    <a:pt x="111228" y="1595"/>
                  </a:lnTo>
                  <a:lnTo>
                    <a:pt x="117538" y="5905"/>
                  </a:lnTo>
                  <a:lnTo>
                    <a:pt x="121848" y="12215"/>
                  </a:lnTo>
                  <a:lnTo>
                    <a:pt x="123444" y="19812"/>
                  </a:lnTo>
                  <a:lnTo>
                    <a:pt x="123444" y="489204"/>
                  </a:lnTo>
                  <a:lnTo>
                    <a:pt x="121848" y="497681"/>
                  </a:lnTo>
                  <a:lnTo>
                    <a:pt x="117538" y="504444"/>
                  </a:lnTo>
                  <a:lnTo>
                    <a:pt x="111228" y="508920"/>
                  </a:lnTo>
                  <a:lnTo>
                    <a:pt x="103632" y="510540"/>
                  </a:lnTo>
                  <a:close/>
                </a:path>
              </a:pathLst>
            </a:custGeom>
            <a:solidFill>
              <a:srgbClr val="FAE4D5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298" name="object 296">
              <a:extLst>
                <a:ext uri="{FF2B5EF4-FFF2-40B4-BE49-F238E27FC236}">
                  <a16:creationId xmlns:a16="http://schemas.microsoft.com/office/drawing/2014/main" id="{73B9DD9C-15AE-443D-A807-4C4A2E8FB38C}"/>
                </a:ext>
              </a:extLst>
            </p:cNvPr>
            <p:cNvSpPr/>
            <p:nvPr/>
          </p:nvSpPr>
          <p:spPr>
            <a:xfrm>
              <a:off x="3075110" y="3600348"/>
              <a:ext cx="123825" cy="510540"/>
            </a:xfrm>
            <a:custGeom>
              <a:avLst/>
              <a:gdLst/>
              <a:ahLst/>
              <a:cxnLst/>
              <a:rect l="l" t="t" r="r" b="b"/>
              <a:pathLst>
                <a:path w="123825" h="510539">
                  <a:moveTo>
                    <a:pt x="0" y="19812"/>
                  </a:moveTo>
                  <a:lnTo>
                    <a:pt x="1619" y="12215"/>
                  </a:lnTo>
                  <a:lnTo>
                    <a:pt x="6096" y="5905"/>
                  </a:lnTo>
                  <a:lnTo>
                    <a:pt x="12858" y="1595"/>
                  </a:lnTo>
                  <a:lnTo>
                    <a:pt x="21336" y="0"/>
                  </a:lnTo>
                  <a:lnTo>
                    <a:pt x="103632" y="0"/>
                  </a:lnTo>
                  <a:lnTo>
                    <a:pt x="111228" y="1595"/>
                  </a:lnTo>
                  <a:lnTo>
                    <a:pt x="117538" y="5905"/>
                  </a:lnTo>
                  <a:lnTo>
                    <a:pt x="121848" y="12215"/>
                  </a:lnTo>
                  <a:lnTo>
                    <a:pt x="123444" y="19812"/>
                  </a:lnTo>
                  <a:lnTo>
                    <a:pt x="123444" y="489204"/>
                  </a:lnTo>
                  <a:lnTo>
                    <a:pt x="121848" y="497681"/>
                  </a:lnTo>
                  <a:lnTo>
                    <a:pt x="117538" y="504444"/>
                  </a:lnTo>
                  <a:lnTo>
                    <a:pt x="111228" y="508920"/>
                  </a:lnTo>
                  <a:lnTo>
                    <a:pt x="103632" y="510540"/>
                  </a:lnTo>
                  <a:lnTo>
                    <a:pt x="21336" y="510540"/>
                  </a:lnTo>
                  <a:lnTo>
                    <a:pt x="12858" y="508920"/>
                  </a:lnTo>
                  <a:lnTo>
                    <a:pt x="6095" y="504444"/>
                  </a:lnTo>
                  <a:lnTo>
                    <a:pt x="1619" y="497681"/>
                  </a:lnTo>
                  <a:lnTo>
                    <a:pt x="0" y="489204"/>
                  </a:lnTo>
                  <a:lnTo>
                    <a:pt x="0" y="19812"/>
                  </a:lnTo>
                  <a:close/>
                </a:path>
              </a:pathLst>
            </a:custGeom>
            <a:ln w="12192">
              <a:solidFill>
                <a:srgbClr val="843B0B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pic>
          <p:nvPicPr>
            <p:cNvPr id="299" name="object 297">
              <a:extLst>
                <a:ext uri="{FF2B5EF4-FFF2-40B4-BE49-F238E27FC236}">
                  <a16:creationId xmlns:a16="http://schemas.microsoft.com/office/drawing/2014/main" id="{AD4F4810-ED9A-486A-1E1F-D621E384C688}"/>
                </a:ext>
              </a:extLst>
            </p:cNvPr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3087302" y="3633875"/>
              <a:ext cx="92964" cy="92963"/>
            </a:xfrm>
            <a:prstGeom prst="rect">
              <a:avLst/>
            </a:prstGeom>
          </p:spPr>
        </p:pic>
        <p:pic>
          <p:nvPicPr>
            <p:cNvPr id="300" name="object 298">
              <a:extLst>
                <a:ext uri="{FF2B5EF4-FFF2-40B4-BE49-F238E27FC236}">
                  <a16:creationId xmlns:a16="http://schemas.microsoft.com/office/drawing/2014/main" id="{DFFA89A0-7074-2FEC-F140-4E081B587800}"/>
                </a:ext>
              </a:extLst>
            </p:cNvPr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087302" y="3754272"/>
              <a:ext cx="92964" cy="91439"/>
            </a:xfrm>
            <a:prstGeom prst="rect">
              <a:avLst/>
            </a:prstGeom>
          </p:spPr>
        </p:pic>
        <p:pic>
          <p:nvPicPr>
            <p:cNvPr id="301" name="object 299">
              <a:extLst>
                <a:ext uri="{FF2B5EF4-FFF2-40B4-BE49-F238E27FC236}">
                  <a16:creationId xmlns:a16="http://schemas.microsoft.com/office/drawing/2014/main" id="{78B74A12-626D-624E-E5C3-2B14EF9EDEB6}"/>
                </a:ext>
              </a:extLst>
            </p:cNvPr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087302" y="3877715"/>
              <a:ext cx="92964" cy="91439"/>
            </a:xfrm>
            <a:prstGeom prst="rect">
              <a:avLst/>
            </a:prstGeom>
          </p:spPr>
        </p:pic>
        <p:pic>
          <p:nvPicPr>
            <p:cNvPr id="302" name="object 300">
              <a:extLst>
                <a:ext uri="{FF2B5EF4-FFF2-40B4-BE49-F238E27FC236}">
                  <a16:creationId xmlns:a16="http://schemas.microsoft.com/office/drawing/2014/main" id="{52A1FD95-4749-B73B-0B2A-BE51EA535703}"/>
                </a:ext>
              </a:extLst>
            </p:cNvPr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087302" y="3996588"/>
              <a:ext cx="92964" cy="91439"/>
            </a:xfrm>
            <a:prstGeom prst="rect">
              <a:avLst/>
            </a:prstGeom>
          </p:spPr>
        </p:pic>
        <p:sp>
          <p:nvSpPr>
            <p:cNvPr id="303" name="object 301">
              <a:extLst>
                <a:ext uri="{FF2B5EF4-FFF2-40B4-BE49-F238E27FC236}">
                  <a16:creationId xmlns:a16="http://schemas.microsoft.com/office/drawing/2014/main" id="{51DA7F28-52C6-22C1-6813-3BC58AD50C12}"/>
                </a:ext>
              </a:extLst>
            </p:cNvPr>
            <p:cNvSpPr/>
            <p:nvPr/>
          </p:nvSpPr>
          <p:spPr>
            <a:xfrm>
              <a:off x="6798242" y="835812"/>
              <a:ext cx="373380" cy="212090"/>
            </a:xfrm>
            <a:custGeom>
              <a:avLst/>
              <a:gdLst/>
              <a:ahLst/>
              <a:cxnLst/>
              <a:rect l="l" t="t" r="r" b="b"/>
              <a:pathLst>
                <a:path w="373379" h="212090">
                  <a:moveTo>
                    <a:pt x="338328" y="211835"/>
                  </a:moveTo>
                  <a:lnTo>
                    <a:pt x="35052" y="211835"/>
                  </a:lnTo>
                  <a:lnTo>
                    <a:pt x="21216" y="209145"/>
                  </a:lnTo>
                  <a:lnTo>
                    <a:pt x="10096" y="201739"/>
                  </a:lnTo>
                  <a:lnTo>
                    <a:pt x="2690" y="190619"/>
                  </a:lnTo>
                  <a:lnTo>
                    <a:pt x="0" y="176783"/>
                  </a:lnTo>
                  <a:lnTo>
                    <a:pt x="0" y="35051"/>
                  </a:lnTo>
                  <a:lnTo>
                    <a:pt x="2690" y="21859"/>
                  </a:lnTo>
                  <a:lnTo>
                    <a:pt x="10096" y="10667"/>
                  </a:lnTo>
                  <a:lnTo>
                    <a:pt x="21216" y="2905"/>
                  </a:lnTo>
                  <a:lnTo>
                    <a:pt x="35052" y="0"/>
                  </a:lnTo>
                  <a:lnTo>
                    <a:pt x="338328" y="0"/>
                  </a:lnTo>
                  <a:lnTo>
                    <a:pt x="352163" y="2905"/>
                  </a:lnTo>
                  <a:lnTo>
                    <a:pt x="363283" y="10667"/>
                  </a:lnTo>
                  <a:lnTo>
                    <a:pt x="370689" y="21859"/>
                  </a:lnTo>
                  <a:lnTo>
                    <a:pt x="373380" y="35051"/>
                  </a:lnTo>
                  <a:lnTo>
                    <a:pt x="373380" y="176783"/>
                  </a:lnTo>
                  <a:lnTo>
                    <a:pt x="370689" y="190619"/>
                  </a:lnTo>
                  <a:lnTo>
                    <a:pt x="363283" y="201739"/>
                  </a:lnTo>
                  <a:lnTo>
                    <a:pt x="352163" y="209145"/>
                  </a:lnTo>
                  <a:lnTo>
                    <a:pt x="338328" y="2118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04" name="object 302">
              <a:extLst>
                <a:ext uri="{FF2B5EF4-FFF2-40B4-BE49-F238E27FC236}">
                  <a16:creationId xmlns:a16="http://schemas.microsoft.com/office/drawing/2014/main" id="{6162AC95-59DD-3225-AB79-C37C84BE1BFC}"/>
                </a:ext>
              </a:extLst>
            </p:cNvPr>
            <p:cNvSpPr/>
            <p:nvPr/>
          </p:nvSpPr>
          <p:spPr>
            <a:xfrm>
              <a:off x="6798242" y="835812"/>
              <a:ext cx="373380" cy="212090"/>
            </a:xfrm>
            <a:custGeom>
              <a:avLst/>
              <a:gdLst/>
              <a:ahLst/>
              <a:cxnLst/>
              <a:rect l="l" t="t" r="r" b="b"/>
              <a:pathLst>
                <a:path w="373379" h="212090">
                  <a:moveTo>
                    <a:pt x="0" y="35051"/>
                  </a:moveTo>
                  <a:lnTo>
                    <a:pt x="2690" y="21859"/>
                  </a:lnTo>
                  <a:lnTo>
                    <a:pt x="10096" y="10667"/>
                  </a:lnTo>
                  <a:lnTo>
                    <a:pt x="21216" y="2905"/>
                  </a:lnTo>
                  <a:lnTo>
                    <a:pt x="35052" y="0"/>
                  </a:lnTo>
                  <a:lnTo>
                    <a:pt x="338328" y="0"/>
                  </a:lnTo>
                  <a:lnTo>
                    <a:pt x="352163" y="2905"/>
                  </a:lnTo>
                  <a:lnTo>
                    <a:pt x="363283" y="10667"/>
                  </a:lnTo>
                  <a:lnTo>
                    <a:pt x="370689" y="21859"/>
                  </a:lnTo>
                  <a:lnTo>
                    <a:pt x="373380" y="35051"/>
                  </a:lnTo>
                  <a:lnTo>
                    <a:pt x="373380" y="176783"/>
                  </a:lnTo>
                  <a:lnTo>
                    <a:pt x="370689" y="190619"/>
                  </a:lnTo>
                  <a:lnTo>
                    <a:pt x="363283" y="201739"/>
                  </a:lnTo>
                  <a:lnTo>
                    <a:pt x="352163" y="209145"/>
                  </a:lnTo>
                  <a:lnTo>
                    <a:pt x="338328" y="211835"/>
                  </a:lnTo>
                  <a:lnTo>
                    <a:pt x="35052" y="211835"/>
                  </a:lnTo>
                  <a:lnTo>
                    <a:pt x="21216" y="209145"/>
                  </a:lnTo>
                  <a:lnTo>
                    <a:pt x="10096" y="201739"/>
                  </a:lnTo>
                  <a:lnTo>
                    <a:pt x="2690" y="190619"/>
                  </a:lnTo>
                  <a:lnTo>
                    <a:pt x="0" y="176783"/>
                  </a:lnTo>
                  <a:lnTo>
                    <a:pt x="0" y="35051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</p:grpSp>
      <p:sp>
        <p:nvSpPr>
          <p:cNvPr id="305" name="object 303">
            <a:extLst>
              <a:ext uri="{FF2B5EF4-FFF2-40B4-BE49-F238E27FC236}">
                <a16:creationId xmlns:a16="http://schemas.microsoft.com/office/drawing/2014/main" id="{0614D25D-49D6-2131-5443-12564CFCB7F5}"/>
              </a:ext>
            </a:extLst>
          </p:cNvPr>
          <p:cNvSpPr txBox="1"/>
          <p:nvPr/>
        </p:nvSpPr>
        <p:spPr>
          <a:xfrm>
            <a:off x="7019829" y="6567052"/>
            <a:ext cx="1342582" cy="241247"/>
          </a:xfrm>
          <a:prstGeom prst="rect">
            <a:avLst/>
          </a:prstGeom>
        </p:spPr>
        <p:txBody>
          <a:bodyPr vert="horz" wrap="square" lIns="0" tIns="18378" rIns="0" bIns="0" rtlCol="0">
            <a:spAutoFit/>
          </a:bodyPr>
          <a:lstStyle/>
          <a:p>
            <a:pPr marL="58038">
              <a:spcBef>
                <a:spcPts val="145"/>
              </a:spcBef>
            </a:pPr>
            <a:r>
              <a:rPr sz="1447" dirty="0">
                <a:latin typeface="Cambria"/>
                <a:cs typeface="Cambria"/>
              </a:rPr>
              <a:t>MLP</a:t>
            </a:r>
            <a:r>
              <a:rPr sz="1599" baseline="-15873" dirty="0">
                <a:latin typeface="Cambria"/>
                <a:cs typeface="Cambria"/>
              </a:rPr>
              <a:t>feat</a:t>
            </a:r>
            <a:r>
              <a:rPr sz="1447" dirty="0">
                <a:latin typeface="Times New Roman"/>
                <a:cs typeface="Times New Roman"/>
              </a:rPr>
              <a:t>(</a:t>
            </a:r>
            <a:r>
              <a:rPr sz="1447" dirty="0">
                <a:latin typeface="Cambria"/>
                <a:cs typeface="Cambria"/>
              </a:rPr>
              <a:t>𝑓</a:t>
            </a:r>
            <a:r>
              <a:rPr sz="1599" baseline="-15873" dirty="0">
                <a:latin typeface="Cambria"/>
                <a:cs typeface="Cambria"/>
              </a:rPr>
              <a:t>x</a:t>
            </a:r>
            <a:r>
              <a:rPr sz="1257" baseline="-35353" dirty="0">
                <a:latin typeface="Cambria"/>
                <a:cs typeface="Cambria"/>
              </a:rPr>
              <a:t>i</a:t>
            </a:r>
            <a:r>
              <a:rPr sz="1257" spc="-79" baseline="-35353" dirty="0">
                <a:latin typeface="Cambria"/>
                <a:cs typeface="Cambria"/>
              </a:rPr>
              <a:t> </a:t>
            </a:r>
            <a:r>
              <a:rPr sz="1447" dirty="0">
                <a:latin typeface="Times New Roman"/>
                <a:cs typeface="Times New Roman"/>
              </a:rPr>
              <a:t>,</a:t>
            </a:r>
            <a:r>
              <a:rPr sz="1447" spc="76" dirty="0">
                <a:latin typeface="Times New Roman"/>
                <a:cs typeface="Times New Roman"/>
              </a:rPr>
              <a:t> </a:t>
            </a:r>
            <a:r>
              <a:rPr sz="1447" spc="-15" dirty="0">
                <a:latin typeface="Cambria"/>
                <a:cs typeface="Cambria"/>
              </a:rPr>
              <a:t>𝑓</a:t>
            </a:r>
            <a:r>
              <a:rPr sz="1599" spc="-23" baseline="-15873" dirty="0">
                <a:latin typeface="Cambria"/>
                <a:cs typeface="Cambria"/>
              </a:rPr>
              <a:t>c</a:t>
            </a:r>
            <a:r>
              <a:rPr sz="1257" spc="-23" baseline="-35353" dirty="0">
                <a:latin typeface="Cambria"/>
                <a:cs typeface="Cambria"/>
              </a:rPr>
              <a:t>j</a:t>
            </a:r>
            <a:r>
              <a:rPr sz="1257" spc="-46" baseline="-35353" dirty="0">
                <a:latin typeface="Cambria"/>
                <a:cs typeface="Cambria"/>
              </a:rPr>
              <a:t> </a:t>
            </a:r>
            <a:r>
              <a:rPr sz="1447" spc="-76" dirty="0">
                <a:latin typeface="Times New Roman"/>
                <a:cs typeface="Times New Roman"/>
              </a:rPr>
              <a:t>)</a:t>
            </a:r>
            <a:endParaRPr sz="1447">
              <a:latin typeface="Times New Roman"/>
              <a:cs typeface="Times New Roman"/>
            </a:endParaRPr>
          </a:p>
        </p:txBody>
      </p:sp>
      <p:sp>
        <p:nvSpPr>
          <p:cNvPr id="306" name="object 304">
            <a:extLst>
              <a:ext uri="{FF2B5EF4-FFF2-40B4-BE49-F238E27FC236}">
                <a16:creationId xmlns:a16="http://schemas.microsoft.com/office/drawing/2014/main" id="{7C59121C-54AB-9AA9-6137-16401CD9EC64}"/>
              </a:ext>
            </a:extLst>
          </p:cNvPr>
          <p:cNvSpPr txBox="1"/>
          <p:nvPr/>
        </p:nvSpPr>
        <p:spPr>
          <a:xfrm>
            <a:off x="842492" y="6306637"/>
            <a:ext cx="845401" cy="271488"/>
          </a:xfrm>
          <a:prstGeom prst="rect">
            <a:avLst/>
          </a:prstGeom>
        </p:spPr>
        <p:txBody>
          <a:bodyPr vert="horz" wrap="square" lIns="0" tIns="25149" rIns="0" bIns="0" rtlCol="0">
            <a:spAutoFit/>
          </a:bodyPr>
          <a:lstStyle/>
          <a:p>
            <a:pPr marL="58038">
              <a:spcBef>
                <a:spcPts val="198"/>
              </a:spcBef>
            </a:pPr>
            <a:r>
              <a:rPr sz="1599" dirty="0">
                <a:latin typeface="Cambria"/>
                <a:cs typeface="Cambria"/>
              </a:rPr>
              <a:t>𝒄</a:t>
            </a:r>
            <a:r>
              <a:rPr sz="1828" baseline="-13888" dirty="0">
                <a:latin typeface="Cambria"/>
                <a:cs typeface="Cambria"/>
              </a:rPr>
              <a:t>j</a:t>
            </a:r>
            <a:r>
              <a:rPr sz="1828" spc="411" baseline="-13888" dirty="0">
                <a:latin typeface="Cambria"/>
                <a:cs typeface="Cambria"/>
              </a:rPr>
              <a:t> </a:t>
            </a:r>
            <a:r>
              <a:rPr sz="1219" spc="-15" dirty="0">
                <a:latin typeface="Times New Roman"/>
                <a:cs typeface="Times New Roman"/>
              </a:rPr>
              <a:t>clothing</a:t>
            </a:r>
            <a:endParaRPr sz="1219">
              <a:latin typeface="Times New Roman"/>
              <a:cs typeface="Times New Roman"/>
            </a:endParaRPr>
          </a:p>
        </p:txBody>
      </p:sp>
      <p:sp>
        <p:nvSpPr>
          <p:cNvPr id="307" name="object 305">
            <a:extLst>
              <a:ext uri="{FF2B5EF4-FFF2-40B4-BE49-F238E27FC236}">
                <a16:creationId xmlns:a16="http://schemas.microsoft.com/office/drawing/2014/main" id="{3C08EBF6-A222-EE4F-DDE3-ECEA90A71777}"/>
              </a:ext>
            </a:extLst>
          </p:cNvPr>
          <p:cNvSpPr txBox="1"/>
          <p:nvPr/>
        </p:nvSpPr>
        <p:spPr>
          <a:xfrm>
            <a:off x="10977983" y="1596446"/>
            <a:ext cx="433340" cy="271552"/>
          </a:xfrm>
          <a:prstGeom prst="rect">
            <a:avLst/>
          </a:prstGeom>
        </p:spPr>
        <p:txBody>
          <a:bodyPr vert="horz" wrap="square" lIns="0" tIns="25149" rIns="0" bIns="0" rtlCol="0">
            <a:spAutoFit/>
          </a:bodyPr>
          <a:lstStyle/>
          <a:p>
            <a:pPr marL="58038">
              <a:spcBef>
                <a:spcPts val="198"/>
              </a:spcBef>
            </a:pPr>
            <a:r>
              <a:rPr sz="2399" spc="-56" baseline="10582" dirty="0">
                <a:latin typeface="Cambria"/>
                <a:cs typeface="Cambria"/>
              </a:rPr>
              <a:t>ℒ</a:t>
            </a:r>
            <a:r>
              <a:rPr sz="1219" spc="-38" dirty="0">
                <a:latin typeface="Cambria"/>
                <a:cs typeface="Cambria"/>
              </a:rPr>
              <a:t>po</a:t>
            </a:r>
            <a:endParaRPr sz="1219">
              <a:latin typeface="Cambria"/>
              <a:cs typeface="Cambria"/>
            </a:endParaRPr>
          </a:p>
        </p:txBody>
      </p:sp>
      <p:grpSp>
        <p:nvGrpSpPr>
          <p:cNvPr id="308" name="object 306">
            <a:extLst>
              <a:ext uri="{FF2B5EF4-FFF2-40B4-BE49-F238E27FC236}">
                <a16:creationId xmlns:a16="http://schemas.microsoft.com/office/drawing/2014/main" id="{C3504C6F-4E13-58FD-77E3-387C0277BA40}"/>
              </a:ext>
            </a:extLst>
          </p:cNvPr>
          <p:cNvGrpSpPr/>
          <p:nvPr/>
        </p:nvGrpSpPr>
        <p:grpSpPr>
          <a:xfrm>
            <a:off x="10966113" y="2625567"/>
            <a:ext cx="583269" cy="335645"/>
            <a:chOff x="6816340" y="1536661"/>
            <a:chExt cx="382905" cy="220345"/>
          </a:xfrm>
        </p:grpSpPr>
        <p:sp>
          <p:nvSpPr>
            <p:cNvPr id="309" name="object 307">
              <a:extLst>
                <a:ext uri="{FF2B5EF4-FFF2-40B4-BE49-F238E27FC236}">
                  <a16:creationId xmlns:a16="http://schemas.microsoft.com/office/drawing/2014/main" id="{A200C06A-CB6E-0F97-4DB2-02BB95879B7D}"/>
                </a:ext>
              </a:extLst>
            </p:cNvPr>
            <p:cNvSpPr/>
            <p:nvPr/>
          </p:nvSpPr>
          <p:spPr>
            <a:xfrm>
              <a:off x="6821103" y="1541424"/>
              <a:ext cx="373380" cy="210820"/>
            </a:xfrm>
            <a:custGeom>
              <a:avLst/>
              <a:gdLst/>
              <a:ahLst/>
              <a:cxnLst/>
              <a:rect l="l" t="t" r="r" b="b"/>
              <a:pathLst>
                <a:path w="373379" h="210819">
                  <a:moveTo>
                    <a:pt x="338328" y="210311"/>
                  </a:moveTo>
                  <a:lnTo>
                    <a:pt x="35052" y="210311"/>
                  </a:lnTo>
                  <a:lnTo>
                    <a:pt x="21216" y="207621"/>
                  </a:lnTo>
                  <a:lnTo>
                    <a:pt x="10096" y="200215"/>
                  </a:lnTo>
                  <a:lnTo>
                    <a:pt x="2690" y="189095"/>
                  </a:lnTo>
                  <a:lnTo>
                    <a:pt x="0" y="175259"/>
                  </a:lnTo>
                  <a:lnTo>
                    <a:pt x="0" y="35051"/>
                  </a:lnTo>
                  <a:lnTo>
                    <a:pt x="2690" y="21216"/>
                  </a:lnTo>
                  <a:lnTo>
                    <a:pt x="10096" y="10096"/>
                  </a:lnTo>
                  <a:lnTo>
                    <a:pt x="21216" y="2690"/>
                  </a:lnTo>
                  <a:lnTo>
                    <a:pt x="35052" y="0"/>
                  </a:lnTo>
                  <a:lnTo>
                    <a:pt x="338328" y="0"/>
                  </a:lnTo>
                  <a:lnTo>
                    <a:pt x="351520" y="2690"/>
                  </a:lnTo>
                  <a:lnTo>
                    <a:pt x="362712" y="10096"/>
                  </a:lnTo>
                  <a:lnTo>
                    <a:pt x="370474" y="21216"/>
                  </a:lnTo>
                  <a:lnTo>
                    <a:pt x="373380" y="35051"/>
                  </a:lnTo>
                  <a:lnTo>
                    <a:pt x="373380" y="175259"/>
                  </a:lnTo>
                  <a:lnTo>
                    <a:pt x="370474" y="189095"/>
                  </a:lnTo>
                  <a:lnTo>
                    <a:pt x="362712" y="200215"/>
                  </a:lnTo>
                  <a:lnTo>
                    <a:pt x="351520" y="207621"/>
                  </a:lnTo>
                  <a:lnTo>
                    <a:pt x="338328" y="2103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10" name="object 308">
              <a:extLst>
                <a:ext uri="{FF2B5EF4-FFF2-40B4-BE49-F238E27FC236}">
                  <a16:creationId xmlns:a16="http://schemas.microsoft.com/office/drawing/2014/main" id="{8F2CC3CF-3446-A8BA-926A-EF64AB8533EB}"/>
                </a:ext>
              </a:extLst>
            </p:cNvPr>
            <p:cNvSpPr/>
            <p:nvPr/>
          </p:nvSpPr>
          <p:spPr>
            <a:xfrm>
              <a:off x="6821103" y="1541424"/>
              <a:ext cx="373380" cy="210820"/>
            </a:xfrm>
            <a:custGeom>
              <a:avLst/>
              <a:gdLst/>
              <a:ahLst/>
              <a:cxnLst/>
              <a:rect l="l" t="t" r="r" b="b"/>
              <a:pathLst>
                <a:path w="373379" h="210819">
                  <a:moveTo>
                    <a:pt x="0" y="35051"/>
                  </a:moveTo>
                  <a:lnTo>
                    <a:pt x="2690" y="21216"/>
                  </a:lnTo>
                  <a:lnTo>
                    <a:pt x="10096" y="10096"/>
                  </a:lnTo>
                  <a:lnTo>
                    <a:pt x="21216" y="2690"/>
                  </a:lnTo>
                  <a:lnTo>
                    <a:pt x="35052" y="0"/>
                  </a:lnTo>
                  <a:lnTo>
                    <a:pt x="338328" y="0"/>
                  </a:lnTo>
                  <a:lnTo>
                    <a:pt x="351520" y="2690"/>
                  </a:lnTo>
                  <a:lnTo>
                    <a:pt x="362712" y="10096"/>
                  </a:lnTo>
                  <a:lnTo>
                    <a:pt x="370474" y="21216"/>
                  </a:lnTo>
                  <a:lnTo>
                    <a:pt x="373380" y="35051"/>
                  </a:lnTo>
                  <a:lnTo>
                    <a:pt x="373380" y="175259"/>
                  </a:lnTo>
                  <a:lnTo>
                    <a:pt x="370474" y="189095"/>
                  </a:lnTo>
                  <a:lnTo>
                    <a:pt x="362712" y="200215"/>
                  </a:lnTo>
                  <a:lnTo>
                    <a:pt x="351520" y="207621"/>
                  </a:lnTo>
                  <a:lnTo>
                    <a:pt x="338328" y="210311"/>
                  </a:lnTo>
                  <a:lnTo>
                    <a:pt x="35052" y="210311"/>
                  </a:lnTo>
                  <a:lnTo>
                    <a:pt x="21216" y="207621"/>
                  </a:lnTo>
                  <a:lnTo>
                    <a:pt x="10096" y="200215"/>
                  </a:lnTo>
                  <a:lnTo>
                    <a:pt x="2690" y="189095"/>
                  </a:lnTo>
                  <a:lnTo>
                    <a:pt x="0" y="175259"/>
                  </a:lnTo>
                  <a:lnTo>
                    <a:pt x="0" y="3505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</p:grpSp>
      <p:sp>
        <p:nvSpPr>
          <p:cNvPr id="311" name="object 309">
            <a:extLst>
              <a:ext uri="{FF2B5EF4-FFF2-40B4-BE49-F238E27FC236}">
                <a16:creationId xmlns:a16="http://schemas.microsoft.com/office/drawing/2014/main" id="{200D626B-DC38-425A-C1F0-F4265F43BE69}"/>
              </a:ext>
            </a:extLst>
          </p:cNvPr>
          <p:cNvSpPr txBox="1"/>
          <p:nvPr/>
        </p:nvSpPr>
        <p:spPr>
          <a:xfrm>
            <a:off x="11022041" y="2671298"/>
            <a:ext cx="416897" cy="271552"/>
          </a:xfrm>
          <a:prstGeom prst="rect">
            <a:avLst/>
          </a:prstGeom>
        </p:spPr>
        <p:txBody>
          <a:bodyPr vert="horz" wrap="square" lIns="0" tIns="25149" rIns="0" bIns="0" rtlCol="0">
            <a:spAutoFit/>
          </a:bodyPr>
          <a:lstStyle/>
          <a:p>
            <a:pPr marL="58038">
              <a:spcBef>
                <a:spcPts val="198"/>
              </a:spcBef>
            </a:pPr>
            <a:r>
              <a:rPr sz="2399" spc="125" baseline="10582" dirty="0">
                <a:latin typeface="Cambria"/>
                <a:cs typeface="Cambria"/>
              </a:rPr>
              <a:t>ℒ</a:t>
            </a:r>
            <a:r>
              <a:rPr sz="1219" spc="84" dirty="0">
                <a:latin typeface="Cambria"/>
                <a:cs typeface="Cambria"/>
              </a:rPr>
              <a:t>fo</a:t>
            </a:r>
            <a:endParaRPr sz="1219">
              <a:latin typeface="Cambria"/>
              <a:cs typeface="Cambria"/>
            </a:endParaRPr>
          </a:p>
        </p:txBody>
      </p:sp>
      <p:grpSp>
        <p:nvGrpSpPr>
          <p:cNvPr id="312" name="object 310">
            <a:extLst>
              <a:ext uri="{FF2B5EF4-FFF2-40B4-BE49-F238E27FC236}">
                <a16:creationId xmlns:a16="http://schemas.microsoft.com/office/drawing/2014/main" id="{9C2BE8C1-0609-595B-9D86-C3F178EEBA95}"/>
              </a:ext>
            </a:extLst>
          </p:cNvPr>
          <p:cNvGrpSpPr/>
          <p:nvPr/>
        </p:nvGrpSpPr>
        <p:grpSpPr>
          <a:xfrm>
            <a:off x="6425613" y="3793264"/>
            <a:ext cx="5136245" cy="1236181"/>
            <a:chOff x="3835586" y="2303233"/>
            <a:chExt cx="3371850" cy="811530"/>
          </a:xfrm>
        </p:grpSpPr>
        <p:pic>
          <p:nvPicPr>
            <p:cNvPr id="313" name="object 311">
              <a:extLst>
                <a:ext uri="{FF2B5EF4-FFF2-40B4-BE49-F238E27FC236}">
                  <a16:creationId xmlns:a16="http://schemas.microsoft.com/office/drawing/2014/main" id="{C0CF4C22-C609-B52E-B9CE-F6D09CC500D3}"/>
                </a:ext>
              </a:extLst>
            </p:cNvPr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4082474" y="2757576"/>
              <a:ext cx="153923" cy="306323"/>
            </a:xfrm>
            <a:prstGeom prst="rect">
              <a:avLst/>
            </a:prstGeom>
          </p:spPr>
        </p:pic>
        <p:pic>
          <p:nvPicPr>
            <p:cNvPr id="314" name="object 312">
              <a:extLst>
                <a:ext uri="{FF2B5EF4-FFF2-40B4-BE49-F238E27FC236}">
                  <a16:creationId xmlns:a16="http://schemas.microsoft.com/office/drawing/2014/main" id="{A9C5A682-892D-F954-F896-C8753DAD80C7}"/>
                </a:ext>
              </a:extLst>
            </p:cNvPr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4027610" y="2466492"/>
              <a:ext cx="153923" cy="306323"/>
            </a:xfrm>
            <a:prstGeom prst="rect">
              <a:avLst/>
            </a:prstGeom>
          </p:spPr>
        </p:pic>
        <p:pic>
          <p:nvPicPr>
            <p:cNvPr id="315" name="object 313">
              <a:extLst>
                <a:ext uri="{FF2B5EF4-FFF2-40B4-BE49-F238E27FC236}">
                  <a16:creationId xmlns:a16="http://schemas.microsoft.com/office/drawing/2014/main" id="{DEBB994F-EAD7-2830-A953-47578D371968}"/>
                </a:ext>
              </a:extLst>
            </p:cNvPr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3992558" y="2614320"/>
              <a:ext cx="153924" cy="306323"/>
            </a:xfrm>
            <a:prstGeom prst="rect">
              <a:avLst/>
            </a:prstGeom>
          </p:spPr>
        </p:pic>
        <p:pic>
          <p:nvPicPr>
            <p:cNvPr id="316" name="object 314">
              <a:extLst>
                <a:ext uri="{FF2B5EF4-FFF2-40B4-BE49-F238E27FC236}">
                  <a16:creationId xmlns:a16="http://schemas.microsoft.com/office/drawing/2014/main" id="{B58D607E-979C-ACD4-B15E-7085F852FCAB}"/>
                </a:ext>
              </a:extLst>
            </p:cNvPr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927026" y="2727096"/>
              <a:ext cx="153923" cy="306323"/>
            </a:xfrm>
            <a:prstGeom prst="rect">
              <a:avLst/>
            </a:prstGeom>
          </p:spPr>
        </p:pic>
        <p:pic>
          <p:nvPicPr>
            <p:cNvPr id="317" name="object 315">
              <a:extLst>
                <a:ext uri="{FF2B5EF4-FFF2-40B4-BE49-F238E27FC236}">
                  <a16:creationId xmlns:a16="http://schemas.microsoft.com/office/drawing/2014/main" id="{8468D3F8-4656-30EC-1D41-5345DFE79AFB}"/>
                </a:ext>
              </a:extLst>
            </p:cNvPr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917882" y="2614320"/>
              <a:ext cx="153923" cy="306323"/>
            </a:xfrm>
            <a:prstGeom prst="rect">
              <a:avLst/>
            </a:prstGeom>
          </p:spPr>
        </p:pic>
        <p:pic>
          <p:nvPicPr>
            <p:cNvPr id="318" name="object 316">
              <a:extLst>
                <a:ext uri="{FF2B5EF4-FFF2-40B4-BE49-F238E27FC236}">
                  <a16:creationId xmlns:a16="http://schemas.microsoft.com/office/drawing/2014/main" id="{DED167B3-ACA5-B2A4-B6FB-9A50A5D65BDD}"/>
                </a:ext>
              </a:extLst>
            </p:cNvPr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3975794" y="2806344"/>
              <a:ext cx="152399" cy="307847"/>
            </a:xfrm>
            <a:prstGeom prst="rect">
              <a:avLst/>
            </a:prstGeom>
          </p:spPr>
        </p:pic>
        <p:pic>
          <p:nvPicPr>
            <p:cNvPr id="319" name="object 317">
              <a:extLst>
                <a:ext uri="{FF2B5EF4-FFF2-40B4-BE49-F238E27FC236}">
                  <a16:creationId xmlns:a16="http://schemas.microsoft.com/office/drawing/2014/main" id="{7DA1FD1F-842D-802B-3151-328FA5CF7DF5}"/>
                </a:ext>
              </a:extLst>
            </p:cNvPr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3837110" y="2759100"/>
              <a:ext cx="152399" cy="306323"/>
            </a:xfrm>
            <a:prstGeom prst="rect">
              <a:avLst/>
            </a:prstGeom>
          </p:spPr>
        </p:pic>
        <p:pic>
          <p:nvPicPr>
            <p:cNvPr id="320" name="object 318">
              <a:extLst>
                <a:ext uri="{FF2B5EF4-FFF2-40B4-BE49-F238E27FC236}">
                  <a16:creationId xmlns:a16="http://schemas.microsoft.com/office/drawing/2014/main" id="{69A93A49-D459-626B-2876-2134A930C9AB}"/>
                </a:ext>
              </a:extLst>
            </p:cNvPr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3870638" y="2559456"/>
              <a:ext cx="153923" cy="306324"/>
            </a:xfrm>
            <a:prstGeom prst="rect">
              <a:avLst/>
            </a:prstGeom>
          </p:spPr>
        </p:pic>
        <p:pic>
          <p:nvPicPr>
            <p:cNvPr id="321" name="object 319">
              <a:extLst>
                <a:ext uri="{FF2B5EF4-FFF2-40B4-BE49-F238E27FC236}">
                  <a16:creationId xmlns:a16="http://schemas.microsoft.com/office/drawing/2014/main" id="{971E3DD2-9971-6EF0-90E9-17DD16670BAF}"/>
                </a:ext>
              </a:extLst>
            </p:cNvPr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4059614" y="2586888"/>
              <a:ext cx="153923" cy="306323"/>
            </a:xfrm>
            <a:prstGeom prst="rect">
              <a:avLst/>
            </a:prstGeom>
          </p:spPr>
        </p:pic>
        <p:pic>
          <p:nvPicPr>
            <p:cNvPr id="322" name="object 320">
              <a:extLst>
                <a:ext uri="{FF2B5EF4-FFF2-40B4-BE49-F238E27FC236}">
                  <a16:creationId xmlns:a16="http://schemas.microsoft.com/office/drawing/2014/main" id="{292DEF3A-1297-ED01-33D9-4B8959D4CB74}"/>
                </a:ext>
              </a:extLst>
            </p:cNvPr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3835586" y="2565552"/>
              <a:ext cx="152399" cy="307847"/>
            </a:xfrm>
            <a:prstGeom prst="rect">
              <a:avLst/>
            </a:prstGeom>
          </p:spPr>
        </p:pic>
        <p:pic>
          <p:nvPicPr>
            <p:cNvPr id="323" name="object 321">
              <a:extLst>
                <a:ext uri="{FF2B5EF4-FFF2-40B4-BE49-F238E27FC236}">
                  <a16:creationId xmlns:a16="http://schemas.microsoft.com/office/drawing/2014/main" id="{41459990-7C5F-8BEA-BAE2-31167505186B}"/>
                </a:ext>
              </a:extLst>
            </p:cNvPr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4023038" y="2736240"/>
              <a:ext cx="153923" cy="307847"/>
            </a:xfrm>
            <a:prstGeom prst="rect">
              <a:avLst/>
            </a:prstGeom>
          </p:spPr>
        </p:pic>
        <p:pic>
          <p:nvPicPr>
            <p:cNvPr id="324" name="object 322">
              <a:extLst>
                <a:ext uri="{FF2B5EF4-FFF2-40B4-BE49-F238E27FC236}">
                  <a16:creationId xmlns:a16="http://schemas.microsoft.com/office/drawing/2014/main" id="{5A327671-5761-A19F-A0FF-7AFC34519D91}"/>
                </a:ext>
              </a:extLst>
            </p:cNvPr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4000178" y="2579268"/>
              <a:ext cx="153923" cy="307847"/>
            </a:xfrm>
            <a:prstGeom prst="rect">
              <a:avLst/>
            </a:prstGeom>
          </p:spPr>
        </p:pic>
        <p:pic>
          <p:nvPicPr>
            <p:cNvPr id="325" name="object 323">
              <a:extLst>
                <a:ext uri="{FF2B5EF4-FFF2-40B4-BE49-F238E27FC236}">
                  <a16:creationId xmlns:a16="http://schemas.microsoft.com/office/drawing/2014/main" id="{4D8FE42D-9687-1705-EE03-00E816414FF5}"/>
                </a:ext>
              </a:extLst>
            </p:cNvPr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3981890" y="2492400"/>
              <a:ext cx="153923" cy="306323"/>
            </a:xfrm>
            <a:prstGeom prst="rect">
              <a:avLst/>
            </a:prstGeom>
          </p:spPr>
        </p:pic>
        <p:pic>
          <p:nvPicPr>
            <p:cNvPr id="326" name="object 324">
              <a:extLst>
                <a:ext uri="{FF2B5EF4-FFF2-40B4-BE49-F238E27FC236}">
                  <a16:creationId xmlns:a16="http://schemas.microsoft.com/office/drawing/2014/main" id="{2A74916A-68BF-D2B4-1E7E-F3F9DA76D9FF}"/>
                </a:ext>
              </a:extLst>
            </p:cNvPr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3866066" y="2448204"/>
              <a:ext cx="152399" cy="307847"/>
            </a:xfrm>
            <a:prstGeom prst="rect">
              <a:avLst/>
            </a:prstGeom>
          </p:spPr>
        </p:pic>
        <p:pic>
          <p:nvPicPr>
            <p:cNvPr id="327" name="object 325">
              <a:extLst>
                <a:ext uri="{FF2B5EF4-FFF2-40B4-BE49-F238E27FC236}">
                  <a16:creationId xmlns:a16="http://schemas.microsoft.com/office/drawing/2014/main" id="{820764F2-D3C8-AE70-70C2-586C3996EAD8}"/>
                </a:ext>
              </a:extLst>
            </p:cNvPr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3890450" y="2548788"/>
              <a:ext cx="153923" cy="306323"/>
            </a:xfrm>
            <a:prstGeom prst="rect">
              <a:avLst/>
            </a:prstGeom>
          </p:spPr>
        </p:pic>
        <p:pic>
          <p:nvPicPr>
            <p:cNvPr id="328" name="object 326">
              <a:extLst>
                <a:ext uri="{FF2B5EF4-FFF2-40B4-BE49-F238E27FC236}">
                  <a16:creationId xmlns:a16="http://schemas.microsoft.com/office/drawing/2014/main" id="{4E756117-0DAA-B05C-7652-3ED325EC990D}"/>
                </a:ext>
              </a:extLst>
            </p:cNvPr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3987986" y="2553360"/>
              <a:ext cx="152399" cy="306323"/>
            </a:xfrm>
            <a:prstGeom prst="rect">
              <a:avLst/>
            </a:prstGeom>
          </p:spPr>
        </p:pic>
        <p:sp>
          <p:nvSpPr>
            <p:cNvPr id="329" name="object 327">
              <a:extLst>
                <a:ext uri="{FF2B5EF4-FFF2-40B4-BE49-F238E27FC236}">
                  <a16:creationId xmlns:a16="http://schemas.microsoft.com/office/drawing/2014/main" id="{089370FD-9C99-C215-9B75-9B0696D32EAB}"/>
                </a:ext>
              </a:extLst>
            </p:cNvPr>
            <p:cNvSpPr/>
            <p:nvPr/>
          </p:nvSpPr>
          <p:spPr>
            <a:xfrm>
              <a:off x="6828722" y="2307996"/>
              <a:ext cx="373380" cy="212090"/>
            </a:xfrm>
            <a:custGeom>
              <a:avLst/>
              <a:gdLst/>
              <a:ahLst/>
              <a:cxnLst/>
              <a:rect l="l" t="t" r="r" b="b"/>
              <a:pathLst>
                <a:path w="373379" h="212089">
                  <a:moveTo>
                    <a:pt x="338328" y="211835"/>
                  </a:moveTo>
                  <a:lnTo>
                    <a:pt x="35052" y="211835"/>
                  </a:lnTo>
                  <a:lnTo>
                    <a:pt x="21216" y="208930"/>
                  </a:lnTo>
                  <a:lnTo>
                    <a:pt x="10096" y="201167"/>
                  </a:lnTo>
                  <a:lnTo>
                    <a:pt x="2690" y="189976"/>
                  </a:lnTo>
                  <a:lnTo>
                    <a:pt x="0" y="176783"/>
                  </a:lnTo>
                  <a:lnTo>
                    <a:pt x="0" y="35051"/>
                  </a:lnTo>
                  <a:lnTo>
                    <a:pt x="2690" y="21216"/>
                  </a:lnTo>
                  <a:lnTo>
                    <a:pt x="10096" y="10096"/>
                  </a:lnTo>
                  <a:lnTo>
                    <a:pt x="21216" y="2690"/>
                  </a:lnTo>
                  <a:lnTo>
                    <a:pt x="35052" y="0"/>
                  </a:lnTo>
                  <a:lnTo>
                    <a:pt x="338328" y="0"/>
                  </a:lnTo>
                  <a:lnTo>
                    <a:pt x="352163" y="2690"/>
                  </a:lnTo>
                  <a:lnTo>
                    <a:pt x="363283" y="10096"/>
                  </a:lnTo>
                  <a:lnTo>
                    <a:pt x="370689" y="21216"/>
                  </a:lnTo>
                  <a:lnTo>
                    <a:pt x="373380" y="35051"/>
                  </a:lnTo>
                  <a:lnTo>
                    <a:pt x="373380" y="176783"/>
                  </a:lnTo>
                  <a:lnTo>
                    <a:pt x="370689" y="189976"/>
                  </a:lnTo>
                  <a:lnTo>
                    <a:pt x="363283" y="201167"/>
                  </a:lnTo>
                  <a:lnTo>
                    <a:pt x="352163" y="208930"/>
                  </a:lnTo>
                  <a:lnTo>
                    <a:pt x="338328" y="2118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30" name="object 328">
              <a:extLst>
                <a:ext uri="{FF2B5EF4-FFF2-40B4-BE49-F238E27FC236}">
                  <a16:creationId xmlns:a16="http://schemas.microsoft.com/office/drawing/2014/main" id="{224AA377-F1C0-20D8-3A32-2BC1D34ACD6B}"/>
                </a:ext>
              </a:extLst>
            </p:cNvPr>
            <p:cNvSpPr/>
            <p:nvPr/>
          </p:nvSpPr>
          <p:spPr>
            <a:xfrm>
              <a:off x="6828722" y="2307996"/>
              <a:ext cx="373380" cy="212090"/>
            </a:xfrm>
            <a:custGeom>
              <a:avLst/>
              <a:gdLst/>
              <a:ahLst/>
              <a:cxnLst/>
              <a:rect l="l" t="t" r="r" b="b"/>
              <a:pathLst>
                <a:path w="373379" h="212089">
                  <a:moveTo>
                    <a:pt x="0" y="35051"/>
                  </a:moveTo>
                  <a:lnTo>
                    <a:pt x="2690" y="21216"/>
                  </a:lnTo>
                  <a:lnTo>
                    <a:pt x="10096" y="10096"/>
                  </a:lnTo>
                  <a:lnTo>
                    <a:pt x="21216" y="2690"/>
                  </a:lnTo>
                  <a:lnTo>
                    <a:pt x="35052" y="0"/>
                  </a:lnTo>
                  <a:lnTo>
                    <a:pt x="338328" y="0"/>
                  </a:lnTo>
                  <a:lnTo>
                    <a:pt x="352163" y="2690"/>
                  </a:lnTo>
                  <a:lnTo>
                    <a:pt x="363283" y="10096"/>
                  </a:lnTo>
                  <a:lnTo>
                    <a:pt x="370689" y="21216"/>
                  </a:lnTo>
                  <a:lnTo>
                    <a:pt x="373380" y="35051"/>
                  </a:lnTo>
                  <a:lnTo>
                    <a:pt x="373380" y="176783"/>
                  </a:lnTo>
                  <a:lnTo>
                    <a:pt x="370689" y="189976"/>
                  </a:lnTo>
                  <a:lnTo>
                    <a:pt x="363283" y="201167"/>
                  </a:lnTo>
                  <a:lnTo>
                    <a:pt x="352163" y="208930"/>
                  </a:lnTo>
                  <a:lnTo>
                    <a:pt x="338328" y="211835"/>
                  </a:lnTo>
                  <a:lnTo>
                    <a:pt x="35052" y="211835"/>
                  </a:lnTo>
                  <a:lnTo>
                    <a:pt x="21216" y="208930"/>
                  </a:lnTo>
                  <a:lnTo>
                    <a:pt x="10096" y="201167"/>
                  </a:lnTo>
                  <a:lnTo>
                    <a:pt x="2690" y="189976"/>
                  </a:lnTo>
                  <a:lnTo>
                    <a:pt x="0" y="176783"/>
                  </a:lnTo>
                  <a:lnTo>
                    <a:pt x="0" y="35051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</p:grpSp>
      <p:sp>
        <p:nvSpPr>
          <p:cNvPr id="331" name="object 329">
            <a:extLst>
              <a:ext uri="{FF2B5EF4-FFF2-40B4-BE49-F238E27FC236}">
                <a16:creationId xmlns:a16="http://schemas.microsoft.com/office/drawing/2014/main" id="{3C687B65-0627-9E5B-E82F-E5CBC4DFDE3A}"/>
              </a:ext>
            </a:extLst>
          </p:cNvPr>
          <p:cNvSpPr txBox="1"/>
          <p:nvPr/>
        </p:nvSpPr>
        <p:spPr>
          <a:xfrm>
            <a:off x="11005846" y="3846016"/>
            <a:ext cx="465261" cy="271552"/>
          </a:xfrm>
          <a:prstGeom prst="rect">
            <a:avLst/>
          </a:prstGeom>
        </p:spPr>
        <p:txBody>
          <a:bodyPr vert="horz" wrap="square" lIns="0" tIns="25149" rIns="0" bIns="0" rtlCol="0">
            <a:spAutoFit/>
          </a:bodyPr>
          <a:lstStyle/>
          <a:p>
            <a:pPr marL="58038">
              <a:spcBef>
                <a:spcPts val="198"/>
              </a:spcBef>
            </a:pPr>
            <a:r>
              <a:rPr sz="2399" spc="79" baseline="10582" dirty="0">
                <a:latin typeface="Cambria"/>
                <a:cs typeface="Cambria"/>
              </a:rPr>
              <a:t>ℒ</a:t>
            </a:r>
            <a:r>
              <a:rPr sz="1219" spc="53" dirty="0">
                <a:latin typeface="Cambria"/>
                <a:cs typeface="Cambria"/>
              </a:rPr>
              <a:t>int</a:t>
            </a:r>
            <a:endParaRPr sz="1219" dirty="0">
              <a:latin typeface="Cambria"/>
              <a:cs typeface="Cambria"/>
            </a:endParaRPr>
          </a:p>
        </p:txBody>
      </p:sp>
      <p:sp>
        <p:nvSpPr>
          <p:cNvPr id="332" name="object 330">
            <a:extLst>
              <a:ext uri="{FF2B5EF4-FFF2-40B4-BE49-F238E27FC236}">
                <a16:creationId xmlns:a16="http://schemas.microsoft.com/office/drawing/2014/main" id="{BFE4038B-3FB8-C51E-EAC7-706AAEECA305}"/>
              </a:ext>
            </a:extLst>
          </p:cNvPr>
          <p:cNvSpPr txBox="1"/>
          <p:nvPr/>
        </p:nvSpPr>
        <p:spPr>
          <a:xfrm>
            <a:off x="5595997" y="4219562"/>
            <a:ext cx="689669" cy="509254"/>
          </a:xfrm>
          <a:prstGeom prst="rect">
            <a:avLst/>
          </a:prstGeom>
        </p:spPr>
        <p:txBody>
          <a:bodyPr vert="horz" wrap="square" lIns="0" tIns="17411" rIns="0" bIns="0" rtlCol="0">
            <a:spAutoFit/>
          </a:bodyPr>
          <a:lstStyle/>
          <a:p>
            <a:pPr marL="253431" marR="7738" indent="-235053">
              <a:lnSpc>
                <a:spcPct val="103000"/>
              </a:lnSpc>
              <a:spcBef>
                <a:spcPts val="137"/>
              </a:spcBef>
            </a:pPr>
            <a:r>
              <a:rPr sz="1599" spc="-15" dirty="0">
                <a:latin typeface="Times New Roman"/>
                <a:cs typeface="Times New Roman"/>
              </a:rPr>
              <a:t>training </a:t>
            </a:r>
            <a:r>
              <a:rPr sz="1599" spc="-38" dirty="0">
                <a:latin typeface="Times New Roman"/>
                <a:cs typeface="Times New Roman"/>
              </a:rPr>
              <a:t>set</a:t>
            </a:r>
            <a:endParaRPr sz="1599">
              <a:latin typeface="Times New Roman"/>
              <a:cs typeface="Times New Roman"/>
            </a:endParaRPr>
          </a:p>
        </p:txBody>
      </p:sp>
      <p:grpSp>
        <p:nvGrpSpPr>
          <p:cNvPr id="333" name="object 331">
            <a:extLst>
              <a:ext uri="{FF2B5EF4-FFF2-40B4-BE49-F238E27FC236}">
                <a16:creationId xmlns:a16="http://schemas.microsoft.com/office/drawing/2014/main" id="{4886C99E-6211-9338-8B3F-57A8535857BF}"/>
              </a:ext>
            </a:extLst>
          </p:cNvPr>
          <p:cNvGrpSpPr/>
          <p:nvPr/>
        </p:nvGrpSpPr>
        <p:grpSpPr>
          <a:xfrm>
            <a:off x="5842924" y="327605"/>
            <a:ext cx="5142049" cy="5652772"/>
            <a:chOff x="3453062" y="28092"/>
            <a:chExt cx="3375660" cy="3710940"/>
          </a:xfrm>
        </p:grpSpPr>
        <p:sp>
          <p:nvSpPr>
            <p:cNvPr id="334" name="object 332">
              <a:extLst>
                <a:ext uri="{FF2B5EF4-FFF2-40B4-BE49-F238E27FC236}">
                  <a16:creationId xmlns:a16="http://schemas.microsoft.com/office/drawing/2014/main" id="{9BB5689E-45AE-17D3-366F-5D7F7F24C4AB}"/>
                </a:ext>
              </a:extLst>
            </p:cNvPr>
            <p:cNvSpPr/>
            <p:nvPr/>
          </p:nvSpPr>
          <p:spPr>
            <a:xfrm>
              <a:off x="4414706" y="2606700"/>
              <a:ext cx="266700" cy="125095"/>
            </a:xfrm>
            <a:custGeom>
              <a:avLst/>
              <a:gdLst/>
              <a:ahLst/>
              <a:cxnLst/>
              <a:rect l="l" t="t" r="r" b="b"/>
              <a:pathLst>
                <a:path w="266700" h="125094">
                  <a:moveTo>
                    <a:pt x="204215" y="124968"/>
                  </a:moveTo>
                  <a:lnTo>
                    <a:pt x="204215" y="94488"/>
                  </a:lnTo>
                  <a:lnTo>
                    <a:pt x="0" y="94488"/>
                  </a:lnTo>
                  <a:lnTo>
                    <a:pt x="0" y="30480"/>
                  </a:lnTo>
                  <a:lnTo>
                    <a:pt x="204215" y="30480"/>
                  </a:lnTo>
                  <a:lnTo>
                    <a:pt x="204215" y="0"/>
                  </a:lnTo>
                  <a:lnTo>
                    <a:pt x="266700" y="62484"/>
                  </a:lnTo>
                  <a:lnTo>
                    <a:pt x="204215" y="124968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35" name="object 333">
              <a:extLst>
                <a:ext uri="{FF2B5EF4-FFF2-40B4-BE49-F238E27FC236}">
                  <a16:creationId xmlns:a16="http://schemas.microsoft.com/office/drawing/2014/main" id="{89E3AAA5-FB63-84D6-6398-13FA30E6B37C}"/>
                </a:ext>
              </a:extLst>
            </p:cNvPr>
            <p:cNvSpPr/>
            <p:nvPr/>
          </p:nvSpPr>
          <p:spPr>
            <a:xfrm>
              <a:off x="4414706" y="2606700"/>
              <a:ext cx="266700" cy="125095"/>
            </a:xfrm>
            <a:custGeom>
              <a:avLst/>
              <a:gdLst/>
              <a:ahLst/>
              <a:cxnLst/>
              <a:rect l="l" t="t" r="r" b="b"/>
              <a:pathLst>
                <a:path w="266700" h="125094">
                  <a:moveTo>
                    <a:pt x="266700" y="62484"/>
                  </a:moveTo>
                  <a:lnTo>
                    <a:pt x="204215" y="124968"/>
                  </a:lnTo>
                  <a:lnTo>
                    <a:pt x="204215" y="94488"/>
                  </a:lnTo>
                  <a:lnTo>
                    <a:pt x="0" y="94488"/>
                  </a:lnTo>
                  <a:lnTo>
                    <a:pt x="0" y="30480"/>
                  </a:lnTo>
                  <a:lnTo>
                    <a:pt x="204215" y="30480"/>
                  </a:lnTo>
                  <a:lnTo>
                    <a:pt x="204215" y="0"/>
                  </a:lnTo>
                  <a:lnTo>
                    <a:pt x="266700" y="6248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36" name="object 334">
              <a:extLst>
                <a:ext uri="{FF2B5EF4-FFF2-40B4-BE49-F238E27FC236}">
                  <a16:creationId xmlns:a16="http://schemas.microsoft.com/office/drawing/2014/main" id="{4051190F-2B39-AE5E-A8DF-67807FD389E6}"/>
                </a:ext>
              </a:extLst>
            </p:cNvPr>
            <p:cNvSpPr/>
            <p:nvPr/>
          </p:nvSpPr>
          <p:spPr>
            <a:xfrm>
              <a:off x="5556182" y="2387244"/>
              <a:ext cx="1272540" cy="1351915"/>
            </a:xfrm>
            <a:custGeom>
              <a:avLst/>
              <a:gdLst/>
              <a:ahLst/>
              <a:cxnLst/>
              <a:rect l="l" t="t" r="r" b="b"/>
              <a:pathLst>
                <a:path w="1272540" h="1351914">
                  <a:moveTo>
                    <a:pt x="51816" y="1299972"/>
                  </a:moveTo>
                  <a:lnTo>
                    <a:pt x="32004" y="1299972"/>
                  </a:lnTo>
                  <a:lnTo>
                    <a:pt x="32004" y="403860"/>
                  </a:lnTo>
                  <a:lnTo>
                    <a:pt x="18288" y="403860"/>
                  </a:lnTo>
                  <a:lnTo>
                    <a:pt x="19786" y="1299972"/>
                  </a:lnTo>
                  <a:lnTo>
                    <a:pt x="0" y="1299972"/>
                  </a:lnTo>
                  <a:lnTo>
                    <a:pt x="25908" y="1351788"/>
                  </a:lnTo>
                  <a:lnTo>
                    <a:pt x="47244" y="1309116"/>
                  </a:lnTo>
                  <a:lnTo>
                    <a:pt x="51816" y="1299972"/>
                  </a:lnTo>
                  <a:close/>
                </a:path>
                <a:path w="1272540" h="1351914">
                  <a:moveTo>
                    <a:pt x="1272540" y="25908"/>
                  </a:moveTo>
                  <a:lnTo>
                    <a:pt x="1260348" y="19812"/>
                  </a:lnTo>
                  <a:lnTo>
                    <a:pt x="1220724" y="0"/>
                  </a:lnTo>
                  <a:lnTo>
                    <a:pt x="1220724" y="19812"/>
                  </a:lnTo>
                  <a:lnTo>
                    <a:pt x="1022604" y="19812"/>
                  </a:lnTo>
                  <a:lnTo>
                    <a:pt x="1022604" y="402336"/>
                  </a:lnTo>
                  <a:lnTo>
                    <a:pt x="1034796" y="402336"/>
                  </a:lnTo>
                  <a:lnTo>
                    <a:pt x="1034796" y="33528"/>
                  </a:lnTo>
                  <a:lnTo>
                    <a:pt x="1220724" y="33528"/>
                  </a:lnTo>
                  <a:lnTo>
                    <a:pt x="1220724" y="51816"/>
                  </a:lnTo>
                  <a:lnTo>
                    <a:pt x="1257300" y="33528"/>
                  </a:lnTo>
                  <a:lnTo>
                    <a:pt x="1272540" y="259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37" name="object 335">
              <a:extLst>
                <a:ext uri="{FF2B5EF4-FFF2-40B4-BE49-F238E27FC236}">
                  <a16:creationId xmlns:a16="http://schemas.microsoft.com/office/drawing/2014/main" id="{727A92E9-9709-AFD3-7AC7-03D055768518}"/>
                </a:ext>
              </a:extLst>
            </p:cNvPr>
            <p:cNvSpPr/>
            <p:nvPr/>
          </p:nvSpPr>
          <p:spPr>
            <a:xfrm>
              <a:off x="3453062" y="28092"/>
              <a:ext cx="690880" cy="167640"/>
            </a:xfrm>
            <a:custGeom>
              <a:avLst/>
              <a:gdLst/>
              <a:ahLst/>
              <a:cxnLst/>
              <a:rect l="l" t="t" r="r" b="b"/>
              <a:pathLst>
                <a:path w="690879" h="167640">
                  <a:moveTo>
                    <a:pt x="662940" y="167640"/>
                  </a:moveTo>
                  <a:lnTo>
                    <a:pt x="27432" y="167640"/>
                  </a:lnTo>
                  <a:lnTo>
                    <a:pt x="16716" y="165473"/>
                  </a:lnTo>
                  <a:lnTo>
                    <a:pt x="8001" y="159448"/>
                  </a:lnTo>
                  <a:lnTo>
                    <a:pt x="2143" y="150280"/>
                  </a:lnTo>
                  <a:lnTo>
                    <a:pt x="0" y="138684"/>
                  </a:lnTo>
                  <a:lnTo>
                    <a:pt x="0" y="27432"/>
                  </a:lnTo>
                  <a:lnTo>
                    <a:pt x="2143" y="16716"/>
                  </a:lnTo>
                  <a:lnTo>
                    <a:pt x="8001" y="8001"/>
                  </a:lnTo>
                  <a:lnTo>
                    <a:pt x="16716" y="2143"/>
                  </a:lnTo>
                  <a:lnTo>
                    <a:pt x="27432" y="0"/>
                  </a:lnTo>
                  <a:lnTo>
                    <a:pt x="662940" y="0"/>
                  </a:lnTo>
                  <a:lnTo>
                    <a:pt x="673655" y="2143"/>
                  </a:lnTo>
                  <a:lnTo>
                    <a:pt x="682371" y="8001"/>
                  </a:lnTo>
                  <a:lnTo>
                    <a:pt x="688228" y="16716"/>
                  </a:lnTo>
                  <a:lnTo>
                    <a:pt x="690372" y="27432"/>
                  </a:lnTo>
                  <a:lnTo>
                    <a:pt x="690372" y="138684"/>
                  </a:lnTo>
                  <a:lnTo>
                    <a:pt x="688228" y="150280"/>
                  </a:lnTo>
                  <a:lnTo>
                    <a:pt x="682371" y="159448"/>
                  </a:lnTo>
                  <a:lnTo>
                    <a:pt x="673655" y="165473"/>
                  </a:lnTo>
                  <a:lnTo>
                    <a:pt x="662940" y="167640"/>
                  </a:lnTo>
                  <a:close/>
                </a:path>
              </a:pathLst>
            </a:custGeom>
            <a:solidFill>
              <a:srgbClr val="C9B8AC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</p:grpSp>
      <p:sp>
        <p:nvSpPr>
          <p:cNvPr id="338" name="object 336">
            <a:extLst>
              <a:ext uri="{FF2B5EF4-FFF2-40B4-BE49-F238E27FC236}">
                <a16:creationId xmlns:a16="http://schemas.microsoft.com/office/drawing/2014/main" id="{C9CE514F-B116-B8E7-06BA-CB99B6402CB8}"/>
              </a:ext>
            </a:extLst>
          </p:cNvPr>
          <p:cNvSpPr txBox="1"/>
          <p:nvPr/>
        </p:nvSpPr>
        <p:spPr>
          <a:xfrm>
            <a:off x="5275663" y="284813"/>
            <a:ext cx="1411258" cy="696231"/>
          </a:xfrm>
          <a:prstGeom prst="rect">
            <a:avLst/>
          </a:prstGeom>
        </p:spPr>
        <p:txBody>
          <a:bodyPr vert="horz" wrap="square" lIns="0" tIns="113172" rIns="0" bIns="0" rtlCol="0">
            <a:spAutoFit/>
          </a:bodyPr>
          <a:lstStyle/>
          <a:p>
            <a:pPr marL="749654">
              <a:spcBef>
                <a:spcPts val="891"/>
              </a:spcBef>
            </a:pPr>
            <a:r>
              <a:rPr sz="1599" spc="-15" dirty="0">
                <a:latin typeface="Cambria"/>
                <a:cs typeface="Cambria"/>
              </a:rPr>
              <a:t>CIDNet</a:t>
            </a:r>
            <a:endParaRPr sz="1599">
              <a:latin typeface="Cambria"/>
              <a:cs typeface="Cambria"/>
            </a:endParaRPr>
          </a:p>
          <a:p>
            <a:pPr marL="19346">
              <a:spcBef>
                <a:spcPts val="746"/>
              </a:spcBef>
            </a:pPr>
            <a:r>
              <a:rPr sz="1599" spc="145" dirty="0">
                <a:latin typeface="Cambria"/>
                <a:cs typeface="Cambria"/>
              </a:rPr>
              <a:t>×</a:t>
            </a:r>
            <a:r>
              <a:rPr sz="1599" b="1" i="1" spc="145" dirty="0">
                <a:latin typeface="Times New Roman"/>
                <a:cs typeface="Times New Roman"/>
              </a:rPr>
              <a:t>2</a:t>
            </a:r>
            <a:r>
              <a:rPr sz="1599" b="1" i="1" spc="23" dirty="0">
                <a:latin typeface="Times New Roman"/>
                <a:cs typeface="Times New Roman"/>
              </a:rPr>
              <a:t> </a:t>
            </a:r>
            <a:r>
              <a:rPr sz="1599" b="1" i="1" spc="-15" dirty="0">
                <a:latin typeface="Times New Roman"/>
                <a:cs typeface="Times New Roman"/>
              </a:rPr>
              <a:t>layers</a:t>
            </a:r>
            <a:endParaRPr sz="1599">
              <a:latin typeface="Times New Roman"/>
              <a:cs typeface="Times New Roman"/>
            </a:endParaRPr>
          </a:p>
        </p:txBody>
      </p:sp>
      <p:sp>
        <p:nvSpPr>
          <p:cNvPr id="339" name="object 337">
            <a:extLst>
              <a:ext uri="{FF2B5EF4-FFF2-40B4-BE49-F238E27FC236}">
                <a16:creationId xmlns:a16="http://schemas.microsoft.com/office/drawing/2014/main" id="{A2B175CD-456A-CA9F-CA87-C560C1B934B9}"/>
              </a:ext>
            </a:extLst>
          </p:cNvPr>
          <p:cNvSpPr/>
          <p:nvPr/>
        </p:nvSpPr>
        <p:spPr>
          <a:xfrm>
            <a:off x="5849889" y="3561408"/>
            <a:ext cx="1054333" cy="255361"/>
          </a:xfrm>
          <a:custGeom>
            <a:avLst/>
            <a:gdLst/>
            <a:ahLst/>
            <a:cxnLst/>
            <a:rect l="l" t="t" r="r" b="b"/>
            <a:pathLst>
              <a:path w="692150" h="167639">
                <a:moveTo>
                  <a:pt x="662940" y="167640"/>
                </a:moveTo>
                <a:lnTo>
                  <a:pt x="28956" y="167640"/>
                </a:lnTo>
                <a:lnTo>
                  <a:pt x="17359" y="165258"/>
                </a:lnTo>
                <a:lnTo>
                  <a:pt x="8191" y="158877"/>
                </a:lnTo>
                <a:lnTo>
                  <a:pt x="2166" y="149637"/>
                </a:lnTo>
                <a:lnTo>
                  <a:pt x="0" y="138684"/>
                </a:lnTo>
                <a:lnTo>
                  <a:pt x="0" y="27432"/>
                </a:lnTo>
                <a:lnTo>
                  <a:pt x="2166" y="16716"/>
                </a:lnTo>
                <a:lnTo>
                  <a:pt x="8191" y="8001"/>
                </a:lnTo>
                <a:lnTo>
                  <a:pt x="17359" y="2143"/>
                </a:lnTo>
                <a:lnTo>
                  <a:pt x="28956" y="0"/>
                </a:lnTo>
                <a:lnTo>
                  <a:pt x="662940" y="0"/>
                </a:lnTo>
                <a:lnTo>
                  <a:pt x="674536" y="2143"/>
                </a:lnTo>
                <a:lnTo>
                  <a:pt x="683704" y="8001"/>
                </a:lnTo>
                <a:lnTo>
                  <a:pt x="689729" y="16716"/>
                </a:lnTo>
                <a:lnTo>
                  <a:pt x="691896" y="27432"/>
                </a:lnTo>
                <a:lnTo>
                  <a:pt x="691896" y="138684"/>
                </a:lnTo>
                <a:lnTo>
                  <a:pt x="689729" y="149637"/>
                </a:lnTo>
                <a:lnTo>
                  <a:pt x="683704" y="158877"/>
                </a:lnTo>
                <a:lnTo>
                  <a:pt x="674536" y="165258"/>
                </a:lnTo>
                <a:lnTo>
                  <a:pt x="662940" y="167640"/>
                </a:lnTo>
                <a:close/>
              </a:path>
            </a:pathLst>
          </a:custGeom>
          <a:solidFill>
            <a:srgbClr val="F4B083"/>
          </a:solidFill>
        </p:spPr>
        <p:txBody>
          <a:bodyPr wrap="square" lIns="0" tIns="0" rIns="0" bIns="0" rtlCol="0"/>
          <a:lstStyle/>
          <a:p>
            <a:endParaRPr sz="2742"/>
          </a:p>
        </p:txBody>
      </p:sp>
      <p:sp>
        <p:nvSpPr>
          <p:cNvPr id="340" name="object 338">
            <a:extLst>
              <a:ext uri="{FF2B5EF4-FFF2-40B4-BE49-F238E27FC236}">
                <a16:creationId xmlns:a16="http://schemas.microsoft.com/office/drawing/2014/main" id="{3A2E12D3-DA63-D60F-8D3B-D1BB96001E2F}"/>
              </a:ext>
            </a:extLst>
          </p:cNvPr>
          <p:cNvSpPr txBox="1"/>
          <p:nvPr/>
        </p:nvSpPr>
        <p:spPr>
          <a:xfrm>
            <a:off x="6151630" y="3532491"/>
            <a:ext cx="407224" cy="271488"/>
          </a:xfrm>
          <a:prstGeom prst="rect">
            <a:avLst/>
          </a:prstGeom>
        </p:spPr>
        <p:txBody>
          <a:bodyPr vert="horz" wrap="square" lIns="0" tIns="25149" rIns="0" bIns="0" rtlCol="0">
            <a:spAutoFit/>
          </a:bodyPr>
          <a:lstStyle/>
          <a:p>
            <a:pPr marL="58038">
              <a:spcBef>
                <a:spcPts val="198"/>
              </a:spcBef>
            </a:pPr>
            <a:r>
              <a:rPr sz="1599" spc="-38" dirty="0">
                <a:latin typeface="Cambria"/>
                <a:cs typeface="Cambria"/>
              </a:rPr>
              <a:t>C</a:t>
            </a:r>
            <a:r>
              <a:rPr sz="1828" spc="-56" baseline="27777" dirty="0">
                <a:latin typeface="Cambria"/>
                <a:cs typeface="Cambria"/>
              </a:rPr>
              <a:t>3</a:t>
            </a:r>
            <a:r>
              <a:rPr sz="1599" spc="-38" dirty="0">
                <a:latin typeface="Cambria"/>
                <a:cs typeface="Cambria"/>
              </a:rPr>
              <a:t>I</a:t>
            </a:r>
            <a:endParaRPr sz="1599" dirty="0">
              <a:latin typeface="Cambria"/>
              <a:cs typeface="Cambria"/>
            </a:endParaRPr>
          </a:p>
        </p:txBody>
      </p:sp>
      <p:grpSp>
        <p:nvGrpSpPr>
          <p:cNvPr id="341" name="object 339">
            <a:extLst>
              <a:ext uri="{FF2B5EF4-FFF2-40B4-BE49-F238E27FC236}">
                <a16:creationId xmlns:a16="http://schemas.microsoft.com/office/drawing/2014/main" id="{47E99A75-7080-6501-2077-E384E0F3B1D4}"/>
              </a:ext>
            </a:extLst>
          </p:cNvPr>
          <p:cNvGrpSpPr/>
          <p:nvPr/>
        </p:nvGrpSpPr>
        <p:grpSpPr>
          <a:xfrm>
            <a:off x="9371168" y="5051403"/>
            <a:ext cx="1365795" cy="1164603"/>
            <a:chOff x="5769288" y="3129178"/>
            <a:chExt cx="896619" cy="764540"/>
          </a:xfrm>
        </p:grpSpPr>
        <p:sp>
          <p:nvSpPr>
            <p:cNvPr id="342" name="object 340">
              <a:extLst>
                <a:ext uri="{FF2B5EF4-FFF2-40B4-BE49-F238E27FC236}">
                  <a16:creationId xmlns:a16="http://schemas.microsoft.com/office/drawing/2014/main" id="{574E7A48-9768-CD9D-E95D-9FBAB64E4342}"/>
                </a:ext>
              </a:extLst>
            </p:cNvPr>
            <p:cNvSpPr/>
            <p:nvPr/>
          </p:nvSpPr>
          <p:spPr>
            <a:xfrm>
              <a:off x="6534590" y="3135528"/>
              <a:ext cx="125095" cy="266700"/>
            </a:xfrm>
            <a:custGeom>
              <a:avLst/>
              <a:gdLst/>
              <a:ahLst/>
              <a:cxnLst/>
              <a:rect l="l" t="t" r="r" b="b"/>
              <a:pathLst>
                <a:path w="125095" h="266700">
                  <a:moveTo>
                    <a:pt x="94487" y="266700"/>
                  </a:moveTo>
                  <a:lnTo>
                    <a:pt x="32003" y="266700"/>
                  </a:lnTo>
                  <a:lnTo>
                    <a:pt x="32003" y="62484"/>
                  </a:lnTo>
                  <a:lnTo>
                    <a:pt x="0" y="62484"/>
                  </a:lnTo>
                  <a:lnTo>
                    <a:pt x="62483" y="0"/>
                  </a:lnTo>
                  <a:lnTo>
                    <a:pt x="124967" y="62484"/>
                  </a:lnTo>
                  <a:lnTo>
                    <a:pt x="94487" y="62484"/>
                  </a:lnTo>
                  <a:lnTo>
                    <a:pt x="94487" y="26670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43" name="object 341">
              <a:extLst>
                <a:ext uri="{FF2B5EF4-FFF2-40B4-BE49-F238E27FC236}">
                  <a16:creationId xmlns:a16="http://schemas.microsoft.com/office/drawing/2014/main" id="{8968573E-4329-CDD9-C03A-E9726E03A596}"/>
                </a:ext>
              </a:extLst>
            </p:cNvPr>
            <p:cNvSpPr/>
            <p:nvPr/>
          </p:nvSpPr>
          <p:spPr>
            <a:xfrm>
              <a:off x="6534590" y="3135528"/>
              <a:ext cx="125095" cy="266700"/>
            </a:xfrm>
            <a:custGeom>
              <a:avLst/>
              <a:gdLst/>
              <a:ahLst/>
              <a:cxnLst/>
              <a:rect l="l" t="t" r="r" b="b"/>
              <a:pathLst>
                <a:path w="125095" h="266700">
                  <a:moveTo>
                    <a:pt x="62483" y="0"/>
                  </a:moveTo>
                  <a:lnTo>
                    <a:pt x="124967" y="62484"/>
                  </a:lnTo>
                  <a:lnTo>
                    <a:pt x="94487" y="62484"/>
                  </a:lnTo>
                  <a:lnTo>
                    <a:pt x="94487" y="266700"/>
                  </a:lnTo>
                  <a:lnTo>
                    <a:pt x="32003" y="266700"/>
                  </a:lnTo>
                  <a:lnTo>
                    <a:pt x="32003" y="62484"/>
                  </a:lnTo>
                  <a:lnTo>
                    <a:pt x="0" y="62484"/>
                  </a:lnTo>
                  <a:lnTo>
                    <a:pt x="62483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44" name="object 342">
              <a:extLst>
                <a:ext uri="{FF2B5EF4-FFF2-40B4-BE49-F238E27FC236}">
                  <a16:creationId xmlns:a16="http://schemas.microsoft.com/office/drawing/2014/main" id="{429353BB-AC35-5004-D96F-237AE5414DC0}"/>
                </a:ext>
              </a:extLst>
            </p:cNvPr>
            <p:cNvSpPr/>
            <p:nvPr/>
          </p:nvSpPr>
          <p:spPr>
            <a:xfrm>
              <a:off x="5775638" y="3735984"/>
              <a:ext cx="151130" cy="151130"/>
            </a:xfrm>
            <a:custGeom>
              <a:avLst/>
              <a:gdLst/>
              <a:ahLst/>
              <a:cxnLst/>
              <a:rect l="l" t="t" r="r" b="b"/>
              <a:pathLst>
                <a:path w="151129" h="151129">
                  <a:moveTo>
                    <a:pt x="0" y="76200"/>
                  </a:moveTo>
                  <a:lnTo>
                    <a:pt x="5881" y="46291"/>
                  </a:lnTo>
                  <a:lnTo>
                    <a:pt x="21907" y="22097"/>
                  </a:lnTo>
                  <a:lnTo>
                    <a:pt x="45648" y="5905"/>
                  </a:lnTo>
                  <a:lnTo>
                    <a:pt x="74676" y="0"/>
                  </a:lnTo>
                  <a:lnTo>
                    <a:pt x="104584" y="5905"/>
                  </a:lnTo>
                  <a:lnTo>
                    <a:pt x="128777" y="22098"/>
                  </a:lnTo>
                  <a:lnTo>
                    <a:pt x="144970" y="46291"/>
                  </a:lnTo>
                  <a:lnTo>
                    <a:pt x="150876" y="76200"/>
                  </a:lnTo>
                  <a:lnTo>
                    <a:pt x="144970" y="105227"/>
                  </a:lnTo>
                  <a:lnTo>
                    <a:pt x="128777" y="128968"/>
                  </a:lnTo>
                  <a:lnTo>
                    <a:pt x="104584" y="144994"/>
                  </a:lnTo>
                  <a:lnTo>
                    <a:pt x="74676" y="150876"/>
                  </a:lnTo>
                  <a:lnTo>
                    <a:pt x="45648" y="144994"/>
                  </a:lnTo>
                  <a:lnTo>
                    <a:pt x="21907" y="128968"/>
                  </a:lnTo>
                  <a:lnTo>
                    <a:pt x="5881" y="105227"/>
                  </a:lnTo>
                  <a:lnTo>
                    <a:pt x="0" y="7620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</p:grpSp>
      <p:sp>
        <p:nvSpPr>
          <p:cNvPr id="345" name="object 343">
            <a:extLst>
              <a:ext uri="{FF2B5EF4-FFF2-40B4-BE49-F238E27FC236}">
                <a16:creationId xmlns:a16="http://schemas.microsoft.com/office/drawing/2014/main" id="{23B4C930-ED39-0857-96A6-D3F88A1A3B8C}"/>
              </a:ext>
            </a:extLst>
          </p:cNvPr>
          <p:cNvSpPr txBox="1"/>
          <p:nvPr/>
        </p:nvSpPr>
        <p:spPr>
          <a:xfrm>
            <a:off x="9424175" y="6016747"/>
            <a:ext cx="144124" cy="114255"/>
          </a:xfrm>
          <a:prstGeom prst="rect">
            <a:avLst/>
          </a:prstGeom>
        </p:spPr>
        <p:txBody>
          <a:bodyPr vert="horz" wrap="square" lIns="0" tIns="20313" rIns="0" bIns="0" rtlCol="0">
            <a:spAutoFit/>
          </a:bodyPr>
          <a:lstStyle/>
          <a:p>
            <a:pPr marL="19346">
              <a:spcBef>
                <a:spcPts val="160"/>
              </a:spcBef>
            </a:pPr>
            <a:r>
              <a:rPr sz="609" spc="487" dirty="0">
                <a:latin typeface="Cambria"/>
                <a:cs typeface="Cambria"/>
              </a:rPr>
              <a:t>Σ</a:t>
            </a:r>
            <a:endParaRPr sz="609" dirty="0">
              <a:latin typeface="Cambria"/>
              <a:cs typeface="Cambria"/>
            </a:endParaRPr>
          </a:p>
        </p:txBody>
      </p:sp>
      <p:sp>
        <p:nvSpPr>
          <p:cNvPr id="346" name="object 344">
            <a:extLst>
              <a:ext uri="{FF2B5EF4-FFF2-40B4-BE49-F238E27FC236}">
                <a16:creationId xmlns:a16="http://schemas.microsoft.com/office/drawing/2014/main" id="{BD4C96B1-7CF2-7E99-FF3B-5D27D9DA565D}"/>
              </a:ext>
            </a:extLst>
          </p:cNvPr>
          <p:cNvSpPr/>
          <p:nvPr/>
        </p:nvSpPr>
        <p:spPr>
          <a:xfrm>
            <a:off x="9617629" y="6050020"/>
            <a:ext cx="135419" cy="79315"/>
          </a:xfrm>
          <a:custGeom>
            <a:avLst/>
            <a:gdLst/>
            <a:ahLst/>
            <a:cxnLst/>
            <a:rect l="l" t="t" r="r" b="b"/>
            <a:pathLst>
              <a:path w="88900" h="52070">
                <a:moveTo>
                  <a:pt x="36576" y="51816"/>
                </a:moveTo>
                <a:lnTo>
                  <a:pt x="36576" y="0"/>
                </a:lnTo>
                <a:lnTo>
                  <a:pt x="76200" y="19812"/>
                </a:lnTo>
                <a:lnTo>
                  <a:pt x="45720" y="19812"/>
                </a:lnTo>
                <a:lnTo>
                  <a:pt x="45720" y="32004"/>
                </a:lnTo>
                <a:lnTo>
                  <a:pt x="76200" y="32004"/>
                </a:lnTo>
                <a:lnTo>
                  <a:pt x="36576" y="51816"/>
                </a:lnTo>
                <a:close/>
              </a:path>
              <a:path w="88900" h="52070">
                <a:moveTo>
                  <a:pt x="36576" y="32004"/>
                </a:moveTo>
                <a:lnTo>
                  <a:pt x="0" y="32004"/>
                </a:lnTo>
                <a:lnTo>
                  <a:pt x="0" y="19812"/>
                </a:lnTo>
                <a:lnTo>
                  <a:pt x="36576" y="19812"/>
                </a:lnTo>
                <a:lnTo>
                  <a:pt x="36576" y="32004"/>
                </a:lnTo>
                <a:close/>
              </a:path>
              <a:path w="88900" h="52070">
                <a:moveTo>
                  <a:pt x="76200" y="32004"/>
                </a:moveTo>
                <a:lnTo>
                  <a:pt x="45720" y="32004"/>
                </a:lnTo>
                <a:lnTo>
                  <a:pt x="45720" y="19812"/>
                </a:lnTo>
                <a:lnTo>
                  <a:pt x="76200" y="19812"/>
                </a:lnTo>
                <a:lnTo>
                  <a:pt x="88392" y="25908"/>
                </a:lnTo>
                <a:lnTo>
                  <a:pt x="76200" y="320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742"/>
          </a:p>
        </p:txBody>
      </p:sp>
      <p:sp>
        <p:nvSpPr>
          <p:cNvPr id="347" name="object 345">
            <a:extLst>
              <a:ext uri="{FF2B5EF4-FFF2-40B4-BE49-F238E27FC236}">
                <a16:creationId xmlns:a16="http://schemas.microsoft.com/office/drawing/2014/main" id="{0CEBCA90-6FC5-62BA-6184-C6BA610365CF}"/>
              </a:ext>
            </a:extLst>
          </p:cNvPr>
          <p:cNvSpPr txBox="1"/>
          <p:nvPr/>
        </p:nvSpPr>
        <p:spPr>
          <a:xfrm>
            <a:off x="7875761" y="4182942"/>
            <a:ext cx="432373" cy="241247"/>
          </a:xfrm>
          <a:prstGeom prst="rect">
            <a:avLst/>
          </a:prstGeom>
        </p:spPr>
        <p:txBody>
          <a:bodyPr vert="horz" wrap="square" lIns="0" tIns="18378" rIns="0" bIns="0" rtlCol="0">
            <a:spAutoFit/>
          </a:bodyPr>
          <a:lstStyle/>
          <a:p>
            <a:pPr marL="19346">
              <a:spcBef>
                <a:spcPts val="145"/>
              </a:spcBef>
            </a:pPr>
            <a:r>
              <a:rPr sz="1447" spc="-30" dirty="0">
                <a:latin typeface="Cambria"/>
                <a:cs typeface="Cambria"/>
              </a:rPr>
              <a:t>𝑷(𝑪)</a:t>
            </a:r>
            <a:endParaRPr sz="1447">
              <a:latin typeface="Cambria"/>
              <a:cs typeface="Cambria"/>
            </a:endParaRPr>
          </a:p>
        </p:txBody>
      </p:sp>
      <p:grpSp>
        <p:nvGrpSpPr>
          <p:cNvPr id="348" name="object 346">
            <a:extLst>
              <a:ext uri="{FF2B5EF4-FFF2-40B4-BE49-F238E27FC236}">
                <a16:creationId xmlns:a16="http://schemas.microsoft.com/office/drawing/2014/main" id="{D68FF2E1-73C8-1DF2-703E-5832CFE9B5F9}"/>
              </a:ext>
            </a:extLst>
          </p:cNvPr>
          <p:cNvGrpSpPr/>
          <p:nvPr/>
        </p:nvGrpSpPr>
        <p:grpSpPr>
          <a:xfrm>
            <a:off x="8364038" y="4195169"/>
            <a:ext cx="1291316" cy="255361"/>
            <a:chOff x="5108126" y="2567076"/>
            <a:chExt cx="847725" cy="167640"/>
          </a:xfrm>
        </p:grpSpPr>
        <p:sp>
          <p:nvSpPr>
            <p:cNvPr id="349" name="object 347">
              <a:extLst>
                <a:ext uri="{FF2B5EF4-FFF2-40B4-BE49-F238E27FC236}">
                  <a16:creationId xmlns:a16="http://schemas.microsoft.com/office/drawing/2014/main" id="{132F8C2A-D16E-4C3A-3CDB-D1E6865EEA62}"/>
                </a:ext>
              </a:extLst>
            </p:cNvPr>
            <p:cNvSpPr/>
            <p:nvPr/>
          </p:nvSpPr>
          <p:spPr>
            <a:xfrm>
              <a:off x="5112698" y="2571648"/>
              <a:ext cx="838200" cy="158750"/>
            </a:xfrm>
            <a:custGeom>
              <a:avLst/>
              <a:gdLst/>
              <a:ahLst/>
              <a:cxnLst/>
              <a:rect l="l" t="t" r="r" b="b"/>
              <a:pathLst>
                <a:path w="838200" h="158750">
                  <a:moveTo>
                    <a:pt x="781812" y="158495"/>
                  </a:moveTo>
                  <a:lnTo>
                    <a:pt x="54864" y="158495"/>
                  </a:lnTo>
                  <a:lnTo>
                    <a:pt x="33432" y="154209"/>
                  </a:lnTo>
                  <a:lnTo>
                    <a:pt x="16002" y="142493"/>
                  </a:lnTo>
                  <a:lnTo>
                    <a:pt x="4286" y="125063"/>
                  </a:lnTo>
                  <a:lnTo>
                    <a:pt x="0" y="103631"/>
                  </a:lnTo>
                  <a:lnTo>
                    <a:pt x="0" y="54863"/>
                  </a:lnTo>
                  <a:lnTo>
                    <a:pt x="4286" y="33432"/>
                  </a:lnTo>
                  <a:lnTo>
                    <a:pt x="16002" y="16001"/>
                  </a:lnTo>
                  <a:lnTo>
                    <a:pt x="33432" y="4286"/>
                  </a:lnTo>
                  <a:lnTo>
                    <a:pt x="54864" y="0"/>
                  </a:lnTo>
                  <a:lnTo>
                    <a:pt x="781812" y="0"/>
                  </a:lnTo>
                  <a:lnTo>
                    <a:pt x="803481" y="4286"/>
                  </a:lnTo>
                  <a:lnTo>
                    <a:pt x="821435" y="16001"/>
                  </a:lnTo>
                  <a:lnTo>
                    <a:pt x="833675" y="33432"/>
                  </a:lnTo>
                  <a:lnTo>
                    <a:pt x="838200" y="54863"/>
                  </a:lnTo>
                  <a:lnTo>
                    <a:pt x="838200" y="103631"/>
                  </a:lnTo>
                  <a:lnTo>
                    <a:pt x="833675" y="125063"/>
                  </a:lnTo>
                  <a:lnTo>
                    <a:pt x="821435" y="142493"/>
                  </a:lnTo>
                  <a:lnTo>
                    <a:pt x="803481" y="154209"/>
                  </a:lnTo>
                  <a:lnTo>
                    <a:pt x="781812" y="158495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50" name="object 348">
              <a:extLst>
                <a:ext uri="{FF2B5EF4-FFF2-40B4-BE49-F238E27FC236}">
                  <a16:creationId xmlns:a16="http://schemas.microsoft.com/office/drawing/2014/main" id="{06E60E2A-9068-3073-39A8-ECACC2AA12C7}"/>
                </a:ext>
              </a:extLst>
            </p:cNvPr>
            <p:cNvSpPr/>
            <p:nvPr/>
          </p:nvSpPr>
          <p:spPr>
            <a:xfrm>
              <a:off x="5112698" y="2571648"/>
              <a:ext cx="838200" cy="158750"/>
            </a:xfrm>
            <a:custGeom>
              <a:avLst/>
              <a:gdLst/>
              <a:ahLst/>
              <a:cxnLst/>
              <a:rect l="l" t="t" r="r" b="b"/>
              <a:pathLst>
                <a:path w="838200" h="158750">
                  <a:moveTo>
                    <a:pt x="0" y="54863"/>
                  </a:moveTo>
                  <a:lnTo>
                    <a:pt x="4286" y="33432"/>
                  </a:lnTo>
                  <a:lnTo>
                    <a:pt x="16002" y="16001"/>
                  </a:lnTo>
                  <a:lnTo>
                    <a:pt x="33432" y="4286"/>
                  </a:lnTo>
                  <a:lnTo>
                    <a:pt x="54864" y="0"/>
                  </a:lnTo>
                  <a:lnTo>
                    <a:pt x="781812" y="0"/>
                  </a:lnTo>
                  <a:lnTo>
                    <a:pt x="803481" y="4286"/>
                  </a:lnTo>
                  <a:lnTo>
                    <a:pt x="821435" y="16001"/>
                  </a:lnTo>
                  <a:lnTo>
                    <a:pt x="833675" y="33432"/>
                  </a:lnTo>
                  <a:lnTo>
                    <a:pt x="838200" y="54863"/>
                  </a:lnTo>
                  <a:lnTo>
                    <a:pt x="838200" y="103631"/>
                  </a:lnTo>
                  <a:lnTo>
                    <a:pt x="833675" y="125063"/>
                  </a:lnTo>
                  <a:lnTo>
                    <a:pt x="821435" y="142493"/>
                  </a:lnTo>
                  <a:lnTo>
                    <a:pt x="803481" y="154209"/>
                  </a:lnTo>
                  <a:lnTo>
                    <a:pt x="781812" y="158495"/>
                  </a:lnTo>
                  <a:lnTo>
                    <a:pt x="54864" y="158495"/>
                  </a:lnTo>
                  <a:lnTo>
                    <a:pt x="33432" y="154209"/>
                  </a:lnTo>
                  <a:lnTo>
                    <a:pt x="16002" y="142493"/>
                  </a:lnTo>
                  <a:lnTo>
                    <a:pt x="4286" y="125063"/>
                  </a:lnTo>
                  <a:lnTo>
                    <a:pt x="0" y="103631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51" name="object 349">
              <a:extLst>
                <a:ext uri="{FF2B5EF4-FFF2-40B4-BE49-F238E27FC236}">
                  <a16:creationId xmlns:a16="http://schemas.microsoft.com/office/drawing/2014/main" id="{26375D5E-5084-783E-0261-FB6BE1E8CD84}"/>
                </a:ext>
              </a:extLst>
            </p:cNvPr>
            <p:cNvSpPr/>
            <p:nvPr/>
          </p:nvSpPr>
          <p:spPr>
            <a:xfrm>
              <a:off x="5184326" y="2617368"/>
              <a:ext cx="71755" cy="67310"/>
            </a:xfrm>
            <a:custGeom>
              <a:avLst/>
              <a:gdLst/>
              <a:ahLst/>
              <a:cxnLst/>
              <a:rect l="l" t="t" r="r" b="b"/>
              <a:pathLst>
                <a:path w="71754" h="67310">
                  <a:moveTo>
                    <a:pt x="71628" y="67056"/>
                  </a:moveTo>
                  <a:lnTo>
                    <a:pt x="0" y="67056"/>
                  </a:lnTo>
                  <a:lnTo>
                    <a:pt x="0" y="0"/>
                  </a:lnTo>
                  <a:lnTo>
                    <a:pt x="71628" y="0"/>
                  </a:lnTo>
                  <a:lnTo>
                    <a:pt x="71628" y="67056"/>
                  </a:lnTo>
                  <a:close/>
                </a:path>
              </a:pathLst>
            </a:custGeom>
            <a:solidFill>
              <a:srgbClr val="F8CAAC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52" name="object 350">
              <a:extLst>
                <a:ext uri="{FF2B5EF4-FFF2-40B4-BE49-F238E27FC236}">
                  <a16:creationId xmlns:a16="http://schemas.microsoft.com/office/drawing/2014/main" id="{C3D9315D-5C07-9293-C956-60E16548FB88}"/>
                </a:ext>
              </a:extLst>
            </p:cNvPr>
            <p:cNvSpPr/>
            <p:nvPr/>
          </p:nvSpPr>
          <p:spPr>
            <a:xfrm>
              <a:off x="5184326" y="2617368"/>
              <a:ext cx="71755" cy="67310"/>
            </a:xfrm>
            <a:custGeom>
              <a:avLst/>
              <a:gdLst/>
              <a:ahLst/>
              <a:cxnLst/>
              <a:rect l="l" t="t" r="r" b="b"/>
              <a:pathLst>
                <a:path w="71754" h="67310">
                  <a:moveTo>
                    <a:pt x="0" y="0"/>
                  </a:moveTo>
                  <a:lnTo>
                    <a:pt x="71628" y="0"/>
                  </a:lnTo>
                  <a:lnTo>
                    <a:pt x="71628" y="67056"/>
                  </a:lnTo>
                  <a:lnTo>
                    <a:pt x="0" y="67056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53" name="object 351">
              <a:extLst>
                <a:ext uri="{FF2B5EF4-FFF2-40B4-BE49-F238E27FC236}">
                  <a16:creationId xmlns:a16="http://schemas.microsoft.com/office/drawing/2014/main" id="{6DAC0B78-1B76-B243-87D4-1CE1670C560F}"/>
                </a:ext>
              </a:extLst>
            </p:cNvPr>
            <p:cNvSpPr/>
            <p:nvPr/>
          </p:nvSpPr>
          <p:spPr>
            <a:xfrm>
              <a:off x="5304722" y="2617368"/>
              <a:ext cx="73660" cy="67310"/>
            </a:xfrm>
            <a:custGeom>
              <a:avLst/>
              <a:gdLst/>
              <a:ahLst/>
              <a:cxnLst/>
              <a:rect l="l" t="t" r="r" b="b"/>
              <a:pathLst>
                <a:path w="73660" h="67310">
                  <a:moveTo>
                    <a:pt x="73152" y="67056"/>
                  </a:moveTo>
                  <a:lnTo>
                    <a:pt x="0" y="67056"/>
                  </a:lnTo>
                  <a:lnTo>
                    <a:pt x="0" y="0"/>
                  </a:lnTo>
                  <a:lnTo>
                    <a:pt x="73152" y="0"/>
                  </a:lnTo>
                  <a:lnTo>
                    <a:pt x="73152" y="67056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54" name="object 352">
              <a:extLst>
                <a:ext uri="{FF2B5EF4-FFF2-40B4-BE49-F238E27FC236}">
                  <a16:creationId xmlns:a16="http://schemas.microsoft.com/office/drawing/2014/main" id="{F08F8E64-55E1-A587-4D56-E6EDD2D07023}"/>
                </a:ext>
              </a:extLst>
            </p:cNvPr>
            <p:cNvSpPr/>
            <p:nvPr/>
          </p:nvSpPr>
          <p:spPr>
            <a:xfrm>
              <a:off x="5304722" y="2617368"/>
              <a:ext cx="73660" cy="67310"/>
            </a:xfrm>
            <a:custGeom>
              <a:avLst/>
              <a:gdLst/>
              <a:ahLst/>
              <a:cxnLst/>
              <a:rect l="l" t="t" r="r" b="b"/>
              <a:pathLst>
                <a:path w="73660" h="67310">
                  <a:moveTo>
                    <a:pt x="0" y="0"/>
                  </a:moveTo>
                  <a:lnTo>
                    <a:pt x="73152" y="0"/>
                  </a:lnTo>
                  <a:lnTo>
                    <a:pt x="73152" y="67056"/>
                  </a:lnTo>
                  <a:lnTo>
                    <a:pt x="0" y="67056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55" name="object 353">
              <a:extLst>
                <a:ext uri="{FF2B5EF4-FFF2-40B4-BE49-F238E27FC236}">
                  <a16:creationId xmlns:a16="http://schemas.microsoft.com/office/drawing/2014/main" id="{304BDC50-8560-DA40-A149-9FF8524F0737}"/>
                </a:ext>
              </a:extLst>
            </p:cNvPr>
            <p:cNvSpPr/>
            <p:nvPr/>
          </p:nvSpPr>
          <p:spPr>
            <a:xfrm>
              <a:off x="5426642" y="2617368"/>
              <a:ext cx="71755" cy="67310"/>
            </a:xfrm>
            <a:custGeom>
              <a:avLst/>
              <a:gdLst/>
              <a:ahLst/>
              <a:cxnLst/>
              <a:rect l="l" t="t" r="r" b="b"/>
              <a:pathLst>
                <a:path w="71754" h="67310">
                  <a:moveTo>
                    <a:pt x="71628" y="67056"/>
                  </a:moveTo>
                  <a:lnTo>
                    <a:pt x="0" y="67056"/>
                  </a:lnTo>
                  <a:lnTo>
                    <a:pt x="0" y="0"/>
                  </a:lnTo>
                  <a:lnTo>
                    <a:pt x="71628" y="0"/>
                  </a:lnTo>
                  <a:lnTo>
                    <a:pt x="71628" y="67056"/>
                  </a:lnTo>
                  <a:close/>
                </a:path>
              </a:pathLst>
            </a:custGeom>
            <a:solidFill>
              <a:srgbClr val="C15711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56" name="object 354">
              <a:extLst>
                <a:ext uri="{FF2B5EF4-FFF2-40B4-BE49-F238E27FC236}">
                  <a16:creationId xmlns:a16="http://schemas.microsoft.com/office/drawing/2014/main" id="{53D12311-6F0D-6249-F314-F0E52BA79496}"/>
                </a:ext>
              </a:extLst>
            </p:cNvPr>
            <p:cNvSpPr/>
            <p:nvPr/>
          </p:nvSpPr>
          <p:spPr>
            <a:xfrm>
              <a:off x="5426642" y="2617368"/>
              <a:ext cx="71755" cy="67310"/>
            </a:xfrm>
            <a:custGeom>
              <a:avLst/>
              <a:gdLst/>
              <a:ahLst/>
              <a:cxnLst/>
              <a:rect l="l" t="t" r="r" b="b"/>
              <a:pathLst>
                <a:path w="71754" h="67310">
                  <a:moveTo>
                    <a:pt x="0" y="0"/>
                  </a:moveTo>
                  <a:lnTo>
                    <a:pt x="71628" y="0"/>
                  </a:lnTo>
                  <a:lnTo>
                    <a:pt x="71628" y="67056"/>
                  </a:lnTo>
                  <a:lnTo>
                    <a:pt x="0" y="67056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57" name="object 355">
              <a:extLst>
                <a:ext uri="{FF2B5EF4-FFF2-40B4-BE49-F238E27FC236}">
                  <a16:creationId xmlns:a16="http://schemas.microsoft.com/office/drawing/2014/main" id="{127639BA-FC68-FF4F-BC75-0CE573B791AC}"/>
                </a:ext>
              </a:extLst>
            </p:cNvPr>
            <p:cNvSpPr/>
            <p:nvPr/>
          </p:nvSpPr>
          <p:spPr>
            <a:xfrm>
              <a:off x="5685722" y="2617368"/>
              <a:ext cx="73660" cy="68580"/>
            </a:xfrm>
            <a:custGeom>
              <a:avLst/>
              <a:gdLst/>
              <a:ahLst/>
              <a:cxnLst/>
              <a:rect l="l" t="t" r="r" b="b"/>
              <a:pathLst>
                <a:path w="73660" h="68580">
                  <a:moveTo>
                    <a:pt x="73152" y="68580"/>
                  </a:moveTo>
                  <a:lnTo>
                    <a:pt x="0" y="68580"/>
                  </a:lnTo>
                  <a:lnTo>
                    <a:pt x="0" y="0"/>
                  </a:lnTo>
                  <a:lnTo>
                    <a:pt x="73152" y="0"/>
                  </a:lnTo>
                  <a:lnTo>
                    <a:pt x="73152" y="68580"/>
                  </a:lnTo>
                  <a:close/>
                </a:path>
              </a:pathLst>
            </a:custGeom>
            <a:solidFill>
              <a:srgbClr val="532707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58" name="object 356">
              <a:extLst>
                <a:ext uri="{FF2B5EF4-FFF2-40B4-BE49-F238E27FC236}">
                  <a16:creationId xmlns:a16="http://schemas.microsoft.com/office/drawing/2014/main" id="{C7D591EA-A4DC-BB85-730E-FBE129D084F1}"/>
                </a:ext>
              </a:extLst>
            </p:cNvPr>
            <p:cNvSpPr/>
            <p:nvPr/>
          </p:nvSpPr>
          <p:spPr>
            <a:xfrm>
              <a:off x="5685722" y="2617368"/>
              <a:ext cx="73660" cy="68580"/>
            </a:xfrm>
            <a:custGeom>
              <a:avLst/>
              <a:gdLst/>
              <a:ahLst/>
              <a:cxnLst/>
              <a:rect l="l" t="t" r="r" b="b"/>
              <a:pathLst>
                <a:path w="73660" h="68580">
                  <a:moveTo>
                    <a:pt x="0" y="0"/>
                  </a:moveTo>
                  <a:lnTo>
                    <a:pt x="73152" y="0"/>
                  </a:lnTo>
                  <a:lnTo>
                    <a:pt x="73152" y="68580"/>
                  </a:ln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59" name="object 357">
              <a:extLst>
                <a:ext uri="{FF2B5EF4-FFF2-40B4-BE49-F238E27FC236}">
                  <a16:creationId xmlns:a16="http://schemas.microsoft.com/office/drawing/2014/main" id="{EF4FC6A6-A438-1472-2731-4F6E3D38832A}"/>
                </a:ext>
              </a:extLst>
            </p:cNvPr>
            <p:cNvSpPr/>
            <p:nvPr/>
          </p:nvSpPr>
          <p:spPr>
            <a:xfrm>
              <a:off x="5806118" y="2617368"/>
              <a:ext cx="71755" cy="68580"/>
            </a:xfrm>
            <a:custGeom>
              <a:avLst/>
              <a:gdLst/>
              <a:ahLst/>
              <a:cxnLst/>
              <a:rect l="l" t="t" r="r" b="b"/>
              <a:pathLst>
                <a:path w="71754" h="68580">
                  <a:moveTo>
                    <a:pt x="71628" y="68580"/>
                  </a:moveTo>
                  <a:lnTo>
                    <a:pt x="0" y="68580"/>
                  </a:lnTo>
                  <a:lnTo>
                    <a:pt x="0" y="0"/>
                  </a:lnTo>
                  <a:lnTo>
                    <a:pt x="71628" y="0"/>
                  </a:lnTo>
                  <a:lnTo>
                    <a:pt x="71628" y="68580"/>
                  </a:lnTo>
                  <a:close/>
                </a:path>
              </a:pathLst>
            </a:custGeom>
            <a:solidFill>
              <a:srgbClr val="9A460E"/>
            </a:solidFill>
          </p:spPr>
          <p:txBody>
            <a:bodyPr wrap="square" lIns="0" tIns="0" rIns="0" bIns="0" rtlCol="0"/>
            <a:lstStyle/>
            <a:p>
              <a:endParaRPr sz="2742"/>
            </a:p>
          </p:txBody>
        </p:sp>
        <p:sp>
          <p:nvSpPr>
            <p:cNvPr id="360" name="object 358">
              <a:extLst>
                <a:ext uri="{FF2B5EF4-FFF2-40B4-BE49-F238E27FC236}">
                  <a16:creationId xmlns:a16="http://schemas.microsoft.com/office/drawing/2014/main" id="{7419BFAF-EF99-F58B-334E-DCC2124E5471}"/>
                </a:ext>
              </a:extLst>
            </p:cNvPr>
            <p:cNvSpPr/>
            <p:nvPr/>
          </p:nvSpPr>
          <p:spPr>
            <a:xfrm>
              <a:off x="5806118" y="2617368"/>
              <a:ext cx="71755" cy="68580"/>
            </a:xfrm>
            <a:custGeom>
              <a:avLst/>
              <a:gdLst/>
              <a:ahLst/>
              <a:cxnLst/>
              <a:rect l="l" t="t" r="r" b="b"/>
              <a:pathLst>
                <a:path w="71754" h="68580">
                  <a:moveTo>
                    <a:pt x="0" y="0"/>
                  </a:moveTo>
                  <a:lnTo>
                    <a:pt x="71628" y="0"/>
                  </a:lnTo>
                  <a:lnTo>
                    <a:pt x="71628" y="68580"/>
                  </a:ln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742"/>
            </a:p>
          </p:txBody>
        </p:sp>
      </p:grpSp>
      <p:sp>
        <p:nvSpPr>
          <p:cNvPr id="361" name="object 359">
            <a:extLst>
              <a:ext uri="{FF2B5EF4-FFF2-40B4-BE49-F238E27FC236}">
                <a16:creationId xmlns:a16="http://schemas.microsoft.com/office/drawing/2014/main" id="{F0926E73-BAEB-D6D3-A3FF-8598AF399DD6}"/>
              </a:ext>
            </a:extLst>
          </p:cNvPr>
          <p:cNvSpPr txBox="1"/>
          <p:nvPr/>
        </p:nvSpPr>
        <p:spPr>
          <a:xfrm>
            <a:off x="9001650" y="4170912"/>
            <a:ext cx="208932" cy="271488"/>
          </a:xfrm>
          <a:prstGeom prst="rect">
            <a:avLst/>
          </a:prstGeom>
        </p:spPr>
        <p:txBody>
          <a:bodyPr vert="horz" wrap="square" lIns="0" tIns="25149" rIns="0" bIns="0" rtlCol="0">
            <a:spAutoFit/>
          </a:bodyPr>
          <a:lstStyle/>
          <a:p>
            <a:pPr marL="19346">
              <a:spcBef>
                <a:spcPts val="198"/>
              </a:spcBef>
            </a:pPr>
            <a:r>
              <a:rPr sz="1599" b="1" spc="38" dirty="0">
                <a:latin typeface="等线"/>
                <a:cs typeface="等线"/>
              </a:rPr>
              <a:t>…</a:t>
            </a:r>
            <a:endParaRPr sz="1599">
              <a:latin typeface="等线"/>
              <a:cs typeface="等线"/>
            </a:endParaRPr>
          </a:p>
        </p:txBody>
      </p:sp>
      <p:sp>
        <p:nvSpPr>
          <p:cNvPr id="362" name="object 360">
            <a:extLst>
              <a:ext uri="{FF2B5EF4-FFF2-40B4-BE49-F238E27FC236}">
                <a16:creationId xmlns:a16="http://schemas.microsoft.com/office/drawing/2014/main" id="{725F9B70-AFB4-672D-F240-81B4CEB1BE4C}"/>
              </a:ext>
            </a:extLst>
          </p:cNvPr>
          <p:cNvSpPr txBox="1"/>
          <p:nvPr/>
        </p:nvSpPr>
        <p:spPr>
          <a:xfrm>
            <a:off x="793008" y="2404247"/>
            <a:ext cx="165405" cy="305714"/>
          </a:xfrm>
          <a:prstGeom prst="rect">
            <a:avLst/>
          </a:prstGeom>
        </p:spPr>
        <p:txBody>
          <a:bodyPr vert="horz" wrap="square" lIns="0" tIns="24182" rIns="0" bIns="0" rtlCol="0">
            <a:spAutoFit/>
          </a:bodyPr>
          <a:lstStyle/>
          <a:p>
            <a:pPr marL="19346">
              <a:spcBef>
                <a:spcPts val="190"/>
              </a:spcBef>
            </a:pPr>
            <a:r>
              <a:rPr sz="1828" spc="-76" dirty="0">
                <a:latin typeface="Cambria"/>
                <a:cs typeface="Cambria"/>
              </a:rPr>
              <a:t>𝑥</a:t>
            </a:r>
            <a:endParaRPr sz="1828">
              <a:latin typeface="Cambria"/>
              <a:cs typeface="Cambria"/>
            </a:endParaRPr>
          </a:p>
        </p:txBody>
      </p:sp>
      <p:sp>
        <p:nvSpPr>
          <p:cNvPr id="363" name="object 361">
            <a:extLst>
              <a:ext uri="{FF2B5EF4-FFF2-40B4-BE49-F238E27FC236}">
                <a16:creationId xmlns:a16="http://schemas.microsoft.com/office/drawing/2014/main" id="{D90BE648-5322-EF0C-5290-4052DC6DD77B}"/>
              </a:ext>
            </a:extLst>
          </p:cNvPr>
          <p:cNvSpPr txBox="1"/>
          <p:nvPr/>
        </p:nvSpPr>
        <p:spPr>
          <a:xfrm>
            <a:off x="916032" y="2518343"/>
            <a:ext cx="99630" cy="225657"/>
          </a:xfrm>
          <a:prstGeom prst="rect">
            <a:avLst/>
          </a:prstGeom>
        </p:spPr>
        <p:txBody>
          <a:bodyPr vert="horz" wrap="square" lIns="0" tIns="26117" rIns="0" bIns="0" rtlCol="0">
            <a:spAutoFit/>
          </a:bodyPr>
          <a:lstStyle/>
          <a:p>
            <a:pPr marL="19346">
              <a:spcBef>
                <a:spcPts val="206"/>
              </a:spcBef>
            </a:pPr>
            <a:r>
              <a:rPr sz="1295" spc="114" dirty="0">
                <a:latin typeface="Cambria"/>
                <a:cs typeface="Cambria"/>
              </a:rPr>
              <a:t>i</a:t>
            </a:r>
            <a:endParaRPr sz="1295">
              <a:latin typeface="Cambria"/>
              <a:cs typeface="Cambria"/>
            </a:endParaRPr>
          </a:p>
        </p:txBody>
      </p:sp>
      <p:sp>
        <p:nvSpPr>
          <p:cNvPr id="364" name="object 362">
            <a:extLst>
              <a:ext uri="{FF2B5EF4-FFF2-40B4-BE49-F238E27FC236}">
                <a16:creationId xmlns:a16="http://schemas.microsoft.com/office/drawing/2014/main" id="{18C6FDC1-3E8F-94C1-2C68-69A858BCC863}"/>
              </a:ext>
            </a:extLst>
          </p:cNvPr>
          <p:cNvSpPr txBox="1"/>
          <p:nvPr/>
        </p:nvSpPr>
        <p:spPr>
          <a:xfrm>
            <a:off x="823919" y="4623584"/>
            <a:ext cx="299856" cy="305714"/>
          </a:xfrm>
          <a:prstGeom prst="rect">
            <a:avLst/>
          </a:prstGeom>
        </p:spPr>
        <p:txBody>
          <a:bodyPr vert="horz" wrap="square" lIns="0" tIns="24182" rIns="0" bIns="0" rtlCol="0">
            <a:spAutoFit/>
          </a:bodyPr>
          <a:lstStyle/>
          <a:p>
            <a:pPr marL="58038">
              <a:spcBef>
                <a:spcPts val="190"/>
              </a:spcBef>
            </a:pPr>
            <a:r>
              <a:rPr sz="1828" spc="-38" dirty="0">
                <a:latin typeface="Cambria"/>
                <a:cs typeface="Cambria"/>
              </a:rPr>
              <a:t>𝑥</a:t>
            </a:r>
            <a:r>
              <a:rPr sz="1942" spc="-56" baseline="-16339" dirty="0">
                <a:latin typeface="Cambria"/>
                <a:cs typeface="Cambria"/>
              </a:rPr>
              <a:t>i</a:t>
            </a:r>
            <a:endParaRPr sz="1942" baseline="-16339" dirty="0">
              <a:latin typeface="Cambria"/>
              <a:cs typeface="Cambri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B61050-F7C7-E4D6-620C-7CD71A3FF0FE}"/>
              </a:ext>
            </a:extLst>
          </p:cNvPr>
          <p:cNvSpPr txBox="1"/>
          <p:nvPr/>
        </p:nvSpPr>
        <p:spPr>
          <a:xfrm>
            <a:off x="996939" y="7169547"/>
            <a:ext cx="106362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推倒重来</a:t>
            </a:r>
          </a:p>
        </p:txBody>
      </p:sp>
    </p:spTree>
    <p:extLst>
      <p:ext uri="{BB962C8B-B14F-4D97-AF65-F5344CB8AC3E}">
        <p14:creationId xmlns:p14="http://schemas.microsoft.com/office/powerpoint/2010/main" val="3060884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64DA69D2-00E5-C613-96D0-73552FDA2BF3}"/>
              </a:ext>
            </a:extLst>
          </p:cNvPr>
          <p:cNvSpPr/>
          <p:nvPr/>
        </p:nvSpPr>
        <p:spPr>
          <a:xfrm>
            <a:off x="994221" y="3409257"/>
            <a:ext cx="9535292" cy="2178988"/>
          </a:xfrm>
          <a:prstGeom prst="roundRect">
            <a:avLst/>
          </a:prstGeom>
          <a:solidFill>
            <a:srgbClr val="FFF8E4"/>
          </a:solidFill>
          <a:ln w="19050">
            <a:solidFill>
              <a:srgbClr val="C9A3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863B527-B9C1-37EC-CBAD-9692C3671A5A}"/>
              </a:ext>
            </a:extLst>
          </p:cNvPr>
          <p:cNvSpPr/>
          <p:nvPr/>
        </p:nvSpPr>
        <p:spPr>
          <a:xfrm>
            <a:off x="863750" y="675640"/>
            <a:ext cx="9675029" cy="2650321"/>
          </a:xfrm>
          <a:prstGeom prst="roundRect">
            <a:avLst/>
          </a:prstGeom>
          <a:solidFill>
            <a:srgbClr val="F8F7F3"/>
          </a:solidFill>
          <a:ln w="19050">
            <a:solidFill>
              <a:srgbClr val="C9B8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5FF709-D19E-1AA2-576F-6BFECF042327}"/>
              </a:ext>
            </a:extLst>
          </p:cNvPr>
          <p:cNvSpPr/>
          <p:nvPr/>
        </p:nvSpPr>
        <p:spPr>
          <a:xfrm>
            <a:off x="1010482" y="3408319"/>
            <a:ext cx="1996846" cy="1275868"/>
          </a:xfrm>
          <a:prstGeom prst="rect">
            <a:avLst/>
          </a:prstGeom>
          <a:solidFill>
            <a:schemeClr val="bg1"/>
          </a:solidFill>
          <a:ln w="19050">
            <a:solidFill>
              <a:srgbClr val="C195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BED83CF-1DB5-EAA0-7A2B-AE9E1F778EC4}"/>
              </a:ext>
            </a:extLst>
          </p:cNvPr>
          <p:cNvSpPr/>
          <p:nvPr/>
        </p:nvSpPr>
        <p:spPr>
          <a:xfrm>
            <a:off x="1735391" y="3888378"/>
            <a:ext cx="715897" cy="500022"/>
          </a:xfrm>
          <a:prstGeom prst="roundRect">
            <a:avLst/>
          </a:prstGeom>
          <a:solidFill>
            <a:srgbClr val="F8F7F3"/>
          </a:solidFill>
          <a:ln w="19050">
            <a:solidFill>
              <a:srgbClr val="C9B8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CIDNet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object 262">
            <a:extLst>
              <a:ext uri="{FF2B5EF4-FFF2-40B4-BE49-F238E27FC236}">
                <a16:creationId xmlns:a16="http://schemas.microsoft.com/office/drawing/2014/main" id="{F0A69A59-A4F3-2304-C53F-13BA7B65BD68}"/>
              </a:ext>
            </a:extLst>
          </p:cNvPr>
          <p:cNvSpPr txBox="1"/>
          <p:nvPr/>
        </p:nvSpPr>
        <p:spPr>
          <a:xfrm>
            <a:off x="4250279" y="5068321"/>
            <a:ext cx="494774" cy="3163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0645" marR="5080" indent="-68580">
              <a:lnSpc>
                <a:spcPct val="102499"/>
              </a:lnSpc>
              <a:spcBef>
                <a:spcPts val="90"/>
              </a:spcBef>
            </a:pPr>
            <a:r>
              <a:rPr lang="en-US" sz="1000" b="1" spc="-10" dirty="0">
                <a:latin typeface="Times New Roman"/>
                <a:cs typeface="Times New Roman"/>
              </a:rPr>
              <a:t>M</a:t>
            </a:r>
            <a:r>
              <a:rPr sz="1000" b="1" spc="-10" dirty="0">
                <a:latin typeface="Times New Roman"/>
                <a:cs typeface="Times New Roman"/>
              </a:rPr>
              <a:t>emory</a:t>
            </a:r>
            <a:r>
              <a:rPr sz="1000" b="1" spc="500" dirty="0">
                <a:latin typeface="Times New Roman"/>
                <a:cs typeface="Times New Roman"/>
              </a:rPr>
              <a:t> </a:t>
            </a:r>
            <a:r>
              <a:rPr lang="en-US" sz="1000" b="1" spc="-20" dirty="0">
                <a:latin typeface="Times New Roman"/>
                <a:cs typeface="Times New Roman"/>
              </a:rPr>
              <a:t>B</a:t>
            </a:r>
            <a:r>
              <a:rPr sz="1000" b="1" spc="-20" dirty="0">
                <a:latin typeface="Times New Roman"/>
                <a:cs typeface="Times New Roman"/>
              </a:rPr>
              <a:t>ank</a:t>
            </a:r>
            <a:endParaRPr sz="1000" b="1" dirty="0">
              <a:latin typeface="Times New Roman"/>
              <a:cs typeface="Times New Roman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DD9ECC1-DA1F-D81F-D1C7-A3B095392847}"/>
              </a:ext>
            </a:extLst>
          </p:cNvPr>
          <p:cNvSpPr/>
          <p:nvPr/>
        </p:nvSpPr>
        <p:spPr>
          <a:xfrm>
            <a:off x="8100794" y="1195062"/>
            <a:ext cx="978124" cy="402015"/>
          </a:xfrm>
          <a:prstGeom prst="roundRect">
            <a:avLst/>
          </a:prstGeom>
          <a:solidFill>
            <a:srgbClr val="E0E8F5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Clothes Classifier</a:t>
            </a:r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443158E-9D7E-865E-D453-E8A29E2533D4}"/>
              </a:ext>
            </a:extLst>
          </p:cNvPr>
          <p:cNvSpPr/>
          <p:nvPr/>
        </p:nvSpPr>
        <p:spPr>
          <a:xfrm>
            <a:off x="8102481" y="2512773"/>
            <a:ext cx="972677" cy="402015"/>
          </a:xfrm>
          <a:prstGeom prst="roundRect">
            <a:avLst/>
          </a:prstGeom>
          <a:solidFill>
            <a:srgbClr val="E2F0D9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Classifier-Likelihood</a:t>
            </a:r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A456B27-A207-01E0-7B19-6877CEBBEB07}"/>
                  </a:ext>
                </a:extLst>
              </p:cNvPr>
              <p:cNvSpPr txBox="1"/>
              <p:nvPr/>
            </p:nvSpPr>
            <p:spPr>
              <a:xfrm>
                <a:off x="9470149" y="3836717"/>
                <a:ext cx="71782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A456B27-A207-01E0-7B19-6877CEBBE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0149" y="3836717"/>
                <a:ext cx="717824" cy="153888"/>
              </a:xfrm>
              <a:prstGeom prst="rect">
                <a:avLst/>
              </a:prstGeom>
              <a:blipFill>
                <a:blip r:embed="rId2"/>
                <a:stretch>
                  <a:fillRect l="-4274" r="-6838" b="-3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C75E616-E49A-98CB-F4B4-F8933934CB70}"/>
                  </a:ext>
                </a:extLst>
              </p:cNvPr>
              <p:cNvSpPr txBox="1"/>
              <p:nvPr/>
            </p:nvSpPr>
            <p:spPr>
              <a:xfrm>
                <a:off x="9472174" y="5122917"/>
                <a:ext cx="97975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𝒅𝒐</m:t>
                      </m:r>
                      <m:d>
                        <m:d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1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1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C75E616-E49A-98CB-F4B4-F8933934C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174" y="5122917"/>
                <a:ext cx="979755" cy="153888"/>
              </a:xfrm>
              <a:prstGeom prst="rect">
                <a:avLst/>
              </a:prstGeom>
              <a:blipFill>
                <a:blip r:embed="rId3"/>
                <a:stretch>
                  <a:fillRect l="-3106" r="-4348" b="-3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23AC7AE-66BC-5DBD-383B-441F69F2FC49}"/>
              </a:ext>
            </a:extLst>
          </p:cNvPr>
          <p:cNvCxnSpPr>
            <a:cxnSpLocks/>
          </p:cNvCxnSpPr>
          <p:nvPr/>
        </p:nvCxnSpPr>
        <p:spPr>
          <a:xfrm flipV="1">
            <a:off x="3763239" y="3962154"/>
            <a:ext cx="0" cy="35102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11E5ED5-F463-B505-5575-CA37097739DA}"/>
              </a:ext>
            </a:extLst>
          </p:cNvPr>
          <p:cNvCxnSpPr>
            <a:cxnSpLocks/>
          </p:cNvCxnSpPr>
          <p:nvPr/>
        </p:nvCxnSpPr>
        <p:spPr>
          <a:xfrm>
            <a:off x="3220412" y="3882530"/>
            <a:ext cx="45431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7A6564C-74CC-F2FB-5925-C8981FCC3DA1}"/>
              </a:ext>
            </a:extLst>
          </p:cNvPr>
          <p:cNvCxnSpPr>
            <a:cxnSpLocks/>
          </p:cNvCxnSpPr>
          <p:nvPr/>
        </p:nvCxnSpPr>
        <p:spPr>
          <a:xfrm>
            <a:off x="3844669" y="3883328"/>
            <a:ext cx="38074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EDB2F2E-18E4-D5D6-E9B1-394474556776}"/>
              </a:ext>
            </a:extLst>
          </p:cNvPr>
          <p:cNvGrpSpPr/>
          <p:nvPr/>
        </p:nvGrpSpPr>
        <p:grpSpPr>
          <a:xfrm>
            <a:off x="5504456" y="5665115"/>
            <a:ext cx="142638" cy="142638"/>
            <a:chOff x="4892460" y="2186404"/>
            <a:chExt cx="142638" cy="142638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80678C63-388C-B518-8762-00296C137544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9706EEBD-511A-4CB6-E054-7A161FC79E1D}"/>
                </a:ext>
              </a:extLst>
            </p:cNvPr>
            <p:cNvCxnSpPr>
              <a:stCxn id="17" idx="1"/>
              <a:endCxn id="17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83A013AF-D494-2B31-18B9-448C8037E9F6}"/>
                </a:ext>
              </a:extLst>
            </p:cNvPr>
            <p:cNvCxnSpPr>
              <a:cxnSpLocks/>
              <a:stCxn id="17" idx="3"/>
              <a:endCxn id="17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F07C9FDE-571D-08C2-A8CB-9D3E758037C6}"/>
              </a:ext>
            </a:extLst>
          </p:cNvPr>
          <p:cNvCxnSpPr>
            <a:cxnSpLocks/>
          </p:cNvCxnSpPr>
          <p:nvPr/>
        </p:nvCxnSpPr>
        <p:spPr>
          <a:xfrm>
            <a:off x="4932134" y="3888297"/>
            <a:ext cx="1700973" cy="1518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801E490-D834-A16E-5522-195ABC05F2E7}"/>
              </a:ext>
            </a:extLst>
          </p:cNvPr>
          <p:cNvGrpSpPr/>
          <p:nvPr/>
        </p:nvGrpSpPr>
        <p:grpSpPr>
          <a:xfrm>
            <a:off x="5054714" y="5651228"/>
            <a:ext cx="142638" cy="142638"/>
            <a:chOff x="5717954" y="2192932"/>
            <a:chExt cx="142638" cy="142638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46A06008-2467-EEE6-DEAC-AC45ED1821B4}"/>
                </a:ext>
              </a:extLst>
            </p:cNvPr>
            <p:cNvSpPr/>
            <p:nvPr/>
          </p:nvSpPr>
          <p:spPr>
            <a:xfrm>
              <a:off x="5717954" y="2192932"/>
              <a:ext cx="142638" cy="142638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A55CD08E-4377-DCA5-7450-7A30D344EDB4}"/>
                </a:ext>
              </a:extLst>
            </p:cNvPr>
            <p:cNvCxnSpPr>
              <a:cxnSpLocks/>
              <a:stCxn id="22" idx="2"/>
              <a:endCxn id="22" idx="6"/>
            </p:cNvCxnSpPr>
            <p:nvPr/>
          </p:nvCxnSpPr>
          <p:spPr>
            <a:xfrm>
              <a:off x="5717954" y="2264251"/>
              <a:ext cx="14263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7ABE3790-D7E5-DB5B-7A02-B7B3F1715F65}"/>
                </a:ext>
              </a:extLst>
            </p:cNvPr>
            <p:cNvCxnSpPr>
              <a:cxnSpLocks/>
              <a:stCxn id="22" idx="4"/>
              <a:endCxn id="22" idx="0"/>
            </p:cNvCxnSpPr>
            <p:nvPr/>
          </p:nvCxnSpPr>
          <p:spPr>
            <a:xfrm flipV="1">
              <a:off x="5789273" y="2192932"/>
              <a:ext cx="0" cy="14263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525C2630-281E-80F9-932A-664BCD77CCA9}"/>
              </a:ext>
            </a:extLst>
          </p:cNvPr>
          <p:cNvGrpSpPr/>
          <p:nvPr/>
        </p:nvGrpSpPr>
        <p:grpSpPr>
          <a:xfrm>
            <a:off x="5164432" y="4005926"/>
            <a:ext cx="828415" cy="886846"/>
            <a:chOff x="6538827" y="3689085"/>
            <a:chExt cx="639942" cy="685079"/>
          </a:xfrm>
        </p:grpSpPr>
        <p:pic>
          <p:nvPicPr>
            <p:cNvPr id="26" name="object 311">
              <a:extLst>
                <a:ext uri="{FF2B5EF4-FFF2-40B4-BE49-F238E27FC236}">
                  <a16:creationId xmlns:a16="http://schemas.microsoft.com/office/drawing/2014/main" id="{0B8385CC-26E1-FD13-E5F6-6DBA8DF921C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1028" y="4055166"/>
              <a:ext cx="153923" cy="306323"/>
            </a:xfrm>
            <a:prstGeom prst="rect">
              <a:avLst/>
            </a:prstGeom>
          </p:spPr>
        </p:pic>
        <p:pic>
          <p:nvPicPr>
            <p:cNvPr id="27" name="object 312">
              <a:extLst>
                <a:ext uri="{FF2B5EF4-FFF2-40B4-BE49-F238E27FC236}">
                  <a16:creationId xmlns:a16="http://schemas.microsoft.com/office/drawing/2014/main" id="{7FCCE69F-1901-DA9E-462D-30F461FE595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05059" y="3758020"/>
              <a:ext cx="153923" cy="306323"/>
            </a:xfrm>
            <a:prstGeom prst="rect">
              <a:avLst/>
            </a:prstGeom>
          </p:spPr>
        </p:pic>
        <p:pic>
          <p:nvPicPr>
            <p:cNvPr id="28" name="object 313">
              <a:extLst>
                <a:ext uri="{FF2B5EF4-FFF2-40B4-BE49-F238E27FC236}">
                  <a16:creationId xmlns:a16="http://schemas.microsoft.com/office/drawing/2014/main" id="{D1C8DB00-5E15-20D6-36CF-D1A7EEE8C85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48965" y="3881913"/>
              <a:ext cx="153924" cy="306323"/>
            </a:xfrm>
            <a:prstGeom prst="rect">
              <a:avLst/>
            </a:prstGeom>
          </p:spPr>
        </p:pic>
        <p:pic>
          <p:nvPicPr>
            <p:cNvPr id="29" name="object 314">
              <a:extLst>
                <a:ext uri="{FF2B5EF4-FFF2-40B4-BE49-F238E27FC236}">
                  <a16:creationId xmlns:a16="http://schemas.microsoft.com/office/drawing/2014/main" id="{16119599-4152-175F-8C55-5900FB348A1B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83433" y="3994689"/>
              <a:ext cx="153923" cy="306323"/>
            </a:xfrm>
            <a:prstGeom prst="rect">
              <a:avLst/>
            </a:prstGeom>
          </p:spPr>
        </p:pic>
        <p:pic>
          <p:nvPicPr>
            <p:cNvPr id="30" name="object 315">
              <a:extLst>
                <a:ext uri="{FF2B5EF4-FFF2-40B4-BE49-F238E27FC236}">
                  <a16:creationId xmlns:a16="http://schemas.microsoft.com/office/drawing/2014/main" id="{FF9FBE63-4802-99DD-34B2-2AE09A1887C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74289" y="3881913"/>
              <a:ext cx="153923" cy="306323"/>
            </a:xfrm>
            <a:prstGeom prst="rect">
              <a:avLst/>
            </a:prstGeom>
          </p:spPr>
        </p:pic>
        <p:pic>
          <p:nvPicPr>
            <p:cNvPr id="31" name="object 316">
              <a:extLst>
                <a:ext uri="{FF2B5EF4-FFF2-40B4-BE49-F238E27FC236}">
                  <a16:creationId xmlns:a16="http://schemas.microsoft.com/office/drawing/2014/main" id="{4CC6B441-5C89-EC8F-6D8A-882F0503865A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26370" y="3951500"/>
              <a:ext cx="152399" cy="307847"/>
            </a:xfrm>
            <a:prstGeom prst="rect">
              <a:avLst/>
            </a:prstGeom>
          </p:spPr>
        </p:pic>
        <p:pic>
          <p:nvPicPr>
            <p:cNvPr id="32" name="object 317">
              <a:extLst>
                <a:ext uri="{FF2B5EF4-FFF2-40B4-BE49-F238E27FC236}">
                  <a16:creationId xmlns:a16="http://schemas.microsoft.com/office/drawing/2014/main" id="{AD1EBA6D-268B-5478-12CE-0688D14C0FAF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04519" y="3990920"/>
              <a:ext cx="152399" cy="306323"/>
            </a:xfrm>
            <a:prstGeom prst="rect">
              <a:avLst/>
            </a:prstGeom>
          </p:spPr>
        </p:pic>
        <p:pic>
          <p:nvPicPr>
            <p:cNvPr id="33" name="object 318">
              <a:extLst>
                <a:ext uri="{FF2B5EF4-FFF2-40B4-BE49-F238E27FC236}">
                  <a16:creationId xmlns:a16="http://schemas.microsoft.com/office/drawing/2014/main" id="{A2A77376-30F3-A121-3C4A-0E4AC83C892B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27045" y="3827049"/>
              <a:ext cx="153923" cy="306324"/>
            </a:xfrm>
            <a:prstGeom prst="rect">
              <a:avLst/>
            </a:prstGeom>
          </p:spPr>
        </p:pic>
        <p:pic>
          <p:nvPicPr>
            <p:cNvPr id="34" name="object 319">
              <a:extLst>
                <a:ext uri="{FF2B5EF4-FFF2-40B4-BE49-F238E27FC236}">
                  <a16:creationId xmlns:a16="http://schemas.microsoft.com/office/drawing/2014/main" id="{0ADCB3A8-ABEE-F079-0165-A359EEE3C725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16021" y="3854481"/>
              <a:ext cx="153923" cy="306323"/>
            </a:xfrm>
            <a:prstGeom prst="rect">
              <a:avLst/>
            </a:prstGeom>
          </p:spPr>
        </p:pic>
        <p:pic>
          <p:nvPicPr>
            <p:cNvPr id="35" name="object 320">
              <a:extLst>
                <a:ext uri="{FF2B5EF4-FFF2-40B4-BE49-F238E27FC236}">
                  <a16:creationId xmlns:a16="http://schemas.microsoft.com/office/drawing/2014/main" id="{4A6611D2-3AB1-81F4-94F1-EED499ACCD0E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41461" y="3817445"/>
              <a:ext cx="152399" cy="307847"/>
            </a:xfrm>
            <a:prstGeom prst="rect">
              <a:avLst/>
            </a:prstGeom>
          </p:spPr>
        </p:pic>
        <p:pic>
          <p:nvPicPr>
            <p:cNvPr id="36" name="object 321">
              <a:extLst>
                <a:ext uri="{FF2B5EF4-FFF2-40B4-BE49-F238E27FC236}">
                  <a16:creationId xmlns:a16="http://schemas.microsoft.com/office/drawing/2014/main" id="{85798B02-E84C-A530-C60D-E9C168638073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85478" y="4066317"/>
              <a:ext cx="153923" cy="307847"/>
            </a:xfrm>
            <a:prstGeom prst="rect">
              <a:avLst/>
            </a:prstGeom>
          </p:spPr>
        </p:pic>
        <p:pic>
          <p:nvPicPr>
            <p:cNvPr id="37" name="object 322">
              <a:extLst>
                <a:ext uri="{FF2B5EF4-FFF2-40B4-BE49-F238E27FC236}">
                  <a16:creationId xmlns:a16="http://schemas.microsoft.com/office/drawing/2014/main" id="{F69F73A2-F226-19FF-320C-B4F8E1094169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856585" y="3846861"/>
              <a:ext cx="153923" cy="307847"/>
            </a:xfrm>
            <a:prstGeom prst="rect">
              <a:avLst/>
            </a:prstGeom>
          </p:spPr>
        </p:pic>
        <p:pic>
          <p:nvPicPr>
            <p:cNvPr id="38" name="object 323">
              <a:extLst>
                <a:ext uri="{FF2B5EF4-FFF2-40B4-BE49-F238E27FC236}">
                  <a16:creationId xmlns:a16="http://schemas.microsoft.com/office/drawing/2014/main" id="{69529454-B7C5-2591-6DA7-243B7D9B6042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849331" y="3689085"/>
              <a:ext cx="153923" cy="306323"/>
            </a:xfrm>
            <a:prstGeom prst="rect">
              <a:avLst/>
            </a:prstGeom>
          </p:spPr>
        </p:pic>
        <p:pic>
          <p:nvPicPr>
            <p:cNvPr id="39" name="object 324">
              <a:extLst>
                <a:ext uri="{FF2B5EF4-FFF2-40B4-BE49-F238E27FC236}">
                  <a16:creationId xmlns:a16="http://schemas.microsoft.com/office/drawing/2014/main" id="{507BBE54-884A-4B50-D3E9-794C25AC71B6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38827" y="3870705"/>
              <a:ext cx="152399" cy="307847"/>
            </a:xfrm>
            <a:prstGeom prst="rect">
              <a:avLst/>
            </a:prstGeom>
          </p:spPr>
        </p:pic>
        <p:pic>
          <p:nvPicPr>
            <p:cNvPr id="40" name="object 325">
              <a:extLst>
                <a:ext uri="{FF2B5EF4-FFF2-40B4-BE49-F238E27FC236}">
                  <a16:creationId xmlns:a16="http://schemas.microsoft.com/office/drawing/2014/main" id="{659B7AB1-0105-65CD-B3C1-ED64F0EF8E92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746857" y="3816381"/>
              <a:ext cx="153923" cy="306323"/>
            </a:xfrm>
            <a:prstGeom prst="rect">
              <a:avLst/>
            </a:prstGeom>
          </p:spPr>
        </p:pic>
        <p:pic>
          <p:nvPicPr>
            <p:cNvPr id="41" name="object 326">
              <a:extLst>
                <a:ext uri="{FF2B5EF4-FFF2-40B4-BE49-F238E27FC236}">
                  <a16:creationId xmlns:a16="http://schemas.microsoft.com/office/drawing/2014/main" id="{D884DE44-E84C-2A9F-616F-E7655481A270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987649" y="3791481"/>
              <a:ext cx="152399" cy="306323"/>
            </a:xfrm>
            <a:prstGeom prst="rect">
              <a:avLst/>
            </a:prstGeom>
          </p:spPr>
        </p:pic>
      </p:grpSp>
      <p:sp>
        <p:nvSpPr>
          <p:cNvPr id="42" name="object 330">
            <a:extLst>
              <a:ext uri="{FF2B5EF4-FFF2-40B4-BE49-F238E27FC236}">
                <a16:creationId xmlns:a16="http://schemas.microsoft.com/office/drawing/2014/main" id="{2243F59B-3EAE-82FE-AC30-192F39B420C0}"/>
              </a:ext>
            </a:extLst>
          </p:cNvPr>
          <p:cNvSpPr txBox="1"/>
          <p:nvPr/>
        </p:nvSpPr>
        <p:spPr>
          <a:xfrm>
            <a:off x="5353127" y="4866975"/>
            <a:ext cx="491964" cy="31899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6370" marR="5080" indent="-154305">
              <a:lnSpc>
                <a:spcPct val="103000"/>
              </a:lnSpc>
              <a:spcBef>
                <a:spcPts val="90"/>
              </a:spcBef>
            </a:pPr>
            <a:r>
              <a:rPr lang="en-US" sz="1000" b="1" spc="-10" dirty="0">
                <a:latin typeface="Times New Roman"/>
                <a:cs typeface="Times New Roman"/>
              </a:rPr>
              <a:t>T</a:t>
            </a:r>
            <a:r>
              <a:rPr sz="1000" b="1" spc="-10" dirty="0">
                <a:latin typeface="Times New Roman"/>
                <a:cs typeface="Times New Roman"/>
              </a:rPr>
              <a:t>raining </a:t>
            </a:r>
            <a:r>
              <a:rPr lang="en-US" sz="1000" b="1" spc="-25" dirty="0">
                <a:latin typeface="Times New Roman"/>
                <a:cs typeface="Times New Roman"/>
              </a:rPr>
              <a:t>S</a:t>
            </a:r>
            <a:r>
              <a:rPr sz="1000" b="1" spc="-25" dirty="0">
                <a:latin typeface="Times New Roman"/>
                <a:cs typeface="Times New Roman"/>
              </a:rPr>
              <a:t>et</a:t>
            </a:r>
            <a:endParaRPr sz="1000" b="1" dirty="0">
              <a:latin typeface="Times New Roman"/>
              <a:cs typeface="Times New Roman"/>
            </a:endParaRPr>
          </a:p>
        </p:txBody>
      </p:sp>
      <p:sp>
        <p:nvSpPr>
          <p:cNvPr id="43" name="object 347">
            <a:extLst>
              <a:ext uri="{FF2B5EF4-FFF2-40B4-BE49-F238E27FC236}">
                <a16:creationId xmlns:a16="http://schemas.microsoft.com/office/drawing/2014/main" id="{22DED22A-CBB7-ABCE-E124-335D8DFE1E29}"/>
              </a:ext>
            </a:extLst>
          </p:cNvPr>
          <p:cNvSpPr/>
          <p:nvPr/>
        </p:nvSpPr>
        <p:spPr>
          <a:xfrm>
            <a:off x="6304351" y="4252907"/>
            <a:ext cx="838200" cy="158750"/>
          </a:xfrm>
          <a:custGeom>
            <a:avLst/>
            <a:gdLst/>
            <a:ahLst/>
            <a:cxnLst/>
            <a:rect l="l" t="t" r="r" b="b"/>
            <a:pathLst>
              <a:path w="838200" h="158750">
                <a:moveTo>
                  <a:pt x="781812" y="158495"/>
                </a:moveTo>
                <a:lnTo>
                  <a:pt x="54864" y="158495"/>
                </a:lnTo>
                <a:lnTo>
                  <a:pt x="33432" y="154209"/>
                </a:lnTo>
                <a:lnTo>
                  <a:pt x="16002" y="142493"/>
                </a:lnTo>
                <a:lnTo>
                  <a:pt x="4286" y="125063"/>
                </a:lnTo>
                <a:lnTo>
                  <a:pt x="0" y="103631"/>
                </a:lnTo>
                <a:lnTo>
                  <a:pt x="0" y="54863"/>
                </a:lnTo>
                <a:lnTo>
                  <a:pt x="4286" y="33432"/>
                </a:lnTo>
                <a:lnTo>
                  <a:pt x="16002" y="16001"/>
                </a:lnTo>
                <a:lnTo>
                  <a:pt x="33432" y="4286"/>
                </a:lnTo>
                <a:lnTo>
                  <a:pt x="54864" y="0"/>
                </a:lnTo>
                <a:lnTo>
                  <a:pt x="781812" y="0"/>
                </a:lnTo>
                <a:lnTo>
                  <a:pt x="803481" y="4286"/>
                </a:lnTo>
                <a:lnTo>
                  <a:pt x="821435" y="16001"/>
                </a:lnTo>
                <a:lnTo>
                  <a:pt x="833675" y="33432"/>
                </a:lnTo>
                <a:lnTo>
                  <a:pt x="838200" y="54863"/>
                </a:lnTo>
                <a:lnTo>
                  <a:pt x="838200" y="103631"/>
                </a:lnTo>
                <a:lnTo>
                  <a:pt x="833675" y="125063"/>
                </a:lnTo>
                <a:lnTo>
                  <a:pt x="821435" y="142493"/>
                </a:lnTo>
                <a:lnTo>
                  <a:pt x="803481" y="154209"/>
                </a:lnTo>
                <a:lnTo>
                  <a:pt x="781812" y="158495"/>
                </a:lnTo>
                <a:close/>
              </a:path>
            </a:pathLst>
          </a:custGeom>
          <a:solidFill>
            <a:srgbClr val="E7E6E6"/>
          </a:solidFill>
          <a:ln w="19050">
            <a:solidFill>
              <a:srgbClr val="C9B8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349">
            <a:extLst>
              <a:ext uri="{FF2B5EF4-FFF2-40B4-BE49-F238E27FC236}">
                <a16:creationId xmlns:a16="http://schemas.microsoft.com/office/drawing/2014/main" id="{312F40C3-F0B3-00C0-588C-9658500225C8}"/>
              </a:ext>
            </a:extLst>
          </p:cNvPr>
          <p:cNvSpPr/>
          <p:nvPr/>
        </p:nvSpPr>
        <p:spPr>
          <a:xfrm>
            <a:off x="6375979" y="4298627"/>
            <a:ext cx="71755" cy="67310"/>
          </a:xfrm>
          <a:custGeom>
            <a:avLst/>
            <a:gdLst/>
            <a:ahLst/>
            <a:cxnLst/>
            <a:rect l="l" t="t" r="r" b="b"/>
            <a:pathLst>
              <a:path w="71754" h="67310">
                <a:moveTo>
                  <a:pt x="71628" y="67056"/>
                </a:moveTo>
                <a:lnTo>
                  <a:pt x="0" y="67056"/>
                </a:lnTo>
                <a:lnTo>
                  <a:pt x="0" y="0"/>
                </a:lnTo>
                <a:lnTo>
                  <a:pt x="71628" y="0"/>
                </a:lnTo>
                <a:lnTo>
                  <a:pt x="71628" y="67056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351">
            <a:extLst>
              <a:ext uri="{FF2B5EF4-FFF2-40B4-BE49-F238E27FC236}">
                <a16:creationId xmlns:a16="http://schemas.microsoft.com/office/drawing/2014/main" id="{4CACC873-A528-F330-5C55-AE9F74C7A566}"/>
              </a:ext>
            </a:extLst>
          </p:cNvPr>
          <p:cNvSpPr/>
          <p:nvPr/>
        </p:nvSpPr>
        <p:spPr>
          <a:xfrm>
            <a:off x="6496375" y="4300367"/>
            <a:ext cx="71755" cy="65569"/>
          </a:xfrm>
          <a:custGeom>
            <a:avLst/>
            <a:gdLst/>
            <a:ahLst/>
            <a:cxnLst/>
            <a:rect l="l" t="t" r="r" b="b"/>
            <a:pathLst>
              <a:path w="73660" h="67310">
                <a:moveTo>
                  <a:pt x="73152" y="67056"/>
                </a:moveTo>
                <a:lnTo>
                  <a:pt x="0" y="67056"/>
                </a:lnTo>
                <a:lnTo>
                  <a:pt x="0" y="0"/>
                </a:lnTo>
                <a:lnTo>
                  <a:pt x="73152" y="0"/>
                </a:lnTo>
                <a:lnTo>
                  <a:pt x="73152" y="67056"/>
                </a:lnTo>
                <a:close/>
              </a:path>
            </a:pathLst>
          </a:custGeom>
          <a:solidFill>
            <a:srgbClr val="C00000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353">
            <a:extLst>
              <a:ext uri="{FF2B5EF4-FFF2-40B4-BE49-F238E27FC236}">
                <a16:creationId xmlns:a16="http://schemas.microsoft.com/office/drawing/2014/main" id="{2B661020-47AC-9E01-6396-39BD068362BC}"/>
              </a:ext>
            </a:extLst>
          </p:cNvPr>
          <p:cNvSpPr/>
          <p:nvPr/>
        </p:nvSpPr>
        <p:spPr>
          <a:xfrm>
            <a:off x="6618295" y="4298627"/>
            <a:ext cx="71755" cy="67310"/>
          </a:xfrm>
          <a:custGeom>
            <a:avLst/>
            <a:gdLst/>
            <a:ahLst/>
            <a:cxnLst/>
            <a:rect l="l" t="t" r="r" b="b"/>
            <a:pathLst>
              <a:path w="71754" h="67310">
                <a:moveTo>
                  <a:pt x="71628" y="67056"/>
                </a:moveTo>
                <a:lnTo>
                  <a:pt x="0" y="67056"/>
                </a:lnTo>
                <a:lnTo>
                  <a:pt x="0" y="0"/>
                </a:lnTo>
                <a:lnTo>
                  <a:pt x="71628" y="0"/>
                </a:lnTo>
                <a:lnTo>
                  <a:pt x="71628" y="67056"/>
                </a:lnTo>
                <a:close/>
              </a:path>
            </a:pathLst>
          </a:custGeom>
          <a:solidFill>
            <a:srgbClr val="FFC000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355">
            <a:extLst>
              <a:ext uri="{FF2B5EF4-FFF2-40B4-BE49-F238E27FC236}">
                <a16:creationId xmlns:a16="http://schemas.microsoft.com/office/drawing/2014/main" id="{C2A2019C-9BAB-29BA-F8B1-1ECC53996A67}"/>
              </a:ext>
            </a:extLst>
          </p:cNvPr>
          <p:cNvSpPr/>
          <p:nvPr/>
        </p:nvSpPr>
        <p:spPr>
          <a:xfrm>
            <a:off x="6877375" y="4298627"/>
            <a:ext cx="73660" cy="68580"/>
          </a:xfrm>
          <a:custGeom>
            <a:avLst/>
            <a:gdLst/>
            <a:ahLst/>
            <a:cxnLst/>
            <a:rect l="l" t="t" r="r" b="b"/>
            <a:pathLst>
              <a:path w="73660" h="68580">
                <a:moveTo>
                  <a:pt x="73152" y="68580"/>
                </a:moveTo>
                <a:lnTo>
                  <a:pt x="0" y="68580"/>
                </a:lnTo>
                <a:lnTo>
                  <a:pt x="0" y="0"/>
                </a:lnTo>
                <a:lnTo>
                  <a:pt x="73152" y="0"/>
                </a:lnTo>
                <a:lnTo>
                  <a:pt x="73152" y="6858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357">
            <a:extLst>
              <a:ext uri="{FF2B5EF4-FFF2-40B4-BE49-F238E27FC236}">
                <a16:creationId xmlns:a16="http://schemas.microsoft.com/office/drawing/2014/main" id="{C0E49843-DB5A-F9A8-1F0C-570E14CE805D}"/>
              </a:ext>
            </a:extLst>
          </p:cNvPr>
          <p:cNvSpPr/>
          <p:nvPr/>
        </p:nvSpPr>
        <p:spPr>
          <a:xfrm>
            <a:off x="6997771" y="4298627"/>
            <a:ext cx="71755" cy="68580"/>
          </a:xfrm>
          <a:custGeom>
            <a:avLst/>
            <a:gdLst/>
            <a:ahLst/>
            <a:cxnLst/>
            <a:rect l="l" t="t" r="r" b="b"/>
            <a:pathLst>
              <a:path w="71754" h="68580">
                <a:moveTo>
                  <a:pt x="71628" y="68580"/>
                </a:moveTo>
                <a:lnTo>
                  <a:pt x="0" y="68580"/>
                </a:lnTo>
                <a:lnTo>
                  <a:pt x="0" y="0"/>
                </a:lnTo>
                <a:lnTo>
                  <a:pt x="71628" y="0"/>
                </a:lnTo>
                <a:lnTo>
                  <a:pt x="71628" y="6858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359">
            <a:extLst>
              <a:ext uri="{FF2B5EF4-FFF2-40B4-BE49-F238E27FC236}">
                <a16:creationId xmlns:a16="http://schemas.microsoft.com/office/drawing/2014/main" id="{1AF94BD7-0055-F288-EBDA-97C501E389FA}"/>
              </a:ext>
            </a:extLst>
          </p:cNvPr>
          <p:cNvSpPr txBox="1"/>
          <p:nvPr/>
        </p:nvSpPr>
        <p:spPr>
          <a:xfrm>
            <a:off x="6718360" y="4232411"/>
            <a:ext cx="13716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25" dirty="0">
                <a:latin typeface="等线"/>
                <a:cs typeface="等线"/>
              </a:rPr>
              <a:t>…</a:t>
            </a:r>
            <a:endParaRPr sz="1050" dirty="0">
              <a:latin typeface="等线"/>
              <a:cs typeface="等线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45F15F0C-56B4-1891-40C6-D8E5D631B6EA}"/>
                  </a:ext>
                </a:extLst>
              </p:cNvPr>
              <p:cNvSpPr txBox="1"/>
              <p:nvPr/>
            </p:nvSpPr>
            <p:spPr>
              <a:xfrm>
                <a:off x="6193860" y="4026844"/>
                <a:ext cx="43441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45F15F0C-56B4-1891-40C6-D8E5D631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3860" y="4026844"/>
                <a:ext cx="434414" cy="153888"/>
              </a:xfrm>
              <a:prstGeom prst="rect">
                <a:avLst/>
              </a:prstGeom>
              <a:blipFill>
                <a:blip r:embed="rId20"/>
                <a:stretch>
                  <a:fillRect l="-5634" t="-4000" r="-12676" b="-4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F27B20D-8B71-C669-7B3F-9FADF7B58AD3}"/>
                  </a:ext>
                </a:extLst>
              </p:cNvPr>
              <p:cNvSpPr txBox="1"/>
              <p:nvPr/>
            </p:nvSpPr>
            <p:spPr>
              <a:xfrm>
                <a:off x="6267223" y="4910587"/>
                <a:ext cx="303736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F27B20D-8B71-C669-7B3F-9FADF7B58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223" y="4910587"/>
                <a:ext cx="303736" cy="153888"/>
              </a:xfrm>
              <a:prstGeom prst="rect">
                <a:avLst/>
              </a:prstGeom>
              <a:blipFill>
                <a:blip r:embed="rId21"/>
                <a:stretch>
                  <a:fillRect l="-8000" t="-4000" r="-18000" b="-4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椭圆 51">
            <a:extLst>
              <a:ext uri="{FF2B5EF4-FFF2-40B4-BE49-F238E27FC236}">
                <a16:creationId xmlns:a16="http://schemas.microsoft.com/office/drawing/2014/main" id="{8CC9F9C0-36C0-122E-9EEE-5872F5E45D40}"/>
              </a:ext>
            </a:extLst>
          </p:cNvPr>
          <p:cNvSpPr/>
          <p:nvPr/>
        </p:nvSpPr>
        <p:spPr>
          <a:xfrm>
            <a:off x="6647986" y="5143061"/>
            <a:ext cx="142638" cy="14263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08AD9327-F6AF-8CCB-06C2-370BEF95B1BF}"/>
              </a:ext>
            </a:extLst>
          </p:cNvPr>
          <p:cNvCxnSpPr>
            <a:cxnSpLocks/>
          </p:cNvCxnSpPr>
          <p:nvPr/>
        </p:nvCxnSpPr>
        <p:spPr>
          <a:xfrm>
            <a:off x="5054714" y="5204508"/>
            <a:ext cx="157991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1ABF4919-AB19-82A1-13A5-5E8A4FC2A633}"/>
              </a:ext>
            </a:extLst>
          </p:cNvPr>
          <p:cNvCxnSpPr>
            <a:cxnSpLocks/>
          </p:cNvCxnSpPr>
          <p:nvPr/>
        </p:nvCxnSpPr>
        <p:spPr>
          <a:xfrm flipV="1">
            <a:off x="6710971" y="3978002"/>
            <a:ext cx="0" cy="24175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12A6656E-507B-02EF-884A-6D2113DF0785}"/>
              </a:ext>
            </a:extLst>
          </p:cNvPr>
          <p:cNvCxnSpPr>
            <a:cxnSpLocks/>
          </p:cNvCxnSpPr>
          <p:nvPr/>
        </p:nvCxnSpPr>
        <p:spPr>
          <a:xfrm>
            <a:off x="6712768" y="4857173"/>
            <a:ext cx="0" cy="26789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FA754C83-F8F6-7F7D-ED7C-8E4D74709231}"/>
              </a:ext>
            </a:extLst>
          </p:cNvPr>
          <p:cNvCxnSpPr>
            <a:cxnSpLocks/>
          </p:cNvCxnSpPr>
          <p:nvPr/>
        </p:nvCxnSpPr>
        <p:spPr>
          <a:xfrm flipV="1">
            <a:off x="4307870" y="3962154"/>
            <a:ext cx="0" cy="35102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77D5BBB0-1EEE-358C-E4B3-B1CC6D98FE4F}"/>
              </a:ext>
            </a:extLst>
          </p:cNvPr>
          <p:cNvCxnSpPr>
            <a:cxnSpLocks/>
          </p:cNvCxnSpPr>
          <p:nvPr/>
        </p:nvCxnSpPr>
        <p:spPr>
          <a:xfrm>
            <a:off x="4375829" y="3882530"/>
            <a:ext cx="38074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9B921011-8EF0-D670-4D1D-D2AE71E0B1F7}"/>
              </a:ext>
            </a:extLst>
          </p:cNvPr>
          <p:cNvCxnSpPr>
            <a:cxnSpLocks/>
          </p:cNvCxnSpPr>
          <p:nvPr/>
        </p:nvCxnSpPr>
        <p:spPr>
          <a:xfrm>
            <a:off x="5061699" y="3895339"/>
            <a:ext cx="0" cy="1297443"/>
          </a:xfrm>
          <a:prstGeom prst="straightConnector1">
            <a:avLst/>
          </a:prstGeom>
          <a:ln w="19050">
            <a:solidFill>
              <a:schemeClr val="tx1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椭圆 58">
            <a:extLst>
              <a:ext uri="{FF2B5EF4-FFF2-40B4-BE49-F238E27FC236}">
                <a16:creationId xmlns:a16="http://schemas.microsoft.com/office/drawing/2014/main" id="{E88C971F-4656-3EB3-5579-509DB448D372}"/>
              </a:ext>
            </a:extLst>
          </p:cNvPr>
          <p:cNvSpPr/>
          <p:nvPr/>
        </p:nvSpPr>
        <p:spPr>
          <a:xfrm>
            <a:off x="5035966" y="3867942"/>
            <a:ext cx="45719" cy="4571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5AF32043-1095-31D7-5E44-BE79D3FB0819}"/>
              </a:ext>
            </a:extLst>
          </p:cNvPr>
          <p:cNvCxnSpPr>
            <a:cxnSpLocks/>
          </p:cNvCxnSpPr>
          <p:nvPr/>
        </p:nvCxnSpPr>
        <p:spPr>
          <a:xfrm>
            <a:off x="3150502" y="5199861"/>
            <a:ext cx="802099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4FC7B78D-DE71-A3D4-8915-B6D8EDC93C54}"/>
              </a:ext>
            </a:extLst>
          </p:cNvPr>
          <p:cNvCxnSpPr>
            <a:cxnSpLocks/>
          </p:cNvCxnSpPr>
          <p:nvPr/>
        </p:nvCxnSpPr>
        <p:spPr>
          <a:xfrm flipV="1">
            <a:off x="3157814" y="4732951"/>
            <a:ext cx="0" cy="46691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C3BCC83E-0A63-C72F-4A90-787799924B60}"/>
                  </a:ext>
                </a:extLst>
              </p:cNvPr>
              <p:cNvSpPr txBox="1"/>
              <p:nvPr/>
            </p:nvSpPr>
            <p:spPr>
              <a:xfrm>
                <a:off x="9470148" y="2637902"/>
                <a:ext cx="71782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C3BCC83E-0A63-C72F-4A90-787799924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0148" y="2637902"/>
                <a:ext cx="717825" cy="153888"/>
              </a:xfrm>
              <a:prstGeom prst="rect">
                <a:avLst/>
              </a:prstGeom>
              <a:blipFill>
                <a:blip r:embed="rId22"/>
                <a:stretch>
                  <a:fillRect l="-4274" t="-4000" r="-6838" b="-4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object 343">
            <a:extLst>
              <a:ext uri="{FF2B5EF4-FFF2-40B4-BE49-F238E27FC236}">
                <a16:creationId xmlns:a16="http://schemas.microsoft.com/office/drawing/2014/main" id="{DADAA23B-DCBA-FBBB-7E98-8AA834246C9C}"/>
              </a:ext>
            </a:extLst>
          </p:cNvPr>
          <p:cNvSpPr txBox="1"/>
          <p:nvPr/>
        </p:nvSpPr>
        <p:spPr>
          <a:xfrm>
            <a:off x="6663708" y="5115366"/>
            <a:ext cx="144124" cy="174400"/>
          </a:xfrm>
          <a:prstGeom prst="rect">
            <a:avLst/>
          </a:prstGeom>
        </p:spPr>
        <p:txBody>
          <a:bodyPr vert="horz" wrap="square" lIns="0" tIns="20313" rIns="0" bIns="0" rtlCol="0">
            <a:spAutoFit/>
          </a:bodyPr>
          <a:lstStyle/>
          <a:p>
            <a:pPr marL="19346">
              <a:spcBef>
                <a:spcPts val="160"/>
              </a:spcBef>
            </a:pPr>
            <a:r>
              <a:rPr sz="1000" b="1" spc="487" dirty="0">
                <a:latin typeface="Cambria"/>
                <a:cs typeface="Cambria"/>
              </a:rPr>
              <a:t>Σ</a:t>
            </a:r>
            <a:endParaRPr sz="1000" b="1" dirty="0">
              <a:latin typeface="Cambria"/>
              <a:cs typeface="Cambria"/>
            </a:endParaRPr>
          </a:p>
        </p:txBody>
      </p:sp>
      <p:sp>
        <p:nvSpPr>
          <p:cNvPr id="64" name="矩形: 单圆角 63">
            <a:extLst>
              <a:ext uri="{FF2B5EF4-FFF2-40B4-BE49-F238E27FC236}">
                <a16:creationId xmlns:a16="http://schemas.microsoft.com/office/drawing/2014/main" id="{710E209A-AEB5-3844-D40D-3263DBFF7E6F}"/>
              </a:ext>
            </a:extLst>
          </p:cNvPr>
          <p:cNvSpPr/>
          <p:nvPr/>
        </p:nvSpPr>
        <p:spPr>
          <a:xfrm>
            <a:off x="860648" y="3385081"/>
            <a:ext cx="276681" cy="1290216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: 单圆角 64">
            <a:extLst>
              <a:ext uri="{FF2B5EF4-FFF2-40B4-BE49-F238E27FC236}">
                <a16:creationId xmlns:a16="http://schemas.microsoft.com/office/drawing/2014/main" id="{EBB24B34-78B9-145E-D2EF-7F15E725B439}"/>
              </a:ext>
            </a:extLst>
          </p:cNvPr>
          <p:cNvSpPr/>
          <p:nvPr/>
        </p:nvSpPr>
        <p:spPr>
          <a:xfrm rot="16200000">
            <a:off x="1789755" y="2390113"/>
            <a:ext cx="253485" cy="2160509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E62BF243-91F9-4048-3F92-2E9BCC6A4E23}"/>
              </a:ext>
            </a:extLst>
          </p:cNvPr>
          <p:cNvCxnSpPr>
            <a:cxnSpLocks/>
          </p:cNvCxnSpPr>
          <p:nvPr/>
        </p:nvCxnSpPr>
        <p:spPr>
          <a:xfrm flipH="1" flipV="1">
            <a:off x="1215624" y="3330195"/>
            <a:ext cx="517223" cy="572188"/>
          </a:xfrm>
          <a:prstGeom prst="line">
            <a:avLst/>
          </a:prstGeom>
          <a:ln w="19050">
            <a:solidFill>
              <a:srgbClr val="C9B8A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B0B3ED24-0B6B-D2F4-1E21-1DDEEEECF198}"/>
              </a:ext>
            </a:extLst>
          </p:cNvPr>
          <p:cNvCxnSpPr>
            <a:cxnSpLocks/>
          </p:cNvCxnSpPr>
          <p:nvPr/>
        </p:nvCxnSpPr>
        <p:spPr>
          <a:xfrm flipV="1">
            <a:off x="2436072" y="3318749"/>
            <a:ext cx="549597" cy="587363"/>
          </a:xfrm>
          <a:prstGeom prst="line">
            <a:avLst/>
          </a:prstGeom>
          <a:ln w="19050">
            <a:solidFill>
              <a:srgbClr val="C9B8A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图片 67">
            <a:extLst>
              <a:ext uri="{FF2B5EF4-FFF2-40B4-BE49-F238E27FC236}">
                <a16:creationId xmlns:a16="http://schemas.microsoft.com/office/drawing/2014/main" id="{47003114-1805-D5F4-CB51-78610616FE16}"/>
              </a:ext>
            </a:extLst>
          </p:cNvPr>
          <p:cNvPicPr preferRelativeResize="0">
            <a:picLocks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596" y="1690770"/>
            <a:ext cx="401247" cy="689894"/>
          </a:xfrm>
          <a:prstGeom prst="rect">
            <a:avLst/>
          </a:prstGeom>
          <a:scene3d>
            <a:camera prst="orthographicFront">
              <a:rot lat="1800000" lon="18000000" rev="0"/>
            </a:camera>
            <a:lightRig rig="threePt" dir="t"/>
          </a:scene3d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073B06B8-ECFD-D7BD-F5AA-2671D8EB55A8}"/>
              </a:ext>
            </a:extLst>
          </p:cNvPr>
          <p:cNvPicPr preferRelativeResize="0">
            <a:picLocks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21" y="3783455"/>
            <a:ext cx="401247" cy="689894"/>
          </a:xfrm>
          <a:prstGeom prst="rect">
            <a:avLst/>
          </a:prstGeom>
          <a:scene3d>
            <a:camera prst="orthographicFront">
              <a:rot lat="1800000" lon="17999998" rev="0"/>
            </a:camera>
            <a:lightRig rig="threePt" dir="t"/>
          </a:scene3d>
        </p:spPr>
      </p:pic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2A06F872-8359-5863-90B0-1A3EFDD6A9E8}"/>
              </a:ext>
            </a:extLst>
          </p:cNvPr>
          <p:cNvSpPr/>
          <p:nvPr/>
        </p:nvSpPr>
        <p:spPr>
          <a:xfrm>
            <a:off x="3679492" y="772161"/>
            <a:ext cx="3480049" cy="2482146"/>
          </a:xfrm>
          <a:prstGeom prst="roundRect">
            <a:avLst>
              <a:gd name="adj" fmla="val 5911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立方体 70">
            <a:extLst>
              <a:ext uri="{FF2B5EF4-FFF2-40B4-BE49-F238E27FC236}">
                <a16:creationId xmlns:a16="http://schemas.microsoft.com/office/drawing/2014/main" id="{2BD5AC59-1C67-8A43-1D68-1ADE12EEFAFD}"/>
              </a:ext>
            </a:extLst>
          </p:cNvPr>
          <p:cNvSpPr/>
          <p:nvPr/>
        </p:nvSpPr>
        <p:spPr>
          <a:xfrm>
            <a:off x="7581070" y="1124629"/>
            <a:ext cx="145837" cy="492976"/>
          </a:xfrm>
          <a:prstGeom prst="cube">
            <a:avLst>
              <a:gd name="adj" fmla="val 33081"/>
            </a:avLst>
          </a:prstGeom>
          <a:solidFill>
            <a:srgbClr val="E0E8F5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DB25874B-98BD-28F1-354C-31CA5930FCA4}"/>
              </a:ext>
            </a:extLst>
          </p:cNvPr>
          <p:cNvGrpSpPr/>
          <p:nvPr/>
        </p:nvGrpSpPr>
        <p:grpSpPr>
          <a:xfrm>
            <a:off x="1610236" y="1647896"/>
            <a:ext cx="411864" cy="775643"/>
            <a:chOff x="243915" y="3996327"/>
            <a:chExt cx="411864" cy="775643"/>
          </a:xfrm>
        </p:grpSpPr>
        <p:sp>
          <p:nvSpPr>
            <p:cNvPr id="73" name="立方体 72">
              <a:extLst>
                <a:ext uri="{FF2B5EF4-FFF2-40B4-BE49-F238E27FC236}">
                  <a16:creationId xmlns:a16="http://schemas.microsoft.com/office/drawing/2014/main" id="{03AD60DC-9177-5921-D297-114A276AC9C3}"/>
                </a:ext>
              </a:extLst>
            </p:cNvPr>
            <p:cNvSpPr/>
            <p:nvPr/>
          </p:nvSpPr>
          <p:spPr>
            <a:xfrm>
              <a:off x="243915" y="3996327"/>
              <a:ext cx="289672" cy="775643"/>
            </a:xfrm>
            <a:prstGeom prst="cube">
              <a:avLst>
                <a:gd name="adj" fmla="val 59848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立方体 73">
              <a:extLst>
                <a:ext uri="{FF2B5EF4-FFF2-40B4-BE49-F238E27FC236}">
                  <a16:creationId xmlns:a16="http://schemas.microsoft.com/office/drawing/2014/main" id="{D04B8C8A-9FF8-D666-5939-1592B51F5F19}"/>
                </a:ext>
              </a:extLst>
            </p:cNvPr>
            <p:cNvSpPr/>
            <p:nvPr/>
          </p:nvSpPr>
          <p:spPr>
            <a:xfrm>
              <a:off x="408748" y="4092265"/>
              <a:ext cx="247031" cy="601415"/>
            </a:xfrm>
            <a:prstGeom prst="cube">
              <a:avLst>
                <a:gd name="adj" fmla="val 54064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DE030BA0-A8B3-8D11-9380-563FAC91BBC3}"/>
              </a:ext>
            </a:extLst>
          </p:cNvPr>
          <p:cNvGrpSpPr/>
          <p:nvPr/>
        </p:nvGrpSpPr>
        <p:grpSpPr>
          <a:xfrm>
            <a:off x="2985669" y="975342"/>
            <a:ext cx="411864" cy="775643"/>
            <a:chOff x="243915" y="3996327"/>
            <a:chExt cx="411864" cy="775643"/>
          </a:xfrm>
          <a:solidFill>
            <a:srgbClr val="E0E8F5"/>
          </a:solidFill>
        </p:grpSpPr>
        <p:sp>
          <p:nvSpPr>
            <p:cNvPr id="76" name="立方体 75">
              <a:extLst>
                <a:ext uri="{FF2B5EF4-FFF2-40B4-BE49-F238E27FC236}">
                  <a16:creationId xmlns:a16="http://schemas.microsoft.com/office/drawing/2014/main" id="{8F538DB7-3508-8D97-2915-295EE36555E2}"/>
                </a:ext>
              </a:extLst>
            </p:cNvPr>
            <p:cNvSpPr/>
            <p:nvPr/>
          </p:nvSpPr>
          <p:spPr>
            <a:xfrm>
              <a:off x="243915" y="3996327"/>
              <a:ext cx="289672" cy="775643"/>
            </a:xfrm>
            <a:prstGeom prst="cube">
              <a:avLst>
                <a:gd name="adj" fmla="val 59848"/>
              </a:avLst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立方体 76">
              <a:extLst>
                <a:ext uri="{FF2B5EF4-FFF2-40B4-BE49-F238E27FC236}">
                  <a16:creationId xmlns:a16="http://schemas.microsoft.com/office/drawing/2014/main" id="{0462DDC8-46BB-889B-F966-199F16AF85BF}"/>
                </a:ext>
              </a:extLst>
            </p:cNvPr>
            <p:cNvSpPr/>
            <p:nvPr/>
          </p:nvSpPr>
          <p:spPr>
            <a:xfrm>
              <a:off x="408748" y="4092265"/>
              <a:ext cx="247031" cy="601415"/>
            </a:xfrm>
            <a:prstGeom prst="cube">
              <a:avLst>
                <a:gd name="adj" fmla="val 54064"/>
              </a:avLst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4A6552D1-3C18-1038-0E93-907B27D2D1A0}"/>
              </a:ext>
            </a:extLst>
          </p:cNvPr>
          <p:cNvGrpSpPr/>
          <p:nvPr/>
        </p:nvGrpSpPr>
        <p:grpSpPr>
          <a:xfrm>
            <a:off x="2971148" y="2277030"/>
            <a:ext cx="411864" cy="775643"/>
            <a:chOff x="243915" y="3996327"/>
            <a:chExt cx="411864" cy="775643"/>
          </a:xfrm>
          <a:solidFill>
            <a:srgbClr val="E2F0D9"/>
          </a:solidFill>
        </p:grpSpPr>
        <p:sp>
          <p:nvSpPr>
            <p:cNvPr id="79" name="立方体 78">
              <a:extLst>
                <a:ext uri="{FF2B5EF4-FFF2-40B4-BE49-F238E27FC236}">
                  <a16:creationId xmlns:a16="http://schemas.microsoft.com/office/drawing/2014/main" id="{EE31B817-12C2-7B2F-0096-AFF91B379C4A}"/>
                </a:ext>
              </a:extLst>
            </p:cNvPr>
            <p:cNvSpPr/>
            <p:nvPr/>
          </p:nvSpPr>
          <p:spPr>
            <a:xfrm>
              <a:off x="243915" y="3996327"/>
              <a:ext cx="289672" cy="775643"/>
            </a:xfrm>
            <a:prstGeom prst="cube">
              <a:avLst>
                <a:gd name="adj" fmla="val 59848"/>
              </a:avLst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立方体 79">
              <a:extLst>
                <a:ext uri="{FF2B5EF4-FFF2-40B4-BE49-F238E27FC236}">
                  <a16:creationId xmlns:a16="http://schemas.microsoft.com/office/drawing/2014/main" id="{E16EAA89-5491-D588-02CC-ADA13B935DEA}"/>
                </a:ext>
              </a:extLst>
            </p:cNvPr>
            <p:cNvSpPr/>
            <p:nvPr/>
          </p:nvSpPr>
          <p:spPr>
            <a:xfrm>
              <a:off x="408748" y="4092265"/>
              <a:ext cx="247031" cy="601415"/>
            </a:xfrm>
            <a:prstGeom prst="cube">
              <a:avLst>
                <a:gd name="adj" fmla="val 54064"/>
              </a:avLst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D77BC410-295D-465B-FBAE-E9E5308236FB}"/>
              </a:ext>
            </a:extLst>
          </p:cNvPr>
          <p:cNvGrpSpPr/>
          <p:nvPr/>
        </p:nvGrpSpPr>
        <p:grpSpPr>
          <a:xfrm>
            <a:off x="4589669" y="1208616"/>
            <a:ext cx="378060" cy="387702"/>
            <a:chOff x="9391054" y="5969812"/>
            <a:chExt cx="378060" cy="387702"/>
          </a:xfrm>
        </p:grpSpPr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B8489670-AE1F-9D52-8558-10B2298F6697}"/>
                </a:ext>
              </a:extLst>
            </p:cNvPr>
            <p:cNvSpPr/>
            <p:nvPr/>
          </p:nvSpPr>
          <p:spPr>
            <a:xfrm>
              <a:off x="9391054" y="5970240"/>
              <a:ext cx="95706" cy="95706"/>
            </a:xfrm>
            <a:prstGeom prst="rect">
              <a:avLst/>
            </a:prstGeom>
            <a:solidFill>
              <a:srgbClr val="BCD6ED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A37E7359-5138-7730-68EE-096D51C50E8B}"/>
                </a:ext>
              </a:extLst>
            </p:cNvPr>
            <p:cNvSpPr/>
            <p:nvPr/>
          </p:nvSpPr>
          <p:spPr>
            <a:xfrm>
              <a:off x="9485172" y="5970026"/>
              <a:ext cx="95706" cy="95706"/>
            </a:xfrm>
            <a:prstGeom prst="rect">
              <a:avLst/>
            </a:prstGeom>
            <a:solidFill>
              <a:srgbClr val="9DC3E6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DF939CCB-4341-E815-6C9B-C8A0A3C771B1}"/>
                </a:ext>
              </a:extLst>
            </p:cNvPr>
            <p:cNvSpPr/>
            <p:nvPr/>
          </p:nvSpPr>
          <p:spPr>
            <a:xfrm>
              <a:off x="9391054" y="6068385"/>
              <a:ext cx="95706" cy="95706"/>
            </a:xfrm>
            <a:prstGeom prst="rect">
              <a:avLst/>
            </a:prstGeom>
            <a:solidFill>
              <a:srgbClr val="BCD6ED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A0E47DD2-FB2B-BBFF-6AC9-66F637729571}"/>
                </a:ext>
              </a:extLst>
            </p:cNvPr>
            <p:cNvSpPr/>
            <p:nvPr/>
          </p:nvSpPr>
          <p:spPr>
            <a:xfrm>
              <a:off x="9485172" y="6068171"/>
              <a:ext cx="95706" cy="95706"/>
            </a:xfrm>
            <a:prstGeom prst="rect">
              <a:avLst/>
            </a:prstGeom>
            <a:solidFill>
              <a:srgbClr val="B4C6E7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6717BF49-040A-2119-130F-EE4D452F2B87}"/>
                </a:ext>
              </a:extLst>
            </p:cNvPr>
            <p:cNvSpPr/>
            <p:nvPr/>
          </p:nvSpPr>
          <p:spPr>
            <a:xfrm>
              <a:off x="9579290" y="5970026"/>
              <a:ext cx="95706" cy="9570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617F6CC0-4D9F-95DB-A786-88C40493AEAB}"/>
                </a:ext>
              </a:extLst>
            </p:cNvPr>
            <p:cNvSpPr/>
            <p:nvPr/>
          </p:nvSpPr>
          <p:spPr>
            <a:xfrm>
              <a:off x="9673408" y="5969812"/>
              <a:ext cx="95706" cy="95706"/>
            </a:xfrm>
            <a:prstGeom prst="rect">
              <a:avLst/>
            </a:prstGeom>
            <a:solidFill>
              <a:srgbClr val="9DC3E6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BF29A399-478A-9B41-4F3E-51994F4A7F13}"/>
                </a:ext>
              </a:extLst>
            </p:cNvPr>
            <p:cNvSpPr/>
            <p:nvPr/>
          </p:nvSpPr>
          <p:spPr>
            <a:xfrm>
              <a:off x="9579290" y="6068171"/>
              <a:ext cx="95706" cy="95706"/>
            </a:xfrm>
            <a:prstGeom prst="rect">
              <a:avLst/>
            </a:prstGeom>
            <a:solidFill>
              <a:srgbClr val="2E5496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C275F733-4EEB-F066-BBEE-0CC71A99437F}"/>
                </a:ext>
              </a:extLst>
            </p:cNvPr>
            <p:cNvSpPr/>
            <p:nvPr/>
          </p:nvSpPr>
          <p:spPr>
            <a:xfrm>
              <a:off x="9673408" y="6067957"/>
              <a:ext cx="95706" cy="95706"/>
            </a:xfrm>
            <a:prstGeom prst="rect">
              <a:avLst/>
            </a:prstGeom>
            <a:solidFill>
              <a:srgbClr val="9DC3E6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FA68CE06-9A98-F126-DDAC-7F111483DDE5}"/>
                </a:ext>
              </a:extLst>
            </p:cNvPr>
            <p:cNvSpPr/>
            <p:nvPr/>
          </p:nvSpPr>
          <p:spPr>
            <a:xfrm>
              <a:off x="9391054" y="6163663"/>
              <a:ext cx="95706" cy="9570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2AE4651D-AD54-4450-8A31-52E03646D5B7}"/>
                </a:ext>
              </a:extLst>
            </p:cNvPr>
            <p:cNvSpPr/>
            <p:nvPr/>
          </p:nvSpPr>
          <p:spPr>
            <a:xfrm>
              <a:off x="9485172" y="6163449"/>
              <a:ext cx="95706" cy="95706"/>
            </a:xfrm>
            <a:prstGeom prst="rect">
              <a:avLst/>
            </a:prstGeom>
            <a:solidFill>
              <a:srgbClr val="00AFEF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FF1259DB-DC2F-318D-01AE-A5E5C999F8E4}"/>
                </a:ext>
              </a:extLst>
            </p:cNvPr>
            <p:cNvSpPr/>
            <p:nvPr/>
          </p:nvSpPr>
          <p:spPr>
            <a:xfrm>
              <a:off x="9391054" y="6261808"/>
              <a:ext cx="95706" cy="9570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F31AA3F5-C4DF-5AC9-D085-CA4D1C0E6E44}"/>
                </a:ext>
              </a:extLst>
            </p:cNvPr>
            <p:cNvSpPr/>
            <p:nvPr/>
          </p:nvSpPr>
          <p:spPr>
            <a:xfrm>
              <a:off x="9485172" y="6261594"/>
              <a:ext cx="95706" cy="95706"/>
            </a:xfrm>
            <a:prstGeom prst="rect">
              <a:avLst/>
            </a:prstGeom>
            <a:solidFill>
              <a:srgbClr val="9DC3E6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5BE021EF-BFC7-5CDF-9F42-80741B326810}"/>
                </a:ext>
              </a:extLst>
            </p:cNvPr>
            <p:cNvSpPr/>
            <p:nvPr/>
          </p:nvSpPr>
          <p:spPr>
            <a:xfrm>
              <a:off x="9579290" y="6163449"/>
              <a:ext cx="95706" cy="95706"/>
            </a:xfrm>
            <a:prstGeom prst="rect">
              <a:avLst/>
            </a:prstGeom>
            <a:solidFill>
              <a:srgbClr val="2D75B6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DB828346-8697-57BE-CD92-2FA41C42A772}"/>
                </a:ext>
              </a:extLst>
            </p:cNvPr>
            <p:cNvSpPr/>
            <p:nvPr/>
          </p:nvSpPr>
          <p:spPr>
            <a:xfrm>
              <a:off x="9673408" y="6163235"/>
              <a:ext cx="95706" cy="9570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4A5BF5B5-DE10-5499-1E44-4BB22A0D300E}"/>
                </a:ext>
              </a:extLst>
            </p:cNvPr>
            <p:cNvSpPr/>
            <p:nvPr/>
          </p:nvSpPr>
          <p:spPr>
            <a:xfrm>
              <a:off x="9579290" y="6261594"/>
              <a:ext cx="95706" cy="9570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ACE25706-69CB-E9C9-9021-ECF96E8FAB6D}"/>
                </a:ext>
              </a:extLst>
            </p:cNvPr>
            <p:cNvSpPr/>
            <p:nvPr/>
          </p:nvSpPr>
          <p:spPr>
            <a:xfrm>
              <a:off x="9673408" y="6261380"/>
              <a:ext cx="95706" cy="95706"/>
            </a:xfrm>
            <a:prstGeom prst="rect">
              <a:avLst/>
            </a:prstGeom>
            <a:solidFill>
              <a:srgbClr val="DAE2F3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E782D529-59D4-541E-C624-526661467E6A}"/>
              </a:ext>
            </a:extLst>
          </p:cNvPr>
          <p:cNvGrpSpPr/>
          <p:nvPr/>
        </p:nvGrpSpPr>
        <p:grpSpPr>
          <a:xfrm>
            <a:off x="4590888" y="2506629"/>
            <a:ext cx="378060" cy="387702"/>
            <a:chOff x="9391054" y="5969812"/>
            <a:chExt cx="378060" cy="387702"/>
          </a:xfrm>
        </p:grpSpPr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EAA92E1B-0523-7D0C-A6D7-13A947F04EFB}"/>
                </a:ext>
              </a:extLst>
            </p:cNvPr>
            <p:cNvSpPr/>
            <p:nvPr/>
          </p:nvSpPr>
          <p:spPr>
            <a:xfrm>
              <a:off x="9391054" y="5970240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5D166236-92EE-437B-6F02-94923FB73297}"/>
                </a:ext>
              </a:extLst>
            </p:cNvPr>
            <p:cNvSpPr/>
            <p:nvPr/>
          </p:nvSpPr>
          <p:spPr>
            <a:xfrm>
              <a:off x="9485172" y="5970026"/>
              <a:ext cx="95706" cy="95706"/>
            </a:xfrm>
            <a:prstGeom prst="rect">
              <a:avLst/>
            </a:prstGeom>
            <a:solidFill>
              <a:srgbClr val="385622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5B7EB01F-273D-F53D-A031-A5F9A1F65B27}"/>
                </a:ext>
              </a:extLst>
            </p:cNvPr>
            <p:cNvSpPr/>
            <p:nvPr/>
          </p:nvSpPr>
          <p:spPr>
            <a:xfrm>
              <a:off x="9391054" y="6068385"/>
              <a:ext cx="95706" cy="95706"/>
            </a:xfrm>
            <a:prstGeom prst="rect">
              <a:avLst/>
            </a:prstGeom>
            <a:solidFill>
              <a:srgbClr val="E1EFD9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1B463417-B9FE-D5EA-FB87-0F9B6CD5541B}"/>
                </a:ext>
              </a:extLst>
            </p:cNvPr>
            <p:cNvSpPr/>
            <p:nvPr/>
          </p:nvSpPr>
          <p:spPr>
            <a:xfrm>
              <a:off x="9485172" y="6068171"/>
              <a:ext cx="95706" cy="95706"/>
            </a:xfrm>
            <a:prstGeom prst="rect">
              <a:avLst/>
            </a:prstGeom>
            <a:solidFill>
              <a:srgbClr val="E1EFD9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C50DD2EB-7374-F519-20D9-3DAE6C7AB2D4}"/>
                </a:ext>
              </a:extLst>
            </p:cNvPr>
            <p:cNvSpPr/>
            <p:nvPr/>
          </p:nvSpPr>
          <p:spPr>
            <a:xfrm>
              <a:off x="9579290" y="5970026"/>
              <a:ext cx="95706" cy="95706"/>
            </a:xfrm>
            <a:prstGeom prst="rect">
              <a:avLst/>
            </a:prstGeom>
            <a:solidFill>
              <a:srgbClr val="A9D18E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9E84C3F0-9F6E-2A0E-6D04-A74684FA59AB}"/>
                </a:ext>
              </a:extLst>
            </p:cNvPr>
            <p:cNvSpPr/>
            <p:nvPr/>
          </p:nvSpPr>
          <p:spPr>
            <a:xfrm>
              <a:off x="9673408" y="5969812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275344A9-95E4-ED37-1350-9B3242A9E902}"/>
                </a:ext>
              </a:extLst>
            </p:cNvPr>
            <p:cNvSpPr/>
            <p:nvPr/>
          </p:nvSpPr>
          <p:spPr>
            <a:xfrm>
              <a:off x="9579290" y="6068171"/>
              <a:ext cx="95706" cy="9570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40A274B1-28BB-98FA-0A26-067B44E04ACD}"/>
                </a:ext>
              </a:extLst>
            </p:cNvPr>
            <p:cNvSpPr/>
            <p:nvPr/>
          </p:nvSpPr>
          <p:spPr>
            <a:xfrm>
              <a:off x="9673408" y="6067957"/>
              <a:ext cx="95706" cy="95706"/>
            </a:xfrm>
            <a:prstGeom prst="rect">
              <a:avLst/>
            </a:prstGeom>
            <a:solidFill>
              <a:srgbClr val="6FAC46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8D5EB500-D03C-7A80-3A16-D5B2A9B51A6A}"/>
                </a:ext>
              </a:extLst>
            </p:cNvPr>
            <p:cNvSpPr/>
            <p:nvPr/>
          </p:nvSpPr>
          <p:spPr>
            <a:xfrm>
              <a:off x="9391054" y="6163663"/>
              <a:ext cx="95706" cy="95706"/>
            </a:xfrm>
            <a:prstGeom prst="rect">
              <a:avLst/>
            </a:prstGeom>
            <a:solidFill>
              <a:srgbClr val="F1F1F1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0B164DBC-87F9-CEC9-FEDD-72686997A72F}"/>
                </a:ext>
              </a:extLst>
            </p:cNvPr>
            <p:cNvSpPr/>
            <p:nvPr/>
          </p:nvSpPr>
          <p:spPr>
            <a:xfrm>
              <a:off x="9485172" y="6163449"/>
              <a:ext cx="95706" cy="95706"/>
            </a:xfrm>
            <a:prstGeom prst="rect">
              <a:avLst/>
            </a:prstGeom>
            <a:solidFill>
              <a:srgbClr val="A9D18E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D321C7FD-DD2A-1F4F-C35F-371F47AF06DA}"/>
                </a:ext>
              </a:extLst>
            </p:cNvPr>
            <p:cNvSpPr/>
            <p:nvPr/>
          </p:nvSpPr>
          <p:spPr>
            <a:xfrm>
              <a:off x="9391054" y="6261808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4D69ACA5-1E88-3B2F-EF65-B2595B1A87CB}"/>
                </a:ext>
              </a:extLst>
            </p:cNvPr>
            <p:cNvSpPr/>
            <p:nvPr/>
          </p:nvSpPr>
          <p:spPr>
            <a:xfrm>
              <a:off x="9485172" y="6261594"/>
              <a:ext cx="95706" cy="95706"/>
            </a:xfrm>
            <a:prstGeom prst="rect">
              <a:avLst/>
            </a:prstGeom>
            <a:solidFill>
              <a:srgbClr val="00AF50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62D837FE-AC43-8333-D638-22B23A271EFF}"/>
                </a:ext>
              </a:extLst>
            </p:cNvPr>
            <p:cNvSpPr/>
            <p:nvPr/>
          </p:nvSpPr>
          <p:spPr>
            <a:xfrm>
              <a:off x="9579290" y="6163449"/>
              <a:ext cx="95706" cy="9570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6C646853-728F-4A7C-63BC-9F9F1EEF6AAE}"/>
                </a:ext>
              </a:extLst>
            </p:cNvPr>
            <p:cNvSpPr/>
            <p:nvPr/>
          </p:nvSpPr>
          <p:spPr>
            <a:xfrm>
              <a:off x="9673408" y="6163235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1E807A7F-EF01-3735-5826-65995A9E5F84}"/>
                </a:ext>
              </a:extLst>
            </p:cNvPr>
            <p:cNvSpPr/>
            <p:nvPr/>
          </p:nvSpPr>
          <p:spPr>
            <a:xfrm>
              <a:off x="9579290" y="6261594"/>
              <a:ext cx="95706" cy="95706"/>
            </a:xfrm>
            <a:prstGeom prst="rect">
              <a:avLst/>
            </a:prstGeom>
            <a:solidFill>
              <a:srgbClr val="385622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1BAA34A8-52BC-16AF-6245-B889100BD310}"/>
                </a:ext>
              </a:extLst>
            </p:cNvPr>
            <p:cNvSpPr/>
            <p:nvPr/>
          </p:nvSpPr>
          <p:spPr>
            <a:xfrm>
              <a:off x="9673408" y="6261380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ACD84955-0942-6E63-DEFC-3ACE157BB675}"/>
              </a:ext>
            </a:extLst>
          </p:cNvPr>
          <p:cNvCxnSpPr>
            <a:cxnSpLocks/>
          </p:cNvCxnSpPr>
          <p:nvPr/>
        </p:nvCxnSpPr>
        <p:spPr>
          <a:xfrm>
            <a:off x="1330061" y="2046045"/>
            <a:ext cx="2883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DC4BF074-EC7B-6FFC-4F76-F3302284CE22}"/>
              </a:ext>
            </a:extLst>
          </p:cNvPr>
          <p:cNvCxnSpPr>
            <a:cxnSpLocks/>
          </p:cNvCxnSpPr>
          <p:nvPr/>
        </p:nvCxnSpPr>
        <p:spPr>
          <a:xfrm>
            <a:off x="1974217" y="2048243"/>
            <a:ext cx="2883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0380D129-DE09-77FE-10D6-5FBEFB6C0BEE}"/>
              </a:ext>
            </a:extLst>
          </p:cNvPr>
          <p:cNvGrpSpPr/>
          <p:nvPr/>
        </p:nvGrpSpPr>
        <p:grpSpPr>
          <a:xfrm>
            <a:off x="2575022" y="1379783"/>
            <a:ext cx="388144" cy="358611"/>
            <a:chOff x="1734436" y="624840"/>
            <a:chExt cx="807153" cy="670560"/>
          </a:xfrm>
        </p:grpSpPr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E81DD20A-2AF3-B5DB-BD77-C96231A99700}"/>
                </a:ext>
              </a:extLst>
            </p:cNvPr>
            <p:cNvCxnSpPr/>
            <p:nvPr/>
          </p:nvCxnSpPr>
          <p:spPr>
            <a:xfrm>
              <a:off x="1734436" y="634367"/>
              <a:ext cx="807153" cy="0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3CC09EE0-859E-0961-B989-E69EF3A71AEE}"/>
                </a:ext>
              </a:extLst>
            </p:cNvPr>
            <p:cNvCxnSpPr>
              <a:cxnSpLocks/>
            </p:cNvCxnSpPr>
            <p:nvPr/>
          </p:nvCxnSpPr>
          <p:spPr>
            <a:xfrm>
              <a:off x="1744222" y="624840"/>
              <a:ext cx="0" cy="670560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9D9CBB5F-CA01-CD9F-B297-85D2D22B45F5}"/>
              </a:ext>
            </a:extLst>
          </p:cNvPr>
          <p:cNvGrpSpPr/>
          <p:nvPr/>
        </p:nvGrpSpPr>
        <p:grpSpPr>
          <a:xfrm>
            <a:off x="4108426" y="871585"/>
            <a:ext cx="1253197" cy="440804"/>
            <a:chOff x="2668299" y="622698"/>
            <a:chExt cx="807153" cy="1724566"/>
          </a:xfrm>
        </p:grpSpPr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023C96ED-A103-D4AE-BB9E-B5D9349CAAF6}"/>
                </a:ext>
              </a:extLst>
            </p:cNvPr>
            <p:cNvGrpSpPr/>
            <p:nvPr/>
          </p:nvGrpSpPr>
          <p:grpSpPr>
            <a:xfrm>
              <a:off x="2668299" y="622698"/>
              <a:ext cx="807153" cy="670560"/>
              <a:chOff x="1741714" y="624840"/>
              <a:chExt cx="807153" cy="670560"/>
            </a:xfrm>
          </p:grpSpPr>
          <p:cxnSp>
            <p:nvCxnSpPr>
              <p:cNvPr id="123" name="直接连接符 122">
                <a:extLst>
                  <a:ext uri="{FF2B5EF4-FFF2-40B4-BE49-F238E27FC236}">
                    <a16:creationId xmlns:a16="http://schemas.microsoft.com/office/drawing/2014/main" id="{67E8C4D4-AED5-19E9-A6F6-E45E26EDDD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1714" y="660445"/>
                <a:ext cx="807153" cy="34615"/>
              </a:xfrm>
              <a:prstGeom prst="line">
                <a:avLst/>
              </a:prstGeom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>
                <a:extLst>
                  <a:ext uri="{FF2B5EF4-FFF2-40B4-BE49-F238E27FC236}">
                    <a16:creationId xmlns:a16="http://schemas.microsoft.com/office/drawing/2014/main" id="{0BBF07C5-31DC-BC63-40DA-356BA5B5BB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4222" y="624840"/>
                <a:ext cx="0" cy="670560"/>
              </a:xfrm>
              <a:prstGeom prst="line">
                <a:avLst/>
              </a:prstGeom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DF69F89E-B5D3-9373-22AC-B613D93CFB4D}"/>
                </a:ext>
              </a:extLst>
            </p:cNvPr>
            <p:cNvCxnSpPr>
              <a:cxnSpLocks/>
            </p:cNvCxnSpPr>
            <p:nvPr/>
          </p:nvCxnSpPr>
          <p:spPr>
            <a:xfrm>
              <a:off x="3470154" y="692918"/>
              <a:ext cx="0" cy="1654346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52E524B3-BEC7-017F-D075-20124C9C7600}"/>
              </a:ext>
            </a:extLst>
          </p:cNvPr>
          <p:cNvGrpSpPr/>
          <p:nvPr/>
        </p:nvGrpSpPr>
        <p:grpSpPr>
          <a:xfrm>
            <a:off x="2268768" y="1755974"/>
            <a:ext cx="586629" cy="600472"/>
            <a:chOff x="4534247" y="6079615"/>
            <a:chExt cx="586629" cy="600472"/>
          </a:xfrm>
          <a:solidFill>
            <a:schemeClr val="bg1">
              <a:alpha val="60000"/>
            </a:schemeClr>
          </a:solidFill>
        </p:grpSpPr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6AD0E258-86BE-CE63-99A0-5E36BDFE33A3}"/>
                </a:ext>
              </a:extLst>
            </p:cNvPr>
            <p:cNvSpPr/>
            <p:nvPr/>
          </p:nvSpPr>
          <p:spPr>
            <a:xfrm>
              <a:off x="4732732" y="6079615"/>
              <a:ext cx="388144" cy="394079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43AEFA42-EA43-89CB-40DD-DDFA78523EC0}"/>
                </a:ext>
              </a:extLst>
            </p:cNvPr>
            <p:cNvSpPr/>
            <p:nvPr/>
          </p:nvSpPr>
          <p:spPr>
            <a:xfrm>
              <a:off x="4665423" y="6147895"/>
              <a:ext cx="388144" cy="394079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D72A3984-728B-91C6-4643-4DCE6DFE3135}"/>
                </a:ext>
              </a:extLst>
            </p:cNvPr>
            <p:cNvSpPr/>
            <p:nvPr/>
          </p:nvSpPr>
          <p:spPr>
            <a:xfrm>
              <a:off x="4601556" y="6217728"/>
              <a:ext cx="388144" cy="394079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BD34A7AB-FEE7-F0EE-FD2D-1CDB0DAAFA89}"/>
                </a:ext>
              </a:extLst>
            </p:cNvPr>
            <p:cNvSpPr/>
            <p:nvPr/>
          </p:nvSpPr>
          <p:spPr>
            <a:xfrm>
              <a:off x="4534247" y="6286008"/>
              <a:ext cx="388144" cy="394079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5CA1244E-7128-A0FD-A440-4F33833FF2BC}"/>
              </a:ext>
            </a:extLst>
          </p:cNvPr>
          <p:cNvGrpSpPr/>
          <p:nvPr/>
        </p:nvGrpSpPr>
        <p:grpSpPr>
          <a:xfrm>
            <a:off x="3784765" y="1039485"/>
            <a:ext cx="586629" cy="600472"/>
            <a:chOff x="4534247" y="6079615"/>
            <a:chExt cx="586629" cy="600472"/>
          </a:xfrm>
          <a:solidFill>
            <a:srgbClr val="E0E8F5">
              <a:alpha val="60000"/>
            </a:srgbClr>
          </a:solidFill>
        </p:grpSpPr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BDAD3934-8A3B-0408-872F-5C76CB445D28}"/>
                </a:ext>
              </a:extLst>
            </p:cNvPr>
            <p:cNvSpPr/>
            <p:nvPr/>
          </p:nvSpPr>
          <p:spPr>
            <a:xfrm>
              <a:off x="4732732" y="6079615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C2BFADC6-C9A5-7C70-AAE0-C19A642B9E02}"/>
                </a:ext>
              </a:extLst>
            </p:cNvPr>
            <p:cNvSpPr/>
            <p:nvPr/>
          </p:nvSpPr>
          <p:spPr>
            <a:xfrm>
              <a:off x="4665423" y="6147895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9FAF0415-113F-A2E7-317A-C8D0951CFABC}"/>
                </a:ext>
              </a:extLst>
            </p:cNvPr>
            <p:cNvSpPr/>
            <p:nvPr/>
          </p:nvSpPr>
          <p:spPr>
            <a:xfrm>
              <a:off x="4601556" y="6217728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BB6FD410-0DEE-808A-B143-BE243E12D742}"/>
                </a:ext>
              </a:extLst>
            </p:cNvPr>
            <p:cNvSpPr/>
            <p:nvPr/>
          </p:nvSpPr>
          <p:spPr>
            <a:xfrm>
              <a:off x="4534247" y="6286008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B6ED4F3D-7506-8ACC-9345-6EE3383CD08D}"/>
              </a:ext>
            </a:extLst>
          </p:cNvPr>
          <p:cNvGrpSpPr/>
          <p:nvPr/>
        </p:nvGrpSpPr>
        <p:grpSpPr>
          <a:xfrm>
            <a:off x="3778450" y="2398816"/>
            <a:ext cx="586629" cy="600472"/>
            <a:chOff x="4534247" y="6079615"/>
            <a:chExt cx="586629" cy="600472"/>
          </a:xfrm>
          <a:solidFill>
            <a:srgbClr val="E2F0D9">
              <a:alpha val="60000"/>
            </a:srgbClr>
          </a:solidFill>
        </p:grpSpPr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D191AADA-F06C-5929-3B16-E27DA5BF8410}"/>
                </a:ext>
              </a:extLst>
            </p:cNvPr>
            <p:cNvSpPr/>
            <p:nvPr/>
          </p:nvSpPr>
          <p:spPr>
            <a:xfrm>
              <a:off x="4732732" y="6079615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A64EA9ED-107E-E577-6345-1FCCDD191725}"/>
                </a:ext>
              </a:extLst>
            </p:cNvPr>
            <p:cNvSpPr/>
            <p:nvPr/>
          </p:nvSpPr>
          <p:spPr>
            <a:xfrm>
              <a:off x="4665423" y="6147895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42948AB3-0521-FF8F-F0AB-04A97D761308}"/>
                </a:ext>
              </a:extLst>
            </p:cNvPr>
            <p:cNvSpPr/>
            <p:nvPr/>
          </p:nvSpPr>
          <p:spPr>
            <a:xfrm>
              <a:off x="4601556" y="6217728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8D723763-7BD2-B997-14A3-8C01D0F859A3}"/>
                </a:ext>
              </a:extLst>
            </p:cNvPr>
            <p:cNvSpPr/>
            <p:nvPr/>
          </p:nvSpPr>
          <p:spPr>
            <a:xfrm>
              <a:off x="4534247" y="6286008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0D98604F-44BA-1550-555E-EA18267971C2}"/>
              </a:ext>
            </a:extLst>
          </p:cNvPr>
          <p:cNvGrpSpPr/>
          <p:nvPr/>
        </p:nvGrpSpPr>
        <p:grpSpPr>
          <a:xfrm rot="16200000">
            <a:off x="2591541" y="2339559"/>
            <a:ext cx="339063" cy="388145"/>
            <a:chOff x="1734436" y="624840"/>
            <a:chExt cx="807153" cy="670560"/>
          </a:xfrm>
        </p:grpSpPr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DAD44FAE-EE72-68CE-5755-A3EE2B6F55A2}"/>
                </a:ext>
              </a:extLst>
            </p:cNvPr>
            <p:cNvCxnSpPr/>
            <p:nvPr/>
          </p:nvCxnSpPr>
          <p:spPr>
            <a:xfrm>
              <a:off x="1734436" y="634367"/>
              <a:ext cx="807153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D0FF1C25-2426-261B-8CFC-E52FB6A7D01E}"/>
                </a:ext>
              </a:extLst>
            </p:cNvPr>
            <p:cNvCxnSpPr>
              <a:cxnSpLocks/>
            </p:cNvCxnSpPr>
            <p:nvPr/>
          </p:nvCxnSpPr>
          <p:spPr>
            <a:xfrm>
              <a:off x="1744222" y="624840"/>
              <a:ext cx="0" cy="67056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9B4288CE-2422-DF44-DB71-D66C68B35E32}"/>
              </a:ext>
            </a:extLst>
          </p:cNvPr>
          <p:cNvCxnSpPr>
            <a:cxnSpLocks/>
          </p:cNvCxnSpPr>
          <p:nvPr/>
        </p:nvCxnSpPr>
        <p:spPr>
          <a:xfrm>
            <a:off x="3328197" y="2703168"/>
            <a:ext cx="288348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D59E0087-C893-E578-4A5C-2869FA479A67}"/>
              </a:ext>
            </a:extLst>
          </p:cNvPr>
          <p:cNvCxnSpPr>
            <a:cxnSpLocks/>
          </p:cNvCxnSpPr>
          <p:nvPr/>
        </p:nvCxnSpPr>
        <p:spPr>
          <a:xfrm>
            <a:off x="3337419" y="1371987"/>
            <a:ext cx="288348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F8A0BC3D-A9A1-EDE4-D771-3C6A3008E69C}"/>
              </a:ext>
            </a:extLst>
          </p:cNvPr>
          <p:cNvCxnSpPr>
            <a:cxnSpLocks/>
          </p:cNvCxnSpPr>
          <p:nvPr/>
        </p:nvCxnSpPr>
        <p:spPr>
          <a:xfrm>
            <a:off x="4297770" y="1398907"/>
            <a:ext cx="288348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7962E262-54D9-EFFD-7C10-BA03E647713B}"/>
              </a:ext>
            </a:extLst>
          </p:cNvPr>
          <p:cNvCxnSpPr>
            <a:cxnSpLocks/>
          </p:cNvCxnSpPr>
          <p:nvPr/>
        </p:nvCxnSpPr>
        <p:spPr>
          <a:xfrm>
            <a:off x="4295133" y="2699052"/>
            <a:ext cx="288348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椭圆 146">
            <a:extLst>
              <a:ext uri="{FF2B5EF4-FFF2-40B4-BE49-F238E27FC236}">
                <a16:creationId xmlns:a16="http://schemas.microsoft.com/office/drawing/2014/main" id="{165E4EF9-A463-BB39-1D48-93B85B6A0A3E}"/>
              </a:ext>
            </a:extLst>
          </p:cNvPr>
          <p:cNvSpPr/>
          <p:nvPr/>
        </p:nvSpPr>
        <p:spPr>
          <a:xfrm>
            <a:off x="5278635" y="1324115"/>
            <a:ext cx="154962" cy="15496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764AAC47-8882-32A3-4AF6-0E2076472C0C}"/>
              </a:ext>
            </a:extLst>
          </p:cNvPr>
          <p:cNvCxnSpPr>
            <a:cxnSpLocks/>
          </p:cNvCxnSpPr>
          <p:nvPr/>
        </p:nvCxnSpPr>
        <p:spPr>
          <a:xfrm>
            <a:off x="4976991" y="1401596"/>
            <a:ext cx="288348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85E47C73-971C-F8F4-A200-1E2E34DA34B9}"/>
              </a:ext>
            </a:extLst>
          </p:cNvPr>
          <p:cNvGrpSpPr/>
          <p:nvPr/>
        </p:nvGrpSpPr>
        <p:grpSpPr>
          <a:xfrm rot="10800000">
            <a:off x="4083250" y="2776699"/>
            <a:ext cx="1278372" cy="407339"/>
            <a:chOff x="2668299" y="622688"/>
            <a:chExt cx="807153" cy="4399464"/>
          </a:xfrm>
        </p:grpSpPr>
        <p:grpSp>
          <p:nvGrpSpPr>
            <p:cNvPr id="150" name="组合 149">
              <a:extLst>
                <a:ext uri="{FF2B5EF4-FFF2-40B4-BE49-F238E27FC236}">
                  <a16:creationId xmlns:a16="http://schemas.microsoft.com/office/drawing/2014/main" id="{A334F0A0-9B19-7E6B-BFC9-FD6F3DE7BEB6}"/>
                </a:ext>
              </a:extLst>
            </p:cNvPr>
            <p:cNvGrpSpPr/>
            <p:nvPr/>
          </p:nvGrpSpPr>
          <p:grpSpPr>
            <a:xfrm>
              <a:off x="2668299" y="622688"/>
              <a:ext cx="807153" cy="4399464"/>
              <a:chOff x="1741714" y="624830"/>
              <a:chExt cx="807153" cy="4399464"/>
            </a:xfrm>
          </p:grpSpPr>
          <p:cxnSp>
            <p:nvCxnSpPr>
              <p:cNvPr id="152" name="直接连接符 151">
                <a:extLst>
                  <a:ext uri="{FF2B5EF4-FFF2-40B4-BE49-F238E27FC236}">
                    <a16:creationId xmlns:a16="http://schemas.microsoft.com/office/drawing/2014/main" id="{E1D743EE-6D7A-BF39-308B-3D83D26BAB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1714" y="660445"/>
                <a:ext cx="807153" cy="34615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  <a:head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接连接符 152">
                <a:extLst>
                  <a:ext uri="{FF2B5EF4-FFF2-40B4-BE49-F238E27FC236}">
                    <a16:creationId xmlns:a16="http://schemas.microsoft.com/office/drawing/2014/main" id="{A25CFC7B-CCA6-1C5F-D9D3-22F3011F0AF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744222" y="624830"/>
                <a:ext cx="0" cy="4399464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22FFA099-71EC-115C-5648-791A0852289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470154" y="692913"/>
              <a:ext cx="0" cy="1806869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D6531BDB-35FF-D180-BC45-CF86C0FA6C15}"/>
              </a:ext>
            </a:extLst>
          </p:cNvPr>
          <p:cNvCxnSpPr>
            <a:cxnSpLocks/>
          </p:cNvCxnSpPr>
          <p:nvPr/>
        </p:nvCxnSpPr>
        <p:spPr>
          <a:xfrm>
            <a:off x="4976991" y="2698624"/>
            <a:ext cx="288348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F704B94F-A7F6-67DC-CFF7-A5C922318D10}"/>
              </a:ext>
            </a:extLst>
          </p:cNvPr>
          <p:cNvGrpSpPr/>
          <p:nvPr/>
        </p:nvGrpSpPr>
        <p:grpSpPr>
          <a:xfrm>
            <a:off x="5279821" y="2617024"/>
            <a:ext cx="154962" cy="154962"/>
            <a:chOff x="5066699" y="1290040"/>
            <a:chExt cx="154962" cy="154962"/>
          </a:xfrm>
        </p:grpSpPr>
        <p:sp>
          <p:nvSpPr>
            <p:cNvPr id="156" name="椭圆 155">
              <a:extLst>
                <a:ext uri="{FF2B5EF4-FFF2-40B4-BE49-F238E27FC236}">
                  <a16:creationId xmlns:a16="http://schemas.microsoft.com/office/drawing/2014/main" id="{ECC64D1B-4E51-1531-F582-B93CDDF45C24}"/>
                </a:ext>
              </a:extLst>
            </p:cNvPr>
            <p:cNvSpPr/>
            <p:nvPr/>
          </p:nvSpPr>
          <p:spPr>
            <a:xfrm>
              <a:off x="5066699" y="1290040"/>
              <a:ext cx="154962" cy="15496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椭圆 156">
              <a:extLst>
                <a:ext uri="{FF2B5EF4-FFF2-40B4-BE49-F238E27FC236}">
                  <a16:creationId xmlns:a16="http://schemas.microsoft.com/office/drawing/2014/main" id="{B637D5BB-B826-A546-730F-86E70F449F19}"/>
                </a:ext>
              </a:extLst>
            </p:cNvPr>
            <p:cNvSpPr/>
            <p:nvPr/>
          </p:nvSpPr>
          <p:spPr>
            <a:xfrm>
              <a:off x="5118760" y="1344920"/>
              <a:ext cx="51257" cy="45719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D3CE05A6-D09C-FEB9-ED03-1C3A20543084}"/>
              </a:ext>
            </a:extLst>
          </p:cNvPr>
          <p:cNvGrpSpPr/>
          <p:nvPr/>
        </p:nvGrpSpPr>
        <p:grpSpPr>
          <a:xfrm>
            <a:off x="5734400" y="1072824"/>
            <a:ext cx="586629" cy="600472"/>
            <a:chOff x="4534247" y="6079615"/>
            <a:chExt cx="586629" cy="600472"/>
          </a:xfrm>
          <a:solidFill>
            <a:srgbClr val="E0E8F5">
              <a:alpha val="60000"/>
            </a:srgbClr>
          </a:solidFill>
        </p:grpSpPr>
        <p:sp>
          <p:nvSpPr>
            <p:cNvPr id="159" name="矩形 158">
              <a:extLst>
                <a:ext uri="{FF2B5EF4-FFF2-40B4-BE49-F238E27FC236}">
                  <a16:creationId xmlns:a16="http://schemas.microsoft.com/office/drawing/2014/main" id="{5AFBE65F-BFDE-A5E3-B2DD-C000747D79DE}"/>
                </a:ext>
              </a:extLst>
            </p:cNvPr>
            <p:cNvSpPr/>
            <p:nvPr/>
          </p:nvSpPr>
          <p:spPr>
            <a:xfrm>
              <a:off x="4732732" y="6079615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5BFC7114-8C43-B49C-A8AE-68C75F19C655}"/>
                </a:ext>
              </a:extLst>
            </p:cNvPr>
            <p:cNvSpPr/>
            <p:nvPr/>
          </p:nvSpPr>
          <p:spPr>
            <a:xfrm>
              <a:off x="4665423" y="6147895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C0D0F278-A153-D745-2104-9B678B5AD60E}"/>
                </a:ext>
              </a:extLst>
            </p:cNvPr>
            <p:cNvSpPr/>
            <p:nvPr/>
          </p:nvSpPr>
          <p:spPr>
            <a:xfrm>
              <a:off x="4601556" y="6217728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BB25E9D1-1116-0A2E-59D0-372286AE067F}"/>
                </a:ext>
              </a:extLst>
            </p:cNvPr>
            <p:cNvSpPr/>
            <p:nvPr/>
          </p:nvSpPr>
          <p:spPr>
            <a:xfrm>
              <a:off x="4534247" y="6286008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0E66ABAA-6BAB-7AD2-AE79-9EF397553784}"/>
              </a:ext>
            </a:extLst>
          </p:cNvPr>
          <p:cNvCxnSpPr>
            <a:cxnSpLocks/>
          </p:cNvCxnSpPr>
          <p:nvPr/>
        </p:nvCxnSpPr>
        <p:spPr>
          <a:xfrm>
            <a:off x="5449614" y="1405326"/>
            <a:ext cx="288348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4860D341-9B76-388C-5924-AB4B447CDB2E}"/>
              </a:ext>
            </a:extLst>
          </p:cNvPr>
          <p:cNvGrpSpPr/>
          <p:nvPr/>
        </p:nvGrpSpPr>
        <p:grpSpPr>
          <a:xfrm>
            <a:off x="5731466" y="2398816"/>
            <a:ext cx="586629" cy="600472"/>
            <a:chOff x="4534247" y="6079615"/>
            <a:chExt cx="586629" cy="600472"/>
          </a:xfrm>
          <a:solidFill>
            <a:srgbClr val="E2F0D9">
              <a:alpha val="60000"/>
            </a:srgbClr>
          </a:solidFill>
        </p:grpSpPr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38B10DEC-FFD6-BF6C-5650-C46F7B4767AC}"/>
                </a:ext>
              </a:extLst>
            </p:cNvPr>
            <p:cNvSpPr/>
            <p:nvPr/>
          </p:nvSpPr>
          <p:spPr>
            <a:xfrm>
              <a:off x="4732732" y="6079615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1574E067-AB33-C924-DF81-0C4B6325F4EB}"/>
                </a:ext>
              </a:extLst>
            </p:cNvPr>
            <p:cNvSpPr/>
            <p:nvPr/>
          </p:nvSpPr>
          <p:spPr>
            <a:xfrm>
              <a:off x="4665423" y="6147895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矩形 166">
              <a:extLst>
                <a:ext uri="{FF2B5EF4-FFF2-40B4-BE49-F238E27FC236}">
                  <a16:creationId xmlns:a16="http://schemas.microsoft.com/office/drawing/2014/main" id="{3B69A1D0-5B7D-D2BB-7281-14972707AD96}"/>
                </a:ext>
              </a:extLst>
            </p:cNvPr>
            <p:cNvSpPr/>
            <p:nvPr/>
          </p:nvSpPr>
          <p:spPr>
            <a:xfrm>
              <a:off x="4601556" y="6217728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B41B57FA-847A-6C52-498A-6A9EAEDD7CA3}"/>
                </a:ext>
              </a:extLst>
            </p:cNvPr>
            <p:cNvSpPr/>
            <p:nvPr/>
          </p:nvSpPr>
          <p:spPr>
            <a:xfrm>
              <a:off x="4534247" y="6286008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1754F998-2FF9-528B-F964-529B34504D16}"/>
              </a:ext>
            </a:extLst>
          </p:cNvPr>
          <p:cNvCxnSpPr>
            <a:cxnSpLocks/>
          </p:cNvCxnSpPr>
          <p:nvPr/>
        </p:nvCxnSpPr>
        <p:spPr>
          <a:xfrm>
            <a:off x="5443773" y="2703168"/>
            <a:ext cx="288348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0FC36595-105F-8613-4566-BCA46C4D5F63}"/>
              </a:ext>
            </a:extLst>
          </p:cNvPr>
          <p:cNvGrpSpPr/>
          <p:nvPr/>
        </p:nvGrpSpPr>
        <p:grpSpPr>
          <a:xfrm>
            <a:off x="6643489" y="1005822"/>
            <a:ext cx="411864" cy="775643"/>
            <a:chOff x="243915" y="3996327"/>
            <a:chExt cx="411864" cy="775643"/>
          </a:xfrm>
          <a:solidFill>
            <a:srgbClr val="E0E8F5"/>
          </a:solidFill>
        </p:grpSpPr>
        <p:sp>
          <p:nvSpPr>
            <p:cNvPr id="171" name="立方体 170">
              <a:extLst>
                <a:ext uri="{FF2B5EF4-FFF2-40B4-BE49-F238E27FC236}">
                  <a16:creationId xmlns:a16="http://schemas.microsoft.com/office/drawing/2014/main" id="{5C16B978-BA8D-E66A-B08E-EF4E1CFE44EF}"/>
                </a:ext>
              </a:extLst>
            </p:cNvPr>
            <p:cNvSpPr/>
            <p:nvPr/>
          </p:nvSpPr>
          <p:spPr>
            <a:xfrm>
              <a:off x="243915" y="3996327"/>
              <a:ext cx="289672" cy="775643"/>
            </a:xfrm>
            <a:prstGeom prst="cube">
              <a:avLst>
                <a:gd name="adj" fmla="val 59848"/>
              </a:avLst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立方体 171">
              <a:extLst>
                <a:ext uri="{FF2B5EF4-FFF2-40B4-BE49-F238E27FC236}">
                  <a16:creationId xmlns:a16="http://schemas.microsoft.com/office/drawing/2014/main" id="{A8557F51-0DD9-5D19-2852-7B4A0EA8D684}"/>
                </a:ext>
              </a:extLst>
            </p:cNvPr>
            <p:cNvSpPr/>
            <p:nvPr/>
          </p:nvSpPr>
          <p:spPr>
            <a:xfrm>
              <a:off x="408748" y="4092265"/>
              <a:ext cx="247031" cy="601415"/>
            </a:xfrm>
            <a:prstGeom prst="cube">
              <a:avLst>
                <a:gd name="adj" fmla="val 54064"/>
              </a:avLst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78EDC19C-0C44-E7AE-CB9B-A74EC4ED6DAC}"/>
              </a:ext>
            </a:extLst>
          </p:cNvPr>
          <p:cNvGrpSpPr/>
          <p:nvPr/>
        </p:nvGrpSpPr>
        <p:grpSpPr>
          <a:xfrm>
            <a:off x="6628968" y="2307510"/>
            <a:ext cx="411864" cy="775643"/>
            <a:chOff x="243915" y="3996327"/>
            <a:chExt cx="411864" cy="775643"/>
          </a:xfrm>
          <a:solidFill>
            <a:srgbClr val="E2F0D9"/>
          </a:solidFill>
        </p:grpSpPr>
        <p:sp>
          <p:nvSpPr>
            <p:cNvPr id="174" name="立方体 173">
              <a:extLst>
                <a:ext uri="{FF2B5EF4-FFF2-40B4-BE49-F238E27FC236}">
                  <a16:creationId xmlns:a16="http://schemas.microsoft.com/office/drawing/2014/main" id="{ABF3DCA1-3BED-EEFE-25E7-7CD6F9ABB5B3}"/>
                </a:ext>
              </a:extLst>
            </p:cNvPr>
            <p:cNvSpPr/>
            <p:nvPr/>
          </p:nvSpPr>
          <p:spPr>
            <a:xfrm>
              <a:off x="243915" y="3996327"/>
              <a:ext cx="289672" cy="775643"/>
            </a:xfrm>
            <a:prstGeom prst="cube">
              <a:avLst>
                <a:gd name="adj" fmla="val 59848"/>
              </a:avLst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立方体 174">
              <a:extLst>
                <a:ext uri="{FF2B5EF4-FFF2-40B4-BE49-F238E27FC236}">
                  <a16:creationId xmlns:a16="http://schemas.microsoft.com/office/drawing/2014/main" id="{F1514724-E583-A160-8B5D-4980F3B3F1FB}"/>
                </a:ext>
              </a:extLst>
            </p:cNvPr>
            <p:cNvSpPr/>
            <p:nvPr/>
          </p:nvSpPr>
          <p:spPr>
            <a:xfrm>
              <a:off x="408748" y="4092265"/>
              <a:ext cx="247031" cy="601415"/>
            </a:xfrm>
            <a:prstGeom prst="cube">
              <a:avLst>
                <a:gd name="adj" fmla="val 54064"/>
              </a:avLst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76" name="直接箭头连接符 175">
            <a:extLst>
              <a:ext uri="{FF2B5EF4-FFF2-40B4-BE49-F238E27FC236}">
                <a16:creationId xmlns:a16="http://schemas.microsoft.com/office/drawing/2014/main" id="{E73CE96F-1CD9-38AC-3480-C2ADA8BAD6D4}"/>
              </a:ext>
            </a:extLst>
          </p:cNvPr>
          <p:cNvCxnSpPr>
            <a:cxnSpLocks/>
          </p:cNvCxnSpPr>
          <p:nvPr/>
        </p:nvCxnSpPr>
        <p:spPr>
          <a:xfrm>
            <a:off x="6340620" y="2731577"/>
            <a:ext cx="288348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箭头连接符 176">
            <a:extLst>
              <a:ext uri="{FF2B5EF4-FFF2-40B4-BE49-F238E27FC236}">
                <a16:creationId xmlns:a16="http://schemas.microsoft.com/office/drawing/2014/main" id="{8414B73A-3EB2-6B1E-7ABC-A879C0A36C88}"/>
              </a:ext>
            </a:extLst>
          </p:cNvPr>
          <p:cNvCxnSpPr>
            <a:cxnSpLocks/>
          </p:cNvCxnSpPr>
          <p:nvPr/>
        </p:nvCxnSpPr>
        <p:spPr>
          <a:xfrm>
            <a:off x="6349842" y="1400396"/>
            <a:ext cx="288348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4D402603-2E8A-F458-7AC4-3E1F28D3B179}"/>
              </a:ext>
            </a:extLst>
          </p:cNvPr>
          <p:cNvSpPr txBox="1"/>
          <p:nvPr/>
        </p:nvSpPr>
        <p:spPr>
          <a:xfrm>
            <a:off x="4568242" y="1936436"/>
            <a:ext cx="478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F1FE5957-4707-8BF5-4DD6-41A11BA6816B}"/>
              </a:ext>
            </a:extLst>
          </p:cNvPr>
          <p:cNvCxnSpPr>
            <a:cxnSpLocks/>
          </p:cNvCxnSpPr>
          <p:nvPr/>
        </p:nvCxnSpPr>
        <p:spPr>
          <a:xfrm>
            <a:off x="4779176" y="1605016"/>
            <a:ext cx="0" cy="387877"/>
          </a:xfrm>
          <a:prstGeom prst="line">
            <a:avLst/>
          </a:prstGeom>
          <a:ln w="19050">
            <a:solidFill>
              <a:srgbClr val="2F559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BE441462-B17E-DAF8-1A81-0FAA4011C31D}"/>
              </a:ext>
            </a:extLst>
          </p:cNvPr>
          <p:cNvCxnSpPr>
            <a:cxnSpLocks/>
          </p:cNvCxnSpPr>
          <p:nvPr/>
        </p:nvCxnSpPr>
        <p:spPr>
          <a:xfrm flipV="1">
            <a:off x="4777272" y="2166069"/>
            <a:ext cx="0" cy="329482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文本框 180">
                <a:extLst>
                  <a:ext uri="{FF2B5EF4-FFF2-40B4-BE49-F238E27FC236}">
                    <a16:creationId xmlns:a16="http://schemas.microsoft.com/office/drawing/2014/main" id="{9592653C-CBEB-03A4-3CDA-3D0C42345426}"/>
                  </a:ext>
                </a:extLst>
              </p:cNvPr>
              <p:cNvSpPr txBox="1"/>
              <p:nvPr/>
            </p:nvSpPr>
            <p:spPr>
              <a:xfrm>
                <a:off x="1252731" y="2358511"/>
                <a:ext cx="17793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81" name="文本框 180">
                <a:extLst>
                  <a:ext uri="{FF2B5EF4-FFF2-40B4-BE49-F238E27FC236}">
                    <a16:creationId xmlns:a16="http://schemas.microsoft.com/office/drawing/2014/main" id="{9592653C-CBEB-03A4-3CDA-3D0C42345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731" y="2358511"/>
                <a:ext cx="177933" cy="184666"/>
              </a:xfrm>
              <a:prstGeom prst="rect">
                <a:avLst/>
              </a:prstGeom>
              <a:blipFill>
                <a:blip r:embed="rId24"/>
                <a:stretch>
                  <a:fillRect l="-10345" r="-6897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58818229-5F81-8B16-B8C5-EB829D71B7CB}"/>
                  </a:ext>
                </a:extLst>
              </p:cNvPr>
              <p:cNvSpPr txBox="1"/>
              <p:nvPr/>
            </p:nvSpPr>
            <p:spPr>
              <a:xfrm>
                <a:off x="1197432" y="4410383"/>
                <a:ext cx="17793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58818229-5F81-8B16-B8C5-EB829D71B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432" y="4410383"/>
                <a:ext cx="177933" cy="184666"/>
              </a:xfrm>
              <a:prstGeom prst="rect">
                <a:avLst/>
              </a:prstGeom>
              <a:blipFill>
                <a:blip r:embed="rId25"/>
                <a:stretch>
                  <a:fillRect l="-6667" r="-6667" b="-129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A8139DEA-10EB-DFBD-B9E3-A130CA487A4B}"/>
                  </a:ext>
                </a:extLst>
              </p:cNvPr>
              <p:cNvSpPr txBox="1"/>
              <p:nvPr/>
            </p:nvSpPr>
            <p:spPr>
              <a:xfrm>
                <a:off x="7732896" y="1503898"/>
                <a:ext cx="27571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A8139DEA-10EB-DFBD-B9E3-A130CA487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2896" y="1503898"/>
                <a:ext cx="275717" cy="184666"/>
              </a:xfrm>
              <a:prstGeom prst="rect">
                <a:avLst/>
              </a:prstGeom>
              <a:blipFill>
                <a:blip r:embed="rId26"/>
                <a:stretch>
                  <a:fillRect l="-20000" t="-3333" r="-6667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5B0EB1AA-FB53-F7CD-BC9E-7DE594E2B926}"/>
                  </a:ext>
                </a:extLst>
              </p:cNvPr>
              <p:cNvSpPr txBox="1"/>
              <p:nvPr/>
            </p:nvSpPr>
            <p:spPr>
              <a:xfrm>
                <a:off x="3262364" y="3962021"/>
                <a:ext cx="355867" cy="202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5B0EB1AA-FB53-F7CD-BC9E-7DE594E2B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364" y="3962021"/>
                <a:ext cx="355867" cy="202235"/>
              </a:xfrm>
              <a:prstGeom prst="rect">
                <a:avLst/>
              </a:prstGeom>
              <a:blipFill>
                <a:blip r:embed="rId27"/>
                <a:stretch>
                  <a:fillRect l="-13559" r="-6780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4FA23484-C166-9F67-0E6B-FB11626141A2}"/>
                  </a:ext>
                </a:extLst>
              </p:cNvPr>
              <p:cNvSpPr txBox="1"/>
              <p:nvPr/>
            </p:nvSpPr>
            <p:spPr>
              <a:xfrm>
                <a:off x="7733746" y="2875560"/>
                <a:ext cx="335028" cy="2021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img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4FA23484-C166-9F67-0E6B-FB1162614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3746" y="2875560"/>
                <a:ext cx="335028" cy="202171"/>
              </a:xfrm>
              <a:prstGeom prst="rect">
                <a:avLst/>
              </a:prstGeom>
              <a:blipFill>
                <a:blip r:embed="rId28"/>
                <a:stretch>
                  <a:fillRect l="-16364" t="-3030" r="-7273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6" name="object 347">
            <a:extLst>
              <a:ext uri="{FF2B5EF4-FFF2-40B4-BE49-F238E27FC236}">
                <a16:creationId xmlns:a16="http://schemas.microsoft.com/office/drawing/2014/main" id="{6B197D2E-020A-AFC6-A378-2E416894BFC1}"/>
              </a:ext>
            </a:extLst>
          </p:cNvPr>
          <p:cNvSpPr/>
          <p:nvPr/>
        </p:nvSpPr>
        <p:spPr>
          <a:xfrm>
            <a:off x="6303562" y="4686335"/>
            <a:ext cx="838200" cy="158750"/>
          </a:xfrm>
          <a:custGeom>
            <a:avLst/>
            <a:gdLst/>
            <a:ahLst/>
            <a:cxnLst/>
            <a:rect l="l" t="t" r="r" b="b"/>
            <a:pathLst>
              <a:path w="838200" h="158750">
                <a:moveTo>
                  <a:pt x="781812" y="158495"/>
                </a:moveTo>
                <a:lnTo>
                  <a:pt x="54864" y="158495"/>
                </a:lnTo>
                <a:lnTo>
                  <a:pt x="33432" y="154209"/>
                </a:lnTo>
                <a:lnTo>
                  <a:pt x="16002" y="142493"/>
                </a:lnTo>
                <a:lnTo>
                  <a:pt x="4286" y="125063"/>
                </a:lnTo>
                <a:lnTo>
                  <a:pt x="0" y="103631"/>
                </a:lnTo>
                <a:lnTo>
                  <a:pt x="0" y="54863"/>
                </a:lnTo>
                <a:lnTo>
                  <a:pt x="4286" y="33432"/>
                </a:lnTo>
                <a:lnTo>
                  <a:pt x="16002" y="16001"/>
                </a:lnTo>
                <a:lnTo>
                  <a:pt x="33432" y="4286"/>
                </a:lnTo>
                <a:lnTo>
                  <a:pt x="54864" y="0"/>
                </a:lnTo>
                <a:lnTo>
                  <a:pt x="781812" y="0"/>
                </a:lnTo>
                <a:lnTo>
                  <a:pt x="803481" y="4286"/>
                </a:lnTo>
                <a:lnTo>
                  <a:pt x="821435" y="16001"/>
                </a:lnTo>
                <a:lnTo>
                  <a:pt x="833675" y="33432"/>
                </a:lnTo>
                <a:lnTo>
                  <a:pt x="838200" y="54863"/>
                </a:lnTo>
                <a:lnTo>
                  <a:pt x="838200" y="103631"/>
                </a:lnTo>
                <a:lnTo>
                  <a:pt x="833675" y="125063"/>
                </a:lnTo>
                <a:lnTo>
                  <a:pt x="821435" y="142493"/>
                </a:lnTo>
                <a:lnTo>
                  <a:pt x="803481" y="154209"/>
                </a:lnTo>
                <a:lnTo>
                  <a:pt x="781812" y="158495"/>
                </a:lnTo>
                <a:close/>
              </a:path>
            </a:pathLst>
          </a:custGeom>
          <a:solidFill>
            <a:srgbClr val="E7E6E6"/>
          </a:solidFill>
          <a:ln w="19050">
            <a:solidFill>
              <a:srgbClr val="C9B8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DCA6CA51-7936-8CD9-88BB-F43F7D5772AF}"/>
                  </a:ext>
                </a:extLst>
              </p:cNvPr>
              <p:cNvSpPr txBox="1"/>
              <p:nvPr/>
            </p:nvSpPr>
            <p:spPr>
              <a:xfrm>
                <a:off x="3267200" y="4617858"/>
                <a:ext cx="27571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DCA6CA51-7936-8CD9-88BB-F43F7D577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200" y="4617858"/>
                <a:ext cx="275717" cy="184666"/>
              </a:xfrm>
              <a:prstGeom prst="rect">
                <a:avLst/>
              </a:prstGeom>
              <a:blipFill>
                <a:blip r:embed="rId26"/>
                <a:stretch>
                  <a:fillRect l="-20000" t="-3333" r="-6667" b="-3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4812ED05-0C00-634C-E5C9-89D6AB8F6C9C}"/>
              </a:ext>
            </a:extLst>
          </p:cNvPr>
          <p:cNvCxnSpPr>
            <a:cxnSpLocks/>
          </p:cNvCxnSpPr>
          <p:nvPr/>
        </p:nvCxnSpPr>
        <p:spPr>
          <a:xfrm>
            <a:off x="7204047" y="2738088"/>
            <a:ext cx="288348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8753C260-40C1-D8ED-72BC-493A29068941}"/>
              </a:ext>
            </a:extLst>
          </p:cNvPr>
          <p:cNvCxnSpPr>
            <a:cxnSpLocks/>
          </p:cNvCxnSpPr>
          <p:nvPr/>
        </p:nvCxnSpPr>
        <p:spPr>
          <a:xfrm>
            <a:off x="7213269" y="1406907"/>
            <a:ext cx="288348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2BBDDFBB-C30C-B693-45A6-56083D8CFA25}"/>
              </a:ext>
            </a:extLst>
          </p:cNvPr>
          <p:cNvCxnSpPr>
            <a:cxnSpLocks/>
          </p:cNvCxnSpPr>
          <p:nvPr/>
        </p:nvCxnSpPr>
        <p:spPr>
          <a:xfrm>
            <a:off x="7758519" y="2737251"/>
            <a:ext cx="288348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箭头连接符 190">
            <a:extLst>
              <a:ext uri="{FF2B5EF4-FFF2-40B4-BE49-F238E27FC236}">
                <a16:creationId xmlns:a16="http://schemas.microsoft.com/office/drawing/2014/main" id="{10416778-40F8-1F5C-553A-B277BF3D40EA}"/>
              </a:ext>
            </a:extLst>
          </p:cNvPr>
          <p:cNvCxnSpPr>
            <a:cxnSpLocks/>
          </p:cNvCxnSpPr>
          <p:nvPr/>
        </p:nvCxnSpPr>
        <p:spPr>
          <a:xfrm>
            <a:off x="7767741" y="1406070"/>
            <a:ext cx="288348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EE7D2AEE-8159-8263-45E3-373178CFAC8C}"/>
              </a:ext>
            </a:extLst>
          </p:cNvPr>
          <p:cNvCxnSpPr>
            <a:cxnSpLocks/>
          </p:cNvCxnSpPr>
          <p:nvPr/>
        </p:nvCxnSpPr>
        <p:spPr>
          <a:xfrm>
            <a:off x="9143299" y="2721357"/>
            <a:ext cx="288348" cy="0"/>
          </a:xfrm>
          <a:prstGeom prst="straightConnector1">
            <a:avLst/>
          </a:prstGeom>
          <a:ln w="19050">
            <a:solidFill>
              <a:srgbClr val="548235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文本框 192">
            <a:extLst>
              <a:ext uri="{FF2B5EF4-FFF2-40B4-BE49-F238E27FC236}">
                <a16:creationId xmlns:a16="http://schemas.microsoft.com/office/drawing/2014/main" id="{1EE09AB1-7710-8686-67B2-464390B90C05}"/>
              </a:ext>
            </a:extLst>
          </p:cNvPr>
          <p:cNvSpPr txBox="1"/>
          <p:nvPr/>
        </p:nvSpPr>
        <p:spPr>
          <a:xfrm>
            <a:off x="7451879" y="1957677"/>
            <a:ext cx="478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4" name="直接连接符 193">
            <a:extLst>
              <a:ext uri="{FF2B5EF4-FFF2-40B4-BE49-F238E27FC236}">
                <a16:creationId xmlns:a16="http://schemas.microsoft.com/office/drawing/2014/main" id="{3C242DC3-5C6D-6D5A-C9B2-794344BE87D4}"/>
              </a:ext>
            </a:extLst>
          </p:cNvPr>
          <p:cNvCxnSpPr>
            <a:cxnSpLocks/>
          </p:cNvCxnSpPr>
          <p:nvPr/>
        </p:nvCxnSpPr>
        <p:spPr>
          <a:xfrm>
            <a:off x="7647573" y="1626257"/>
            <a:ext cx="0" cy="387877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文本框 194">
            <a:extLst>
              <a:ext uri="{FF2B5EF4-FFF2-40B4-BE49-F238E27FC236}">
                <a16:creationId xmlns:a16="http://schemas.microsoft.com/office/drawing/2014/main" id="{46507C27-65A2-B606-E3CF-F6B6E4C1D5B1}"/>
              </a:ext>
            </a:extLst>
          </p:cNvPr>
          <p:cNvSpPr txBox="1"/>
          <p:nvPr/>
        </p:nvSpPr>
        <p:spPr>
          <a:xfrm>
            <a:off x="8373945" y="1947019"/>
            <a:ext cx="478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6" name="直接连接符 195">
            <a:extLst>
              <a:ext uri="{FF2B5EF4-FFF2-40B4-BE49-F238E27FC236}">
                <a16:creationId xmlns:a16="http://schemas.microsoft.com/office/drawing/2014/main" id="{65E29207-031B-CAA5-334F-B27B7199C604}"/>
              </a:ext>
            </a:extLst>
          </p:cNvPr>
          <p:cNvCxnSpPr>
            <a:cxnSpLocks/>
          </p:cNvCxnSpPr>
          <p:nvPr/>
        </p:nvCxnSpPr>
        <p:spPr>
          <a:xfrm>
            <a:off x="8569639" y="1615599"/>
            <a:ext cx="0" cy="387877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0157C9B8-209F-1D49-DEFC-A5F9D6B1726E}"/>
              </a:ext>
            </a:extLst>
          </p:cNvPr>
          <p:cNvCxnSpPr>
            <a:cxnSpLocks/>
          </p:cNvCxnSpPr>
          <p:nvPr/>
        </p:nvCxnSpPr>
        <p:spPr>
          <a:xfrm flipV="1">
            <a:off x="8567735" y="2176652"/>
            <a:ext cx="0" cy="329482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立方体 197">
            <a:extLst>
              <a:ext uri="{FF2B5EF4-FFF2-40B4-BE49-F238E27FC236}">
                <a16:creationId xmlns:a16="http://schemas.microsoft.com/office/drawing/2014/main" id="{C6E6B920-29F8-27A1-1FF0-1328AE8E5B92}"/>
              </a:ext>
            </a:extLst>
          </p:cNvPr>
          <p:cNvSpPr/>
          <p:nvPr/>
        </p:nvSpPr>
        <p:spPr>
          <a:xfrm>
            <a:off x="7581071" y="2495551"/>
            <a:ext cx="145837" cy="492976"/>
          </a:xfrm>
          <a:prstGeom prst="cube">
            <a:avLst>
              <a:gd name="adj" fmla="val 33081"/>
            </a:avLst>
          </a:prstGeom>
          <a:solidFill>
            <a:srgbClr val="E2F0D9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9" name="直接连接符 198">
            <a:extLst>
              <a:ext uri="{FF2B5EF4-FFF2-40B4-BE49-F238E27FC236}">
                <a16:creationId xmlns:a16="http://schemas.microsoft.com/office/drawing/2014/main" id="{5B046ED5-8900-CFE3-1932-6128B742B422}"/>
              </a:ext>
            </a:extLst>
          </p:cNvPr>
          <p:cNvCxnSpPr>
            <a:cxnSpLocks/>
          </p:cNvCxnSpPr>
          <p:nvPr/>
        </p:nvCxnSpPr>
        <p:spPr>
          <a:xfrm flipV="1">
            <a:off x="7651997" y="2190117"/>
            <a:ext cx="0" cy="329482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椭圆 199">
            <a:extLst>
              <a:ext uri="{FF2B5EF4-FFF2-40B4-BE49-F238E27FC236}">
                <a16:creationId xmlns:a16="http://schemas.microsoft.com/office/drawing/2014/main" id="{8825CEA1-ACAE-1B11-9627-9DD8F975DF05}"/>
              </a:ext>
            </a:extLst>
          </p:cNvPr>
          <p:cNvSpPr/>
          <p:nvPr/>
        </p:nvSpPr>
        <p:spPr>
          <a:xfrm>
            <a:off x="5332648" y="1381415"/>
            <a:ext cx="51257" cy="45719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立方体 200">
            <a:extLst>
              <a:ext uri="{FF2B5EF4-FFF2-40B4-BE49-F238E27FC236}">
                <a16:creationId xmlns:a16="http://schemas.microsoft.com/office/drawing/2014/main" id="{9CDEAA32-5C3E-7527-D41B-2B354B10A09D}"/>
              </a:ext>
            </a:extLst>
          </p:cNvPr>
          <p:cNvSpPr/>
          <p:nvPr/>
        </p:nvSpPr>
        <p:spPr>
          <a:xfrm>
            <a:off x="3110969" y="3563558"/>
            <a:ext cx="145837" cy="492976"/>
          </a:xfrm>
          <a:prstGeom prst="cube">
            <a:avLst>
              <a:gd name="adj" fmla="val 33081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立方体 201">
            <a:extLst>
              <a:ext uri="{FF2B5EF4-FFF2-40B4-BE49-F238E27FC236}">
                <a16:creationId xmlns:a16="http://schemas.microsoft.com/office/drawing/2014/main" id="{F25FD87B-BDA3-D7A9-1A87-D5D7B3261748}"/>
              </a:ext>
            </a:extLst>
          </p:cNvPr>
          <p:cNvSpPr/>
          <p:nvPr/>
        </p:nvSpPr>
        <p:spPr>
          <a:xfrm>
            <a:off x="3107483" y="4226861"/>
            <a:ext cx="145837" cy="492976"/>
          </a:xfrm>
          <a:prstGeom prst="cube">
            <a:avLst>
              <a:gd name="adj" fmla="val 33081"/>
            </a:avLst>
          </a:prstGeom>
          <a:solidFill>
            <a:srgbClr val="E0E8F5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C74AC267-D808-D914-DC0A-5B9A64A1C5E1}"/>
              </a:ext>
            </a:extLst>
          </p:cNvPr>
          <p:cNvGrpSpPr/>
          <p:nvPr/>
        </p:nvGrpSpPr>
        <p:grpSpPr>
          <a:xfrm>
            <a:off x="3540371" y="4357797"/>
            <a:ext cx="1423877" cy="675136"/>
            <a:chOff x="3093376" y="4832471"/>
            <a:chExt cx="1423877" cy="675136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B9BA80D3-796D-3238-1131-FD6AA74AF249}"/>
                </a:ext>
              </a:extLst>
            </p:cNvPr>
            <p:cNvSpPr/>
            <p:nvPr/>
          </p:nvSpPr>
          <p:spPr>
            <a:xfrm>
              <a:off x="3093376" y="4832471"/>
              <a:ext cx="1423877" cy="675136"/>
            </a:xfrm>
            <a:prstGeom prst="rect">
              <a:avLst/>
            </a:prstGeom>
            <a:solidFill>
              <a:srgbClr val="F2F2F2"/>
            </a:solidFill>
            <a:ln w="19050">
              <a:solidFill>
                <a:srgbClr val="C9B8A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立方体 204">
              <a:extLst>
                <a:ext uri="{FF2B5EF4-FFF2-40B4-BE49-F238E27FC236}">
                  <a16:creationId xmlns:a16="http://schemas.microsoft.com/office/drawing/2014/main" id="{7DAFF997-6EBD-682D-D964-FCF80ADDDE8B}"/>
                </a:ext>
              </a:extLst>
            </p:cNvPr>
            <p:cNvSpPr/>
            <p:nvPr/>
          </p:nvSpPr>
          <p:spPr>
            <a:xfrm>
              <a:off x="3228835" y="4924692"/>
              <a:ext cx="145837" cy="492976"/>
            </a:xfrm>
            <a:prstGeom prst="cube">
              <a:avLst>
                <a:gd name="adj" fmla="val 33081"/>
              </a:avLst>
            </a:prstGeom>
            <a:solidFill>
              <a:srgbClr val="D9ECF5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立方体 205">
              <a:extLst>
                <a:ext uri="{FF2B5EF4-FFF2-40B4-BE49-F238E27FC236}">
                  <a16:creationId xmlns:a16="http://schemas.microsoft.com/office/drawing/2014/main" id="{8F4C66D7-2C01-27AF-8141-7486AD40D86F}"/>
                </a:ext>
              </a:extLst>
            </p:cNvPr>
            <p:cNvSpPr/>
            <p:nvPr/>
          </p:nvSpPr>
          <p:spPr>
            <a:xfrm>
              <a:off x="3437203" y="4924319"/>
              <a:ext cx="145837" cy="492976"/>
            </a:xfrm>
            <a:prstGeom prst="cube">
              <a:avLst>
                <a:gd name="adj" fmla="val 33081"/>
              </a:avLst>
            </a:prstGeom>
            <a:solidFill>
              <a:srgbClr val="E0E8F5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立方体 206">
              <a:extLst>
                <a:ext uri="{FF2B5EF4-FFF2-40B4-BE49-F238E27FC236}">
                  <a16:creationId xmlns:a16="http://schemas.microsoft.com/office/drawing/2014/main" id="{E191F7C9-68B3-ECD1-AE86-0371ED3DB3A4}"/>
                </a:ext>
              </a:extLst>
            </p:cNvPr>
            <p:cNvSpPr/>
            <p:nvPr/>
          </p:nvSpPr>
          <p:spPr>
            <a:xfrm>
              <a:off x="3651684" y="4924319"/>
              <a:ext cx="145837" cy="492976"/>
            </a:xfrm>
            <a:prstGeom prst="cube">
              <a:avLst>
                <a:gd name="adj" fmla="val 33081"/>
              </a:avLst>
            </a:prstGeom>
            <a:solidFill>
              <a:srgbClr val="9DC3E6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object 237">
              <a:extLst>
                <a:ext uri="{FF2B5EF4-FFF2-40B4-BE49-F238E27FC236}">
                  <a16:creationId xmlns:a16="http://schemas.microsoft.com/office/drawing/2014/main" id="{0E253F06-06CF-97BA-9814-2B1CD6E6DEB3}"/>
                </a:ext>
              </a:extLst>
            </p:cNvPr>
            <p:cNvSpPr txBox="1"/>
            <p:nvPr/>
          </p:nvSpPr>
          <p:spPr>
            <a:xfrm>
              <a:off x="3825712" y="5015993"/>
              <a:ext cx="163195" cy="201337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1200" b="1" i="1" spc="30" dirty="0">
                  <a:latin typeface="Times New Roman"/>
                  <a:cs typeface="Times New Roman"/>
                </a:rPr>
                <a:t>…</a:t>
              </a:r>
              <a:endParaRPr sz="1200" dirty="0">
                <a:latin typeface="Times New Roman"/>
                <a:cs typeface="Times New Roman"/>
              </a:endParaRPr>
            </a:p>
          </p:txBody>
        </p:sp>
        <p:sp>
          <p:nvSpPr>
            <p:cNvPr id="209" name="立方体 208">
              <a:extLst>
                <a:ext uri="{FF2B5EF4-FFF2-40B4-BE49-F238E27FC236}">
                  <a16:creationId xmlns:a16="http://schemas.microsoft.com/office/drawing/2014/main" id="{2E73A59A-27AC-8559-61E2-4D49930487C9}"/>
                </a:ext>
              </a:extLst>
            </p:cNvPr>
            <p:cNvSpPr/>
            <p:nvPr/>
          </p:nvSpPr>
          <p:spPr>
            <a:xfrm>
              <a:off x="4040161" y="4919507"/>
              <a:ext cx="145837" cy="492976"/>
            </a:xfrm>
            <a:prstGeom prst="cube">
              <a:avLst>
                <a:gd name="adj" fmla="val 33081"/>
              </a:avLst>
            </a:prstGeom>
            <a:solidFill>
              <a:srgbClr val="589AD6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立方体 209">
              <a:extLst>
                <a:ext uri="{FF2B5EF4-FFF2-40B4-BE49-F238E27FC236}">
                  <a16:creationId xmlns:a16="http://schemas.microsoft.com/office/drawing/2014/main" id="{6659E0A4-BBD2-3429-FC35-9A89FD05C902}"/>
                </a:ext>
              </a:extLst>
            </p:cNvPr>
            <p:cNvSpPr/>
            <p:nvPr/>
          </p:nvSpPr>
          <p:spPr>
            <a:xfrm>
              <a:off x="4248529" y="4919134"/>
              <a:ext cx="145837" cy="492976"/>
            </a:xfrm>
            <a:prstGeom prst="cube">
              <a:avLst>
                <a:gd name="adj" fmla="val 33081"/>
              </a:avLst>
            </a:prstGeom>
            <a:solidFill>
              <a:srgbClr val="61D6FF"/>
            </a:solidFill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1" name="object 245">
            <a:extLst>
              <a:ext uri="{FF2B5EF4-FFF2-40B4-BE49-F238E27FC236}">
                <a16:creationId xmlns:a16="http://schemas.microsoft.com/office/drawing/2014/main" id="{C38637DA-1F7F-7CC2-847B-106754F0DF50}"/>
              </a:ext>
            </a:extLst>
          </p:cNvPr>
          <p:cNvSpPr/>
          <p:nvPr/>
        </p:nvSpPr>
        <p:spPr>
          <a:xfrm>
            <a:off x="3848692" y="4404738"/>
            <a:ext cx="214168" cy="581139"/>
          </a:xfrm>
          <a:custGeom>
            <a:avLst/>
            <a:gdLst/>
            <a:ahLst/>
            <a:cxnLst/>
            <a:rect l="l" t="t" r="r" b="b"/>
            <a:pathLst>
              <a:path w="113030" h="439420">
                <a:moveTo>
                  <a:pt x="0" y="0"/>
                </a:moveTo>
                <a:lnTo>
                  <a:pt x="112775" y="0"/>
                </a:lnTo>
                <a:lnTo>
                  <a:pt x="112775" y="438912"/>
                </a:lnTo>
                <a:lnTo>
                  <a:pt x="0" y="438912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9DD8898B-B468-C22E-FEFD-2D3C3C204394}"/>
              </a:ext>
            </a:extLst>
          </p:cNvPr>
          <p:cNvCxnSpPr>
            <a:cxnSpLocks/>
          </p:cNvCxnSpPr>
          <p:nvPr/>
        </p:nvCxnSpPr>
        <p:spPr>
          <a:xfrm flipV="1">
            <a:off x="3952601" y="4985877"/>
            <a:ext cx="0" cy="225169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箭头: 右 212">
            <a:extLst>
              <a:ext uri="{FF2B5EF4-FFF2-40B4-BE49-F238E27FC236}">
                <a16:creationId xmlns:a16="http://schemas.microsoft.com/office/drawing/2014/main" id="{A3222296-55F3-02CF-23D1-B76E8C8F9D11}"/>
              </a:ext>
            </a:extLst>
          </p:cNvPr>
          <p:cNvSpPr/>
          <p:nvPr/>
        </p:nvSpPr>
        <p:spPr>
          <a:xfrm>
            <a:off x="2541419" y="4000416"/>
            <a:ext cx="354119" cy="235731"/>
          </a:xfrm>
          <a:prstGeom prst="rightArrow">
            <a:avLst/>
          </a:prstGeom>
          <a:solidFill>
            <a:schemeClr val="bg2"/>
          </a:solidFill>
          <a:ln w="19050">
            <a:solidFill>
              <a:srgbClr val="C9B8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箭头: 右 213">
            <a:extLst>
              <a:ext uri="{FF2B5EF4-FFF2-40B4-BE49-F238E27FC236}">
                <a16:creationId xmlns:a16="http://schemas.microsoft.com/office/drawing/2014/main" id="{A5A90554-D806-C071-96D2-94636C5C3C94}"/>
              </a:ext>
            </a:extLst>
          </p:cNvPr>
          <p:cNvSpPr/>
          <p:nvPr/>
        </p:nvSpPr>
        <p:spPr>
          <a:xfrm>
            <a:off x="1351464" y="4000415"/>
            <a:ext cx="319154" cy="235731"/>
          </a:xfrm>
          <a:prstGeom prst="rightArrow">
            <a:avLst/>
          </a:prstGeom>
          <a:solidFill>
            <a:schemeClr val="bg2"/>
          </a:solidFill>
          <a:ln w="19050">
            <a:solidFill>
              <a:srgbClr val="C9B8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object 349">
            <a:extLst>
              <a:ext uri="{FF2B5EF4-FFF2-40B4-BE49-F238E27FC236}">
                <a16:creationId xmlns:a16="http://schemas.microsoft.com/office/drawing/2014/main" id="{A6FC0ED0-DAEC-1625-EC11-83C94A07780F}"/>
              </a:ext>
            </a:extLst>
          </p:cNvPr>
          <p:cNvSpPr/>
          <p:nvPr/>
        </p:nvSpPr>
        <p:spPr>
          <a:xfrm>
            <a:off x="6375190" y="4736825"/>
            <a:ext cx="71755" cy="67310"/>
          </a:xfrm>
          <a:custGeom>
            <a:avLst/>
            <a:gdLst/>
            <a:ahLst/>
            <a:cxnLst/>
            <a:rect l="l" t="t" r="r" b="b"/>
            <a:pathLst>
              <a:path w="71754" h="67310">
                <a:moveTo>
                  <a:pt x="71628" y="67056"/>
                </a:moveTo>
                <a:lnTo>
                  <a:pt x="0" y="67056"/>
                </a:lnTo>
                <a:lnTo>
                  <a:pt x="0" y="0"/>
                </a:lnTo>
                <a:lnTo>
                  <a:pt x="71628" y="0"/>
                </a:lnTo>
                <a:lnTo>
                  <a:pt x="71628" y="67056"/>
                </a:lnTo>
                <a:close/>
              </a:path>
            </a:pathLst>
          </a:custGeom>
          <a:solidFill>
            <a:srgbClr val="F8CAAC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351">
            <a:extLst>
              <a:ext uri="{FF2B5EF4-FFF2-40B4-BE49-F238E27FC236}">
                <a16:creationId xmlns:a16="http://schemas.microsoft.com/office/drawing/2014/main" id="{51D6B2F2-7B74-5E02-0FF9-44BB7E4A92ED}"/>
              </a:ext>
            </a:extLst>
          </p:cNvPr>
          <p:cNvSpPr/>
          <p:nvPr/>
        </p:nvSpPr>
        <p:spPr>
          <a:xfrm>
            <a:off x="6495586" y="4736825"/>
            <a:ext cx="73660" cy="67310"/>
          </a:xfrm>
          <a:custGeom>
            <a:avLst/>
            <a:gdLst/>
            <a:ahLst/>
            <a:cxnLst/>
            <a:rect l="l" t="t" r="r" b="b"/>
            <a:pathLst>
              <a:path w="73660" h="67310">
                <a:moveTo>
                  <a:pt x="73152" y="67056"/>
                </a:moveTo>
                <a:lnTo>
                  <a:pt x="0" y="67056"/>
                </a:lnTo>
                <a:lnTo>
                  <a:pt x="0" y="0"/>
                </a:lnTo>
                <a:lnTo>
                  <a:pt x="73152" y="0"/>
                </a:lnTo>
                <a:lnTo>
                  <a:pt x="73152" y="67056"/>
                </a:lnTo>
                <a:close/>
              </a:path>
            </a:pathLst>
          </a:custGeom>
          <a:solidFill>
            <a:srgbClr val="F4B083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353">
            <a:extLst>
              <a:ext uri="{FF2B5EF4-FFF2-40B4-BE49-F238E27FC236}">
                <a16:creationId xmlns:a16="http://schemas.microsoft.com/office/drawing/2014/main" id="{596A9429-59FC-3D2F-4EE3-57D5CC9616F7}"/>
              </a:ext>
            </a:extLst>
          </p:cNvPr>
          <p:cNvSpPr/>
          <p:nvPr/>
        </p:nvSpPr>
        <p:spPr>
          <a:xfrm>
            <a:off x="6617506" y="4736825"/>
            <a:ext cx="71755" cy="67310"/>
          </a:xfrm>
          <a:custGeom>
            <a:avLst/>
            <a:gdLst/>
            <a:ahLst/>
            <a:cxnLst/>
            <a:rect l="l" t="t" r="r" b="b"/>
            <a:pathLst>
              <a:path w="71754" h="67310">
                <a:moveTo>
                  <a:pt x="71628" y="67056"/>
                </a:moveTo>
                <a:lnTo>
                  <a:pt x="0" y="67056"/>
                </a:lnTo>
                <a:lnTo>
                  <a:pt x="0" y="0"/>
                </a:lnTo>
                <a:lnTo>
                  <a:pt x="71628" y="0"/>
                </a:lnTo>
                <a:lnTo>
                  <a:pt x="71628" y="67056"/>
                </a:lnTo>
                <a:close/>
              </a:path>
            </a:pathLst>
          </a:custGeom>
          <a:solidFill>
            <a:srgbClr val="C15711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355">
            <a:extLst>
              <a:ext uri="{FF2B5EF4-FFF2-40B4-BE49-F238E27FC236}">
                <a16:creationId xmlns:a16="http://schemas.microsoft.com/office/drawing/2014/main" id="{74A91472-4346-6F9F-0B63-9CD0021807B0}"/>
              </a:ext>
            </a:extLst>
          </p:cNvPr>
          <p:cNvSpPr/>
          <p:nvPr/>
        </p:nvSpPr>
        <p:spPr>
          <a:xfrm>
            <a:off x="6876586" y="4736825"/>
            <a:ext cx="73660" cy="68580"/>
          </a:xfrm>
          <a:custGeom>
            <a:avLst/>
            <a:gdLst/>
            <a:ahLst/>
            <a:cxnLst/>
            <a:rect l="l" t="t" r="r" b="b"/>
            <a:pathLst>
              <a:path w="73660" h="68580">
                <a:moveTo>
                  <a:pt x="73152" y="68580"/>
                </a:moveTo>
                <a:lnTo>
                  <a:pt x="0" y="68580"/>
                </a:lnTo>
                <a:lnTo>
                  <a:pt x="0" y="0"/>
                </a:lnTo>
                <a:lnTo>
                  <a:pt x="73152" y="0"/>
                </a:lnTo>
                <a:lnTo>
                  <a:pt x="73152" y="68580"/>
                </a:lnTo>
                <a:close/>
              </a:path>
            </a:pathLst>
          </a:custGeom>
          <a:solidFill>
            <a:srgbClr val="532707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357">
            <a:extLst>
              <a:ext uri="{FF2B5EF4-FFF2-40B4-BE49-F238E27FC236}">
                <a16:creationId xmlns:a16="http://schemas.microsoft.com/office/drawing/2014/main" id="{6102A589-AB00-667E-1400-893A2A95C7E8}"/>
              </a:ext>
            </a:extLst>
          </p:cNvPr>
          <p:cNvSpPr/>
          <p:nvPr/>
        </p:nvSpPr>
        <p:spPr>
          <a:xfrm>
            <a:off x="6996982" y="4736825"/>
            <a:ext cx="71755" cy="68580"/>
          </a:xfrm>
          <a:custGeom>
            <a:avLst/>
            <a:gdLst/>
            <a:ahLst/>
            <a:cxnLst/>
            <a:rect l="l" t="t" r="r" b="b"/>
            <a:pathLst>
              <a:path w="71754" h="68580">
                <a:moveTo>
                  <a:pt x="71628" y="68580"/>
                </a:moveTo>
                <a:lnTo>
                  <a:pt x="0" y="68580"/>
                </a:lnTo>
                <a:lnTo>
                  <a:pt x="0" y="0"/>
                </a:lnTo>
                <a:lnTo>
                  <a:pt x="71628" y="0"/>
                </a:lnTo>
                <a:lnTo>
                  <a:pt x="71628" y="68580"/>
                </a:lnTo>
                <a:close/>
              </a:path>
            </a:pathLst>
          </a:custGeom>
          <a:solidFill>
            <a:srgbClr val="9A460E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359">
            <a:extLst>
              <a:ext uri="{FF2B5EF4-FFF2-40B4-BE49-F238E27FC236}">
                <a16:creationId xmlns:a16="http://schemas.microsoft.com/office/drawing/2014/main" id="{3DD65147-298A-3704-B685-90B9103502CF}"/>
              </a:ext>
            </a:extLst>
          </p:cNvPr>
          <p:cNvSpPr txBox="1"/>
          <p:nvPr/>
        </p:nvSpPr>
        <p:spPr>
          <a:xfrm>
            <a:off x="6717571" y="4670609"/>
            <a:ext cx="13716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25" dirty="0">
                <a:latin typeface="等线"/>
                <a:cs typeface="等线"/>
              </a:rPr>
              <a:t>…</a:t>
            </a:r>
            <a:endParaRPr sz="1050" dirty="0">
              <a:latin typeface="等线"/>
              <a:cs typeface="等线"/>
            </a:endParaRPr>
          </a:p>
        </p:txBody>
      </p:sp>
      <p:sp>
        <p:nvSpPr>
          <p:cNvPr id="221" name="矩形: 圆角 220">
            <a:extLst>
              <a:ext uri="{FF2B5EF4-FFF2-40B4-BE49-F238E27FC236}">
                <a16:creationId xmlns:a16="http://schemas.microsoft.com/office/drawing/2014/main" id="{667B859D-93C4-A5CB-5908-110B0C294DB9}"/>
              </a:ext>
            </a:extLst>
          </p:cNvPr>
          <p:cNvSpPr/>
          <p:nvPr/>
        </p:nvSpPr>
        <p:spPr>
          <a:xfrm>
            <a:off x="8104402" y="3725399"/>
            <a:ext cx="978124" cy="40201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Classifier-Causal</a:t>
            </a:r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2" name="直接箭头连接符 221">
            <a:extLst>
              <a:ext uri="{FF2B5EF4-FFF2-40B4-BE49-F238E27FC236}">
                <a16:creationId xmlns:a16="http://schemas.microsoft.com/office/drawing/2014/main" id="{C34B6404-3054-9CE9-6343-E770508529BE}"/>
              </a:ext>
            </a:extLst>
          </p:cNvPr>
          <p:cNvCxnSpPr>
            <a:cxnSpLocks/>
          </p:cNvCxnSpPr>
          <p:nvPr/>
        </p:nvCxnSpPr>
        <p:spPr>
          <a:xfrm>
            <a:off x="9143299" y="3919380"/>
            <a:ext cx="288348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矩形: 圆角 222">
            <a:extLst>
              <a:ext uri="{FF2B5EF4-FFF2-40B4-BE49-F238E27FC236}">
                <a16:creationId xmlns:a16="http://schemas.microsoft.com/office/drawing/2014/main" id="{108C7AB7-CE48-8AED-282D-1C610955B23B}"/>
              </a:ext>
            </a:extLst>
          </p:cNvPr>
          <p:cNvSpPr/>
          <p:nvPr/>
        </p:nvSpPr>
        <p:spPr>
          <a:xfrm>
            <a:off x="8097034" y="4999088"/>
            <a:ext cx="978124" cy="40201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Classifier-Causal</a:t>
            </a:r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C6FFAE83-02F6-1A68-CF0A-D20AFD3010B3}"/>
              </a:ext>
            </a:extLst>
          </p:cNvPr>
          <p:cNvCxnSpPr>
            <a:cxnSpLocks/>
          </p:cNvCxnSpPr>
          <p:nvPr/>
        </p:nvCxnSpPr>
        <p:spPr>
          <a:xfrm>
            <a:off x="9135931" y="5193069"/>
            <a:ext cx="288348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F1FDAE4-CFA1-CB83-68AD-CA1287AB90F4}"/>
              </a:ext>
            </a:extLst>
          </p:cNvPr>
          <p:cNvSpPr txBox="1"/>
          <p:nvPr/>
        </p:nvSpPr>
        <p:spPr>
          <a:xfrm>
            <a:off x="907371" y="6547852"/>
            <a:ext cx="95445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配上底框</a:t>
            </a:r>
          </a:p>
        </p:txBody>
      </p:sp>
      <p:pic>
        <p:nvPicPr>
          <p:cNvPr id="225" name="图片 224">
            <a:extLst>
              <a:ext uri="{FF2B5EF4-FFF2-40B4-BE49-F238E27FC236}">
                <a16:creationId xmlns:a16="http://schemas.microsoft.com/office/drawing/2014/main" id="{7BDB5179-23B7-93CA-2563-2CEEDA84731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9236" y="540978"/>
            <a:ext cx="9933364" cy="599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009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AB249A1E-9C8F-F178-B50C-933BE4DD7506}"/>
              </a:ext>
            </a:extLst>
          </p:cNvPr>
          <p:cNvSpPr/>
          <p:nvPr/>
        </p:nvSpPr>
        <p:spPr>
          <a:xfrm>
            <a:off x="396391" y="1319249"/>
            <a:ext cx="10087894" cy="3209569"/>
          </a:xfrm>
          <a:prstGeom prst="roundRect">
            <a:avLst>
              <a:gd name="adj" fmla="val 7822"/>
            </a:avLst>
          </a:prstGeom>
          <a:solidFill>
            <a:srgbClr val="F8F7F3"/>
          </a:solidFill>
          <a:ln w="19050">
            <a:solidFill>
              <a:srgbClr val="C9B8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object 262">
            <a:extLst>
              <a:ext uri="{FF2B5EF4-FFF2-40B4-BE49-F238E27FC236}">
                <a16:creationId xmlns:a16="http://schemas.microsoft.com/office/drawing/2014/main" id="{8ABBBC1D-B5A1-01B7-7C36-309CB13D57F7}"/>
              </a:ext>
            </a:extLst>
          </p:cNvPr>
          <p:cNvSpPr txBox="1"/>
          <p:nvPr/>
        </p:nvSpPr>
        <p:spPr>
          <a:xfrm>
            <a:off x="9596721" y="3691803"/>
            <a:ext cx="494774" cy="3163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0645" marR="5080" indent="-68580">
              <a:lnSpc>
                <a:spcPct val="102499"/>
              </a:lnSpc>
              <a:spcBef>
                <a:spcPts val="90"/>
              </a:spcBef>
            </a:pPr>
            <a:r>
              <a:rPr lang="en-US" sz="1000" b="1" spc="-10" dirty="0">
                <a:latin typeface="Times New Roman"/>
                <a:cs typeface="Times New Roman"/>
              </a:rPr>
              <a:t>M</a:t>
            </a:r>
            <a:r>
              <a:rPr sz="1000" b="1" spc="-10" dirty="0">
                <a:latin typeface="Times New Roman"/>
                <a:cs typeface="Times New Roman"/>
              </a:rPr>
              <a:t>emory</a:t>
            </a:r>
            <a:r>
              <a:rPr sz="1000" b="1" spc="500" dirty="0">
                <a:latin typeface="Times New Roman"/>
                <a:cs typeface="Times New Roman"/>
              </a:rPr>
              <a:t> </a:t>
            </a:r>
            <a:r>
              <a:rPr lang="en-US" sz="1000" b="1" spc="-20" dirty="0">
                <a:latin typeface="Times New Roman"/>
                <a:cs typeface="Times New Roman"/>
              </a:rPr>
              <a:t>B</a:t>
            </a:r>
            <a:r>
              <a:rPr sz="1000" b="1" spc="-20" dirty="0">
                <a:latin typeface="Times New Roman"/>
                <a:cs typeface="Times New Roman"/>
              </a:rPr>
              <a:t>ank</a:t>
            </a:r>
            <a:endParaRPr sz="1000" b="1" dirty="0">
              <a:latin typeface="Times New Roman"/>
              <a:cs typeface="Times New Roman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A164C8E-9A4C-7F27-BBE5-7662855ACB02}"/>
              </a:ext>
            </a:extLst>
          </p:cNvPr>
          <p:cNvSpPr/>
          <p:nvPr/>
        </p:nvSpPr>
        <p:spPr>
          <a:xfrm>
            <a:off x="4019988" y="2191743"/>
            <a:ext cx="978124" cy="402015"/>
          </a:xfrm>
          <a:prstGeom prst="roundRect">
            <a:avLst/>
          </a:prstGeom>
          <a:solidFill>
            <a:srgbClr val="E2F0D9"/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Classifier-Likelihood</a:t>
            </a:r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9F62C84-5C11-4AAC-39AC-A8A67BFDD72F}"/>
              </a:ext>
            </a:extLst>
          </p:cNvPr>
          <p:cNvSpPr/>
          <p:nvPr/>
        </p:nvSpPr>
        <p:spPr>
          <a:xfrm>
            <a:off x="4021675" y="3509454"/>
            <a:ext cx="972677" cy="402015"/>
          </a:xfrm>
          <a:prstGeom prst="roundRect">
            <a:avLst/>
          </a:prstGeom>
          <a:solidFill>
            <a:srgbClr val="E0E8F5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Clothes Classifier</a:t>
            </a:r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922FE6D-AE05-0AA9-7215-FD074971FFD4}"/>
                  </a:ext>
                </a:extLst>
              </p:cNvPr>
              <p:cNvSpPr txBox="1"/>
              <p:nvPr/>
            </p:nvSpPr>
            <p:spPr>
              <a:xfrm>
                <a:off x="5321827" y="1981047"/>
                <a:ext cx="71782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922FE6D-AE05-0AA9-7215-FD074971F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827" y="1981047"/>
                <a:ext cx="717824" cy="153888"/>
              </a:xfrm>
              <a:prstGeom prst="rect">
                <a:avLst/>
              </a:prstGeom>
              <a:blipFill>
                <a:blip r:embed="rId2"/>
                <a:stretch>
                  <a:fillRect l="-3390" t="-4000" r="-6780" b="-4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82FB79C-17AA-E9FB-CDC9-956941670357}"/>
                  </a:ext>
                </a:extLst>
              </p:cNvPr>
              <p:cNvSpPr txBox="1"/>
              <p:nvPr/>
            </p:nvSpPr>
            <p:spPr>
              <a:xfrm>
                <a:off x="5225162" y="3952895"/>
                <a:ext cx="97975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𝒅𝒐</m:t>
                      </m:r>
                      <m:d>
                        <m:d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1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1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82FB79C-17AA-E9FB-CDC9-956941670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162" y="3952895"/>
                <a:ext cx="979755" cy="153888"/>
              </a:xfrm>
              <a:prstGeom prst="rect">
                <a:avLst/>
              </a:prstGeom>
              <a:blipFill>
                <a:blip r:embed="rId3"/>
                <a:stretch>
                  <a:fillRect l="-2484" r="-4969" b="-3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C9BC58E4-1A7B-AF0D-4491-718E9F047ECD}"/>
              </a:ext>
            </a:extLst>
          </p:cNvPr>
          <p:cNvGrpSpPr/>
          <p:nvPr/>
        </p:nvGrpSpPr>
        <p:grpSpPr>
          <a:xfrm>
            <a:off x="9117973" y="2338483"/>
            <a:ext cx="142638" cy="142638"/>
            <a:chOff x="4892460" y="2186404"/>
            <a:chExt cx="142638" cy="142638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A1A4E06-BC4F-2727-05A5-DA9DC5D1C2F9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4C611FB-EFB0-F099-5DCB-524AF3AA211F}"/>
                </a:ext>
              </a:extLst>
            </p:cNvPr>
            <p:cNvCxnSpPr>
              <a:stCxn id="11" idx="1"/>
              <a:endCxn id="11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FD955DB9-1836-F77E-C334-C3C31868E3A5}"/>
                </a:ext>
              </a:extLst>
            </p:cNvPr>
            <p:cNvCxnSpPr>
              <a:cxnSpLocks/>
              <a:stCxn id="11" idx="3"/>
              <a:endCxn id="11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2A3394F-E6A8-A051-F12F-567AB7C1CEBF}"/>
              </a:ext>
            </a:extLst>
          </p:cNvPr>
          <p:cNvCxnSpPr>
            <a:cxnSpLocks/>
          </p:cNvCxnSpPr>
          <p:nvPr/>
        </p:nvCxnSpPr>
        <p:spPr>
          <a:xfrm>
            <a:off x="6773927" y="2409802"/>
            <a:ext cx="1826321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bject 330">
            <a:extLst>
              <a:ext uri="{FF2B5EF4-FFF2-40B4-BE49-F238E27FC236}">
                <a16:creationId xmlns:a16="http://schemas.microsoft.com/office/drawing/2014/main" id="{5CEB996C-D723-B9E7-4BDF-A3F9C11DE64E}"/>
              </a:ext>
            </a:extLst>
          </p:cNvPr>
          <p:cNvSpPr txBox="1"/>
          <p:nvPr/>
        </p:nvSpPr>
        <p:spPr>
          <a:xfrm>
            <a:off x="7521588" y="3519121"/>
            <a:ext cx="790695" cy="16049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6370" marR="5080" indent="-154305">
              <a:lnSpc>
                <a:spcPct val="103000"/>
              </a:lnSpc>
              <a:spcBef>
                <a:spcPts val="90"/>
              </a:spcBef>
            </a:pPr>
            <a:r>
              <a:rPr lang="en-US" sz="1000" b="1" spc="-10" dirty="0">
                <a:latin typeface="Times New Roman"/>
                <a:cs typeface="Times New Roman"/>
              </a:rPr>
              <a:t>T</a:t>
            </a:r>
            <a:r>
              <a:rPr sz="1000" b="1" spc="-10" dirty="0">
                <a:latin typeface="Times New Roman"/>
                <a:cs typeface="Times New Roman"/>
              </a:rPr>
              <a:t>raining </a:t>
            </a:r>
            <a:r>
              <a:rPr lang="en-US" sz="1000" b="1" spc="-25" dirty="0">
                <a:latin typeface="Times New Roman"/>
                <a:cs typeface="Times New Roman"/>
              </a:rPr>
              <a:t>S</a:t>
            </a:r>
            <a:r>
              <a:rPr sz="1000" b="1" spc="-25" dirty="0">
                <a:latin typeface="Times New Roman"/>
                <a:cs typeface="Times New Roman"/>
              </a:rPr>
              <a:t>et</a:t>
            </a:r>
            <a:endParaRPr sz="1000" b="1" dirty="0">
              <a:latin typeface="Times New Roman"/>
              <a:cs typeface="Times New Roman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C8D3C4C-93E0-188D-A298-FB67CC5B479B}"/>
              </a:ext>
            </a:extLst>
          </p:cNvPr>
          <p:cNvCxnSpPr>
            <a:cxnSpLocks/>
          </p:cNvCxnSpPr>
          <p:nvPr/>
        </p:nvCxnSpPr>
        <p:spPr>
          <a:xfrm>
            <a:off x="6790987" y="3733712"/>
            <a:ext cx="1683913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0BB6DBA-3F8F-CE4C-78ED-3AEB9CCC4618}"/>
              </a:ext>
            </a:extLst>
          </p:cNvPr>
          <p:cNvCxnSpPr>
            <a:cxnSpLocks/>
          </p:cNvCxnSpPr>
          <p:nvPr/>
        </p:nvCxnSpPr>
        <p:spPr>
          <a:xfrm>
            <a:off x="8481949" y="2407707"/>
            <a:ext cx="0" cy="133530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2214169A-1E21-9BD0-1EFF-051E66BC4829}"/>
              </a:ext>
            </a:extLst>
          </p:cNvPr>
          <p:cNvSpPr/>
          <p:nvPr/>
        </p:nvSpPr>
        <p:spPr>
          <a:xfrm>
            <a:off x="8457907" y="2392361"/>
            <a:ext cx="45719" cy="457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DB0FC13-7E08-0700-133E-A47BF84FEE5D}"/>
              </a:ext>
            </a:extLst>
          </p:cNvPr>
          <p:cNvCxnSpPr>
            <a:cxnSpLocks/>
          </p:cNvCxnSpPr>
          <p:nvPr/>
        </p:nvCxnSpPr>
        <p:spPr>
          <a:xfrm>
            <a:off x="3282902" y="4151798"/>
            <a:ext cx="6004412" cy="0"/>
          </a:xfrm>
          <a:prstGeom prst="straightConnector1">
            <a:avLst/>
          </a:prstGeom>
          <a:ln w="19050">
            <a:solidFill>
              <a:srgbClr val="BF9000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0E225A4-BAED-15D5-41A2-701C81727F91}"/>
              </a:ext>
            </a:extLst>
          </p:cNvPr>
          <p:cNvCxnSpPr>
            <a:cxnSpLocks/>
          </p:cNvCxnSpPr>
          <p:nvPr/>
        </p:nvCxnSpPr>
        <p:spPr>
          <a:xfrm flipV="1">
            <a:off x="3278669" y="3974710"/>
            <a:ext cx="0" cy="178113"/>
          </a:xfrm>
          <a:prstGeom prst="straightConnector1">
            <a:avLst/>
          </a:prstGeom>
          <a:ln w="19050">
            <a:solidFill>
              <a:srgbClr val="BF9000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095AA09-77DF-4FFC-3F23-D624C04802ED}"/>
                  </a:ext>
                </a:extLst>
              </p:cNvPr>
              <p:cNvSpPr txBox="1"/>
              <p:nvPr/>
            </p:nvSpPr>
            <p:spPr>
              <a:xfrm>
                <a:off x="4163956" y="1978701"/>
                <a:ext cx="71782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4095AA09-77DF-4FFC-3F23-D624C0480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956" y="1978701"/>
                <a:ext cx="717825" cy="153888"/>
              </a:xfrm>
              <a:prstGeom prst="rect">
                <a:avLst/>
              </a:prstGeom>
              <a:blipFill>
                <a:blip r:embed="rId2"/>
                <a:stretch>
                  <a:fillRect l="-3390" t="-4000" r="-6780" b="-4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图片 21">
            <a:extLst>
              <a:ext uri="{FF2B5EF4-FFF2-40B4-BE49-F238E27FC236}">
                <a16:creationId xmlns:a16="http://schemas.microsoft.com/office/drawing/2014/main" id="{152FEC30-2E84-9144-A310-F84721ED00D5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36" y="2752490"/>
            <a:ext cx="401247" cy="689894"/>
          </a:xfrm>
          <a:prstGeom prst="rect">
            <a:avLst/>
          </a:prstGeom>
          <a:scene3d>
            <a:camera prst="orthographicFront">
              <a:rot lat="1800000" lon="18000000" rev="0"/>
            </a:camera>
            <a:lightRig rig="threePt" dir="t"/>
          </a:scene3d>
        </p:spPr>
      </p:pic>
      <p:sp>
        <p:nvSpPr>
          <p:cNvPr id="23" name="立方体 22">
            <a:extLst>
              <a:ext uri="{FF2B5EF4-FFF2-40B4-BE49-F238E27FC236}">
                <a16:creationId xmlns:a16="http://schemas.microsoft.com/office/drawing/2014/main" id="{4AA820E3-1FF1-FB9E-B562-27760E2CB992}"/>
              </a:ext>
            </a:extLst>
          </p:cNvPr>
          <p:cNvSpPr/>
          <p:nvPr/>
        </p:nvSpPr>
        <p:spPr>
          <a:xfrm>
            <a:off x="3212166" y="2121310"/>
            <a:ext cx="145837" cy="492976"/>
          </a:xfrm>
          <a:prstGeom prst="cube">
            <a:avLst>
              <a:gd name="adj" fmla="val 33081"/>
            </a:avLst>
          </a:prstGeom>
          <a:solidFill>
            <a:srgbClr val="E2F0D9"/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8BA3F4-1E1F-1C38-0DB2-4DA6F8423778}"/>
              </a:ext>
            </a:extLst>
          </p:cNvPr>
          <p:cNvGrpSpPr/>
          <p:nvPr/>
        </p:nvGrpSpPr>
        <p:grpSpPr>
          <a:xfrm>
            <a:off x="1142876" y="2709616"/>
            <a:ext cx="411864" cy="775643"/>
            <a:chOff x="243915" y="3996327"/>
            <a:chExt cx="411864" cy="775643"/>
          </a:xfrm>
        </p:grpSpPr>
        <p:sp>
          <p:nvSpPr>
            <p:cNvPr id="25" name="立方体 24">
              <a:extLst>
                <a:ext uri="{FF2B5EF4-FFF2-40B4-BE49-F238E27FC236}">
                  <a16:creationId xmlns:a16="http://schemas.microsoft.com/office/drawing/2014/main" id="{002780C5-F51C-F517-B89E-838C8BEFC072}"/>
                </a:ext>
              </a:extLst>
            </p:cNvPr>
            <p:cNvSpPr/>
            <p:nvPr/>
          </p:nvSpPr>
          <p:spPr>
            <a:xfrm>
              <a:off x="243915" y="3996327"/>
              <a:ext cx="289672" cy="775643"/>
            </a:xfrm>
            <a:prstGeom prst="cube">
              <a:avLst>
                <a:gd name="adj" fmla="val 59848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立方体 25">
              <a:extLst>
                <a:ext uri="{FF2B5EF4-FFF2-40B4-BE49-F238E27FC236}">
                  <a16:creationId xmlns:a16="http://schemas.microsoft.com/office/drawing/2014/main" id="{693DAF66-0F0F-A376-E6A5-16CCA7C31531}"/>
                </a:ext>
              </a:extLst>
            </p:cNvPr>
            <p:cNvSpPr/>
            <p:nvPr/>
          </p:nvSpPr>
          <p:spPr>
            <a:xfrm>
              <a:off x="408748" y="4092265"/>
              <a:ext cx="247031" cy="601415"/>
            </a:xfrm>
            <a:prstGeom prst="cube">
              <a:avLst>
                <a:gd name="adj" fmla="val 54064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D7AF0F5-FC51-C728-D3CD-DB3AC3EB20D1}"/>
              </a:ext>
            </a:extLst>
          </p:cNvPr>
          <p:cNvGrpSpPr/>
          <p:nvPr/>
        </p:nvGrpSpPr>
        <p:grpSpPr>
          <a:xfrm>
            <a:off x="2518309" y="2037062"/>
            <a:ext cx="411864" cy="775643"/>
            <a:chOff x="243915" y="3996327"/>
            <a:chExt cx="411864" cy="775643"/>
          </a:xfrm>
          <a:solidFill>
            <a:srgbClr val="E2F0D9"/>
          </a:solidFill>
        </p:grpSpPr>
        <p:sp>
          <p:nvSpPr>
            <p:cNvPr id="28" name="立方体 27">
              <a:extLst>
                <a:ext uri="{FF2B5EF4-FFF2-40B4-BE49-F238E27FC236}">
                  <a16:creationId xmlns:a16="http://schemas.microsoft.com/office/drawing/2014/main" id="{283F028F-38EE-1CC8-5803-FE103AE8DE52}"/>
                </a:ext>
              </a:extLst>
            </p:cNvPr>
            <p:cNvSpPr/>
            <p:nvPr/>
          </p:nvSpPr>
          <p:spPr>
            <a:xfrm>
              <a:off x="243915" y="3996327"/>
              <a:ext cx="289672" cy="775643"/>
            </a:xfrm>
            <a:prstGeom prst="cube">
              <a:avLst>
                <a:gd name="adj" fmla="val 59848"/>
              </a:avLst>
            </a:prstGeom>
            <a:grpFill/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立方体 28">
              <a:extLst>
                <a:ext uri="{FF2B5EF4-FFF2-40B4-BE49-F238E27FC236}">
                  <a16:creationId xmlns:a16="http://schemas.microsoft.com/office/drawing/2014/main" id="{25393418-7506-BE8B-6C32-E041EC5674D0}"/>
                </a:ext>
              </a:extLst>
            </p:cNvPr>
            <p:cNvSpPr/>
            <p:nvPr/>
          </p:nvSpPr>
          <p:spPr>
            <a:xfrm>
              <a:off x="408748" y="4092265"/>
              <a:ext cx="247031" cy="601415"/>
            </a:xfrm>
            <a:prstGeom prst="cube">
              <a:avLst>
                <a:gd name="adj" fmla="val 54064"/>
              </a:avLst>
            </a:prstGeom>
            <a:grpFill/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30C038E-0009-FA82-B27A-3DF297DC09D3}"/>
              </a:ext>
            </a:extLst>
          </p:cNvPr>
          <p:cNvGrpSpPr/>
          <p:nvPr/>
        </p:nvGrpSpPr>
        <p:grpSpPr>
          <a:xfrm>
            <a:off x="2503788" y="3338750"/>
            <a:ext cx="411864" cy="775643"/>
            <a:chOff x="243915" y="3996327"/>
            <a:chExt cx="411864" cy="775643"/>
          </a:xfrm>
          <a:solidFill>
            <a:srgbClr val="E0E8F5"/>
          </a:solidFill>
        </p:grpSpPr>
        <p:sp>
          <p:nvSpPr>
            <p:cNvPr id="31" name="立方体 30">
              <a:extLst>
                <a:ext uri="{FF2B5EF4-FFF2-40B4-BE49-F238E27FC236}">
                  <a16:creationId xmlns:a16="http://schemas.microsoft.com/office/drawing/2014/main" id="{A9782241-44CE-12B7-E1CF-4B043C8A79FA}"/>
                </a:ext>
              </a:extLst>
            </p:cNvPr>
            <p:cNvSpPr/>
            <p:nvPr/>
          </p:nvSpPr>
          <p:spPr>
            <a:xfrm>
              <a:off x="243915" y="3996327"/>
              <a:ext cx="289672" cy="775643"/>
            </a:xfrm>
            <a:prstGeom prst="cube">
              <a:avLst>
                <a:gd name="adj" fmla="val 59848"/>
              </a:avLst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立方体 31">
              <a:extLst>
                <a:ext uri="{FF2B5EF4-FFF2-40B4-BE49-F238E27FC236}">
                  <a16:creationId xmlns:a16="http://schemas.microsoft.com/office/drawing/2014/main" id="{838ED4EF-79C6-4057-E786-E73A9A5FA06C}"/>
                </a:ext>
              </a:extLst>
            </p:cNvPr>
            <p:cNvSpPr/>
            <p:nvPr/>
          </p:nvSpPr>
          <p:spPr>
            <a:xfrm>
              <a:off x="408748" y="4092265"/>
              <a:ext cx="247031" cy="601415"/>
            </a:xfrm>
            <a:prstGeom prst="cube">
              <a:avLst>
                <a:gd name="adj" fmla="val 54064"/>
              </a:avLst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149ED439-94A6-5874-E4A3-A9B7560337C0}"/>
              </a:ext>
            </a:extLst>
          </p:cNvPr>
          <p:cNvCxnSpPr>
            <a:cxnSpLocks/>
          </p:cNvCxnSpPr>
          <p:nvPr/>
        </p:nvCxnSpPr>
        <p:spPr>
          <a:xfrm>
            <a:off x="862701" y="3107765"/>
            <a:ext cx="2883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C6E4D53-5991-40ED-AC47-90571F6DFC59}"/>
              </a:ext>
            </a:extLst>
          </p:cNvPr>
          <p:cNvCxnSpPr>
            <a:cxnSpLocks/>
          </p:cNvCxnSpPr>
          <p:nvPr/>
        </p:nvCxnSpPr>
        <p:spPr>
          <a:xfrm>
            <a:off x="1506857" y="3109963"/>
            <a:ext cx="2883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17942B9-1871-5A4D-351D-B4F9315D5EBA}"/>
              </a:ext>
            </a:extLst>
          </p:cNvPr>
          <p:cNvGrpSpPr/>
          <p:nvPr/>
        </p:nvGrpSpPr>
        <p:grpSpPr>
          <a:xfrm>
            <a:off x="2107662" y="2441503"/>
            <a:ext cx="388144" cy="358611"/>
            <a:chOff x="1734436" y="624840"/>
            <a:chExt cx="807153" cy="670560"/>
          </a:xfrm>
        </p:grpSpPr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BABF1365-A71B-7E9D-BB97-93BC81264555}"/>
                </a:ext>
              </a:extLst>
            </p:cNvPr>
            <p:cNvCxnSpPr/>
            <p:nvPr/>
          </p:nvCxnSpPr>
          <p:spPr>
            <a:xfrm>
              <a:off x="1734436" y="634367"/>
              <a:ext cx="807153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CD33957D-8DAF-C0BE-37C7-2EC04C8CADA3}"/>
                </a:ext>
              </a:extLst>
            </p:cNvPr>
            <p:cNvCxnSpPr>
              <a:cxnSpLocks/>
            </p:cNvCxnSpPr>
            <p:nvPr/>
          </p:nvCxnSpPr>
          <p:spPr>
            <a:xfrm>
              <a:off x="1744222" y="624840"/>
              <a:ext cx="0" cy="67056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21575FB5-E539-E9C2-62BB-40C6FA37C01B}"/>
              </a:ext>
            </a:extLst>
          </p:cNvPr>
          <p:cNvGrpSpPr/>
          <p:nvPr/>
        </p:nvGrpSpPr>
        <p:grpSpPr>
          <a:xfrm>
            <a:off x="1801408" y="2817694"/>
            <a:ext cx="586629" cy="600472"/>
            <a:chOff x="4534247" y="6079615"/>
            <a:chExt cx="586629" cy="600472"/>
          </a:xfrm>
          <a:solidFill>
            <a:schemeClr val="bg1">
              <a:alpha val="60000"/>
            </a:schemeClr>
          </a:solidFill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61F4166-C7CF-B9F9-24CF-2A06A48B5800}"/>
                </a:ext>
              </a:extLst>
            </p:cNvPr>
            <p:cNvSpPr/>
            <p:nvPr/>
          </p:nvSpPr>
          <p:spPr>
            <a:xfrm>
              <a:off x="4732732" y="6079615"/>
              <a:ext cx="388144" cy="394079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6555FBAC-0254-0223-8F55-27964CA2BB5C}"/>
                </a:ext>
              </a:extLst>
            </p:cNvPr>
            <p:cNvSpPr/>
            <p:nvPr/>
          </p:nvSpPr>
          <p:spPr>
            <a:xfrm>
              <a:off x="4665423" y="6147895"/>
              <a:ext cx="388144" cy="394079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07750946-C986-8A1C-EEEE-B0930CF490E5}"/>
                </a:ext>
              </a:extLst>
            </p:cNvPr>
            <p:cNvSpPr/>
            <p:nvPr/>
          </p:nvSpPr>
          <p:spPr>
            <a:xfrm>
              <a:off x="4601556" y="6217728"/>
              <a:ext cx="388144" cy="394079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0F7843B3-3CE7-7D4E-314D-95C17B2EB7D1}"/>
                </a:ext>
              </a:extLst>
            </p:cNvPr>
            <p:cNvSpPr/>
            <p:nvPr/>
          </p:nvSpPr>
          <p:spPr>
            <a:xfrm>
              <a:off x="4534247" y="6286008"/>
              <a:ext cx="388144" cy="394079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5D8040F2-BC96-9663-E49D-C9C033BDCAEE}"/>
              </a:ext>
            </a:extLst>
          </p:cNvPr>
          <p:cNvGrpSpPr/>
          <p:nvPr/>
        </p:nvGrpSpPr>
        <p:grpSpPr>
          <a:xfrm rot="16200000">
            <a:off x="2124181" y="3401279"/>
            <a:ext cx="339063" cy="388145"/>
            <a:chOff x="1734436" y="624840"/>
            <a:chExt cx="807153" cy="670560"/>
          </a:xfrm>
        </p:grpSpPr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BBC0885D-6C9D-A02E-8350-77FEBFDFB780}"/>
                </a:ext>
              </a:extLst>
            </p:cNvPr>
            <p:cNvCxnSpPr/>
            <p:nvPr/>
          </p:nvCxnSpPr>
          <p:spPr>
            <a:xfrm>
              <a:off x="1734436" y="634367"/>
              <a:ext cx="807153" cy="0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1ADC8E03-E539-5F51-56F7-8902C6EC17BF}"/>
                </a:ext>
              </a:extLst>
            </p:cNvPr>
            <p:cNvCxnSpPr>
              <a:cxnSpLocks/>
            </p:cNvCxnSpPr>
            <p:nvPr/>
          </p:nvCxnSpPr>
          <p:spPr>
            <a:xfrm>
              <a:off x="1744222" y="624840"/>
              <a:ext cx="0" cy="670560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CD168DDF-D560-B038-9125-7B4118B50B8B}"/>
              </a:ext>
            </a:extLst>
          </p:cNvPr>
          <p:cNvCxnSpPr>
            <a:cxnSpLocks/>
          </p:cNvCxnSpPr>
          <p:nvPr/>
        </p:nvCxnSpPr>
        <p:spPr>
          <a:xfrm>
            <a:off x="2860837" y="3764888"/>
            <a:ext cx="288348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FA5898B8-F6BE-69F8-90C3-029E9523C52E}"/>
              </a:ext>
            </a:extLst>
          </p:cNvPr>
          <p:cNvCxnSpPr>
            <a:cxnSpLocks/>
          </p:cNvCxnSpPr>
          <p:nvPr/>
        </p:nvCxnSpPr>
        <p:spPr>
          <a:xfrm>
            <a:off x="2870059" y="2433707"/>
            <a:ext cx="288348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9295570D-01F0-3742-C3E3-4679CD9CDEA6}"/>
                  </a:ext>
                </a:extLst>
              </p:cNvPr>
              <p:cNvSpPr txBox="1"/>
              <p:nvPr/>
            </p:nvSpPr>
            <p:spPr>
              <a:xfrm>
                <a:off x="785371" y="3420231"/>
                <a:ext cx="17793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9295570D-01F0-3742-C3E3-4679CD9CD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371" y="3420231"/>
                <a:ext cx="177933" cy="184666"/>
              </a:xfrm>
              <a:prstGeom prst="rect">
                <a:avLst/>
              </a:prstGeom>
              <a:blipFill>
                <a:blip r:embed="rId5"/>
                <a:stretch>
                  <a:fillRect l="-10345" r="-6897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03E841C3-2C06-E9C3-998F-78B7D220028B}"/>
                  </a:ext>
                </a:extLst>
              </p:cNvPr>
              <p:cNvSpPr txBox="1"/>
              <p:nvPr/>
            </p:nvSpPr>
            <p:spPr>
              <a:xfrm>
                <a:off x="3373873" y="2089497"/>
                <a:ext cx="352661" cy="202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03E841C3-2C06-E9C3-998F-78B7D2200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873" y="2089497"/>
                <a:ext cx="352661" cy="202235"/>
              </a:xfrm>
              <a:prstGeom prst="rect">
                <a:avLst/>
              </a:prstGeom>
              <a:blipFill>
                <a:blip r:embed="rId6"/>
                <a:stretch>
                  <a:fillRect l="-15517" r="-6897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D38AE111-FE0C-A944-7BF0-B617711CF914}"/>
                  </a:ext>
                </a:extLst>
              </p:cNvPr>
              <p:cNvSpPr txBox="1"/>
              <p:nvPr/>
            </p:nvSpPr>
            <p:spPr>
              <a:xfrm>
                <a:off x="9451462" y="1782150"/>
                <a:ext cx="355867" cy="202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D38AE111-FE0C-A944-7BF0-B617711CF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1462" y="1782150"/>
                <a:ext cx="355867" cy="202235"/>
              </a:xfrm>
              <a:prstGeom prst="rect">
                <a:avLst/>
              </a:prstGeom>
              <a:blipFill>
                <a:blip r:embed="rId7"/>
                <a:stretch>
                  <a:fillRect l="-13559" r="-6780" b="-23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2E8EEEE-11E2-B68F-342D-980EA2C7762F}"/>
                  </a:ext>
                </a:extLst>
              </p:cNvPr>
              <p:cNvSpPr txBox="1"/>
              <p:nvPr/>
            </p:nvSpPr>
            <p:spPr>
              <a:xfrm>
                <a:off x="3364842" y="3872241"/>
                <a:ext cx="27571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2E8EEEE-11E2-B68F-342D-980EA2C77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4842" y="3872241"/>
                <a:ext cx="275717" cy="184666"/>
              </a:xfrm>
              <a:prstGeom prst="rect">
                <a:avLst/>
              </a:prstGeom>
              <a:blipFill>
                <a:blip r:embed="rId8"/>
                <a:stretch>
                  <a:fillRect l="-20000" r="-6667" b="-32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72D21584-6577-6C95-ECA8-9A1AA43423A7}"/>
              </a:ext>
            </a:extLst>
          </p:cNvPr>
          <p:cNvCxnSpPr>
            <a:cxnSpLocks/>
          </p:cNvCxnSpPr>
          <p:nvPr/>
        </p:nvCxnSpPr>
        <p:spPr>
          <a:xfrm>
            <a:off x="3389615" y="3733932"/>
            <a:ext cx="588963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87B11295-9BD7-7B68-E3F0-5F3A77F64211}"/>
              </a:ext>
            </a:extLst>
          </p:cNvPr>
          <p:cNvCxnSpPr>
            <a:cxnSpLocks/>
          </p:cNvCxnSpPr>
          <p:nvPr/>
        </p:nvCxnSpPr>
        <p:spPr>
          <a:xfrm>
            <a:off x="3398837" y="2402751"/>
            <a:ext cx="588963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3C5C4F35-A7C9-C911-D265-B6EF5C509F8D}"/>
              </a:ext>
            </a:extLst>
          </p:cNvPr>
          <p:cNvCxnSpPr>
            <a:cxnSpLocks/>
          </p:cNvCxnSpPr>
          <p:nvPr/>
        </p:nvCxnSpPr>
        <p:spPr>
          <a:xfrm>
            <a:off x="3291368" y="2618705"/>
            <a:ext cx="0" cy="387877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2B3DEA59-20F1-083D-94F1-BD3138934591}"/>
              </a:ext>
            </a:extLst>
          </p:cNvPr>
          <p:cNvCxnSpPr>
            <a:cxnSpLocks/>
          </p:cNvCxnSpPr>
          <p:nvPr/>
        </p:nvCxnSpPr>
        <p:spPr>
          <a:xfrm>
            <a:off x="4488833" y="2608047"/>
            <a:ext cx="0" cy="387877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307E916F-A924-F376-60B2-6A27598F8E6A}"/>
              </a:ext>
            </a:extLst>
          </p:cNvPr>
          <p:cNvCxnSpPr>
            <a:cxnSpLocks/>
          </p:cNvCxnSpPr>
          <p:nvPr/>
        </p:nvCxnSpPr>
        <p:spPr>
          <a:xfrm flipV="1">
            <a:off x="4486929" y="3173333"/>
            <a:ext cx="0" cy="329482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立方体 56">
            <a:extLst>
              <a:ext uri="{FF2B5EF4-FFF2-40B4-BE49-F238E27FC236}">
                <a16:creationId xmlns:a16="http://schemas.microsoft.com/office/drawing/2014/main" id="{B5D4B6C6-746C-9B0C-330F-FAC3A89CEFA5}"/>
              </a:ext>
            </a:extLst>
          </p:cNvPr>
          <p:cNvSpPr/>
          <p:nvPr/>
        </p:nvSpPr>
        <p:spPr>
          <a:xfrm>
            <a:off x="3212167" y="3492232"/>
            <a:ext cx="145837" cy="492976"/>
          </a:xfrm>
          <a:prstGeom prst="cube">
            <a:avLst>
              <a:gd name="adj" fmla="val 33081"/>
            </a:avLst>
          </a:prstGeom>
          <a:solidFill>
            <a:srgbClr val="E0E8F5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DA72357E-F6BD-D3DB-8212-7E82064EB4F8}"/>
              </a:ext>
            </a:extLst>
          </p:cNvPr>
          <p:cNvCxnSpPr>
            <a:cxnSpLocks/>
          </p:cNvCxnSpPr>
          <p:nvPr/>
        </p:nvCxnSpPr>
        <p:spPr>
          <a:xfrm flipV="1">
            <a:off x="3283093" y="3186798"/>
            <a:ext cx="0" cy="329482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立方体 58">
            <a:extLst>
              <a:ext uri="{FF2B5EF4-FFF2-40B4-BE49-F238E27FC236}">
                <a16:creationId xmlns:a16="http://schemas.microsoft.com/office/drawing/2014/main" id="{E0CBC9C3-07C3-77E3-F73A-12C67F6C1A09}"/>
              </a:ext>
            </a:extLst>
          </p:cNvPr>
          <p:cNvSpPr/>
          <p:nvPr/>
        </p:nvSpPr>
        <p:spPr>
          <a:xfrm>
            <a:off x="9217574" y="1468487"/>
            <a:ext cx="145837" cy="492976"/>
          </a:xfrm>
          <a:prstGeom prst="cube">
            <a:avLst>
              <a:gd name="adj" fmla="val 33081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E449CB1-D00A-68BB-9BAF-6670B1632E8A}"/>
              </a:ext>
            </a:extLst>
          </p:cNvPr>
          <p:cNvGrpSpPr/>
          <p:nvPr/>
        </p:nvGrpSpPr>
        <p:grpSpPr>
          <a:xfrm>
            <a:off x="8863424" y="2998739"/>
            <a:ext cx="1423877" cy="675136"/>
            <a:chOff x="5315842" y="2237854"/>
            <a:chExt cx="1423877" cy="675136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BE3F2C14-2D13-43B4-82EA-8BFBFD05FE34}"/>
                </a:ext>
              </a:extLst>
            </p:cNvPr>
            <p:cNvGrpSpPr/>
            <p:nvPr/>
          </p:nvGrpSpPr>
          <p:grpSpPr>
            <a:xfrm>
              <a:off x="5315842" y="2237854"/>
              <a:ext cx="1423877" cy="675136"/>
              <a:chOff x="3093376" y="4832471"/>
              <a:chExt cx="1423877" cy="675136"/>
            </a:xfrm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FA6724AE-70BF-9692-598A-5B12DC01E1E4}"/>
                  </a:ext>
                </a:extLst>
              </p:cNvPr>
              <p:cNvSpPr/>
              <p:nvPr/>
            </p:nvSpPr>
            <p:spPr>
              <a:xfrm>
                <a:off x="3093376" y="4832471"/>
                <a:ext cx="1423877" cy="675136"/>
              </a:xfrm>
              <a:prstGeom prst="rect">
                <a:avLst/>
              </a:prstGeom>
              <a:solidFill>
                <a:srgbClr val="F2F2F2"/>
              </a:solidFill>
              <a:ln w="19050">
                <a:solidFill>
                  <a:srgbClr val="C9B8A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立方体 63">
                <a:extLst>
                  <a:ext uri="{FF2B5EF4-FFF2-40B4-BE49-F238E27FC236}">
                    <a16:creationId xmlns:a16="http://schemas.microsoft.com/office/drawing/2014/main" id="{C01192AD-EB0B-FD3E-811E-25B3FF0EF829}"/>
                  </a:ext>
                </a:extLst>
              </p:cNvPr>
              <p:cNvSpPr/>
              <p:nvPr/>
            </p:nvSpPr>
            <p:spPr>
              <a:xfrm>
                <a:off x="3228835" y="4924692"/>
                <a:ext cx="145837" cy="492976"/>
              </a:xfrm>
              <a:prstGeom prst="cube">
                <a:avLst>
                  <a:gd name="adj" fmla="val 33081"/>
                </a:avLst>
              </a:prstGeom>
              <a:solidFill>
                <a:srgbClr val="D9ECF5"/>
              </a:solidFill>
              <a:ln w="190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立方体 64">
                <a:extLst>
                  <a:ext uri="{FF2B5EF4-FFF2-40B4-BE49-F238E27FC236}">
                    <a16:creationId xmlns:a16="http://schemas.microsoft.com/office/drawing/2014/main" id="{D0C3F741-C92F-EBDA-B2EA-65DC4D4E4D44}"/>
                  </a:ext>
                </a:extLst>
              </p:cNvPr>
              <p:cNvSpPr/>
              <p:nvPr/>
            </p:nvSpPr>
            <p:spPr>
              <a:xfrm>
                <a:off x="3437203" y="4924319"/>
                <a:ext cx="145837" cy="492976"/>
              </a:xfrm>
              <a:prstGeom prst="cube">
                <a:avLst>
                  <a:gd name="adj" fmla="val 33081"/>
                </a:avLst>
              </a:prstGeom>
              <a:solidFill>
                <a:srgbClr val="E0E8F5"/>
              </a:solidFill>
              <a:ln w="190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立方体 65">
                <a:extLst>
                  <a:ext uri="{FF2B5EF4-FFF2-40B4-BE49-F238E27FC236}">
                    <a16:creationId xmlns:a16="http://schemas.microsoft.com/office/drawing/2014/main" id="{46A48DFE-284C-98A2-7C47-F35E002D4E99}"/>
                  </a:ext>
                </a:extLst>
              </p:cNvPr>
              <p:cNvSpPr/>
              <p:nvPr/>
            </p:nvSpPr>
            <p:spPr>
              <a:xfrm>
                <a:off x="3651684" y="4924319"/>
                <a:ext cx="145837" cy="492976"/>
              </a:xfrm>
              <a:prstGeom prst="cube">
                <a:avLst>
                  <a:gd name="adj" fmla="val 33081"/>
                </a:avLst>
              </a:prstGeom>
              <a:solidFill>
                <a:srgbClr val="9DC3E6"/>
              </a:solidFill>
              <a:ln w="190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object 237">
                <a:extLst>
                  <a:ext uri="{FF2B5EF4-FFF2-40B4-BE49-F238E27FC236}">
                    <a16:creationId xmlns:a16="http://schemas.microsoft.com/office/drawing/2014/main" id="{09C060D0-0212-23C2-6B63-DB4C2D4F2B40}"/>
                  </a:ext>
                </a:extLst>
              </p:cNvPr>
              <p:cNvSpPr txBox="1"/>
              <p:nvPr/>
            </p:nvSpPr>
            <p:spPr>
              <a:xfrm>
                <a:off x="3825712" y="5015993"/>
                <a:ext cx="163195" cy="201337"/>
              </a:xfrm>
              <a:prstGeom prst="rect">
                <a:avLst/>
              </a:prstGeom>
            </p:spPr>
            <p:txBody>
              <a:bodyPr vert="horz" wrap="square" lIns="0" tIns="1651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30"/>
                  </a:spcBef>
                </a:pPr>
                <a:r>
                  <a:rPr sz="1200" b="1" i="1" spc="30" dirty="0">
                    <a:latin typeface="Times New Roman"/>
                    <a:cs typeface="Times New Roman"/>
                  </a:rPr>
                  <a:t>…</a:t>
                </a:r>
                <a:endParaRPr sz="120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68" name="立方体 67">
                <a:extLst>
                  <a:ext uri="{FF2B5EF4-FFF2-40B4-BE49-F238E27FC236}">
                    <a16:creationId xmlns:a16="http://schemas.microsoft.com/office/drawing/2014/main" id="{1553BD89-E9A5-A7B5-FB9B-4E3CE7EAA99E}"/>
                  </a:ext>
                </a:extLst>
              </p:cNvPr>
              <p:cNvSpPr/>
              <p:nvPr/>
            </p:nvSpPr>
            <p:spPr>
              <a:xfrm>
                <a:off x="4040161" y="4919507"/>
                <a:ext cx="145837" cy="492976"/>
              </a:xfrm>
              <a:prstGeom prst="cube">
                <a:avLst>
                  <a:gd name="adj" fmla="val 33081"/>
                </a:avLst>
              </a:prstGeom>
              <a:solidFill>
                <a:srgbClr val="589AD6"/>
              </a:solidFill>
              <a:ln w="190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立方体 68">
                <a:extLst>
                  <a:ext uri="{FF2B5EF4-FFF2-40B4-BE49-F238E27FC236}">
                    <a16:creationId xmlns:a16="http://schemas.microsoft.com/office/drawing/2014/main" id="{BCD73173-EA2F-709C-6A0C-E9D94196A557}"/>
                  </a:ext>
                </a:extLst>
              </p:cNvPr>
              <p:cNvSpPr/>
              <p:nvPr/>
            </p:nvSpPr>
            <p:spPr>
              <a:xfrm>
                <a:off x="4248529" y="4919134"/>
                <a:ext cx="145837" cy="492976"/>
              </a:xfrm>
              <a:prstGeom prst="cube">
                <a:avLst>
                  <a:gd name="adj" fmla="val 33081"/>
                </a:avLst>
              </a:prstGeom>
              <a:solidFill>
                <a:srgbClr val="61D6FF"/>
              </a:solidFill>
              <a:ln w="190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2" name="object 245">
              <a:extLst>
                <a:ext uri="{FF2B5EF4-FFF2-40B4-BE49-F238E27FC236}">
                  <a16:creationId xmlns:a16="http://schemas.microsoft.com/office/drawing/2014/main" id="{74DFE654-304D-FF42-1405-060C9B6E3F8B}"/>
                </a:ext>
              </a:extLst>
            </p:cNvPr>
            <p:cNvSpPr/>
            <p:nvPr/>
          </p:nvSpPr>
          <p:spPr>
            <a:xfrm>
              <a:off x="5626711" y="2284578"/>
              <a:ext cx="214168" cy="581139"/>
            </a:xfrm>
            <a:custGeom>
              <a:avLst/>
              <a:gdLst/>
              <a:ahLst/>
              <a:cxnLst/>
              <a:rect l="l" t="t" r="r" b="b"/>
              <a:pathLst>
                <a:path w="113030" h="439420">
                  <a:moveTo>
                    <a:pt x="0" y="0"/>
                  </a:moveTo>
                  <a:lnTo>
                    <a:pt x="112775" y="0"/>
                  </a:lnTo>
                  <a:lnTo>
                    <a:pt x="112775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FA6D6B2A-20D9-512B-0E81-76DE5466E583}"/>
              </a:ext>
            </a:extLst>
          </p:cNvPr>
          <p:cNvCxnSpPr>
            <a:cxnSpLocks/>
          </p:cNvCxnSpPr>
          <p:nvPr/>
        </p:nvCxnSpPr>
        <p:spPr>
          <a:xfrm flipV="1">
            <a:off x="9283081" y="3626602"/>
            <a:ext cx="0" cy="525196"/>
          </a:xfrm>
          <a:prstGeom prst="straightConnector1">
            <a:avLst/>
          </a:prstGeom>
          <a:ln w="19050">
            <a:solidFill>
              <a:srgbClr val="BF9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33A87F7E-FEA3-002B-141F-8D3960941B0D}"/>
              </a:ext>
            </a:extLst>
          </p:cNvPr>
          <p:cNvSpPr/>
          <p:nvPr/>
        </p:nvSpPr>
        <p:spPr>
          <a:xfrm>
            <a:off x="5225978" y="2195383"/>
            <a:ext cx="978124" cy="40201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Classifier-Causal</a:t>
            </a:r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A067A881-5AD7-D270-C9A1-77582842D5CB}"/>
              </a:ext>
            </a:extLst>
          </p:cNvPr>
          <p:cNvSpPr/>
          <p:nvPr/>
        </p:nvSpPr>
        <p:spPr>
          <a:xfrm>
            <a:off x="5225978" y="3505865"/>
            <a:ext cx="978124" cy="40201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Classifier-Causal</a:t>
            </a:r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F747B280-E7EE-AD43-ABC7-735A652B6E0E}"/>
              </a:ext>
            </a:extLst>
          </p:cNvPr>
          <p:cNvSpPr/>
          <p:nvPr/>
        </p:nvSpPr>
        <p:spPr>
          <a:xfrm>
            <a:off x="7394898" y="2560320"/>
            <a:ext cx="931655" cy="927136"/>
          </a:xfrm>
          <a:prstGeom prst="rect">
            <a:avLst/>
          </a:prstGeom>
          <a:solidFill>
            <a:srgbClr val="F2F2F2"/>
          </a:solidFill>
          <a:ln w="19050">
            <a:solidFill>
              <a:srgbClr val="C9B8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848D540A-294E-6515-B5C2-76FDE498F70A}"/>
              </a:ext>
            </a:extLst>
          </p:cNvPr>
          <p:cNvGrpSpPr/>
          <p:nvPr/>
        </p:nvGrpSpPr>
        <p:grpSpPr>
          <a:xfrm>
            <a:off x="7436968" y="2605275"/>
            <a:ext cx="828415" cy="839275"/>
            <a:chOff x="6538827" y="3689085"/>
            <a:chExt cx="639942" cy="685079"/>
          </a:xfrm>
        </p:grpSpPr>
        <p:pic>
          <p:nvPicPr>
            <p:cNvPr id="75" name="object 311">
              <a:extLst>
                <a:ext uri="{FF2B5EF4-FFF2-40B4-BE49-F238E27FC236}">
                  <a16:creationId xmlns:a16="http://schemas.microsoft.com/office/drawing/2014/main" id="{89F47EFD-B368-D42A-0FFC-F55D56D9CD86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41028" y="4055166"/>
              <a:ext cx="153923" cy="306323"/>
            </a:xfrm>
            <a:prstGeom prst="rect">
              <a:avLst/>
            </a:prstGeom>
          </p:spPr>
        </p:pic>
        <p:pic>
          <p:nvPicPr>
            <p:cNvPr id="76" name="object 312">
              <a:extLst>
                <a:ext uri="{FF2B5EF4-FFF2-40B4-BE49-F238E27FC236}">
                  <a16:creationId xmlns:a16="http://schemas.microsoft.com/office/drawing/2014/main" id="{D468B388-6B31-F792-EE9B-7BE6E1DA04B5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05059" y="3758020"/>
              <a:ext cx="153923" cy="306323"/>
            </a:xfrm>
            <a:prstGeom prst="rect">
              <a:avLst/>
            </a:prstGeom>
          </p:spPr>
        </p:pic>
        <p:pic>
          <p:nvPicPr>
            <p:cNvPr id="77" name="object 313">
              <a:extLst>
                <a:ext uri="{FF2B5EF4-FFF2-40B4-BE49-F238E27FC236}">
                  <a16:creationId xmlns:a16="http://schemas.microsoft.com/office/drawing/2014/main" id="{E7EE2C2F-F283-AF1E-E1EB-2FC9EECF7AD4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48965" y="3881913"/>
              <a:ext cx="153924" cy="306323"/>
            </a:xfrm>
            <a:prstGeom prst="rect">
              <a:avLst/>
            </a:prstGeom>
          </p:spPr>
        </p:pic>
        <p:pic>
          <p:nvPicPr>
            <p:cNvPr id="78" name="object 314">
              <a:extLst>
                <a:ext uri="{FF2B5EF4-FFF2-40B4-BE49-F238E27FC236}">
                  <a16:creationId xmlns:a16="http://schemas.microsoft.com/office/drawing/2014/main" id="{00541F47-057E-E272-ABF4-97223E492027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83433" y="3994689"/>
              <a:ext cx="153923" cy="306323"/>
            </a:xfrm>
            <a:prstGeom prst="rect">
              <a:avLst/>
            </a:prstGeom>
          </p:spPr>
        </p:pic>
        <p:pic>
          <p:nvPicPr>
            <p:cNvPr id="79" name="object 315">
              <a:extLst>
                <a:ext uri="{FF2B5EF4-FFF2-40B4-BE49-F238E27FC236}">
                  <a16:creationId xmlns:a16="http://schemas.microsoft.com/office/drawing/2014/main" id="{9ACC6B48-FAFF-338B-AB9A-CFF016089FFA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74289" y="3881913"/>
              <a:ext cx="153923" cy="306323"/>
            </a:xfrm>
            <a:prstGeom prst="rect">
              <a:avLst/>
            </a:prstGeom>
          </p:spPr>
        </p:pic>
        <p:pic>
          <p:nvPicPr>
            <p:cNvPr id="80" name="object 316">
              <a:extLst>
                <a:ext uri="{FF2B5EF4-FFF2-40B4-BE49-F238E27FC236}">
                  <a16:creationId xmlns:a16="http://schemas.microsoft.com/office/drawing/2014/main" id="{BEFDEC32-979E-4D74-514C-DA0229566BB9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026370" y="3951500"/>
              <a:ext cx="152399" cy="307847"/>
            </a:xfrm>
            <a:prstGeom prst="rect">
              <a:avLst/>
            </a:prstGeom>
          </p:spPr>
        </p:pic>
        <p:pic>
          <p:nvPicPr>
            <p:cNvPr id="81" name="object 317">
              <a:extLst>
                <a:ext uri="{FF2B5EF4-FFF2-40B4-BE49-F238E27FC236}">
                  <a16:creationId xmlns:a16="http://schemas.microsoft.com/office/drawing/2014/main" id="{608584D7-B00F-2A30-214D-25342208526F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604519" y="3990920"/>
              <a:ext cx="152399" cy="306323"/>
            </a:xfrm>
            <a:prstGeom prst="rect">
              <a:avLst/>
            </a:prstGeom>
          </p:spPr>
        </p:pic>
        <p:pic>
          <p:nvPicPr>
            <p:cNvPr id="82" name="object 318">
              <a:extLst>
                <a:ext uri="{FF2B5EF4-FFF2-40B4-BE49-F238E27FC236}">
                  <a16:creationId xmlns:a16="http://schemas.microsoft.com/office/drawing/2014/main" id="{BED8DD5B-4C1D-1E38-6B73-E67FD98894C3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727045" y="3827049"/>
              <a:ext cx="153923" cy="306324"/>
            </a:xfrm>
            <a:prstGeom prst="rect">
              <a:avLst/>
            </a:prstGeom>
          </p:spPr>
        </p:pic>
        <p:pic>
          <p:nvPicPr>
            <p:cNvPr id="83" name="object 319">
              <a:extLst>
                <a:ext uri="{FF2B5EF4-FFF2-40B4-BE49-F238E27FC236}">
                  <a16:creationId xmlns:a16="http://schemas.microsoft.com/office/drawing/2014/main" id="{A6FDA1A3-93DE-B87F-1201-8483627093C9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916021" y="3854481"/>
              <a:ext cx="153923" cy="306323"/>
            </a:xfrm>
            <a:prstGeom prst="rect">
              <a:avLst/>
            </a:prstGeom>
          </p:spPr>
        </p:pic>
        <p:pic>
          <p:nvPicPr>
            <p:cNvPr id="84" name="object 320">
              <a:extLst>
                <a:ext uri="{FF2B5EF4-FFF2-40B4-BE49-F238E27FC236}">
                  <a16:creationId xmlns:a16="http://schemas.microsoft.com/office/drawing/2014/main" id="{E5D2F1FC-2010-5833-850E-D259CA0E9C5C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641461" y="3817445"/>
              <a:ext cx="152399" cy="307847"/>
            </a:xfrm>
            <a:prstGeom prst="rect">
              <a:avLst/>
            </a:prstGeom>
          </p:spPr>
        </p:pic>
        <p:pic>
          <p:nvPicPr>
            <p:cNvPr id="85" name="object 321">
              <a:extLst>
                <a:ext uri="{FF2B5EF4-FFF2-40B4-BE49-F238E27FC236}">
                  <a16:creationId xmlns:a16="http://schemas.microsoft.com/office/drawing/2014/main" id="{221AC99C-9CAE-7EEB-6DE1-92638A0150D1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85478" y="4066317"/>
              <a:ext cx="153923" cy="307847"/>
            </a:xfrm>
            <a:prstGeom prst="rect">
              <a:avLst/>
            </a:prstGeom>
          </p:spPr>
        </p:pic>
        <p:pic>
          <p:nvPicPr>
            <p:cNvPr id="86" name="object 322">
              <a:extLst>
                <a:ext uri="{FF2B5EF4-FFF2-40B4-BE49-F238E27FC236}">
                  <a16:creationId xmlns:a16="http://schemas.microsoft.com/office/drawing/2014/main" id="{548C7B29-A865-F14C-BCA7-28D158674CB8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56585" y="3846861"/>
              <a:ext cx="153923" cy="307847"/>
            </a:xfrm>
            <a:prstGeom prst="rect">
              <a:avLst/>
            </a:prstGeom>
          </p:spPr>
        </p:pic>
        <p:pic>
          <p:nvPicPr>
            <p:cNvPr id="87" name="object 323">
              <a:extLst>
                <a:ext uri="{FF2B5EF4-FFF2-40B4-BE49-F238E27FC236}">
                  <a16:creationId xmlns:a16="http://schemas.microsoft.com/office/drawing/2014/main" id="{D124D1FD-A2EE-8803-2F55-7BF495DE39E2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849331" y="3689085"/>
              <a:ext cx="153923" cy="306323"/>
            </a:xfrm>
            <a:prstGeom prst="rect">
              <a:avLst/>
            </a:prstGeom>
          </p:spPr>
        </p:pic>
        <p:pic>
          <p:nvPicPr>
            <p:cNvPr id="88" name="object 324">
              <a:extLst>
                <a:ext uri="{FF2B5EF4-FFF2-40B4-BE49-F238E27FC236}">
                  <a16:creationId xmlns:a16="http://schemas.microsoft.com/office/drawing/2014/main" id="{EB48F938-48A6-D1F9-E9F7-3C0D7A48816D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538827" y="3870705"/>
              <a:ext cx="152399" cy="307847"/>
            </a:xfrm>
            <a:prstGeom prst="rect">
              <a:avLst/>
            </a:prstGeom>
          </p:spPr>
        </p:pic>
        <p:pic>
          <p:nvPicPr>
            <p:cNvPr id="89" name="object 325">
              <a:extLst>
                <a:ext uri="{FF2B5EF4-FFF2-40B4-BE49-F238E27FC236}">
                  <a16:creationId xmlns:a16="http://schemas.microsoft.com/office/drawing/2014/main" id="{EFA69CB4-1BB5-6464-421E-2A1FE4EE0D39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746857" y="3816381"/>
              <a:ext cx="153923" cy="306323"/>
            </a:xfrm>
            <a:prstGeom prst="rect">
              <a:avLst/>
            </a:prstGeom>
          </p:spPr>
        </p:pic>
        <p:pic>
          <p:nvPicPr>
            <p:cNvPr id="90" name="object 326">
              <a:extLst>
                <a:ext uri="{FF2B5EF4-FFF2-40B4-BE49-F238E27FC236}">
                  <a16:creationId xmlns:a16="http://schemas.microsoft.com/office/drawing/2014/main" id="{FEE546BF-7CC2-E2E0-4AF6-C44E0023BFB8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987649" y="3791481"/>
              <a:ext cx="152399" cy="306323"/>
            </a:xfrm>
            <a:prstGeom prst="rect">
              <a:avLst/>
            </a:prstGeom>
          </p:spPr>
        </p:pic>
      </p:grp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C5E2ECDC-A619-E794-4031-E7200A8636AF}"/>
              </a:ext>
            </a:extLst>
          </p:cNvPr>
          <p:cNvCxnSpPr>
            <a:cxnSpLocks/>
          </p:cNvCxnSpPr>
          <p:nvPr/>
        </p:nvCxnSpPr>
        <p:spPr>
          <a:xfrm>
            <a:off x="7135117" y="2842188"/>
            <a:ext cx="252097" cy="0"/>
          </a:xfrm>
          <a:prstGeom prst="straightConnector1">
            <a:avLst/>
          </a:prstGeom>
          <a:ln w="19050">
            <a:solidFill>
              <a:srgbClr val="7F7F7F"/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61AA4752-9F72-8875-CE82-9DC41947D70C}"/>
              </a:ext>
            </a:extLst>
          </p:cNvPr>
          <p:cNvCxnSpPr>
            <a:cxnSpLocks/>
          </p:cNvCxnSpPr>
          <p:nvPr/>
        </p:nvCxnSpPr>
        <p:spPr>
          <a:xfrm>
            <a:off x="7126849" y="3270719"/>
            <a:ext cx="252097" cy="0"/>
          </a:xfrm>
          <a:prstGeom prst="straightConnector1">
            <a:avLst/>
          </a:prstGeom>
          <a:ln w="19050">
            <a:solidFill>
              <a:srgbClr val="7F7F7F"/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箭头: 右 92">
            <a:extLst>
              <a:ext uri="{FF2B5EF4-FFF2-40B4-BE49-F238E27FC236}">
                <a16:creationId xmlns:a16="http://schemas.microsoft.com/office/drawing/2014/main" id="{28DE50E0-8456-2194-161D-5163D22C88D7}"/>
              </a:ext>
            </a:extLst>
          </p:cNvPr>
          <p:cNvSpPr/>
          <p:nvPr/>
        </p:nvSpPr>
        <p:spPr>
          <a:xfrm rot="16200000">
            <a:off x="9749032" y="2627939"/>
            <a:ext cx="403245" cy="235731"/>
          </a:xfrm>
          <a:prstGeom prst="rightArrow">
            <a:avLst/>
          </a:prstGeom>
          <a:solidFill>
            <a:schemeClr val="bg2"/>
          </a:solidFill>
          <a:ln w="190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object 347">
            <a:extLst>
              <a:ext uri="{FF2B5EF4-FFF2-40B4-BE49-F238E27FC236}">
                <a16:creationId xmlns:a16="http://schemas.microsoft.com/office/drawing/2014/main" id="{3824DBDB-8A5F-C472-C309-C9EE2FCE2EFB}"/>
              </a:ext>
            </a:extLst>
          </p:cNvPr>
          <p:cNvSpPr/>
          <p:nvPr/>
        </p:nvSpPr>
        <p:spPr>
          <a:xfrm>
            <a:off x="6271881" y="2760909"/>
            <a:ext cx="838200" cy="158750"/>
          </a:xfrm>
          <a:custGeom>
            <a:avLst/>
            <a:gdLst/>
            <a:ahLst/>
            <a:cxnLst/>
            <a:rect l="l" t="t" r="r" b="b"/>
            <a:pathLst>
              <a:path w="838200" h="158750">
                <a:moveTo>
                  <a:pt x="781812" y="158495"/>
                </a:moveTo>
                <a:lnTo>
                  <a:pt x="54864" y="158495"/>
                </a:lnTo>
                <a:lnTo>
                  <a:pt x="33432" y="154209"/>
                </a:lnTo>
                <a:lnTo>
                  <a:pt x="16002" y="142493"/>
                </a:lnTo>
                <a:lnTo>
                  <a:pt x="4286" y="125063"/>
                </a:lnTo>
                <a:lnTo>
                  <a:pt x="0" y="103631"/>
                </a:lnTo>
                <a:lnTo>
                  <a:pt x="0" y="54863"/>
                </a:lnTo>
                <a:lnTo>
                  <a:pt x="4286" y="33432"/>
                </a:lnTo>
                <a:lnTo>
                  <a:pt x="16002" y="16001"/>
                </a:lnTo>
                <a:lnTo>
                  <a:pt x="33432" y="4286"/>
                </a:lnTo>
                <a:lnTo>
                  <a:pt x="54864" y="0"/>
                </a:lnTo>
                <a:lnTo>
                  <a:pt x="781812" y="0"/>
                </a:lnTo>
                <a:lnTo>
                  <a:pt x="803481" y="4286"/>
                </a:lnTo>
                <a:lnTo>
                  <a:pt x="821435" y="16001"/>
                </a:lnTo>
                <a:lnTo>
                  <a:pt x="833675" y="33432"/>
                </a:lnTo>
                <a:lnTo>
                  <a:pt x="838200" y="54863"/>
                </a:lnTo>
                <a:lnTo>
                  <a:pt x="838200" y="103631"/>
                </a:lnTo>
                <a:lnTo>
                  <a:pt x="833675" y="125063"/>
                </a:lnTo>
                <a:lnTo>
                  <a:pt x="821435" y="142493"/>
                </a:lnTo>
                <a:lnTo>
                  <a:pt x="803481" y="154209"/>
                </a:lnTo>
                <a:lnTo>
                  <a:pt x="781812" y="158495"/>
                </a:lnTo>
                <a:close/>
              </a:path>
            </a:pathLst>
          </a:custGeom>
          <a:solidFill>
            <a:srgbClr val="E7E6E6"/>
          </a:solidFill>
          <a:ln w="19050">
            <a:solidFill>
              <a:srgbClr val="C9B8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349">
            <a:extLst>
              <a:ext uri="{FF2B5EF4-FFF2-40B4-BE49-F238E27FC236}">
                <a16:creationId xmlns:a16="http://schemas.microsoft.com/office/drawing/2014/main" id="{97BE7046-3B8C-2150-A1FD-ECC920885CD4}"/>
              </a:ext>
            </a:extLst>
          </p:cNvPr>
          <p:cNvSpPr/>
          <p:nvPr/>
        </p:nvSpPr>
        <p:spPr>
          <a:xfrm>
            <a:off x="6343509" y="2806629"/>
            <a:ext cx="71755" cy="67310"/>
          </a:xfrm>
          <a:custGeom>
            <a:avLst/>
            <a:gdLst/>
            <a:ahLst/>
            <a:cxnLst/>
            <a:rect l="l" t="t" r="r" b="b"/>
            <a:pathLst>
              <a:path w="71754" h="67310">
                <a:moveTo>
                  <a:pt x="71628" y="67056"/>
                </a:moveTo>
                <a:lnTo>
                  <a:pt x="0" y="67056"/>
                </a:lnTo>
                <a:lnTo>
                  <a:pt x="0" y="0"/>
                </a:lnTo>
                <a:lnTo>
                  <a:pt x="71628" y="0"/>
                </a:lnTo>
                <a:lnTo>
                  <a:pt x="71628" y="67056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351">
            <a:extLst>
              <a:ext uri="{FF2B5EF4-FFF2-40B4-BE49-F238E27FC236}">
                <a16:creationId xmlns:a16="http://schemas.microsoft.com/office/drawing/2014/main" id="{3D83876A-BD1D-A0C2-6CAA-F1B69BE2985F}"/>
              </a:ext>
            </a:extLst>
          </p:cNvPr>
          <p:cNvSpPr/>
          <p:nvPr/>
        </p:nvSpPr>
        <p:spPr>
          <a:xfrm>
            <a:off x="6463905" y="2808369"/>
            <a:ext cx="71755" cy="65569"/>
          </a:xfrm>
          <a:custGeom>
            <a:avLst/>
            <a:gdLst/>
            <a:ahLst/>
            <a:cxnLst/>
            <a:rect l="l" t="t" r="r" b="b"/>
            <a:pathLst>
              <a:path w="73660" h="67310">
                <a:moveTo>
                  <a:pt x="73152" y="67056"/>
                </a:moveTo>
                <a:lnTo>
                  <a:pt x="0" y="67056"/>
                </a:lnTo>
                <a:lnTo>
                  <a:pt x="0" y="0"/>
                </a:lnTo>
                <a:lnTo>
                  <a:pt x="73152" y="0"/>
                </a:lnTo>
                <a:lnTo>
                  <a:pt x="73152" y="67056"/>
                </a:lnTo>
                <a:close/>
              </a:path>
            </a:pathLst>
          </a:custGeom>
          <a:solidFill>
            <a:srgbClr val="C00000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353">
            <a:extLst>
              <a:ext uri="{FF2B5EF4-FFF2-40B4-BE49-F238E27FC236}">
                <a16:creationId xmlns:a16="http://schemas.microsoft.com/office/drawing/2014/main" id="{6F6BAB89-741E-E600-DB3A-5CF72AFAE039}"/>
              </a:ext>
            </a:extLst>
          </p:cNvPr>
          <p:cNvSpPr/>
          <p:nvPr/>
        </p:nvSpPr>
        <p:spPr>
          <a:xfrm>
            <a:off x="6585825" y="2806629"/>
            <a:ext cx="71755" cy="67310"/>
          </a:xfrm>
          <a:custGeom>
            <a:avLst/>
            <a:gdLst/>
            <a:ahLst/>
            <a:cxnLst/>
            <a:rect l="l" t="t" r="r" b="b"/>
            <a:pathLst>
              <a:path w="71754" h="67310">
                <a:moveTo>
                  <a:pt x="71628" y="67056"/>
                </a:moveTo>
                <a:lnTo>
                  <a:pt x="0" y="67056"/>
                </a:lnTo>
                <a:lnTo>
                  <a:pt x="0" y="0"/>
                </a:lnTo>
                <a:lnTo>
                  <a:pt x="71628" y="0"/>
                </a:lnTo>
                <a:lnTo>
                  <a:pt x="71628" y="67056"/>
                </a:lnTo>
                <a:close/>
              </a:path>
            </a:pathLst>
          </a:custGeom>
          <a:solidFill>
            <a:srgbClr val="FFC000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355">
            <a:extLst>
              <a:ext uri="{FF2B5EF4-FFF2-40B4-BE49-F238E27FC236}">
                <a16:creationId xmlns:a16="http://schemas.microsoft.com/office/drawing/2014/main" id="{2DD8EC8F-AA87-BD23-3D73-15209956917E}"/>
              </a:ext>
            </a:extLst>
          </p:cNvPr>
          <p:cNvSpPr/>
          <p:nvPr/>
        </p:nvSpPr>
        <p:spPr>
          <a:xfrm>
            <a:off x="6844905" y="2806629"/>
            <a:ext cx="73660" cy="68580"/>
          </a:xfrm>
          <a:custGeom>
            <a:avLst/>
            <a:gdLst/>
            <a:ahLst/>
            <a:cxnLst/>
            <a:rect l="l" t="t" r="r" b="b"/>
            <a:pathLst>
              <a:path w="73660" h="68580">
                <a:moveTo>
                  <a:pt x="73152" y="68580"/>
                </a:moveTo>
                <a:lnTo>
                  <a:pt x="0" y="68580"/>
                </a:lnTo>
                <a:lnTo>
                  <a:pt x="0" y="0"/>
                </a:lnTo>
                <a:lnTo>
                  <a:pt x="73152" y="0"/>
                </a:lnTo>
                <a:lnTo>
                  <a:pt x="73152" y="6858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357">
            <a:extLst>
              <a:ext uri="{FF2B5EF4-FFF2-40B4-BE49-F238E27FC236}">
                <a16:creationId xmlns:a16="http://schemas.microsoft.com/office/drawing/2014/main" id="{50428219-8EE9-3D93-5B00-63B5FF2B8081}"/>
              </a:ext>
            </a:extLst>
          </p:cNvPr>
          <p:cNvSpPr/>
          <p:nvPr/>
        </p:nvSpPr>
        <p:spPr>
          <a:xfrm>
            <a:off x="6965301" y="2806629"/>
            <a:ext cx="71755" cy="68580"/>
          </a:xfrm>
          <a:custGeom>
            <a:avLst/>
            <a:gdLst/>
            <a:ahLst/>
            <a:cxnLst/>
            <a:rect l="l" t="t" r="r" b="b"/>
            <a:pathLst>
              <a:path w="71754" h="68580">
                <a:moveTo>
                  <a:pt x="71628" y="68580"/>
                </a:moveTo>
                <a:lnTo>
                  <a:pt x="0" y="68580"/>
                </a:lnTo>
                <a:lnTo>
                  <a:pt x="0" y="0"/>
                </a:lnTo>
                <a:lnTo>
                  <a:pt x="71628" y="0"/>
                </a:lnTo>
                <a:lnTo>
                  <a:pt x="71628" y="6858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359">
            <a:extLst>
              <a:ext uri="{FF2B5EF4-FFF2-40B4-BE49-F238E27FC236}">
                <a16:creationId xmlns:a16="http://schemas.microsoft.com/office/drawing/2014/main" id="{43401988-5F81-336E-1CDE-0515DFA3008F}"/>
              </a:ext>
            </a:extLst>
          </p:cNvPr>
          <p:cNvSpPr txBox="1"/>
          <p:nvPr/>
        </p:nvSpPr>
        <p:spPr>
          <a:xfrm>
            <a:off x="6685890" y="2740413"/>
            <a:ext cx="13716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25" dirty="0">
                <a:latin typeface="等线"/>
                <a:cs typeface="等线"/>
              </a:rPr>
              <a:t>…</a:t>
            </a:r>
            <a:endParaRPr sz="1050" dirty="0">
              <a:latin typeface="等线"/>
              <a:cs typeface="等线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22B1B53A-24D1-CD47-C62F-621FE692AE40}"/>
                  </a:ext>
                </a:extLst>
              </p:cNvPr>
              <p:cNvSpPr txBox="1"/>
              <p:nvPr/>
            </p:nvSpPr>
            <p:spPr>
              <a:xfrm>
                <a:off x="6749740" y="2526304"/>
                <a:ext cx="43441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22B1B53A-24D1-CD47-C62F-621FE692A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740" y="2526304"/>
                <a:ext cx="434414" cy="153888"/>
              </a:xfrm>
              <a:prstGeom prst="rect">
                <a:avLst/>
              </a:prstGeom>
              <a:blipFill>
                <a:blip r:embed="rId25"/>
                <a:stretch>
                  <a:fillRect l="-5556" r="-11111" b="-3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6F6C9508-93F9-7558-0FEC-DBC1FA5328BE}"/>
                  </a:ext>
                </a:extLst>
              </p:cNvPr>
              <p:cNvSpPr txBox="1"/>
              <p:nvPr/>
            </p:nvSpPr>
            <p:spPr>
              <a:xfrm>
                <a:off x="6784040" y="3411953"/>
                <a:ext cx="303736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6F6C9508-93F9-7558-0FEC-DBC1FA532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040" y="3411953"/>
                <a:ext cx="303736" cy="153888"/>
              </a:xfrm>
              <a:prstGeom prst="rect">
                <a:avLst/>
              </a:prstGeom>
              <a:blipFill>
                <a:blip r:embed="rId26"/>
                <a:stretch>
                  <a:fillRect l="-10000" t="-4000" r="-16000" b="-4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82803FDC-ECA8-D229-188E-004ACEB4391F}"/>
              </a:ext>
            </a:extLst>
          </p:cNvPr>
          <p:cNvCxnSpPr>
            <a:cxnSpLocks/>
          </p:cNvCxnSpPr>
          <p:nvPr/>
        </p:nvCxnSpPr>
        <p:spPr>
          <a:xfrm flipV="1">
            <a:off x="6678501" y="2486004"/>
            <a:ext cx="0" cy="241750"/>
          </a:xfrm>
          <a:prstGeom prst="straightConnector1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559B7E51-1AEA-1E1A-6D40-CA5FBF85F797}"/>
              </a:ext>
            </a:extLst>
          </p:cNvPr>
          <p:cNvCxnSpPr>
            <a:cxnSpLocks/>
          </p:cNvCxnSpPr>
          <p:nvPr/>
        </p:nvCxnSpPr>
        <p:spPr>
          <a:xfrm>
            <a:off x="6684842" y="3383032"/>
            <a:ext cx="0" cy="267895"/>
          </a:xfrm>
          <a:prstGeom prst="straightConnector1">
            <a:avLst/>
          </a:prstGeom>
          <a:ln w="19050">
            <a:solidFill>
              <a:srgbClr val="7F7F7F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F2BB3B8F-E607-EC73-E531-5F6D0F79287F}"/>
              </a:ext>
            </a:extLst>
          </p:cNvPr>
          <p:cNvGrpSpPr/>
          <p:nvPr/>
        </p:nvGrpSpPr>
        <p:grpSpPr>
          <a:xfrm>
            <a:off x="6624194" y="3640903"/>
            <a:ext cx="159846" cy="174400"/>
            <a:chOff x="6647986" y="5115366"/>
            <a:chExt cx="159846" cy="174400"/>
          </a:xfrm>
        </p:grpSpPr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8564301C-B6C9-BC6A-E49E-68C280FF1FDC}"/>
                </a:ext>
              </a:extLst>
            </p:cNvPr>
            <p:cNvSpPr/>
            <p:nvPr/>
          </p:nvSpPr>
          <p:spPr>
            <a:xfrm>
              <a:off x="6647986" y="5143061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object 343">
              <a:extLst>
                <a:ext uri="{FF2B5EF4-FFF2-40B4-BE49-F238E27FC236}">
                  <a16:creationId xmlns:a16="http://schemas.microsoft.com/office/drawing/2014/main" id="{54F9B072-DC2D-3D88-7670-AD321A8B866E}"/>
                </a:ext>
              </a:extLst>
            </p:cNvPr>
            <p:cNvSpPr txBox="1"/>
            <p:nvPr/>
          </p:nvSpPr>
          <p:spPr>
            <a:xfrm>
              <a:off x="6663708" y="5115366"/>
              <a:ext cx="144124" cy="174400"/>
            </a:xfrm>
            <a:prstGeom prst="rect">
              <a:avLst/>
            </a:prstGeom>
          </p:spPr>
          <p:txBody>
            <a:bodyPr vert="horz" wrap="square" lIns="0" tIns="20313" rIns="0" bIns="0" rtlCol="0">
              <a:spAutoFit/>
            </a:bodyPr>
            <a:lstStyle/>
            <a:p>
              <a:pPr marL="19346">
                <a:spcBef>
                  <a:spcPts val="160"/>
                </a:spcBef>
              </a:pPr>
              <a:r>
                <a:rPr sz="1000" b="1" spc="487" dirty="0">
                  <a:latin typeface="Cambria"/>
                  <a:cs typeface="Cambria"/>
                </a:rPr>
                <a:t>Σ</a:t>
              </a:r>
              <a:endParaRPr sz="1000" b="1" dirty="0">
                <a:latin typeface="Cambria"/>
                <a:cs typeface="Cambria"/>
              </a:endParaRPr>
            </a:p>
          </p:txBody>
        </p:sp>
      </p:grpSp>
      <p:sp>
        <p:nvSpPr>
          <p:cNvPr id="108" name="object 347">
            <a:extLst>
              <a:ext uri="{FF2B5EF4-FFF2-40B4-BE49-F238E27FC236}">
                <a16:creationId xmlns:a16="http://schemas.microsoft.com/office/drawing/2014/main" id="{70DF0D04-77E1-96B2-8CA3-7B36A02706F2}"/>
              </a:ext>
            </a:extLst>
          </p:cNvPr>
          <p:cNvSpPr/>
          <p:nvPr/>
        </p:nvSpPr>
        <p:spPr>
          <a:xfrm>
            <a:off x="6266633" y="3195558"/>
            <a:ext cx="838200" cy="158750"/>
          </a:xfrm>
          <a:custGeom>
            <a:avLst/>
            <a:gdLst/>
            <a:ahLst/>
            <a:cxnLst/>
            <a:rect l="l" t="t" r="r" b="b"/>
            <a:pathLst>
              <a:path w="838200" h="158750">
                <a:moveTo>
                  <a:pt x="781812" y="158495"/>
                </a:moveTo>
                <a:lnTo>
                  <a:pt x="54864" y="158495"/>
                </a:lnTo>
                <a:lnTo>
                  <a:pt x="33432" y="154209"/>
                </a:lnTo>
                <a:lnTo>
                  <a:pt x="16002" y="142493"/>
                </a:lnTo>
                <a:lnTo>
                  <a:pt x="4286" y="125063"/>
                </a:lnTo>
                <a:lnTo>
                  <a:pt x="0" y="103631"/>
                </a:lnTo>
                <a:lnTo>
                  <a:pt x="0" y="54863"/>
                </a:lnTo>
                <a:lnTo>
                  <a:pt x="4286" y="33432"/>
                </a:lnTo>
                <a:lnTo>
                  <a:pt x="16002" y="16001"/>
                </a:lnTo>
                <a:lnTo>
                  <a:pt x="33432" y="4286"/>
                </a:lnTo>
                <a:lnTo>
                  <a:pt x="54864" y="0"/>
                </a:lnTo>
                <a:lnTo>
                  <a:pt x="781812" y="0"/>
                </a:lnTo>
                <a:lnTo>
                  <a:pt x="803481" y="4286"/>
                </a:lnTo>
                <a:lnTo>
                  <a:pt x="821435" y="16001"/>
                </a:lnTo>
                <a:lnTo>
                  <a:pt x="833675" y="33432"/>
                </a:lnTo>
                <a:lnTo>
                  <a:pt x="838200" y="54863"/>
                </a:lnTo>
                <a:lnTo>
                  <a:pt x="838200" y="103631"/>
                </a:lnTo>
                <a:lnTo>
                  <a:pt x="833675" y="125063"/>
                </a:lnTo>
                <a:lnTo>
                  <a:pt x="821435" y="142493"/>
                </a:lnTo>
                <a:lnTo>
                  <a:pt x="803481" y="154209"/>
                </a:lnTo>
                <a:lnTo>
                  <a:pt x="781812" y="158495"/>
                </a:lnTo>
                <a:close/>
              </a:path>
            </a:pathLst>
          </a:custGeom>
          <a:solidFill>
            <a:srgbClr val="E7E6E6"/>
          </a:solidFill>
          <a:ln w="19050">
            <a:solidFill>
              <a:srgbClr val="C9B8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349">
            <a:extLst>
              <a:ext uri="{FF2B5EF4-FFF2-40B4-BE49-F238E27FC236}">
                <a16:creationId xmlns:a16="http://schemas.microsoft.com/office/drawing/2014/main" id="{E96F7463-7D12-B0F4-1F2A-727FBD4E3F12}"/>
              </a:ext>
            </a:extLst>
          </p:cNvPr>
          <p:cNvSpPr/>
          <p:nvPr/>
        </p:nvSpPr>
        <p:spPr>
          <a:xfrm>
            <a:off x="6338261" y="3246048"/>
            <a:ext cx="71755" cy="67310"/>
          </a:xfrm>
          <a:custGeom>
            <a:avLst/>
            <a:gdLst/>
            <a:ahLst/>
            <a:cxnLst/>
            <a:rect l="l" t="t" r="r" b="b"/>
            <a:pathLst>
              <a:path w="71754" h="67310">
                <a:moveTo>
                  <a:pt x="71628" y="67056"/>
                </a:moveTo>
                <a:lnTo>
                  <a:pt x="0" y="67056"/>
                </a:lnTo>
                <a:lnTo>
                  <a:pt x="0" y="0"/>
                </a:lnTo>
                <a:lnTo>
                  <a:pt x="71628" y="0"/>
                </a:lnTo>
                <a:lnTo>
                  <a:pt x="71628" y="67056"/>
                </a:lnTo>
                <a:close/>
              </a:path>
            </a:pathLst>
          </a:custGeom>
          <a:solidFill>
            <a:srgbClr val="F8CAAC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351">
            <a:extLst>
              <a:ext uri="{FF2B5EF4-FFF2-40B4-BE49-F238E27FC236}">
                <a16:creationId xmlns:a16="http://schemas.microsoft.com/office/drawing/2014/main" id="{81DFA7DB-D7F9-F02D-CD53-C7E97521C0E7}"/>
              </a:ext>
            </a:extLst>
          </p:cNvPr>
          <p:cNvSpPr/>
          <p:nvPr/>
        </p:nvSpPr>
        <p:spPr>
          <a:xfrm>
            <a:off x="6458657" y="3246048"/>
            <a:ext cx="73660" cy="67310"/>
          </a:xfrm>
          <a:custGeom>
            <a:avLst/>
            <a:gdLst/>
            <a:ahLst/>
            <a:cxnLst/>
            <a:rect l="l" t="t" r="r" b="b"/>
            <a:pathLst>
              <a:path w="73660" h="67310">
                <a:moveTo>
                  <a:pt x="73152" y="67056"/>
                </a:moveTo>
                <a:lnTo>
                  <a:pt x="0" y="67056"/>
                </a:lnTo>
                <a:lnTo>
                  <a:pt x="0" y="0"/>
                </a:lnTo>
                <a:lnTo>
                  <a:pt x="73152" y="0"/>
                </a:lnTo>
                <a:lnTo>
                  <a:pt x="73152" y="67056"/>
                </a:lnTo>
                <a:close/>
              </a:path>
            </a:pathLst>
          </a:custGeom>
          <a:solidFill>
            <a:srgbClr val="F4B083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353">
            <a:extLst>
              <a:ext uri="{FF2B5EF4-FFF2-40B4-BE49-F238E27FC236}">
                <a16:creationId xmlns:a16="http://schemas.microsoft.com/office/drawing/2014/main" id="{4008119F-5973-2F06-C0EE-F886A61A4215}"/>
              </a:ext>
            </a:extLst>
          </p:cNvPr>
          <p:cNvSpPr/>
          <p:nvPr/>
        </p:nvSpPr>
        <p:spPr>
          <a:xfrm>
            <a:off x="6580577" y="3246048"/>
            <a:ext cx="71755" cy="67310"/>
          </a:xfrm>
          <a:custGeom>
            <a:avLst/>
            <a:gdLst/>
            <a:ahLst/>
            <a:cxnLst/>
            <a:rect l="l" t="t" r="r" b="b"/>
            <a:pathLst>
              <a:path w="71754" h="67310">
                <a:moveTo>
                  <a:pt x="71628" y="67056"/>
                </a:moveTo>
                <a:lnTo>
                  <a:pt x="0" y="67056"/>
                </a:lnTo>
                <a:lnTo>
                  <a:pt x="0" y="0"/>
                </a:lnTo>
                <a:lnTo>
                  <a:pt x="71628" y="0"/>
                </a:lnTo>
                <a:lnTo>
                  <a:pt x="71628" y="67056"/>
                </a:lnTo>
                <a:close/>
              </a:path>
            </a:pathLst>
          </a:custGeom>
          <a:solidFill>
            <a:srgbClr val="C15711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355">
            <a:extLst>
              <a:ext uri="{FF2B5EF4-FFF2-40B4-BE49-F238E27FC236}">
                <a16:creationId xmlns:a16="http://schemas.microsoft.com/office/drawing/2014/main" id="{C35AFD16-0668-E26E-A889-9FC873D5CF9C}"/>
              </a:ext>
            </a:extLst>
          </p:cNvPr>
          <p:cNvSpPr/>
          <p:nvPr/>
        </p:nvSpPr>
        <p:spPr>
          <a:xfrm>
            <a:off x="6839657" y="3246048"/>
            <a:ext cx="73660" cy="68580"/>
          </a:xfrm>
          <a:custGeom>
            <a:avLst/>
            <a:gdLst/>
            <a:ahLst/>
            <a:cxnLst/>
            <a:rect l="l" t="t" r="r" b="b"/>
            <a:pathLst>
              <a:path w="73660" h="68580">
                <a:moveTo>
                  <a:pt x="73152" y="68580"/>
                </a:moveTo>
                <a:lnTo>
                  <a:pt x="0" y="68580"/>
                </a:lnTo>
                <a:lnTo>
                  <a:pt x="0" y="0"/>
                </a:lnTo>
                <a:lnTo>
                  <a:pt x="73152" y="0"/>
                </a:lnTo>
                <a:lnTo>
                  <a:pt x="73152" y="68580"/>
                </a:lnTo>
                <a:close/>
              </a:path>
            </a:pathLst>
          </a:custGeom>
          <a:solidFill>
            <a:srgbClr val="532707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357">
            <a:extLst>
              <a:ext uri="{FF2B5EF4-FFF2-40B4-BE49-F238E27FC236}">
                <a16:creationId xmlns:a16="http://schemas.microsoft.com/office/drawing/2014/main" id="{3E9B888F-05DE-F3BD-CEA7-D68523E1FAF6}"/>
              </a:ext>
            </a:extLst>
          </p:cNvPr>
          <p:cNvSpPr/>
          <p:nvPr/>
        </p:nvSpPr>
        <p:spPr>
          <a:xfrm>
            <a:off x="6960053" y="3246048"/>
            <a:ext cx="71755" cy="68580"/>
          </a:xfrm>
          <a:custGeom>
            <a:avLst/>
            <a:gdLst/>
            <a:ahLst/>
            <a:cxnLst/>
            <a:rect l="l" t="t" r="r" b="b"/>
            <a:pathLst>
              <a:path w="71754" h="68580">
                <a:moveTo>
                  <a:pt x="71628" y="68580"/>
                </a:moveTo>
                <a:lnTo>
                  <a:pt x="0" y="68580"/>
                </a:lnTo>
                <a:lnTo>
                  <a:pt x="0" y="0"/>
                </a:lnTo>
                <a:lnTo>
                  <a:pt x="71628" y="0"/>
                </a:lnTo>
                <a:lnTo>
                  <a:pt x="71628" y="68580"/>
                </a:lnTo>
                <a:close/>
              </a:path>
            </a:pathLst>
          </a:custGeom>
          <a:solidFill>
            <a:srgbClr val="9A460E"/>
          </a:solidFill>
          <a:ln w="9525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359">
            <a:extLst>
              <a:ext uri="{FF2B5EF4-FFF2-40B4-BE49-F238E27FC236}">
                <a16:creationId xmlns:a16="http://schemas.microsoft.com/office/drawing/2014/main" id="{67B81890-E1C3-ADF5-B492-A46153F2E34A}"/>
              </a:ext>
            </a:extLst>
          </p:cNvPr>
          <p:cNvSpPr txBox="1"/>
          <p:nvPr/>
        </p:nvSpPr>
        <p:spPr>
          <a:xfrm>
            <a:off x="6680642" y="3179832"/>
            <a:ext cx="13716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25" dirty="0">
                <a:latin typeface="等线"/>
                <a:cs typeface="等线"/>
              </a:rPr>
              <a:t>…</a:t>
            </a:r>
            <a:endParaRPr sz="1050" dirty="0">
              <a:latin typeface="等线"/>
              <a:cs typeface="等线"/>
            </a:endParaRPr>
          </a:p>
        </p:txBody>
      </p: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D5362ABE-DD20-BE76-AC51-4D0FF924578F}"/>
              </a:ext>
            </a:extLst>
          </p:cNvPr>
          <p:cNvGrpSpPr/>
          <p:nvPr/>
        </p:nvGrpSpPr>
        <p:grpSpPr>
          <a:xfrm>
            <a:off x="6607263" y="2305635"/>
            <a:ext cx="159846" cy="174400"/>
            <a:chOff x="6647986" y="5115366"/>
            <a:chExt cx="159846" cy="174400"/>
          </a:xfrm>
        </p:grpSpPr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7F13E81F-3E2C-416F-BC3B-F1119DD7036F}"/>
                </a:ext>
              </a:extLst>
            </p:cNvPr>
            <p:cNvSpPr/>
            <p:nvPr/>
          </p:nvSpPr>
          <p:spPr>
            <a:xfrm>
              <a:off x="6647986" y="5143061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object 343">
              <a:extLst>
                <a:ext uri="{FF2B5EF4-FFF2-40B4-BE49-F238E27FC236}">
                  <a16:creationId xmlns:a16="http://schemas.microsoft.com/office/drawing/2014/main" id="{0E31999A-AC14-8FD3-B354-A7B250285971}"/>
                </a:ext>
              </a:extLst>
            </p:cNvPr>
            <p:cNvSpPr txBox="1"/>
            <p:nvPr/>
          </p:nvSpPr>
          <p:spPr>
            <a:xfrm>
              <a:off x="6663708" y="5115366"/>
              <a:ext cx="144124" cy="174400"/>
            </a:xfrm>
            <a:prstGeom prst="rect">
              <a:avLst/>
            </a:prstGeom>
          </p:spPr>
          <p:txBody>
            <a:bodyPr vert="horz" wrap="square" lIns="0" tIns="20313" rIns="0" bIns="0" rtlCol="0">
              <a:spAutoFit/>
            </a:bodyPr>
            <a:lstStyle/>
            <a:p>
              <a:pPr marL="19346">
                <a:spcBef>
                  <a:spcPts val="160"/>
                </a:spcBef>
              </a:pPr>
              <a:r>
                <a:rPr sz="1000" b="1" spc="487" dirty="0">
                  <a:latin typeface="Cambria"/>
                  <a:cs typeface="Cambria"/>
                </a:rPr>
                <a:t>Σ</a:t>
              </a:r>
              <a:endParaRPr sz="1000" b="1" dirty="0">
                <a:latin typeface="Cambria"/>
                <a:cs typeface="Cambria"/>
              </a:endParaRPr>
            </a:p>
          </p:txBody>
        </p:sp>
      </p:grp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E75252FC-7EF2-F2E5-D691-B7CBFEBDAB16}"/>
              </a:ext>
            </a:extLst>
          </p:cNvPr>
          <p:cNvCxnSpPr>
            <a:cxnSpLocks/>
          </p:cNvCxnSpPr>
          <p:nvPr/>
        </p:nvCxnSpPr>
        <p:spPr>
          <a:xfrm>
            <a:off x="6246043" y="2407831"/>
            <a:ext cx="333930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B09A7C5A-A87B-0E20-CD4E-060FAACF8F03}"/>
              </a:ext>
            </a:extLst>
          </p:cNvPr>
          <p:cNvCxnSpPr>
            <a:cxnSpLocks/>
          </p:cNvCxnSpPr>
          <p:nvPr/>
        </p:nvCxnSpPr>
        <p:spPr>
          <a:xfrm>
            <a:off x="6266633" y="3736303"/>
            <a:ext cx="333930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91671818-E40B-DC2E-F817-6589667E8496}"/>
              </a:ext>
            </a:extLst>
          </p:cNvPr>
          <p:cNvCxnSpPr>
            <a:cxnSpLocks/>
          </p:cNvCxnSpPr>
          <p:nvPr/>
        </p:nvCxnSpPr>
        <p:spPr>
          <a:xfrm flipV="1">
            <a:off x="4131328" y="1892300"/>
            <a:ext cx="0" cy="290042"/>
          </a:xfrm>
          <a:prstGeom prst="line">
            <a:avLst/>
          </a:prstGeom>
          <a:ln w="19050">
            <a:solidFill>
              <a:srgbClr val="54823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261CCA48-A3A5-0D5E-FFC2-4A6B25D365CC}"/>
              </a:ext>
            </a:extLst>
          </p:cNvPr>
          <p:cNvCxnSpPr>
            <a:cxnSpLocks/>
          </p:cNvCxnSpPr>
          <p:nvPr/>
        </p:nvCxnSpPr>
        <p:spPr>
          <a:xfrm flipV="1">
            <a:off x="6142607" y="1900767"/>
            <a:ext cx="0" cy="285409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32EEEA95-CAA0-A0A9-8A82-BB2EBC03F2FC}"/>
              </a:ext>
            </a:extLst>
          </p:cNvPr>
          <p:cNvCxnSpPr>
            <a:cxnSpLocks/>
          </p:cNvCxnSpPr>
          <p:nvPr/>
        </p:nvCxnSpPr>
        <p:spPr>
          <a:xfrm>
            <a:off x="4131328" y="1900767"/>
            <a:ext cx="771103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814A9140-1DB2-2BFE-5463-8FC79FD871EB}"/>
              </a:ext>
            </a:extLst>
          </p:cNvPr>
          <p:cNvCxnSpPr>
            <a:cxnSpLocks/>
          </p:cNvCxnSpPr>
          <p:nvPr/>
        </p:nvCxnSpPr>
        <p:spPr>
          <a:xfrm>
            <a:off x="5281315" y="1900767"/>
            <a:ext cx="872066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FE55555B-49DE-4EDD-1ABF-647918CB2D76}"/>
                  </a:ext>
                </a:extLst>
              </p:cNvPr>
              <p:cNvSpPr txBox="1"/>
              <p:nvPr/>
            </p:nvSpPr>
            <p:spPr>
              <a:xfrm>
                <a:off x="4850381" y="1774807"/>
                <a:ext cx="47821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sub>
                      </m:sSub>
                    </m:oMath>
                  </m:oMathPara>
                </a14:m>
                <a:endParaRPr lang="zh-CN" alt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FE55555B-49DE-4EDD-1ABF-647918CB2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0381" y="1774807"/>
                <a:ext cx="478218" cy="2769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684C4E84-E14F-6C9C-1D57-E6E81F5BB6A6}"/>
              </a:ext>
            </a:extLst>
          </p:cNvPr>
          <p:cNvCxnSpPr>
            <a:cxnSpLocks/>
          </p:cNvCxnSpPr>
          <p:nvPr/>
        </p:nvCxnSpPr>
        <p:spPr>
          <a:xfrm>
            <a:off x="8752906" y="2411102"/>
            <a:ext cx="345817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F4509535-AF00-FD51-25AD-DE9C67748156}"/>
              </a:ext>
            </a:extLst>
          </p:cNvPr>
          <p:cNvGrpSpPr/>
          <p:nvPr/>
        </p:nvGrpSpPr>
        <p:grpSpPr>
          <a:xfrm>
            <a:off x="9870632" y="2338483"/>
            <a:ext cx="142638" cy="142638"/>
            <a:chOff x="4892460" y="2186404"/>
            <a:chExt cx="142638" cy="142638"/>
          </a:xfrm>
        </p:grpSpPr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73EDCCE3-EF90-A5C7-6330-46B805EB3563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561B915E-6033-0C9B-73D6-69B380E741D2}"/>
                </a:ext>
              </a:extLst>
            </p:cNvPr>
            <p:cNvCxnSpPr>
              <a:stCxn id="127" idx="1"/>
              <a:endCxn id="127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DD5780C2-21EE-1FE0-529A-5E99DBBAB053}"/>
                </a:ext>
              </a:extLst>
            </p:cNvPr>
            <p:cNvCxnSpPr>
              <a:cxnSpLocks/>
              <a:stCxn id="127" idx="3"/>
              <a:endCxn id="127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98AF9D60-4CD7-001B-D35B-DBE01E2503DD}"/>
              </a:ext>
            </a:extLst>
          </p:cNvPr>
          <p:cNvCxnSpPr>
            <a:cxnSpLocks/>
          </p:cNvCxnSpPr>
          <p:nvPr/>
        </p:nvCxnSpPr>
        <p:spPr>
          <a:xfrm>
            <a:off x="9268821" y="2409802"/>
            <a:ext cx="575287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箭头: 右 130">
            <a:extLst>
              <a:ext uri="{FF2B5EF4-FFF2-40B4-BE49-F238E27FC236}">
                <a16:creationId xmlns:a16="http://schemas.microsoft.com/office/drawing/2014/main" id="{4B0B040E-A2D6-C732-C99F-DCD936A0CCDE}"/>
              </a:ext>
            </a:extLst>
          </p:cNvPr>
          <p:cNvSpPr/>
          <p:nvPr/>
        </p:nvSpPr>
        <p:spPr>
          <a:xfrm rot="16200000">
            <a:off x="8993169" y="2627940"/>
            <a:ext cx="408527" cy="235731"/>
          </a:xfrm>
          <a:prstGeom prst="rightArrow">
            <a:avLst/>
          </a:prstGeom>
          <a:solidFill>
            <a:schemeClr val="bg2"/>
          </a:solidFill>
          <a:ln w="19050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7E7082BE-DAA6-0C66-11DC-1DDF91EF4EE5}"/>
              </a:ext>
            </a:extLst>
          </p:cNvPr>
          <p:cNvCxnSpPr>
            <a:cxnSpLocks/>
          </p:cNvCxnSpPr>
          <p:nvPr/>
        </p:nvCxnSpPr>
        <p:spPr>
          <a:xfrm>
            <a:off x="9363411" y="1699745"/>
            <a:ext cx="587243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5AAB4666-85D3-E55F-66C4-3D7C10579412}"/>
              </a:ext>
            </a:extLst>
          </p:cNvPr>
          <p:cNvCxnSpPr>
            <a:cxnSpLocks/>
          </p:cNvCxnSpPr>
          <p:nvPr/>
        </p:nvCxnSpPr>
        <p:spPr>
          <a:xfrm>
            <a:off x="3280004" y="1699745"/>
            <a:ext cx="5894289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FF447A13-6694-87D0-1958-ACD9D71F74CB}"/>
              </a:ext>
            </a:extLst>
          </p:cNvPr>
          <p:cNvCxnSpPr>
            <a:cxnSpLocks/>
          </p:cNvCxnSpPr>
          <p:nvPr/>
        </p:nvCxnSpPr>
        <p:spPr>
          <a:xfrm flipV="1">
            <a:off x="3285084" y="1700911"/>
            <a:ext cx="0" cy="439609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444AB5DC-7610-D952-CF09-363450A558D9}"/>
              </a:ext>
            </a:extLst>
          </p:cNvPr>
          <p:cNvCxnSpPr>
            <a:cxnSpLocks/>
          </p:cNvCxnSpPr>
          <p:nvPr/>
        </p:nvCxnSpPr>
        <p:spPr>
          <a:xfrm flipV="1">
            <a:off x="8665222" y="1708150"/>
            <a:ext cx="0" cy="615834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椭圆 135">
            <a:extLst>
              <a:ext uri="{FF2B5EF4-FFF2-40B4-BE49-F238E27FC236}">
                <a16:creationId xmlns:a16="http://schemas.microsoft.com/office/drawing/2014/main" id="{8A9EF425-1DE0-A38B-7D18-3A0D2247987D}"/>
              </a:ext>
            </a:extLst>
          </p:cNvPr>
          <p:cNvSpPr/>
          <p:nvPr/>
        </p:nvSpPr>
        <p:spPr>
          <a:xfrm>
            <a:off x="8646499" y="1681135"/>
            <a:ext cx="45719" cy="4571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8B114877-740E-A0B5-AA66-C139B326BFB4}"/>
              </a:ext>
            </a:extLst>
          </p:cNvPr>
          <p:cNvCxnSpPr>
            <a:cxnSpLocks/>
          </p:cNvCxnSpPr>
          <p:nvPr/>
        </p:nvCxnSpPr>
        <p:spPr>
          <a:xfrm flipV="1">
            <a:off x="5714587" y="3171896"/>
            <a:ext cx="0" cy="329482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CF85A6E4-B21B-6426-D492-7F26922145E1}"/>
              </a:ext>
            </a:extLst>
          </p:cNvPr>
          <p:cNvGrpSpPr/>
          <p:nvPr/>
        </p:nvGrpSpPr>
        <p:grpSpPr>
          <a:xfrm>
            <a:off x="8595672" y="2307432"/>
            <a:ext cx="159846" cy="174400"/>
            <a:chOff x="6647986" y="5115366"/>
            <a:chExt cx="159846" cy="174400"/>
          </a:xfrm>
        </p:grpSpPr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C23EB854-4559-09CF-8949-BEB5E9E37CB6}"/>
                </a:ext>
              </a:extLst>
            </p:cNvPr>
            <p:cNvSpPr/>
            <p:nvPr/>
          </p:nvSpPr>
          <p:spPr>
            <a:xfrm>
              <a:off x="6647986" y="5143061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object 343">
              <a:extLst>
                <a:ext uri="{FF2B5EF4-FFF2-40B4-BE49-F238E27FC236}">
                  <a16:creationId xmlns:a16="http://schemas.microsoft.com/office/drawing/2014/main" id="{36CDD563-60E7-DE61-49BF-C27550A34844}"/>
                </a:ext>
              </a:extLst>
            </p:cNvPr>
            <p:cNvSpPr txBox="1"/>
            <p:nvPr/>
          </p:nvSpPr>
          <p:spPr>
            <a:xfrm>
              <a:off x="6663708" y="5115366"/>
              <a:ext cx="144124" cy="174400"/>
            </a:xfrm>
            <a:prstGeom prst="rect">
              <a:avLst/>
            </a:prstGeom>
          </p:spPr>
          <p:txBody>
            <a:bodyPr vert="horz" wrap="square" lIns="0" tIns="20313" rIns="0" bIns="0" rtlCol="0">
              <a:spAutoFit/>
            </a:bodyPr>
            <a:lstStyle/>
            <a:p>
              <a:pPr marL="19346">
                <a:spcBef>
                  <a:spcPts val="160"/>
                </a:spcBef>
              </a:pPr>
              <a:r>
                <a:rPr lang="en-US" sz="1000" b="1" spc="487" dirty="0">
                  <a:latin typeface="Cambria"/>
                  <a:cs typeface="Cambria"/>
                </a:rPr>
                <a:t>C</a:t>
              </a:r>
              <a:endParaRPr sz="1000" b="1" dirty="0">
                <a:latin typeface="Cambria"/>
                <a:cs typeface="Cambria"/>
              </a:endParaRPr>
            </a:p>
          </p:txBody>
        </p:sp>
      </p:grp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CFCFEAB5-688A-5CC9-EB8B-047DDD875C2D}"/>
              </a:ext>
            </a:extLst>
          </p:cNvPr>
          <p:cNvCxnSpPr>
            <a:cxnSpLocks/>
          </p:cNvCxnSpPr>
          <p:nvPr/>
        </p:nvCxnSpPr>
        <p:spPr>
          <a:xfrm flipV="1">
            <a:off x="9942541" y="1699745"/>
            <a:ext cx="0" cy="624239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06E746C4-8E70-F1E9-B99F-E179CD4DE207}"/>
              </a:ext>
            </a:extLst>
          </p:cNvPr>
          <p:cNvCxnSpPr>
            <a:cxnSpLocks/>
          </p:cNvCxnSpPr>
          <p:nvPr/>
        </p:nvCxnSpPr>
        <p:spPr>
          <a:xfrm>
            <a:off x="622236" y="4528818"/>
            <a:ext cx="4502869" cy="0"/>
          </a:xfrm>
          <a:prstGeom prst="straightConnector1">
            <a:avLst/>
          </a:prstGeom>
          <a:ln w="38100">
            <a:solidFill>
              <a:srgbClr val="C9B8AC"/>
            </a:solidFill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038C317D-2B1F-6920-9571-AFBB114A608F}"/>
              </a:ext>
            </a:extLst>
          </p:cNvPr>
          <p:cNvCxnSpPr>
            <a:cxnSpLocks/>
          </p:cNvCxnSpPr>
          <p:nvPr/>
        </p:nvCxnSpPr>
        <p:spPr>
          <a:xfrm>
            <a:off x="5125105" y="4532973"/>
            <a:ext cx="5162196" cy="0"/>
          </a:xfrm>
          <a:prstGeom prst="straightConnector1">
            <a:avLst/>
          </a:prstGeom>
          <a:ln w="38100">
            <a:solidFill>
              <a:srgbClr val="C9B8AC"/>
            </a:solidFill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E1ED2322-09DD-2D58-C612-2D0B777023EB}"/>
              </a:ext>
            </a:extLst>
          </p:cNvPr>
          <p:cNvSpPr/>
          <p:nvPr/>
        </p:nvSpPr>
        <p:spPr>
          <a:xfrm>
            <a:off x="2130322" y="4286246"/>
            <a:ext cx="785533" cy="2198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B6B47264-7E3A-80D1-2DDC-F6CA3E73D942}"/>
              </a:ext>
            </a:extLst>
          </p:cNvPr>
          <p:cNvSpPr/>
          <p:nvPr/>
        </p:nvSpPr>
        <p:spPr>
          <a:xfrm>
            <a:off x="7479850" y="4284902"/>
            <a:ext cx="785533" cy="2198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0D92042E-0E49-0E6E-897D-9525D10A3216}"/>
              </a:ext>
            </a:extLst>
          </p:cNvPr>
          <p:cNvSpPr txBox="1"/>
          <p:nvPr/>
        </p:nvSpPr>
        <p:spPr>
          <a:xfrm>
            <a:off x="2230921" y="4269862"/>
            <a:ext cx="6615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CIDNet</a:t>
            </a:r>
            <a:endParaRPr lang="zh-CN" altLang="en-US" sz="1000" b="1" dirty="0"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469D26AD-E2E0-AF89-4C9B-2198912B5883}"/>
                  </a:ext>
                </a:extLst>
              </p:cNvPr>
              <p:cNvSpPr txBox="1"/>
              <p:nvPr/>
            </p:nvSpPr>
            <p:spPr>
              <a:xfrm>
                <a:off x="7458783" y="4281851"/>
                <a:ext cx="842183" cy="2496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000" b="1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𝐂</m:t>
                          </m:r>
                        </m:e>
                        <m:sup>
                          <m:r>
                            <a:rPr lang="en-US" altLang="zh-CN" sz="1000" b="1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altLang="zh-CN" sz="10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𝐈</m:t>
                      </m:r>
                    </m:oMath>
                  </m:oMathPara>
                </a14:m>
                <a:endParaRPr lang="zh-CN" alt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469D26AD-E2E0-AF89-4C9B-2198912B5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8783" y="4281851"/>
                <a:ext cx="842183" cy="24968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5E828DDE-FFB9-6A13-862B-D6FDC06A239C}"/>
              </a:ext>
            </a:extLst>
          </p:cNvPr>
          <p:cNvCxnSpPr>
            <a:cxnSpLocks/>
          </p:cNvCxnSpPr>
          <p:nvPr/>
        </p:nvCxnSpPr>
        <p:spPr>
          <a:xfrm>
            <a:off x="3402012" y="2397102"/>
            <a:ext cx="617976" cy="1088157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C06E49C8-CD2D-855F-079D-1A8DAB229177}"/>
              </a:ext>
            </a:extLst>
          </p:cNvPr>
          <p:cNvCxnSpPr>
            <a:cxnSpLocks/>
          </p:cNvCxnSpPr>
          <p:nvPr/>
        </p:nvCxnSpPr>
        <p:spPr>
          <a:xfrm flipV="1">
            <a:off x="3398837" y="2614286"/>
            <a:ext cx="621151" cy="1122601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24E8236F-831D-2D01-C569-ACBBBD77F51A}"/>
                  </a:ext>
                </a:extLst>
              </p:cNvPr>
              <p:cNvSpPr txBox="1"/>
              <p:nvPr/>
            </p:nvSpPr>
            <p:spPr>
              <a:xfrm>
                <a:off x="3048476" y="2928073"/>
                <a:ext cx="478218" cy="29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𝒇𝒐</m:t>
                          </m:r>
                        </m:sub>
                      </m:sSub>
                    </m:oMath>
                  </m:oMathPara>
                </a14:m>
                <a:endParaRPr lang="zh-CN" alt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24E8236F-831D-2D01-C569-ACBBBD77F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476" y="2928073"/>
                <a:ext cx="478218" cy="294568"/>
              </a:xfrm>
              <a:prstGeom prst="rect">
                <a:avLst/>
              </a:prstGeom>
              <a:blipFill>
                <a:blip r:embed="rId29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D3B58DF4-101B-F923-F963-040819145C94}"/>
                  </a:ext>
                </a:extLst>
              </p:cNvPr>
              <p:cNvSpPr txBox="1"/>
              <p:nvPr/>
            </p:nvSpPr>
            <p:spPr>
              <a:xfrm>
                <a:off x="4253512" y="2897592"/>
                <a:ext cx="478218" cy="29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𝒑𝒐</m:t>
                          </m:r>
                        </m:sub>
                      </m:sSub>
                    </m:oMath>
                  </m:oMathPara>
                </a14:m>
                <a:endParaRPr lang="zh-CN" alt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D3B58DF4-101B-F923-F963-040819145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512" y="2897592"/>
                <a:ext cx="478218" cy="294568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A688559B-F6B1-649A-E69F-01841ACEE659}"/>
                  </a:ext>
                </a:extLst>
              </p:cNvPr>
              <p:cNvSpPr txBox="1"/>
              <p:nvPr/>
            </p:nvSpPr>
            <p:spPr>
              <a:xfrm>
                <a:off x="5476856" y="2898644"/>
                <a:ext cx="47821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𝒄</m:t>
                          </m:r>
                        </m:sub>
                      </m:sSub>
                    </m:oMath>
                  </m:oMathPara>
                </a14:m>
                <a:endParaRPr lang="zh-CN" alt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A688559B-F6B1-649A-E69F-01841ACEE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856" y="2898644"/>
                <a:ext cx="478218" cy="2769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A5D50DFE-17DA-53C6-9217-61EB43EAA91E}"/>
              </a:ext>
            </a:extLst>
          </p:cNvPr>
          <p:cNvSpPr txBox="1"/>
          <p:nvPr/>
        </p:nvSpPr>
        <p:spPr>
          <a:xfrm>
            <a:off x="396391" y="4756451"/>
            <a:ext cx="95445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压缩一下不重要的部分</a:t>
            </a:r>
            <a:endParaRPr lang="en-US" altLang="zh-CN" sz="4800" b="1" dirty="0">
              <a:solidFill>
                <a:srgbClr val="C00000"/>
              </a:solidFill>
              <a:latin typeface="方正卡通_GBK" panose="03000509000000000000" pitchFamily="65" charset="-122"/>
              <a:ea typeface="方正卡通_GBK" panose="03000509000000000000" pitchFamily="65" charset="-122"/>
            </a:endParaRPr>
          </a:p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合成一个大框</a:t>
            </a:r>
          </a:p>
        </p:txBody>
      </p:sp>
    </p:spTree>
    <p:extLst>
      <p:ext uri="{BB962C8B-B14F-4D97-AF65-F5344CB8AC3E}">
        <p14:creationId xmlns:p14="http://schemas.microsoft.com/office/powerpoint/2010/main" val="3336093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A86BD21-0140-DD9D-690C-4C84795D2BD7}"/>
                  </a:ext>
                </a:extLst>
              </p:cNvPr>
              <p:cNvSpPr txBox="1"/>
              <p:nvPr/>
            </p:nvSpPr>
            <p:spPr>
              <a:xfrm>
                <a:off x="5343977" y="2168137"/>
                <a:ext cx="697948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𝒅𝒐</m:t>
                      </m:r>
                      <m:d>
                        <m:d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A86BD21-0140-DD9D-690C-4C84795D2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3977" y="2168137"/>
                <a:ext cx="697948" cy="153888"/>
              </a:xfrm>
              <a:prstGeom prst="rect">
                <a:avLst/>
              </a:prstGeom>
              <a:blipFill>
                <a:blip r:embed="rId2"/>
                <a:stretch>
                  <a:fillRect l="-4386" t="-4000" r="-7018" b="-4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53608816-FB5E-FFE3-235F-C245BEB58546}"/>
              </a:ext>
            </a:extLst>
          </p:cNvPr>
          <p:cNvGrpSpPr/>
          <p:nvPr/>
        </p:nvGrpSpPr>
        <p:grpSpPr>
          <a:xfrm>
            <a:off x="8538149" y="2992694"/>
            <a:ext cx="142638" cy="142638"/>
            <a:chOff x="4892460" y="2186404"/>
            <a:chExt cx="142638" cy="142638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872376A1-4644-C36E-9189-BAACBC671BD9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6D5DF723-27B3-C0B5-BE8A-300718AB1ECF}"/>
                </a:ext>
              </a:extLst>
            </p:cNvPr>
            <p:cNvCxnSpPr>
              <a:stCxn id="6" idx="1"/>
              <a:endCxn id="6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EC97EEB1-5C17-9D37-4C62-B0523AABCF13}"/>
                </a:ext>
              </a:extLst>
            </p:cNvPr>
            <p:cNvCxnSpPr>
              <a:cxnSpLocks/>
              <a:stCxn id="6" idx="3"/>
              <a:endCxn id="6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580A943-3DDE-FD01-14FA-03E3D31D902B}"/>
              </a:ext>
            </a:extLst>
          </p:cNvPr>
          <p:cNvCxnSpPr>
            <a:cxnSpLocks/>
          </p:cNvCxnSpPr>
          <p:nvPr/>
        </p:nvCxnSpPr>
        <p:spPr>
          <a:xfrm>
            <a:off x="7017884" y="2390312"/>
            <a:ext cx="502350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8364695-937E-E4BC-DF2D-47B8D1D205ED}"/>
              </a:ext>
            </a:extLst>
          </p:cNvPr>
          <p:cNvCxnSpPr>
            <a:cxnSpLocks/>
          </p:cNvCxnSpPr>
          <p:nvPr/>
        </p:nvCxnSpPr>
        <p:spPr>
          <a:xfrm>
            <a:off x="7002487" y="3055926"/>
            <a:ext cx="931503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1A8CB092-9594-CBD3-7F5D-D042E4BF2D3F}"/>
              </a:ext>
            </a:extLst>
          </p:cNvPr>
          <p:cNvCxnSpPr>
            <a:cxnSpLocks/>
          </p:cNvCxnSpPr>
          <p:nvPr/>
        </p:nvCxnSpPr>
        <p:spPr>
          <a:xfrm>
            <a:off x="7520234" y="2390312"/>
            <a:ext cx="0" cy="668664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165628B9-3BAF-F9C9-8482-522FCCFC95CB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36" y="2752490"/>
            <a:ext cx="401247" cy="689894"/>
          </a:xfrm>
          <a:prstGeom prst="rect">
            <a:avLst/>
          </a:prstGeom>
          <a:scene3d>
            <a:camera prst="orthographicFront">
              <a:rot lat="1800000" lon="18000000" rev="0"/>
            </a:camera>
            <a:lightRig rig="threePt" dir="t"/>
          </a:scene3d>
        </p:spPr>
      </p:pic>
      <p:sp>
        <p:nvSpPr>
          <p:cNvPr id="13" name="立方体 12">
            <a:extLst>
              <a:ext uri="{FF2B5EF4-FFF2-40B4-BE49-F238E27FC236}">
                <a16:creationId xmlns:a16="http://schemas.microsoft.com/office/drawing/2014/main" id="{6339A309-638E-042C-64AC-1D36A97C2C73}"/>
              </a:ext>
            </a:extLst>
          </p:cNvPr>
          <p:cNvSpPr/>
          <p:nvPr/>
        </p:nvSpPr>
        <p:spPr>
          <a:xfrm>
            <a:off x="3212166" y="2121310"/>
            <a:ext cx="145837" cy="492976"/>
          </a:xfrm>
          <a:prstGeom prst="cube">
            <a:avLst>
              <a:gd name="adj" fmla="val 33081"/>
            </a:avLst>
          </a:prstGeom>
          <a:solidFill>
            <a:srgbClr val="E2F0D9"/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EFF814D-7E89-A799-D8FA-A55743A6E2A6}"/>
              </a:ext>
            </a:extLst>
          </p:cNvPr>
          <p:cNvGrpSpPr/>
          <p:nvPr/>
        </p:nvGrpSpPr>
        <p:grpSpPr>
          <a:xfrm>
            <a:off x="1142876" y="2709616"/>
            <a:ext cx="411864" cy="775643"/>
            <a:chOff x="243915" y="3996327"/>
            <a:chExt cx="411864" cy="775643"/>
          </a:xfrm>
        </p:grpSpPr>
        <p:sp>
          <p:nvSpPr>
            <p:cNvPr id="15" name="立方体 14">
              <a:extLst>
                <a:ext uri="{FF2B5EF4-FFF2-40B4-BE49-F238E27FC236}">
                  <a16:creationId xmlns:a16="http://schemas.microsoft.com/office/drawing/2014/main" id="{B240D3CE-D2DC-30D7-3A98-0BD567287770}"/>
                </a:ext>
              </a:extLst>
            </p:cNvPr>
            <p:cNvSpPr/>
            <p:nvPr/>
          </p:nvSpPr>
          <p:spPr>
            <a:xfrm>
              <a:off x="243915" y="3996327"/>
              <a:ext cx="289672" cy="775643"/>
            </a:xfrm>
            <a:prstGeom prst="cube">
              <a:avLst>
                <a:gd name="adj" fmla="val 59848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立方体 15">
              <a:extLst>
                <a:ext uri="{FF2B5EF4-FFF2-40B4-BE49-F238E27FC236}">
                  <a16:creationId xmlns:a16="http://schemas.microsoft.com/office/drawing/2014/main" id="{D168DEF8-34E0-3D82-F185-ED3E64200E92}"/>
                </a:ext>
              </a:extLst>
            </p:cNvPr>
            <p:cNvSpPr/>
            <p:nvPr/>
          </p:nvSpPr>
          <p:spPr>
            <a:xfrm>
              <a:off x="408748" y="4092265"/>
              <a:ext cx="247031" cy="601415"/>
            </a:xfrm>
            <a:prstGeom prst="cube">
              <a:avLst>
                <a:gd name="adj" fmla="val 54064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FCD4884-58D0-44CE-5056-933336377A8A}"/>
              </a:ext>
            </a:extLst>
          </p:cNvPr>
          <p:cNvGrpSpPr/>
          <p:nvPr/>
        </p:nvGrpSpPr>
        <p:grpSpPr>
          <a:xfrm>
            <a:off x="2518309" y="2037062"/>
            <a:ext cx="411864" cy="775643"/>
            <a:chOff x="243915" y="3996327"/>
            <a:chExt cx="411864" cy="775643"/>
          </a:xfrm>
          <a:solidFill>
            <a:srgbClr val="E2F0D9"/>
          </a:solidFill>
        </p:grpSpPr>
        <p:sp>
          <p:nvSpPr>
            <p:cNvPr id="18" name="立方体 17">
              <a:extLst>
                <a:ext uri="{FF2B5EF4-FFF2-40B4-BE49-F238E27FC236}">
                  <a16:creationId xmlns:a16="http://schemas.microsoft.com/office/drawing/2014/main" id="{82C855A0-278B-554A-7C19-DF0941B58B71}"/>
                </a:ext>
              </a:extLst>
            </p:cNvPr>
            <p:cNvSpPr/>
            <p:nvPr/>
          </p:nvSpPr>
          <p:spPr>
            <a:xfrm>
              <a:off x="243915" y="3996327"/>
              <a:ext cx="289672" cy="775643"/>
            </a:xfrm>
            <a:prstGeom prst="cube">
              <a:avLst>
                <a:gd name="adj" fmla="val 59848"/>
              </a:avLst>
            </a:prstGeom>
            <a:grpFill/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立方体 18">
              <a:extLst>
                <a:ext uri="{FF2B5EF4-FFF2-40B4-BE49-F238E27FC236}">
                  <a16:creationId xmlns:a16="http://schemas.microsoft.com/office/drawing/2014/main" id="{CDA7845C-E41F-F717-EA9E-80C14832644D}"/>
                </a:ext>
              </a:extLst>
            </p:cNvPr>
            <p:cNvSpPr/>
            <p:nvPr/>
          </p:nvSpPr>
          <p:spPr>
            <a:xfrm>
              <a:off x="408748" y="4092265"/>
              <a:ext cx="247031" cy="601415"/>
            </a:xfrm>
            <a:prstGeom prst="cube">
              <a:avLst>
                <a:gd name="adj" fmla="val 54064"/>
              </a:avLst>
            </a:prstGeom>
            <a:grpFill/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D9FE0A2-540D-3CFD-D749-874C583D9279}"/>
              </a:ext>
            </a:extLst>
          </p:cNvPr>
          <p:cNvGrpSpPr/>
          <p:nvPr/>
        </p:nvGrpSpPr>
        <p:grpSpPr>
          <a:xfrm>
            <a:off x="2503788" y="3338750"/>
            <a:ext cx="411864" cy="775643"/>
            <a:chOff x="243915" y="3996327"/>
            <a:chExt cx="411864" cy="775643"/>
          </a:xfrm>
          <a:solidFill>
            <a:srgbClr val="E0E8F5"/>
          </a:solidFill>
        </p:grpSpPr>
        <p:sp>
          <p:nvSpPr>
            <p:cNvPr id="21" name="立方体 20">
              <a:extLst>
                <a:ext uri="{FF2B5EF4-FFF2-40B4-BE49-F238E27FC236}">
                  <a16:creationId xmlns:a16="http://schemas.microsoft.com/office/drawing/2014/main" id="{6FC26B66-C44C-9D14-7987-40D6D0661492}"/>
                </a:ext>
              </a:extLst>
            </p:cNvPr>
            <p:cNvSpPr/>
            <p:nvPr/>
          </p:nvSpPr>
          <p:spPr>
            <a:xfrm>
              <a:off x="243915" y="3996327"/>
              <a:ext cx="289672" cy="775643"/>
            </a:xfrm>
            <a:prstGeom prst="cube">
              <a:avLst>
                <a:gd name="adj" fmla="val 59848"/>
              </a:avLst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立方体 21">
              <a:extLst>
                <a:ext uri="{FF2B5EF4-FFF2-40B4-BE49-F238E27FC236}">
                  <a16:creationId xmlns:a16="http://schemas.microsoft.com/office/drawing/2014/main" id="{D4D2BF6D-4C2E-6B59-523C-DA78D6147708}"/>
                </a:ext>
              </a:extLst>
            </p:cNvPr>
            <p:cNvSpPr/>
            <p:nvPr/>
          </p:nvSpPr>
          <p:spPr>
            <a:xfrm>
              <a:off x="408748" y="4092265"/>
              <a:ext cx="247031" cy="601415"/>
            </a:xfrm>
            <a:prstGeom prst="cube">
              <a:avLst>
                <a:gd name="adj" fmla="val 54064"/>
              </a:avLst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F13EA8F9-3061-881F-1683-AFE1CEF336F0}"/>
              </a:ext>
            </a:extLst>
          </p:cNvPr>
          <p:cNvCxnSpPr>
            <a:cxnSpLocks/>
          </p:cNvCxnSpPr>
          <p:nvPr/>
        </p:nvCxnSpPr>
        <p:spPr>
          <a:xfrm>
            <a:off x="862701" y="3107765"/>
            <a:ext cx="2883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3C70F747-A2BA-A977-B03E-DD67E1A406CB}"/>
              </a:ext>
            </a:extLst>
          </p:cNvPr>
          <p:cNvCxnSpPr>
            <a:cxnSpLocks/>
          </p:cNvCxnSpPr>
          <p:nvPr/>
        </p:nvCxnSpPr>
        <p:spPr>
          <a:xfrm>
            <a:off x="1506857" y="3109963"/>
            <a:ext cx="2883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F8B9523-0BF5-AA8B-708B-87B268F08E79}"/>
              </a:ext>
            </a:extLst>
          </p:cNvPr>
          <p:cNvGrpSpPr/>
          <p:nvPr/>
        </p:nvGrpSpPr>
        <p:grpSpPr>
          <a:xfrm>
            <a:off x="2107662" y="2441503"/>
            <a:ext cx="388144" cy="358611"/>
            <a:chOff x="1734436" y="624840"/>
            <a:chExt cx="807153" cy="670560"/>
          </a:xfrm>
        </p:grpSpPr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BB6F9FAE-A07C-D3E2-0F96-237BFFF35226}"/>
                </a:ext>
              </a:extLst>
            </p:cNvPr>
            <p:cNvCxnSpPr/>
            <p:nvPr/>
          </p:nvCxnSpPr>
          <p:spPr>
            <a:xfrm>
              <a:off x="1734436" y="634367"/>
              <a:ext cx="807153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071CF257-A207-28EE-473E-3ACF559F4B94}"/>
                </a:ext>
              </a:extLst>
            </p:cNvPr>
            <p:cNvCxnSpPr>
              <a:cxnSpLocks/>
            </p:cNvCxnSpPr>
            <p:nvPr/>
          </p:nvCxnSpPr>
          <p:spPr>
            <a:xfrm>
              <a:off x="1744222" y="624840"/>
              <a:ext cx="0" cy="67056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511AAA4-8912-79A1-FC68-0A4CF25F0EAD}"/>
              </a:ext>
            </a:extLst>
          </p:cNvPr>
          <p:cNvGrpSpPr/>
          <p:nvPr/>
        </p:nvGrpSpPr>
        <p:grpSpPr>
          <a:xfrm>
            <a:off x="1801408" y="2817694"/>
            <a:ext cx="586629" cy="600472"/>
            <a:chOff x="4534247" y="6079615"/>
            <a:chExt cx="586629" cy="600472"/>
          </a:xfrm>
          <a:solidFill>
            <a:schemeClr val="bg1">
              <a:alpha val="60000"/>
            </a:schemeClr>
          </a:solidFill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B09BE9D-BADA-0804-896B-84682608E8DD}"/>
                </a:ext>
              </a:extLst>
            </p:cNvPr>
            <p:cNvSpPr/>
            <p:nvPr/>
          </p:nvSpPr>
          <p:spPr>
            <a:xfrm>
              <a:off x="4732732" y="6079615"/>
              <a:ext cx="388144" cy="394079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EB7854FC-43A3-D6D0-3487-373BA6D1FD39}"/>
                </a:ext>
              </a:extLst>
            </p:cNvPr>
            <p:cNvSpPr/>
            <p:nvPr/>
          </p:nvSpPr>
          <p:spPr>
            <a:xfrm>
              <a:off x="4665423" y="6147895"/>
              <a:ext cx="388144" cy="394079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EB245F8-9F82-3BD7-5871-0CB20AEE7E21}"/>
                </a:ext>
              </a:extLst>
            </p:cNvPr>
            <p:cNvSpPr/>
            <p:nvPr/>
          </p:nvSpPr>
          <p:spPr>
            <a:xfrm>
              <a:off x="4601556" y="6217728"/>
              <a:ext cx="388144" cy="394079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72CA614-3AA8-7658-7067-84CADEDCDD34}"/>
                </a:ext>
              </a:extLst>
            </p:cNvPr>
            <p:cNvSpPr/>
            <p:nvPr/>
          </p:nvSpPr>
          <p:spPr>
            <a:xfrm>
              <a:off x="4534247" y="6286008"/>
              <a:ext cx="388144" cy="394079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A95EFAF-1769-45FE-0611-EB212CABFB96}"/>
              </a:ext>
            </a:extLst>
          </p:cNvPr>
          <p:cNvGrpSpPr/>
          <p:nvPr/>
        </p:nvGrpSpPr>
        <p:grpSpPr>
          <a:xfrm rot="16200000">
            <a:off x="2124181" y="3401279"/>
            <a:ext cx="339063" cy="388145"/>
            <a:chOff x="1734436" y="624840"/>
            <a:chExt cx="807153" cy="670560"/>
          </a:xfrm>
        </p:grpSpPr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B5CD4F53-8FE9-47BC-D262-76A786F405DB}"/>
                </a:ext>
              </a:extLst>
            </p:cNvPr>
            <p:cNvCxnSpPr/>
            <p:nvPr/>
          </p:nvCxnSpPr>
          <p:spPr>
            <a:xfrm>
              <a:off x="1734436" y="634367"/>
              <a:ext cx="807153" cy="0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13611B19-1488-F1EE-45BA-20D63F99326F}"/>
                </a:ext>
              </a:extLst>
            </p:cNvPr>
            <p:cNvCxnSpPr>
              <a:cxnSpLocks/>
            </p:cNvCxnSpPr>
            <p:nvPr/>
          </p:nvCxnSpPr>
          <p:spPr>
            <a:xfrm>
              <a:off x="1744222" y="624840"/>
              <a:ext cx="0" cy="670560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B6DA99D9-8646-00FB-095F-8C81EBB6620D}"/>
              </a:ext>
            </a:extLst>
          </p:cNvPr>
          <p:cNvCxnSpPr>
            <a:cxnSpLocks/>
          </p:cNvCxnSpPr>
          <p:nvPr/>
        </p:nvCxnSpPr>
        <p:spPr>
          <a:xfrm>
            <a:off x="2860837" y="3764888"/>
            <a:ext cx="288348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AFD8CC6D-6CA9-4211-7A71-0E35B311E3FF}"/>
              </a:ext>
            </a:extLst>
          </p:cNvPr>
          <p:cNvCxnSpPr>
            <a:cxnSpLocks/>
          </p:cNvCxnSpPr>
          <p:nvPr/>
        </p:nvCxnSpPr>
        <p:spPr>
          <a:xfrm>
            <a:off x="2870059" y="2433707"/>
            <a:ext cx="288348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E367C5B0-3765-1D2D-142C-3F303E6C2A68}"/>
                  </a:ext>
                </a:extLst>
              </p:cNvPr>
              <p:cNvSpPr txBox="1"/>
              <p:nvPr/>
            </p:nvSpPr>
            <p:spPr>
              <a:xfrm>
                <a:off x="785371" y="3420231"/>
                <a:ext cx="17793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E367C5B0-3765-1D2D-142C-3F303E6C2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371" y="3420231"/>
                <a:ext cx="177933" cy="184666"/>
              </a:xfrm>
              <a:prstGeom prst="rect">
                <a:avLst/>
              </a:prstGeom>
              <a:blipFill>
                <a:blip r:embed="rId4"/>
                <a:stretch>
                  <a:fillRect l="-10345" r="-6897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AEA0761-B655-46C2-2C62-4305C33B48ED}"/>
                  </a:ext>
                </a:extLst>
              </p:cNvPr>
              <p:cNvSpPr txBox="1"/>
              <p:nvPr/>
            </p:nvSpPr>
            <p:spPr>
              <a:xfrm>
                <a:off x="3373873" y="2089497"/>
                <a:ext cx="352661" cy="202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0AEA0761-B655-46C2-2C62-4305C33B4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873" y="2089497"/>
                <a:ext cx="352661" cy="202235"/>
              </a:xfrm>
              <a:prstGeom prst="rect">
                <a:avLst/>
              </a:prstGeom>
              <a:blipFill>
                <a:blip r:embed="rId5"/>
                <a:stretch>
                  <a:fillRect l="-15517" r="-6897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A2D677FB-956C-491D-B900-040AFA69646F}"/>
                  </a:ext>
                </a:extLst>
              </p:cNvPr>
              <p:cNvSpPr txBox="1"/>
              <p:nvPr/>
            </p:nvSpPr>
            <p:spPr>
              <a:xfrm>
                <a:off x="3364842" y="3872241"/>
                <a:ext cx="27571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A2D677FB-956C-491D-B900-040AFA696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4842" y="3872241"/>
                <a:ext cx="275717" cy="184666"/>
              </a:xfrm>
              <a:prstGeom prst="rect">
                <a:avLst/>
              </a:prstGeom>
              <a:blipFill>
                <a:blip r:embed="rId6"/>
                <a:stretch>
                  <a:fillRect l="-20000" r="-6667" b="-32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AC514B9E-187B-7A8A-FEFE-AB2FBF933B97}"/>
              </a:ext>
            </a:extLst>
          </p:cNvPr>
          <p:cNvCxnSpPr>
            <a:cxnSpLocks/>
          </p:cNvCxnSpPr>
          <p:nvPr/>
        </p:nvCxnSpPr>
        <p:spPr>
          <a:xfrm>
            <a:off x="3389615" y="3733932"/>
            <a:ext cx="588963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376C5DBE-0E1E-D433-5313-685184D3C133}"/>
              </a:ext>
            </a:extLst>
          </p:cNvPr>
          <p:cNvCxnSpPr>
            <a:cxnSpLocks/>
          </p:cNvCxnSpPr>
          <p:nvPr/>
        </p:nvCxnSpPr>
        <p:spPr>
          <a:xfrm>
            <a:off x="3398837" y="2402751"/>
            <a:ext cx="588963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0C105CF7-81B0-9343-0765-70FEA39E2F40}"/>
              </a:ext>
            </a:extLst>
          </p:cNvPr>
          <p:cNvCxnSpPr>
            <a:cxnSpLocks/>
          </p:cNvCxnSpPr>
          <p:nvPr/>
        </p:nvCxnSpPr>
        <p:spPr>
          <a:xfrm>
            <a:off x="3291368" y="2618705"/>
            <a:ext cx="0" cy="387877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立方体 43">
            <a:extLst>
              <a:ext uri="{FF2B5EF4-FFF2-40B4-BE49-F238E27FC236}">
                <a16:creationId xmlns:a16="http://schemas.microsoft.com/office/drawing/2014/main" id="{79AF124C-2918-5E3D-ECBC-0915B09C2B08}"/>
              </a:ext>
            </a:extLst>
          </p:cNvPr>
          <p:cNvSpPr/>
          <p:nvPr/>
        </p:nvSpPr>
        <p:spPr>
          <a:xfrm>
            <a:off x="3212167" y="3492232"/>
            <a:ext cx="145837" cy="492976"/>
          </a:xfrm>
          <a:prstGeom prst="cube">
            <a:avLst>
              <a:gd name="adj" fmla="val 33081"/>
            </a:avLst>
          </a:prstGeom>
          <a:solidFill>
            <a:srgbClr val="E0E8F5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9998576-F82E-44E9-04A8-4160ACD41A20}"/>
              </a:ext>
            </a:extLst>
          </p:cNvPr>
          <p:cNvCxnSpPr>
            <a:cxnSpLocks/>
          </p:cNvCxnSpPr>
          <p:nvPr/>
        </p:nvCxnSpPr>
        <p:spPr>
          <a:xfrm flipV="1">
            <a:off x="3283093" y="3186798"/>
            <a:ext cx="0" cy="329482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立方体 45">
            <a:extLst>
              <a:ext uri="{FF2B5EF4-FFF2-40B4-BE49-F238E27FC236}">
                <a16:creationId xmlns:a16="http://schemas.microsoft.com/office/drawing/2014/main" id="{3CE94B63-4510-8ACC-7F72-1717C9361CC9}"/>
              </a:ext>
            </a:extLst>
          </p:cNvPr>
          <p:cNvSpPr/>
          <p:nvPr/>
        </p:nvSpPr>
        <p:spPr>
          <a:xfrm>
            <a:off x="9694460" y="2802359"/>
            <a:ext cx="145837" cy="492976"/>
          </a:xfrm>
          <a:prstGeom prst="cube">
            <a:avLst>
              <a:gd name="adj" fmla="val 33081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FBD25E2A-113F-D035-0C53-1B3331ED2A3B}"/>
              </a:ext>
            </a:extLst>
          </p:cNvPr>
          <p:cNvCxnSpPr>
            <a:cxnSpLocks/>
          </p:cNvCxnSpPr>
          <p:nvPr/>
        </p:nvCxnSpPr>
        <p:spPr>
          <a:xfrm flipV="1">
            <a:off x="9181132" y="3146981"/>
            <a:ext cx="0" cy="356521"/>
          </a:xfrm>
          <a:prstGeom prst="straightConnector1">
            <a:avLst/>
          </a:prstGeom>
          <a:ln w="19050">
            <a:solidFill>
              <a:srgbClr val="BF9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E8AAEF73-F2F0-42C6-D0D2-F9CDE08A5305}"/>
              </a:ext>
            </a:extLst>
          </p:cNvPr>
          <p:cNvSpPr/>
          <p:nvPr/>
        </p:nvSpPr>
        <p:spPr>
          <a:xfrm>
            <a:off x="7921533" y="1635244"/>
            <a:ext cx="1845845" cy="927136"/>
          </a:xfrm>
          <a:prstGeom prst="rect">
            <a:avLst/>
          </a:prstGeom>
          <a:solidFill>
            <a:srgbClr val="F2F2F2"/>
          </a:solidFill>
          <a:ln w="19050">
            <a:solidFill>
              <a:srgbClr val="C9B8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DA140298-4513-1AD9-70F6-1ACEF49439FE}"/>
              </a:ext>
            </a:extLst>
          </p:cNvPr>
          <p:cNvGrpSpPr/>
          <p:nvPr/>
        </p:nvGrpSpPr>
        <p:grpSpPr>
          <a:xfrm>
            <a:off x="8088191" y="1821069"/>
            <a:ext cx="1392268" cy="701379"/>
            <a:chOff x="6538827" y="3791481"/>
            <a:chExt cx="1075513" cy="572518"/>
          </a:xfrm>
        </p:grpSpPr>
        <p:pic>
          <p:nvPicPr>
            <p:cNvPr id="50" name="object 311">
              <a:extLst>
                <a:ext uri="{FF2B5EF4-FFF2-40B4-BE49-F238E27FC236}">
                  <a16:creationId xmlns:a16="http://schemas.microsoft.com/office/drawing/2014/main" id="{F510BD8A-DEE3-7DC9-A737-FCBC225B4BB1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41028" y="4055166"/>
              <a:ext cx="153923" cy="306323"/>
            </a:xfrm>
            <a:prstGeom prst="rect">
              <a:avLst/>
            </a:prstGeom>
          </p:spPr>
        </p:pic>
        <p:pic>
          <p:nvPicPr>
            <p:cNvPr id="51" name="object 312">
              <a:extLst>
                <a:ext uri="{FF2B5EF4-FFF2-40B4-BE49-F238E27FC236}">
                  <a16:creationId xmlns:a16="http://schemas.microsoft.com/office/drawing/2014/main" id="{7F73C9D5-5986-DE05-4C4D-6A519E360B1F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85184" y="3873334"/>
              <a:ext cx="153923" cy="306323"/>
            </a:xfrm>
            <a:prstGeom prst="rect">
              <a:avLst/>
            </a:prstGeom>
          </p:spPr>
        </p:pic>
        <p:pic>
          <p:nvPicPr>
            <p:cNvPr id="52" name="object 313">
              <a:extLst>
                <a:ext uri="{FF2B5EF4-FFF2-40B4-BE49-F238E27FC236}">
                  <a16:creationId xmlns:a16="http://schemas.microsoft.com/office/drawing/2014/main" id="{C42E3234-BB06-269E-980A-A04725D04D71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48965" y="3881913"/>
              <a:ext cx="153924" cy="306323"/>
            </a:xfrm>
            <a:prstGeom prst="rect">
              <a:avLst/>
            </a:prstGeom>
          </p:spPr>
        </p:pic>
        <p:pic>
          <p:nvPicPr>
            <p:cNvPr id="53" name="object 314">
              <a:extLst>
                <a:ext uri="{FF2B5EF4-FFF2-40B4-BE49-F238E27FC236}">
                  <a16:creationId xmlns:a16="http://schemas.microsoft.com/office/drawing/2014/main" id="{59BBB994-45E9-0B7D-3806-7E0B7F540146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05559" y="4047238"/>
              <a:ext cx="153923" cy="306323"/>
            </a:xfrm>
            <a:prstGeom prst="rect">
              <a:avLst/>
            </a:prstGeom>
          </p:spPr>
        </p:pic>
        <p:pic>
          <p:nvPicPr>
            <p:cNvPr id="54" name="object 315">
              <a:extLst>
                <a:ext uri="{FF2B5EF4-FFF2-40B4-BE49-F238E27FC236}">
                  <a16:creationId xmlns:a16="http://schemas.microsoft.com/office/drawing/2014/main" id="{FEAB2FC0-B26B-7A1A-B02F-6ECBEC99A3FD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74289" y="3881913"/>
              <a:ext cx="153923" cy="306323"/>
            </a:xfrm>
            <a:prstGeom prst="rect">
              <a:avLst/>
            </a:prstGeom>
          </p:spPr>
        </p:pic>
        <p:pic>
          <p:nvPicPr>
            <p:cNvPr id="55" name="object 316">
              <a:extLst>
                <a:ext uri="{FF2B5EF4-FFF2-40B4-BE49-F238E27FC236}">
                  <a16:creationId xmlns:a16="http://schemas.microsoft.com/office/drawing/2014/main" id="{8C0608D9-D5EE-FD06-097B-4D2E3B3ED4FC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26370" y="3951500"/>
              <a:ext cx="152399" cy="307847"/>
            </a:xfrm>
            <a:prstGeom prst="rect">
              <a:avLst/>
            </a:prstGeom>
          </p:spPr>
        </p:pic>
        <p:pic>
          <p:nvPicPr>
            <p:cNvPr id="56" name="object 317">
              <a:extLst>
                <a:ext uri="{FF2B5EF4-FFF2-40B4-BE49-F238E27FC236}">
                  <a16:creationId xmlns:a16="http://schemas.microsoft.com/office/drawing/2014/main" id="{5E6E2FE4-C0A8-C35A-A2F4-71AB75976092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04519" y="3990920"/>
              <a:ext cx="152399" cy="306323"/>
            </a:xfrm>
            <a:prstGeom prst="rect">
              <a:avLst/>
            </a:prstGeom>
          </p:spPr>
        </p:pic>
        <p:pic>
          <p:nvPicPr>
            <p:cNvPr id="57" name="object 318">
              <a:extLst>
                <a:ext uri="{FF2B5EF4-FFF2-40B4-BE49-F238E27FC236}">
                  <a16:creationId xmlns:a16="http://schemas.microsoft.com/office/drawing/2014/main" id="{37F55FF2-9DF8-1056-DE38-8FABAB8721D0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27045" y="3827049"/>
              <a:ext cx="153923" cy="306324"/>
            </a:xfrm>
            <a:prstGeom prst="rect">
              <a:avLst/>
            </a:prstGeom>
          </p:spPr>
        </p:pic>
        <p:pic>
          <p:nvPicPr>
            <p:cNvPr id="58" name="object 319">
              <a:extLst>
                <a:ext uri="{FF2B5EF4-FFF2-40B4-BE49-F238E27FC236}">
                  <a16:creationId xmlns:a16="http://schemas.microsoft.com/office/drawing/2014/main" id="{FD458D0D-48E9-B2E0-9649-45B0252A5D74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16021" y="3854481"/>
              <a:ext cx="153923" cy="306323"/>
            </a:xfrm>
            <a:prstGeom prst="rect">
              <a:avLst/>
            </a:prstGeom>
          </p:spPr>
        </p:pic>
        <p:pic>
          <p:nvPicPr>
            <p:cNvPr id="59" name="object 320">
              <a:extLst>
                <a:ext uri="{FF2B5EF4-FFF2-40B4-BE49-F238E27FC236}">
                  <a16:creationId xmlns:a16="http://schemas.microsoft.com/office/drawing/2014/main" id="{5B32E496-3E2C-998E-6D60-6A2890E22430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41461" y="3817445"/>
              <a:ext cx="152399" cy="307847"/>
            </a:xfrm>
            <a:prstGeom prst="rect">
              <a:avLst/>
            </a:prstGeom>
          </p:spPr>
        </p:pic>
        <p:pic>
          <p:nvPicPr>
            <p:cNvPr id="60" name="object 321">
              <a:extLst>
                <a:ext uri="{FF2B5EF4-FFF2-40B4-BE49-F238E27FC236}">
                  <a16:creationId xmlns:a16="http://schemas.microsoft.com/office/drawing/2014/main" id="{EE2F7120-EB1C-15AC-61CA-42DD83834BEA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920817" y="4056152"/>
              <a:ext cx="153923" cy="307847"/>
            </a:xfrm>
            <a:prstGeom prst="rect">
              <a:avLst/>
            </a:prstGeom>
          </p:spPr>
        </p:pic>
        <p:pic>
          <p:nvPicPr>
            <p:cNvPr id="61" name="object 322">
              <a:extLst>
                <a:ext uri="{FF2B5EF4-FFF2-40B4-BE49-F238E27FC236}">
                  <a16:creationId xmlns:a16="http://schemas.microsoft.com/office/drawing/2014/main" id="{698CED03-088D-E60E-962C-EAEE2579B2D0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856585" y="3846861"/>
              <a:ext cx="153923" cy="307847"/>
            </a:xfrm>
            <a:prstGeom prst="rect">
              <a:avLst/>
            </a:prstGeom>
          </p:spPr>
        </p:pic>
        <p:pic>
          <p:nvPicPr>
            <p:cNvPr id="62" name="object 323">
              <a:extLst>
                <a:ext uri="{FF2B5EF4-FFF2-40B4-BE49-F238E27FC236}">
                  <a16:creationId xmlns:a16="http://schemas.microsoft.com/office/drawing/2014/main" id="{CFDE8FCD-6BF2-A09F-539B-7EB90AD9C0F4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460417" y="3835461"/>
              <a:ext cx="153923" cy="306323"/>
            </a:xfrm>
            <a:prstGeom prst="rect">
              <a:avLst/>
            </a:prstGeom>
          </p:spPr>
        </p:pic>
        <p:pic>
          <p:nvPicPr>
            <p:cNvPr id="63" name="object 324">
              <a:extLst>
                <a:ext uri="{FF2B5EF4-FFF2-40B4-BE49-F238E27FC236}">
                  <a16:creationId xmlns:a16="http://schemas.microsoft.com/office/drawing/2014/main" id="{E89FC4C7-C85D-EE21-153B-8891A35696FB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538827" y="3870705"/>
              <a:ext cx="152399" cy="307847"/>
            </a:xfrm>
            <a:prstGeom prst="rect">
              <a:avLst/>
            </a:prstGeom>
          </p:spPr>
        </p:pic>
        <p:pic>
          <p:nvPicPr>
            <p:cNvPr id="64" name="object 325">
              <a:extLst>
                <a:ext uri="{FF2B5EF4-FFF2-40B4-BE49-F238E27FC236}">
                  <a16:creationId xmlns:a16="http://schemas.microsoft.com/office/drawing/2014/main" id="{65B1EB8B-AEA7-4C06-A561-B05558C80FC4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746857" y="3816381"/>
              <a:ext cx="153923" cy="306323"/>
            </a:xfrm>
            <a:prstGeom prst="rect">
              <a:avLst/>
            </a:prstGeom>
          </p:spPr>
        </p:pic>
        <p:pic>
          <p:nvPicPr>
            <p:cNvPr id="65" name="object 326">
              <a:extLst>
                <a:ext uri="{FF2B5EF4-FFF2-40B4-BE49-F238E27FC236}">
                  <a16:creationId xmlns:a16="http://schemas.microsoft.com/office/drawing/2014/main" id="{29A4B0DD-5D7C-1434-388E-1961A8A5D080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987649" y="3791481"/>
              <a:ext cx="152399" cy="306323"/>
            </a:xfrm>
            <a:prstGeom prst="rect">
              <a:avLst/>
            </a:prstGeom>
          </p:spPr>
        </p:pic>
      </p:grp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164E427E-E39D-5459-6914-B903C3E8A7BB}"/>
              </a:ext>
            </a:extLst>
          </p:cNvPr>
          <p:cNvCxnSpPr>
            <a:cxnSpLocks/>
          </p:cNvCxnSpPr>
          <p:nvPr/>
        </p:nvCxnSpPr>
        <p:spPr>
          <a:xfrm>
            <a:off x="7412610" y="1993276"/>
            <a:ext cx="481618" cy="0"/>
          </a:xfrm>
          <a:prstGeom prst="straightConnector1">
            <a:avLst/>
          </a:prstGeom>
          <a:ln w="19050">
            <a:solidFill>
              <a:srgbClr val="BF9000"/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0CA4E567-5741-ED45-E93B-5556A32F0AAD}"/>
                  </a:ext>
                </a:extLst>
              </p:cNvPr>
              <p:cNvSpPr txBox="1"/>
              <p:nvPr/>
            </p:nvSpPr>
            <p:spPr>
              <a:xfrm>
                <a:off x="6169685" y="3509454"/>
                <a:ext cx="43441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0CA4E567-5741-ED45-E93B-5556A32F0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9685" y="3509454"/>
                <a:ext cx="434414" cy="153888"/>
              </a:xfrm>
              <a:prstGeom prst="rect">
                <a:avLst/>
              </a:prstGeom>
              <a:blipFill>
                <a:blip r:embed="rId23"/>
                <a:stretch>
                  <a:fillRect l="-5634" t="-4000" r="-12676" b="-4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244D4B3D-C9A8-58F8-30F1-3CE861E36FE6}"/>
                  </a:ext>
                </a:extLst>
              </p:cNvPr>
              <p:cNvSpPr txBox="1"/>
              <p:nvPr/>
            </p:nvSpPr>
            <p:spPr>
              <a:xfrm>
                <a:off x="6236451" y="1866450"/>
                <a:ext cx="303736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244D4B3D-C9A8-58F8-30F1-3CE861E36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451" y="1866450"/>
                <a:ext cx="303736" cy="153888"/>
              </a:xfrm>
              <a:prstGeom prst="rect">
                <a:avLst/>
              </a:prstGeom>
              <a:blipFill>
                <a:blip r:embed="rId24"/>
                <a:stretch>
                  <a:fillRect l="-8000" r="-18000" b="-4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组合 68">
            <a:extLst>
              <a:ext uri="{FF2B5EF4-FFF2-40B4-BE49-F238E27FC236}">
                <a16:creationId xmlns:a16="http://schemas.microsoft.com/office/drawing/2014/main" id="{BCD0BCAA-1EDE-5690-FE3F-95971430EF3A}"/>
              </a:ext>
            </a:extLst>
          </p:cNvPr>
          <p:cNvGrpSpPr/>
          <p:nvPr/>
        </p:nvGrpSpPr>
        <p:grpSpPr>
          <a:xfrm>
            <a:off x="6845021" y="2961389"/>
            <a:ext cx="159846" cy="174400"/>
            <a:chOff x="6647986" y="5115366"/>
            <a:chExt cx="159846" cy="174400"/>
          </a:xfrm>
        </p:grpSpPr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C4040548-E252-7BAC-093C-11E63D1012E8}"/>
                </a:ext>
              </a:extLst>
            </p:cNvPr>
            <p:cNvSpPr/>
            <p:nvPr/>
          </p:nvSpPr>
          <p:spPr>
            <a:xfrm>
              <a:off x="6647986" y="5143061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object 343">
              <a:extLst>
                <a:ext uri="{FF2B5EF4-FFF2-40B4-BE49-F238E27FC236}">
                  <a16:creationId xmlns:a16="http://schemas.microsoft.com/office/drawing/2014/main" id="{BAC7BE37-BDE4-058C-64A9-AD7B4BCA61D8}"/>
                </a:ext>
              </a:extLst>
            </p:cNvPr>
            <p:cNvSpPr txBox="1"/>
            <p:nvPr/>
          </p:nvSpPr>
          <p:spPr>
            <a:xfrm>
              <a:off x="6663708" y="5115366"/>
              <a:ext cx="144124" cy="174400"/>
            </a:xfrm>
            <a:prstGeom prst="rect">
              <a:avLst/>
            </a:prstGeom>
          </p:spPr>
          <p:txBody>
            <a:bodyPr vert="horz" wrap="square" lIns="0" tIns="20313" rIns="0" bIns="0" rtlCol="0">
              <a:spAutoFit/>
            </a:bodyPr>
            <a:lstStyle/>
            <a:p>
              <a:pPr marL="19346">
                <a:spcBef>
                  <a:spcPts val="160"/>
                </a:spcBef>
              </a:pPr>
              <a:r>
                <a:rPr sz="1000" b="1" spc="487" dirty="0">
                  <a:latin typeface="Cambria"/>
                  <a:cs typeface="Cambria"/>
                </a:rPr>
                <a:t>Σ</a:t>
              </a:r>
              <a:endParaRPr sz="1000" b="1" dirty="0">
                <a:latin typeface="Cambria"/>
                <a:cs typeface="Cambria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E0C94426-B918-8485-5F16-E19B902C62F1}"/>
              </a:ext>
            </a:extLst>
          </p:cNvPr>
          <p:cNvGrpSpPr/>
          <p:nvPr/>
        </p:nvGrpSpPr>
        <p:grpSpPr>
          <a:xfrm>
            <a:off x="6858038" y="2294829"/>
            <a:ext cx="159846" cy="174400"/>
            <a:chOff x="6647986" y="5115366"/>
            <a:chExt cx="159846" cy="174400"/>
          </a:xfrm>
        </p:grpSpPr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DDD4A33A-07C9-96A2-4CBA-CC18327948E7}"/>
                </a:ext>
              </a:extLst>
            </p:cNvPr>
            <p:cNvSpPr/>
            <p:nvPr/>
          </p:nvSpPr>
          <p:spPr>
            <a:xfrm>
              <a:off x="6647986" y="5143061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object 343">
              <a:extLst>
                <a:ext uri="{FF2B5EF4-FFF2-40B4-BE49-F238E27FC236}">
                  <a16:creationId xmlns:a16="http://schemas.microsoft.com/office/drawing/2014/main" id="{FC612D3D-F711-A372-A480-A37C6087719A}"/>
                </a:ext>
              </a:extLst>
            </p:cNvPr>
            <p:cNvSpPr txBox="1"/>
            <p:nvPr/>
          </p:nvSpPr>
          <p:spPr>
            <a:xfrm>
              <a:off x="6663708" y="5115366"/>
              <a:ext cx="144124" cy="174400"/>
            </a:xfrm>
            <a:prstGeom prst="rect">
              <a:avLst/>
            </a:prstGeom>
          </p:spPr>
          <p:txBody>
            <a:bodyPr vert="horz" wrap="square" lIns="0" tIns="20313" rIns="0" bIns="0" rtlCol="0">
              <a:spAutoFit/>
            </a:bodyPr>
            <a:lstStyle/>
            <a:p>
              <a:pPr marL="19346">
                <a:spcBef>
                  <a:spcPts val="160"/>
                </a:spcBef>
              </a:pPr>
              <a:r>
                <a:rPr sz="1000" b="1" spc="487" dirty="0">
                  <a:latin typeface="Cambria"/>
                  <a:cs typeface="Cambria"/>
                </a:rPr>
                <a:t>Σ</a:t>
              </a:r>
              <a:endParaRPr sz="1000" b="1" dirty="0">
                <a:latin typeface="Cambria"/>
                <a:cs typeface="Cambria"/>
              </a:endParaRPr>
            </a:p>
          </p:txBody>
        </p:sp>
      </p:grp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A7392323-D470-D2D5-F2AF-7F8A7A659201}"/>
              </a:ext>
            </a:extLst>
          </p:cNvPr>
          <p:cNvCxnSpPr>
            <a:cxnSpLocks/>
          </p:cNvCxnSpPr>
          <p:nvPr/>
        </p:nvCxnSpPr>
        <p:spPr>
          <a:xfrm>
            <a:off x="6167586" y="2392835"/>
            <a:ext cx="667089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9FA3D2FA-2C5D-B012-443F-AC6075BE67AC}"/>
              </a:ext>
            </a:extLst>
          </p:cNvPr>
          <p:cNvCxnSpPr>
            <a:cxnSpLocks/>
          </p:cNvCxnSpPr>
          <p:nvPr/>
        </p:nvCxnSpPr>
        <p:spPr>
          <a:xfrm>
            <a:off x="6167586" y="3058976"/>
            <a:ext cx="667089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39DCCE97-9FC9-1CE8-2EC3-C37190E36A20}"/>
                  </a:ext>
                </a:extLst>
              </p:cNvPr>
              <p:cNvSpPr txBox="1"/>
              <p:nvPr/>
            </p:nvSpPr>
            <p:spPr>
              <a:xfrm>
                <a:off x="4838690" y="2608433"/>
                <a:ext cx="478218" cy="29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𝒓𝒆𝒈</m:t>
                          </m:r>
                        </m:sub>
                      </m:sSub>
                    </m:oMath>
                  </m:oMathPara>
                </a14:m>
                <a:endParaRPr lang="zh-CN" alt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39DCCE97-9FC9-1CE8-2EC3-C37190E36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8690" y="2608433"/>
                <a:ext cx="478218" cy="294568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722371AA-CDC1-9778-CB1B-5F4512F9956A}"/>
              </a:ext>
            </a:extLst>
          </p:cNvPr>
          <p:cNvCxnSpPr>
            <a:cxnSpLocks/>
          </p:cNvCxnSpPr>
          <p:nvPr/>
        </p:nvCxnSpPr>
        <p:spPr>
          <a:xfrm>
            <a:off x="8702900" y="3057024"/>
            <a:ext cx="402679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A764765C-7DDC-1BCF-7479-8F2A71A78B70}"/>
              </a:ext>
            </a:extLst>
          </p:cNvPr>
          <p:cNvGrpSpPr/>
          <p:nvPr/>
        </p:nvGrpSpPr>
        <p:grpSpPr>
          <a:xfrm>
            <a:off x="9109813" y="2992694"/>
            <a:ext cx="142638" cy="142638"/>
            <a:chOff x="4892460" y="2186404"/>
            <a:chExt cx="142638" cy="142638"/>
          </a:xfrm>
        </p:grpSpPr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F896D454-73D8-C2AF-3081-B460E82FB7B2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E536A611-91A6-B2BB-CBA5-CD28015831A6}"/>
                </a:ext>
              </a:extLst>
            </p:cNvPr>
            <p:cNvCxnSpPr>
              <a:stCxn id="80" idx="1"/>
              <a:endCxn id="80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FAAA45E9-6ABA-CA71-8B18-EDF6E32FB296}"/>
                </a:ext>
              </a:extLst>
            </p:cNvPr>
            <p:cNvCxnSpPr>
              <a:cxnSpLocks/>
              <a:stCxn id="80" idx="3"/>
              <a:endCxn id="80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9C35C742-C17D-FDED-246B-A7836CEE303B}"/>
              </a:ext>
            </a:extLst>
          </p:cNvPr>
          <p:cNvCxnSpPr>
            <a:cxnSpLocks/>
          </p:cNvCxnSpPr>
          <p:nvPr/>
        </p:nvCxnSpPr>
        <p:spPr>
          <a:xfrm>
            <a:off x="8022371" y="2701836"/>
            <a:ext cx="1745007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275F01AB-A83F-91A1-8DFF-20831B7EFBDB}"/>
              </a:ext>
            </a:extLst>
          </p:cNvPr>
          <p:cNvSpPr txBox="1"/>
          <p:nvPr/>
        </p:nvSpPr>
        <p:spPr>
          <a:xfrm>
            <a:off x="2415653" y="4341962"/>
            <a:ext cx="6615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CIDNet</a:t>
            </a:r>
            <a:endParaRPr lang="zh-CN" altLang="en-US" sz="1000" b="1" dirty="0"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E476686A-A8DC-6722-AC32-B5259850CAF9}"/>
                  </a:ext>
                </a:extLst>
              </p:cNvPr>
              <p:cNvSpPr txBox="1"/>
              <p:nvPr/>
            </p:nvSpPr>
            <p:spPr>
              <a:xfrm>
                <a:off x="7084353" y="4340230"/>
                <a:ext cx="842183" cy="2496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000" b="1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𝐂</m:t>
                          </m:r>
                        </m:e>
                        <m:sup>
                          <m:r>
                            <a:rPr lang="en-US" altLang="zh-CN" sz="1000" b="1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altLang="zh-CN" sz="1000" b="1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𝐈</m:t>
                      </m:r>
                    </m:oMath>
                  </m:oMathPara>
                </a14:m>
                <a:endParaRPr lang="zh-CN" alt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E476686A-A8DC-6722-AC32-B5259850C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4353" y="4340230"/>
                <a:ext cx="842183" cy="24968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D12713FD-5635-67E1-4646-AA62DCA7302A}"/>
                  </a:ext>
                </a:extLst>
              </p:cNvPr>
              <p:cNvSpPr txBox="1"/>
              <p:nvPr/>
            </p:nvSpPr>
            <p:spPr>
              <a:xfrm>
                <a:off x="3048476" y="2928073"/>
                <a:ext cx="478218" cy="29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𝒇𝒔</m:t>
                          </m:r>
                        </m:sub>
                      </m:sSub>
                    </m:oMath>
                  </m:oMathPara>
                </a14:m>
                <a:endParaRPr lang="zh-CN" altLang="en-US" sz="1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D12713FD-5635-67E1-4646-AA62DCA73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476" y="2928073"/>
                <a:ext cx="478218" cy="294568"/>
              </a:xfrm>
              <a:prstGeom prst="rect">
                <a:avLst/>
              </a:prstGeom>
              <a:blipFill>
                <a:blip r:embed="rId27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2FCCEBB7-FD64-CBA5-25AB-B4F826167A43}"/>
                  </a:ext>
                </a:extLst>
              </p:cNvPr>
              <p:cNvSpPr txBox="1"/>
              <p:nvPr/>
            </p:nvSpPr>
            <p:spPr>
              <a:xfrm>
                <a:off x="4938548" y="2208009"/>
                <a:ext cx="47821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𝒊𝒏𝒕</m:t>
                          </m:r>
                        </m:sub>
                      </m:sSub>
                    </m:oMath>
                  </m:oMathPara>
                </a14:m>
                <a:endParaRPr lang="zh-CN" alt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2FCCEBB7-FD64-CBA5-25AB-B4F826167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8548" y="2208009"/>
                <a:ext cx="478218" cy="27699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D72A3894-8B17-5FFC-5A93-2C870A2866B9}"/>
              </a:ext>
            </a:extLst>
          </p:cNvPr>
          <p:cNvSpPr/>
          <p:nvPr/>
        </p:nvSpPr>
        <p:spPr>
          <a:xfrm>
            <a:off x="4000878" y="2243212"/>
            <a:ext cx="175699" cy="798271"/>
          </a:xfrm>
          <a:prstGeom prst="roundRect">
            <a:avLst>
              <a:gd name="adj" fmla="val 32036"/>
            </a:avLst>
          </a:prstGeom>
          <a:solidFill>
            <a:srgbClr val="F8F7F3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D209097F-F714-3126-0BB1-9816F8CDFE11}"/>
              </a:ext>
            </a:extLst>
          </p:cNvPr>
          <p:cNvSpPr/>
          <p:nvPr/>
        </p:nvSpPr>
        <p:spPr>
          <a:xfrm>
            <a:off x="4032017" y="2302741"/>
            <a:ext cx="110730" cy="110730"/>
          </a:xfrm>
          <a:prstGeom prst="ellipse">
            <a:avLst/>
          </a:prstGeom>
          <a:solidFill>
            <a:srgbClr val="E2F0D9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771B7BAB-9DC0-94B2-5303-4C3667706CE1}"/>
              </a:ext>
            </a:extLst>
          </p:cNvPr>
          <p:cNvSpPr/>
          <p:nvPr/>
        </p:nvSpPr>
        <p:spPr>
          <a:xfrm>
            <a:off x="4031774" y="2482011"/>
            <a:ext cx="110730" cy="110730"/>
          </a:xfrm>
          <a:prstGeom prst="ellipse">
            <a:avLst/>
          </a:prstGeom>
          <a:solidFill>
            <a:srgbClr val="E2F0D9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B9CEF58A-23AC-DC25-3A7D-A3030AEE335F}"/>
              </a:ext>
            </a:extLst>
          </p:cNvPr>
          <p:cNvSpPr/>
          <p:nvPr/>
        </p:nvSpPr>
        <p:spPr>
          <a:xfrm>
            <a:off x="4031774" y="2661255"/>
            <a:ext cx="110730" cy="110730"/>
          </a:xfrm>
          <a:prstGeom prst="ellipse">
            <a:avLst/>
          </a:prstGeom>
          <a:solidFill>
            <a:srgbClr val="E2F0D9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93548CEA-6BB9-D504-67F0-93F9B0FA5663}"/>
              </a:ext>
            </a:extLst>
          </p:cNvPr>
          <p:cNvGrpSpPr/>
          <p:nvPr/>
        </p:nvGrpSpPr>
        <p:grpSpPr>
          <a:xfrm>
            <a:off x="4000433" y="2946148"/>
            <a:ext cx="175699" cy="961386"/>
            <a:chOff x="3996805" y="3033708"/>
            <a:chExt cx="175699" cy="961386"/>
          </a:xfrm>
        </p:grpSpPr>
        <p:sp>
          <p:nvSpPr>
            <p:cNvPr id="93" name="矩形: 圆角 92">
              <a:extLst>
                <a:ext uri="{FF2B5EF4-FFF2-40B4-BE49-F238E27FC236}">
                  <a16:creationId xmlns:a16="http://schemas.microsoft.com/office/drawing/2014/main" id="{30D6651B-76AA-2348-2289-8274D0AD006A}"/>
                </a:ext>
              </a:extLst>
            </p:cNvPr>
            <p:cNvSpPr/>
            <p:nvPr/>
          </p:nvSpPr>
          <p:spPr>
            <a:xfrm>
              <a:off x="3996805" y="3033708"/>
              <a:ext cx="175699" cy="961386"/>
            </a:xfrm>
            <a:prstGeom prst="roundRect">
              <a:avLst>
                <a:gd name="adj" fmla="val 32036"/>
              </a:avLst>
            </a:prstGeom>
            <a:solidFill>
              <a:srgbClr val="F8F7F3"/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54E55C23-989B-D9DA-DB3B-40F43593F969}"/>
                </a:ext>
              </a:extLst>
            </p:cNvPr>
            <p:cNvSpPr/>
            <p:nvPr/>
          </p:nvSpPr>
          <p:spPr>
            <a:xfrm>
              <a:off x="4029532" y="3134591"/>
              <a:ext cx="110730" cy="110730"/>
            </a:xfrm>
            <a:prstGeom prst="ellipse">
              <a:avLst/>
            </a:prstGeom>
            <a:solidFill>
              <a:srgbClr val="E0E8F5"/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60A06434-CC71-D333-D252-DAAB87150C10}"/>
                </a:ext>
              </a:extLst>
            </p:cNvPr>
            <p:cNvSpPr/>
            <p:nvPr/>
          </p:nvSpPr>
          <p:spPr>
            <a:xfrm>
              <a:off x="4029289" y="3313861"/>
              <a:ext cx="110730" cy="110730"/>
            </a:xfrm>
            <a:prstGeom prst="ellipse">
              <a:avLst/>
            </a:prstGeom>
            <a:solidFill>
              <a:srgbClr val="E0E8F5"/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498A4AF8-4DA5-FEBB-64EE-3FD30D5E31BB}"/>
                </a:ext>
              </a:extLst>
            </p:cNvPr>
            <p:cNvSpPr/>
            <p:nvPr/>
          </p:nvSpPr>
          <p:spPr>
            <a:xfrm>
              <a:off x="4029289" y="3493105"/>
              <a:ext cx="110730" cy="110730"/>
            </a:xfrm>
            <a:prstGeom prst="ellipse">
              <a:avLst/>
            </a:prstGeom>
            <a:solidFill>
              <a:srgbClr val="E0E8F5"/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07A86296-7607-99CE-C223-F686E068CABD}"/>
                </a:ext>
              </a:extLst>
            </p:cNvPr>
            <p:cNvSpPr/>
            <p:nvPr/>
          </p:nvSpPr>
          <p:spPr>
            <a:xfrm>
              <a:off x="4029532" y="3678317"/>
              <a:ext cx="110730" cy="110730"/>
            </a:xfrm>
            <a:prstGeom prst="ellipse">
              <a:avLst/>
            </a:prstGeom>
            <a:solidFill>
              <a:srgbClr val="E0E8F5"/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36CCFE19-4674-073C-037F-5B1B39AD0BC4}"/>
                </a:ext>
              </a:extLst>
            </p:cNvPr>
            <p:cNvSpPr/>
            <p:nvPr/>
          </p:nvSpPr>
          <p:spPr>
            <a:xfrm>
              <a:off x="4028662" y="3848053"/>
              <a:ext cx="110730" cy="110730"/>
            </a:xfrm>
            <a:prstGeom prst="ellipse">
              <a:avLst/>
            </a:prstGeom>
            <a:solidFill>
              <a:srgbClr val="E0E8F5"/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5C73A150-0876-475E-636F-D46BCFE9CC00}"/>
              </a:ext>
            </a:extLst>
          </p:cNvPr>
          <p:cNvGrpSpPr/>
          <p:nvPr/>
        </p:nvGrpSpPr>
        <p:grpSpPr>
          <a:xfrm>
            <a:off x="5991887" y="2341941"/>
            <a:ext cx="175699" cy="779011"/>
            <a:chOff x="3928315" y="2230086"/>
            <a:chExt cx="175699" cy="779011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00" name="矩形: 圆角 99">
              <a:extLst>
                <a:ext uri="{FF2B5EF4-FFF2-40B4-BE49-F238E27FC236}">
                  <a16:creationId xmlns:a16="http://schemas.microsoft.com/office/drawing/2014/main" id="{F5F8EBD4-5697-61CF-937E-6BBC2D7D16E8}"/>
                </a:ext>
              </a:extLst>
            </p:cNvPr>
            <p:cNvSpPr/>
            <p:nvPr/>
          </p:nvSpPr>
          <p:spPr>
            <a:xfrm>
              <a:off x="3928315" y="2230086"/>
              <a:ext cx="175699" cy="779011"/>
            </a:xfrm>
            <a:prstGeom prst="roundRect">
              <a:avLst>
                <a:gd name="adj" fmla="val 32036"/>
              </a:avLst>
            </a:prstGeom>
            <a:solidFill>
              <a:srgbClr val="F8F7F3"/>
            </a:solidFill>
            <a:ln w="1905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4D7ECB21-3D9A-B35C-800B-2E85EC93CF1A}"/>
                </a:ext>
              </a:extLst>
            </p:cNvPr>
            <p:cNvSpPr/>
            <p:nvPr/>
          </p:nvSpPr>
          <p:spPr>
            <a:xfrm>
              <a:off x="3961042" y="2289615"/>
              <a:ext cx="110730" cy="110730"/>
            </a:xfrm>
            <a:prstGeom prst="ellipse">
              <a:avLst/>
            </a:prstGeom>
            <a:grpFill/>
            <a:ln w="1905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D2E2558C-17CF-EC6B-77C4-E39B6A95F39C}"/>
                </a:ext>
              </a:extLst>
            </p:cNvPr>
            <p:cNvSpPr/>
            <p:nvPr/>
          </p:nvSpPr>
          <p:spPr>
            <a:xfrm>
              <a:off x="3960799" y="2468885"/>
              <a:ext cx="110730" cy="110730"/>
            </a:xfrm>
            <a:prstGeom prst="ellipse">
              <a:avLst/>
            </a:prstGeom>
            <a:grpFill/>
            <a:ln w="1905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F1CF5812-D9E0-A12B-C00E-249F5F3B2181}"/>
                </a:ext>
              </a:extLst>
            </p:cNvPr>
            <p:cNvSpPr/>
            <p:nvPr/>
          </p:nvSpPr>
          <p:spPr>
            <a:xfrm>
              <a:off x="3960799" y="2648129"/>
              <a:ext cx="110730" cy="110730"/>
            </a:xfrm>
            <a:prstGeom prst="ellipse">
              <a:avLst/>
            </a:prstGeom>
            <a:grpFill/>
            <a:ln w="1905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41889C6C-6ECF-A500-789D-D462429933AC}"/>
                </a:ext>
              </a:extLst>
            </p:cNvPr>
            <p:cNvSpPr/>
            <p:nvPr/>
          </p:nvSpPr>
          <p:spPr>
            <a:xfrm>
              <a:off x="3961042" y="2833341"/>
              <a:ext cx="110730" cy="110730"/>
            </a:xfrm>
            <a:prstGeom prst="ellipse">
              <a:avLst/>
            </a:prstGeom>
            <a:grpFill/>
            <a:ln w="19050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917006B0-C0BB-A8BA-0070-795382DD46A6}"/>
                  </a:ext>
                </a:extLst>
              </p:cNvPr>
              <p:cNvSpPr txBox="1"/>
              <p:nvPr/>
            </p:nvSpPr>
            <p:spPr>
              <a:xfrm>
                <a:off x="5277143" y="2656609"/>
                <a:ext cx="436017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5" name="文本框 104">
                <a:extLst>
                  <a:ext uri="{FF2B5EF4-FFF2-40B4-BE49-F238E27FC236}">
                    <a16:creationId xmlns:a16="http://schemas.microsoft.com/office/drawing/2014/main" id="{917006B0-C0BB-A8BA-0070-795382DD4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143" y="2656609"/>
                <a:ext cx="436017" cy="153888"/>
              </a:xfrm>
              <a:prstGeom prst="rect">
                <a:avLst/>
              </a:prstGeom>
              <a:blipFill>
                <a:blip r:embed="rId29"/>
                <a:stretch>
                  <a:fillRect l="-7042" t="-4000" r="-11268" b="-4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EEC0A1E4-C799-A132-334D-EC169DA895B1}"/>
              </a:ext>
            </a:extLst>
          </p:cNvPr>
          <p:cNvCxnSpPr>
            <a:cxnSpLocks/>
          </p:cNvCxnSpPr>
          <p:nvPr/>
        </p:nvCxnSpPr>
        <p:spPr>
          <a:xfrm>
            <a:off x="4191490" y="2400746"/>
            <a:ext cx="662880" cy="25029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38276DF7-6E66-D8F2-5652-A1FB9BAEF64E}"/>
              </a:ext>
            </a:extLst>
          </p:cNvPr>
          <p:cNvCxnSpPr>
            <a:cxnSpLocks/>
          </p:cNvCxnSpPr>
          <p:nvPr/>
        </p:nvCxnSpPr>
        <p:spPr>
          <a:xfrm>
            <a:off x="5361704" y="2392835"/>
            <a:ext cx="611822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72C6D490-8040-89D9-48DA-23EA2F1BAFB2}"/>
              </a:ext>
            </a:extLst>
          </p:cNvPr>
          <p:cNvCxnSpPr>
            <a:cxnSpLocks/>
          </p:cNvCxnSpPr>
          <p:nvPr/>
        </p:nvCxnSpPr>
        <p:spPr>
          <a:xfrm>
            <a:off x="5246837" y="2840977"/>
            <a:ext cx="736602" cy="233961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5B6799C3-BDC3-0731-FF58-88F7D1EA8D5A}"/>
              </a:ext>
            </a:extLst>
          </p:cNvPr>
          <p:cNvSpPr txBox="1"/>
          <p:nvPr/>
        </p:nvSpPr>
        <p:spPr>
          <a:xfrm>
            <a:off x="6061428" y="2504428"/>
            <a:ext cx="796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Causal Classifier</a:t>
            </a:r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EDE7DAD2-8474-B7D2-5156-2A0E576DAB1C}"/>
              </a:ext>
            </a:extLst>
          </p:cNvPr>
          <p:cNvSpPr txBox="1"/>
          <p:nvPr/>
        </p:nvSpPr>
        <p:spPr>
          <a:xfrm>
            <a:off x="3703243" y="1860950"/>
            <a:ext cx="796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Clothe&amp;IDClassifier</a:t>
            </a:r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3B13C4CF-E1B6-02BC-DB29-46C800476B29}"/>
              </a:ext>
            </a:extLst>
          </p:cNvPr>
          <p:cNvSpPr/>
          <p:nvPr/>
        </p:nvSpPr>
        <p:spPr>
          <a:xfrm>
            <a:off x="4012104" y="2792898"/>
            <a:ext cx="154800" cy="238564"/>
          </a:xfrm>
          <a:prstGeom prst="roundRect">
            <a:avLst>
              <a:gd name="adj" fmla="val 0"/>
            </a:avLst>
          </a:prstGeom>
          <a:solidFill>
            <a:srgbClr val="F8F7F3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EFB69BAE-77DF-1C95-D71F-DDA8E37F9903}"/>
              </a:ext>
            </a:extLst>
          </p:cNvPr>
          <p:cNvSpPr/>
          <p:nvPr/>
        </p:nvSpPr>
        <p:spPr>
          <a:xfrm>
            <a:off x="4033160" y="2857910"/>
            <a:ext cx="110730" cy="110730"/>
          </a:xfrm>
          <a:prstGeom prst="ellipse">
            <a:avLst/>
          </a:prstGeom>
          <a:solidFill>
            <a:srgbClr val="E2F0D9"/>
          </a:solidFill>
          <a:ln w="19050">
            <a:solidFill>
              <a:srgbClr val="3857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7FC7972F-EF55-159A-0F8B-A521356ED1B6}"/>
              </a:ext>
            </a:extLst>
          </p:cNvPr>
          <p:cNvGrpSpPr/>
          <p:nvPr/>
        </p:nvGrpSpPr>
        <p:grpSpPr>
          <a:xfrm rot="18827285">
            <a:off x="7951052" y="2985705"/>
            <a:ext cx="142638" cy="142638"/>
            <a:chOff x="4892460" y="2186404"/>
            <a:chExt cx="142638" cy="142638"/>
          </a:xfrm>
        </p:grpSpPr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BD54C197-4A41-897C-890D-C0242B518AC6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1FFE531F-22FC-9912-1428-51F233372337}"/>
                </a:ext>
              </a:extLst>
            </p:cNvPr>
            <p:cNvCxnSpPr>
              <a:stCxn id="114" idx="1"/>
              <a:endCxn id="114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9110DFA5-5AE4-5B17-1477-F18A05F54F46}"/>
                </a:ext>
              </a:extLst>
            </p:cNvPr>
            <p:cNvCxnSpPr>
              <a:cxnSpLocks/>
              <a:stCxn id="114" idx="3"/>
              <a:endCxn id="114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AF4F5C16-3EBE-31F8-4E4E-ADD662D0CB31}"/>
              </a:ext>
            </a:extLst>
          </p:cNvPr>
          <p:cNvCxnSpPr>
            <a:cxnSpLocks/>
          </p:cNvCxnSpPr>
          <p:nvPr/>
        </p:nvCxnSpPr>
        <p:spPr>
          <a:xfrm flipV="1">
            <a:off x="8023221" y="2701836"/>
            <a:ext cx="0" cy="283884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2A0EE465-272A-A4E0-BADD-C525CEF7B8DA}"/>
              </a:ext>
            </a:extLst>
          </p:cNvPr>
          <p:cNvCxnSpPr>
            <a:cxnSpLocks/>
          </p:cNvCxnSpPr>
          <p:nvPr/>
        </p:nvCxnSpPr>
        <p:spPr>
          <a:xfrm>
            <a:off x="8099976" y="3052582"/>
            <a:ext cx="429026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B221C02C-C85B-FAFB-B6B5-09BFA3785781}"/>
              </a:ext>
            </a:extLst>
          </p:cNvPr>
          <p:cNvCxnSpPr>
            <a:cxnSpLocks/>
          </p:cNvCxnSpPr>
          <p:nvPr/>
        </p:nvCxnSpPr>
        <p:spPr>
          <a:xfrm flipV="1">
            <a:off x="8609468" y="3146980"/>
            <a:ext cx="0" cy="356522"/>
          </a:xfrm>
          <a:prstGeom prst="straightConnector1">
            <a:avLst/>
          </a:prstGeom>
          <a:ln w="19050">
            <a:solidFill>
              <a:srgbClr val="BF9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椭圆 119">
            <a:extLst>
              <a:ext uri="{FF2B5EF4-FFF2-40B4-BE49-F238E27FC236}">
                <a16:creationId xmlns:a16="http://schemas.microsoft.com/office/drawing/2014/main" id="{F12E064A-7C3E-C197-C0E3-1FC5C8043A6B}"/>
              </a:ext>
            </a:extLst>
          </p:cNvPr>
          <p:cNvSpPr/>
          <p:nvPr/>
        </p:nvSpPr>
        <p:spPr>
          <a:xfrm>
            <a:off x="8685172" y="1813617"/>
            <a:ext cx="53943" cy="5394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411868E6-80F7-8D9C-E224-225FA3D554C2}"/>
              </a:ext>
            </a:extLst>
          </p:cNvPr>
          <p:cNvSpPr/>
          <p:nvPr/>
        </p:nvSpPr>
        <p:spPr>
          <a:xfrm>
            <a:off x="8465939" y="1831237"/>
            <a:ext cx="53943" cy="5394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FB2FD577-B5BC-5971-806F-BC44060E83AF}"/>
              </a:ext>
            </a:extLst>
          </p:cNvPr>
          <p:cNvSpPr/>
          <p:nvPr/>
        </p:nvSpPr>
        <p:spPr>
          <a:xfrm>
            <a:off x="8167516" y="1898668"/>
            <a:ext cx="53943" cy="5394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FC427675-A6FC-B709-B84E-2D1C0A59F4D4}"/>
              </a:ext>
            </a:extLst>
          </p:cNvPr>
          <p:cNvCxnSpPr>
            <a:cxnSpLocks/>
          </p:cNvCxnSpPr>
          <p:nvPr/>
        </p:nvCxnSpPr>
        <p:spPr>
          <a:xfrm>
            <a:off x="4185526" y="3013583"/>
            <a:ext cx="465085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62FCA2D8-8BDC-7C5C-8628-A5DE8963C50C}"/>
              </a:ext>
            </a:extLst>
          </p:cNvPr>
          <p:cNvCxnSpPr>
            <a:cxnSpLocks/>
          </p:cNvCxnSpPr>
          <p:nvPr/>
        </p:nvCxnSpPr>
        <p:spPr>
          <a:xfrm>
            <a:off x="4185526" y="3089729"/>
            <a:ext cx="465085" cy="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B18F34FA-0503-6DD3-508D-1A9B9F377DDB}"/>
              </a:ext>
            </a:extLst>
          </p:cNvPr>
          <p:cNvGrpSpPr>
            <a:grpSpLocks noChangeAspect="1"/>
          </p:cNvGrpSpPr>
          <p:nvPr/>
        </p:nvGrpSpPr>
        <p:grpSpPr>
          <a:xfrm>
            <a:off x="6621386" y="1606027"/>
            <a:ext cx="720000" cy="445837"/>
            <a:chOff x="17989868" y="9893565"/>
            <a:chExt cx="1356468" cy="681326"/>
          </a:xfrm>
        </p:grpSpPr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25A15310-AEEF-D926-753E-BEF549B84D74}"/>
                </a:ext>
              </a:extLst>
            </p:cNvPr>
            <p:cNvSpPr/>
            <p:nvPr/>
          </p:nvSpPr>
          <p:spPr>
            <a:xfrm>
              <a:off x="17989868" y="10197953"/>
              <a:ext cx="175462" cy="37494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00" dirty="0"/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9A095F0F-1BA1-4A85-B9F4-A137D6ABB688}"/>
                </a:ext>
              </a:extLst>
            </p:cNvPr>
            <p:cNvSpPr/>
            <p:nvPr/>
          </p:nvSpPr>
          <p:spPr>
            <a:xfrm>
              <a:off x="18230547" y="9952230"/>
              <a:ext cx="175462" cy="61973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00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DE4979DE-23EE-BE59-450F-FE67C0B3C003}"/>
                </a:ext>
              </a:extLst>
            </p:cNvPr>
            <p:cNvSpPr/>
            <p:nvPr/>
          </p:nvSpPr>
          <p:spPr>
            <a:xfrm>
              <a:off x="18463455" y="9893565"/>
              <a:ext cx="175462" cy="68132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00"/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1E62EB32-797D-5EBE-480C-B2023C32076D}"/>
                </a:ext>
              </a:extLst>
            </p:cNvPr>
            <p:cNvSpPr/>
            <p:nvPr/>
          </p:nvSpPr>
          <p:spPr>
            <a:xfrm>
              <a:off x="19170874" y="10444025"/>
              <a:ext cx="175462" cy="12756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00"/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D51F0EAE-E4D3-8081-7712-0C45DEA32B9F}"/>
                </a:ext>
              </a:extLst>
            </p:cNvPr>
            <p:cNvSpPr/>
            <p:nvPr/>
          </p:nvSpPr>
          <p:spPr>
            <a:xfrm>
              <a:off x="18698801" y="10074888"/>
              <a:ext cx="175462" cy="49708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00"/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D2CEDCC1-9048-6C2F-C607-354B0878D4CC}"/>
                </a:ext>
              </a:extLst>
            </p:cNvPr>
            <p:cNvSpPr/>
            <p:nvPr/>
          </p:nvSpPr>
          <p:spPr>
            <a:xfrm>
              <a:off x="18930195" y="10365961"/>
              <a:ext cx="175462" cy="20562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00"/>
            </a:p>
          </p:txBody>
        </p: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D1ED5E76-B707-543F-8A06-A08E9DF09BF0}"/>
              </a:ext>
            </a:extLst>
          </p:cNvPr>
          <p:cNvGrpSpPr>
            <a:grpSpLocks noChangeAspect="1"/>
          </p:cNvGrpSpPr>
          <p:nvPr/>
        </p:nvGrpSpPr>
        <p:grpSpPr>
          <a:xfrm>
            <a:off x="6676086" y="3469183"/>
            <a:ext cx="720000" cy="341370"/>
            <a:chOff x="17989868" y="10053210"/>
            <a:chExt cx="1356468" cy="521680"/>
          </a:xfrm>
        </p:grpSpPr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4444DA8A-97C2-EB85-6916-F716E1728DAD}"/>
                </a:ext>
              </a:extLst>
            </p:cNvPr>
            <p:cNvSpPr/>
            <p:nvPr/>
          </p:nvSpPr>
          <p:spPr>
            <a:xfrm>
              <a:off x="17989868" y="10197953"/>
              <a:ext cx="175462" cy="37494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00" dirty="0"/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517E9843-F7A1-2623-454E-AA83B4F582CB}"/>
                </a:ext>
              </a:extLst>
            </p:cNvPr>
            <p:cNvSpPr/>
            <p:nvPr/>
          </p:nvSpPr>
          <p:spPr>
            <a:xfrm>
              <a:off x="18230547" y="10053210"/>
              <a:ext cx="175462" cy="51875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00"/>
            </a:p>
          </p:txBody>
        </p:sp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487BE144-4E01-D661-BB3C-1A902D4FC727}"/>
                </a:ext>
              </a:extLst>
            </p:cNvPr>
            <p:cNvSpPr/>
            <p:nvPr/>
          </p:nvSpPr>
          <p:spPr>
            <a:xfrm>
              <a:off x="18463455" y="10266047"/>
              <a:ext cx="175462" cy="30884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00"/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B059EB0D-9FA9-ED66-301F-AD7FDABBFF66}"/>
                </a:ext>
              </a:extLst>
            </p:cNvPr>
            <p:cNvSpPr/>
            <p:nvPr/>
          </p:nvSpPr>
          <p:spPr>
            <a:xfrm>
              <a:off x="19170874" y="10312821"/>
              <a:ext cx="175462" cy="258767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00"/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58EC7D54-16F7-75AB-0906-F9CCDECB0230}"/>
                </a:ext>
              </a:extLst>
            </p:cNvPr>
            <p:cNvSpPr/>
            <p:nvPr/>
          </p:nvSpPr>
          <p:spPr>
            <a:xfrm>
              <a:off x="18698801" y="10102970"/>
              <a:ext cx="175462" cy="4690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00"/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8F45E0D6-00FA-D9FE-38B2-BA4DCFBFABD3}"/>
                </a:ext>
              </a:extLst>
            </p:cNvPr>
            <p:cNvSpPr/>
            <p:nvPr/>
          </p:nvSpPr>
          <p:spPr>
            <a:xfrm>
              <a:off x="18930195" y="10378013"/>
              <a:ext cx="175462" cy="19357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00"/>
            </a:p>
          </p:txBody>
        </p:sp>
      </p:grp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9EBB99EE-F7D4-F7EE-8982-D89798239132}"/>
              </a:ext>
            </a:extLst>
          </p:cNvPr>
          <p:cNvCxnSpPr>
            <a:cxnSpLocks/>
          </p:cNvCxnSpPr>
          <p:nvPr/>
        </p:nvCxnSpPr>
        <p:spPr>
          <a:xfrm>
            <a:off x="4179343" y="3726571"/>
            <a:ext cx="2442043" cy="0"/>
          </a:xfrm>
          <a:prstGeom prst="straightConnector1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52BABF8C-14C9-A9A9-62E2-819405F8FAB8}"/>
                  </a:ext>
                </a:extLst>
              </p:cNvPr>
              <p:cNvSpPr txBox="1"/>
              <p:nvPr/>
            </p:nvSpPr>
            <p:spPr>
              <a:xfrm>
                <a:off x="4368419" y="2675546"/>
                <a:ext cx="49853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′ (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52BABF8C-14C9-A9A9-62E2-819405F8F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419" y="2675546"/>
                <a:ext cx="498534" cy="153888"/>
              </a:xfrm>
              <a:prstGeom prst="rect">
                <a:avLst/>
              </a:prstGeom>
              <a:blipFill>
                <a:blip r:embed="rId30"/>
                <a:stretch>
                  <a:fillRect l="-7407" t="-4000" r="-11111" b="-4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14D3DE76-6154-8DF6-99F5-58BCEC616E1E}"/>
              </a:ext>
            </a:extLst>
          </p:cNvPr>
          <p:cNvCxnSpPr>
            <a:cxnSpLocks/>
          </p:cNvCxnSpPr>
          <p:nvPr/>
        </p:nvCxnSpPr>
        <p:spPr>
          <a:xfrm flipV="1">
            <a:off x="6919885" y="2089497"/>
            <a:ext cx="0" cy="228728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1FF049B8-1C8F-CE9A-6000-8180834E8933}"/>
              </a:ext>
            </a:extLst>
          </p:cNvPr>
          <p:cNvCxnSpPr>
            <a:cxnSpLocks/>
          </p:cNvCxnSpPr>
          <p:nvPr/>
        </p:nvCxnSpPr>
        <p:spPr>
          <a:xfrm flipV="1">
            <a:off x="6919885" y="3141892"/>
            <a:ext cx="0" cy="292796"/>
          </a:xfrm>
          <a:prstGeom prst="straightConnector1">
            <a:avLst/>
          </a:prstGeom>
          <a:ln w="19050">
            <a:solidFill>
              <a:srgbClr val="BF9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AF184B9A-A799-3162-A2BB-503C2BB2C1FC}"/>
              </a:ext>
            </a:extLst>
          </p:cNvPr>
          <p:cNvCxnSpPr>
            <a:cxnSpLocks/>
          </p:cNvCxnSpPr>
          <p:nvPr/>
        </p:nvCxnSpPr>
        <p:spPr>
          <a:xfrm>
            <a:off x="9275699" y="3061296"/>
            <a:ext cx="402679" cy="0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headEnd type="triangl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8B9B1C24-C6BB-0164-76BD-19A406EA3993}"/>
              </a:ext>
            </a:extLst>
          </p:cNvPr>
          <p:cNvCxnSpPr>
            <a:cxnSpLocks/>
          </p:cNvCxnSpPr>
          <p:nvPr/>
        </p:nvCxnSpPr>
        <p:spPr>
          <a:xfrm flipV="1">
            <a:off x="9767378" y="2691470"/>
            <a:ext cx="0" cy="134198"/>
          </a:xfrm>
          <a:prstGeom prst="straightConnector1">
            <a:avLst/>
          </a:prstGeom>
          <a:ln w="19050">
            <a:solidFill>
              <a:srgbClr val="BF9000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7F402703-B856-2257-19A4-7CA7EDEE7C34}"/>
                  </a:ext>
                </a:extLst>
              </p:cNvPr>
              <p:cNvSpPr txBox="1"/>
              <p:nvPr/>
            </p:nvSpPr>
            <p:spPr>
              <a:xfrm>
                <a:off x="9332527" y="2716576"/>
                <a:ext cx="352661" cy="202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7F402703-B856-2257-19A4-7CA7EDEE7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2527" y="2716576"/>
                <a:ext cx="352661" cy="202235"/>
              </a:xfrm>
              <a:prstGeom prst="rect">
                <a:avLst/>
              </a:prstGeom>
              <a:blipFill>
                <a:blip r:embed="rId31"/>
                <a:stretch>
                  <a:fillRect l="-15517" t="-3030" r="-5172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27B31188-F62D-7F1E-096B-8B34CCB50DCF}"/>
              </a:ext>
            </a:extLst>
          </p:cNvPr>
          <p:cNvCxnSpPr>
            <a:cxnSpLocks/>
          </p:cNvCxnSpPr>
          <p:nvPr/>
        </p:nvCxnSpPr>
        <p:spPr>
          <a:xfrm>
            <a:off x="3283093" y="4209672"/>
            <a:ext cx="5470382" cy="0"/>
          </a:xfrm>
          <a:prstGeom prst="straightConnector1">
            <a:avLst/>
          </a:prstGeom>
          <a:ln w="19050">
            <a:solidFill>
              <a:srgbClr val="BF9000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D1CED043-01B7-37FD-6DBD-5F06AB01711F}"/>
              </a:ext>
            </a:extLst>
          </p:cNvPr>
          <p:cNvCxnSpPr>
            <a:cxnSpLocks/>
          </p:cNvCxnSpPr>
          <p:nvPr/>
        </p:nvCxnSpPr>
        <p:spPr>
          <a:xfrm flipV="1">
            <a:off x="3283093" y="3985710"/>
            <a:ext cx="0" cy="215291"/>
          </a:xfrm>
          <a:prstGeom prst="straightConnector1">
            <a:avLst/>
          </a:prstGeom>
          <a:ln w="19050">
            <a:solidFill>
              <a:srgbClr val="BF9000"/>
            </a:solidFill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1FF51F63-439A-5367-DC18-E296DBC03A19}"/>
              </a:ext>
            </a:extLst>
          </p:cNvPr>
          <p:cNvCxnSpPr>
            <a:cxnSpLocks/>
          </p:cNvCxnSpPr>
          <p:nvPr/>
        </p:nvCxnSpPr>
        <p:spPr>
          <a:xfrm>
            <a:off x="700563" y="4341962"/>
            <a:ext cx="4242031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0DF956FB-7DA5-BA82-B775-F3B9F1963031}"/>
              </a:ext>
            </a:extLst>
          </p:cNvPr>
          <p:cNvCxnSpPr>
            <a:cxnSpLocks/>
          </p:cNvCxnSpPr>
          <p:nvPr/>
        </p:nvCxnSpPr>
        <p:spPr>
          <a:xfrm>
            <a:off x="4974733" y="4341962"/>
            <a:ext cx="4884266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06B40F39-C80E-C8A5-296F-07002B95E662}"/>
                  </a:ext>
                </a:extLst>
              </p:cNvPr>
              <p:cNvSpPr txBox="1"/>
              <p:nvPr/>
            </p:nvSpPr>
            <p:spPr>
              <a:xfrm>
                <a:off x="4568202" y="2911672"/>
                <a:ext cx="478218" cy="293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𝒑𝒐</m:t>
                          </m:r>
                        </m:sub>
                      </m:sSub>
                    </m:oMath>
                  </m:oMathPara>
                </a14:m>
                <a:endParaRPr lang="zh-CN" altLang="en-US" sz="1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06B40F39-C80E-C8A5-296F-07002B95E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202" y="2911672"/>
                <a:ext cx="478218" cy="293607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object 330">
            <a:extLst>
              <a:ext uri="{FF2B5EF4-FFF2-40B4-BE49-F238E27FC236}">
                <a16:creationId xmlns:a16="http://schemas.microsoft.com/office/drawing/2014/main" id="{CA6FFC37-C7B9-7178-6F55-35C56DDCE919}"/>
              </a:ext>
            </a:extLst>
          </p:cNvPr>
          <p:cNvSpPr txBox="1"/>
          <p:nvPr/>
        </p:nvSpPr>
        <p:spPr>
          <a:xfrm>
            <a:off x="8574273" y="1645708"/>
            <a:ext cx="790695" cy="16049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6370" marR="5080" indent="-154305">
              <a:lnSpc>
                <a:spcPct val="103000"/>
              </a:lnSpc>
              <a:spcBef>
                <a:spcPts val="90"/>
              </a:spcBef>
            </a:pPr>
            <a:r>
              <a:rPr lang="en-US" sz="1000" b="1" spc="-10" dirty="0">
                <a:latin typeface="Times New Roman"/>
                <a:cs typeface="Times New Roman"/>
              </a:rPr>
              <a:t>T</a:t>
            </a:r>
            <a:r>
              <a:rPr sz="1000" b="1" spc="-10" dirty="0">
                <a:latin typeface="Times New Roman"/>
                <a:cs typeface="Times New Roman"/>
              </a:rPr>
              <a:t>raining </a:t>
            </a:r>
            <a:r>
              <a:rPr lang="en-US" sz="1000" b="1" spc="-25" dirty="0">
                <a:latin typeface="Times New Roman"/>
                <a:cs typeface="Times New Roman"/>
              </a:rPr>
              <a:t>S</a:t>
            </a:r>
            <a:r>
              <a:rPr sz="1000" b="1" spc="-25" dirty="0">
                <a:latin typeface="Times New Roman"/>
                <a:cs typeface="Times New Roman"/>
              </a:rPr>
              <a:t>et</a:t>
            </a:r>
            <a:endParaRPr sz="1000" b="1" dirty="0">
              <a:latin typeface="Times New Roman"/>
              <a:cs typeface="Times New Roman"/>
            </a:endParaRPr>
          </a:p>
        </p:txBody>
      </p:sp>
      <p:pic>
        <p:nvPicPr>
          <p:cNvPr id="152" name="object 316">
            <a:extLst>
              <a:ext uri="{FF2B5EF4-FFF2-40B4-BE49-F238E27FC236}">
                <a16:creationId xmlns:a16="http://schemas.microsoft.com/office/drawing/2014/main" id="{A74DC5B0-C75A-44C8-808F-1601CBD039C1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461921" y="1945835"/>
            <a:ext cx="197283" cy="377136"/>
          </a:xfrm>
          <a:prstGeom prst="rect">
            <a:avLst/>
          </a:prstGeom>
        </p:spPr>
      </p:pic>
      <p:pic>
        <p:nvPicPr>
          <p:cNvPr id="153" name="object 315">
            <a:extLst>
              <a:ext uri="{FF2B5EF4-FFF2-40B4-BE49-F238E27FC236}">
                <a16:creationId xmlns:a16="http://schemas.microsoft.com/office/drawing/2014/main" id="{F1812DC5-2BAE-14E5-8BE2-4A99D83DFF06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974770" y="2048085"/>
            <a:ext cx="199256" cy="375269"/>
          </a:xfrm>
          <a:prstGeom prst="rect">
            <a:avLst/>
          </a:prstGeom>
        </p:spPr>
      </p:pic>
      <p:pic>
        <p:nvPicPr>
          <p:cNvPr id="154" name="object 317">
            <a:extLst>
              <a:ext uri="{FF2B5EF4-FFF2-40B4-BE49-F238E27FC236}">
                <a16:creationId xmlns:a16="http://schemas.microsoft.com/office/drawing/2014/main" id="{C9CBB689-5348-3B45-6398-CF47595111EE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026983" y="1901862"/>
            <a:ext cx="197283" cy="375269"/>
          </a:xfrm>
          <a:prstGeom prst="rect">
            <a:avLst/>
          </a:prstGeom>
        </p:spPr>
      </p:pic>
      <p:pic>
        <p:nvPicPr>
          <p:cNvPr id="155" name="object 320">
            <a:extLst>
              <a:ext uri="{FF2B5EF4-FFF2-40B4-BE49-F238E27FC236}">
                <a16:creationId xmlns:a16="http://schemas.microsoft.com/office/drawing/2014/main" id="{6E55582E-1B46-8216-F5C9-8A7675BD7733}"/>
              </a:ext>
            </a:extLst>
          </p:cNvPr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160343" y="2103115"/>
            <a:ext cx="197283" cy="377136"/>
          </a:xfrm>
          <a:prstGeom prst="rect">
            <a:avLst/>
          </a:prstGeom>
        </p:spPr>
      </p:pic>
      <p:pic>
        <p:nvPicPr>
          <p:cNvPr id="156" name="object 322">
            <a:extLst>
              <a:ext uri="{FF2B5EF4-FFF2-40B4-BE49-F238E27FC236}">
                <a16:creationId xmlns:a16="http://schemas.microsoft.com/office/drawing/2014/main" id="{619B1773-7AC0-B817-AB69-9AF691F2959A}"/>
              </a:ext>
            </a:extLst>
          </p:cNvPr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227993" y="1963659"/>
            <a:ext cx="199256" cy="377136"/>
          </a:xfrm>
          <a:prstGeom prst="rect">
            <a:avLst/>
          </a:prstGeom>
        </p:spPr>
      </p:pic>
      <p:pic>
        <p:nvPicPr>
          <p:cNvPr id="157" name="object 311">
            <a:extLst>
              <a:ext uri="{FF2B5EF4-FFF2-40B4-BE49-F238E27FC236}">
                <a16:creationId xmlns:a16="http://schemas.microsoft.com/office/drawing/2014/main" id="{0FFA9E89-C69F-FE3D-8488-57D56D057B50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29213" y="2020986"/>
            <a:ext cx="199256" cy="375269"/>
          </a:xfrm>
          <a:prstGeom prst="rect">
            <a:avLst/>
          </a:prstGeom>
        </p:spPr>
      </p:pic>
      <p:sp>
        <p:nvSpPr>
          <p:cNvPr id="158" name="椭圆 157">
            <a:extLst>
              <a:ext uri="{FF2B5EF4-FFF2-40B4-BE49-F238E27FC236}">
                <a16:creationId xmlns:a16="http://schemas.microsoft.com/office/drawing/2014/main" id="{10843744-C41C-FCE7-2654-74C22D083E85}"/>
              </a:ext>
            </a:extLst>
          </p:cNvPr>
          <p:cNvSpPr/>
          <p:nvPr/>
        </p:nvSpPr>
        <p:spPr>
          <a:xfrm>
            <a:off x="8889286" y="1913866"/>
            <a:ext cx="53943" cy="5394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椭圆 158">
            <a:extLst>
              <a:ext uri="{FF2B5EF4-FFF2-40B4-BE49-F238E27FC236}">
                <a16:creationId xmlns:a16="http://schemas.microsoft.com/office/drawing/2014/main" id="{C86F0F7A-6D1C-4539-F90F-C5545782EFC0}"/>
              </a:ext>
            </a:extLst>
          </p:cNvPr>
          <p:cNvSpPr/>
          <p:nvPr/>
        </p:nvSpPr>
        <p:spPr>
          <a:xfrm>
            <a:off x="9065876" y="1903205"/>
            <a:ext cx="53943" cy="5394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椭圆 159">
            <a:extLst>
              <a:ext uri="{FF2B5EF4-FFF2-40B4-BE49-F238E27FC236}">
                <a16:creationId xmlns:a16="http://schemas.microsoft.com/office/drawing/2014/main" id="{F46580B0-9208-3108-B9C8-FAFC7C06EAA1}"/>
              </a:ext>
            </a:extLst>
          </p:cNvPr>
          <p:cNvSpPr/>
          <p:nvPr/>
        </p:nvSpPr>
        <p:spPr>
          <a:xfrm>
            <a:off x="9360897" y="1880174"/>
            <a:ext cx="53943" cy="5394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椭圆 160">
            <a:extLst>
              <a:ext uri="{FF2B5EF4-FFF2-40B4-BE49-F238E27FC236}">
                <a16:creationId xmlns:a16="http://schemas.microsoft.com/office/drawing/2014/main" id="{F897C331-D521-E976-3757-B7870F73A1A2}"/>
              </a:ext>
            </a:extLst>
          </p:cNvPr>
          <p:cNvSpPr/>
          <p:nvPr/>
        </p:nvSpPr>
        <p:spPr>
          <a:xfrm>
            <a:off x="9292754" y="1966395"/>
            <a:ext cx="53943" cy="5394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椭圆 161">
            <a:extLst>
              <a:ext uri="{FF2B5EF4-FFF2-40B4-BE49-F238E27FC236}">
                <a16:creationId xmlns:a16="http://schemas.microsoft.com/office/drawing/2014/main" id="{75492A29-C16A-96B2-B201-5BEF1D6AF879}"/>
              </a:ext>
            </a:extLst>
          </p:cNvPr>
          <p:cNvSpPr/>
          <p:nvPr/>
        </p:nvSpPr>
        <p:spPr>
          <a:xfrm>
            <a:off x="9547144" y="1950562"/>
            <a:ext cx="53943" cy="5394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3" name="组合 162">
            <a:extLst>
              <a:ext uri="{FF2B5EF4-FFF2-40B4-BE49-F238E27FC236}">
                <a16:creationId xmlns:a16="http://schemas.microsoft.com/office/drawing/2014/main" id="{D95D729D-5EF4-33B8-D075-BD563802A4CA}"/>
              </a:ext>
            </a:extLst>
          </p:cNvPr>
          <p:cNvGrpSpPr/>
          <p:nvPr/>
        </p:nvGrpSpPr>
        <p:grpSpPr>
          <a:xfrm>
            <a:off x="7894228" y="3386339"/>
            <a:ext cx="1934096" cy="675136"/>
            <a:chOff x="4920511" y="2237854"/>
            <a:chExt cx="1819209" cy="675136"/>
          </a:xfrm>
        </p:grpSpPr>
        <p:grpSp>
          <p:nvGrpSpPr>
            <p:cNvPr id="164" name="组合 163">
              <a:extLst>
                <a:ext uri="{FF2B5EF4-FFF2-40B4-BE49-F238E27FC236}">
                  <a16:creationId xmlns:a16="http://schemas.microsoft.com/office/drawing/2014/main" id="{976EF3BA-3043-F6AD-B119-DBB452F95E76}"/>
                </a:ext>
              </a:extLst>
            </p:cNvPr>
            <p:cNvGrpSpPr/>
            <p:nvPr/>
          </p:nvGrpSpPr>
          <p:grpSpPr>
            <a:xfrm>
              <a:off x="4920511" y="2237854"/>
              <a:ext cx="1819209" cy="675136"/>
              <a:chOff x="2698045" y="4832471"/>
              <a:chExt cx="1819209" cy="675136"/>
            </a:xfrm>
          </p:grpSpPr>
          <p:sp>
            <p:nvSpPr>
              <p:cNvPr id="166" name="矩形 165">
                <a:extLst>
                  <a:ext uri="{FF2B5EF4-FFF2-40B4-BE49-F238E27FC236}">
                    <a16:creationId xmlns:a16="http://schemas.microsoft.com/office/drawing/2014/main" id="{02964D54-5A72-0291-1055-12DAAAE42DA4}"/>
                  </a:ext>
                </a:extLst>
              </p:cNvPr>
              <p:cNvSpPr/>
              <p:nvPr/>
            </p:nvSpPr>
            <p:spPr>
              <a:xfrm>
                <a:off x="2698045" y="4832471"/>
                <a:ext cx="1819209" cy="675136"/>
              </a:xfrm>
              <a:prstGeom prst="rect">
                <a:avLst/>
              </a:prstGeom>
              <a:solidFill>
                <a:srgbClr val="F2F2F2"/>
              </a:solidFill>
              <a:ln w="19050">
                <a:solidFill>
                  <a:srgbClr val="C9B8A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立方体 166">
                <a:extLst>
                  <a:ext uri="{FF2B5EF4-FFF2-40B4-BE49-F238E27FC236}">
                    <a16:creationId xmlns:a16="http://schemas.microsoft.com/office/drawing/2014/main" id="{804F968F-526B-3A2D-4846-936AF1AFD98D}"/>
                  </a:ext>
                </a:extLst>
              </p:cNvPr>
              <p:cNvSpPr/>
              <p:nvPr/>
            </p:nvSpPr>
            <p:spPr>
              <a:xfrm>
                <a:off x="3228835" y="4924692"/>
                <a:ext cx="145837" cy="492976"/>
              </a:xfrm>
              <a:prstGeom prst="cube">
                <a:avLst>
                  <a:gd name="adj" fmla="val 33081"/>
                </a:avLst>
              </a:prstGeom>
              <a:solidFill>
                <a:srgbClr val="D9ECF5"/>
              </a:solidFill>
              <a:ln w="190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立方体 167">
                <a:extLst>
                  <a:ext uri="{FF2B5EF4-FFF2-40B4-BE49-F238E27FC236}">
                    <a16:creationId xmlns:a16="http://schemas.microsoft.com/office/drawing/2014/main" id="{FF5DBD26-533F-8967-0769-F169AC544A96}"/>
                  </a:ext>
                </a:extLst>
              </p:cNvPr>
              <p:cNvSpPr/>
              <p:nvPr/>
            </p:nvSpPr>
            <p:spPr>
              <a:xfrm>
                <a:off x="3437203" y="4924319"/>
                <a:ext cx="145837" cy="492976"/>
              </a:xfrm>
              <a:prstGeom prst="cube">
                <a:avLst>
                  <a:gd name="adj" fmla="val 33081"/>
                </a:avLst>
              </a:prstGeom>
              <a:solidFill>
                <a:srgbClr val="E0E8F5"/>
              </a:solidFill>
              <a:ln w="190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立方体 168">
                <a:extLst>
                  <a:ext uri="{FF2B5EF4-FFF2-40B4-BE49-F238E27FC236}">
                    <a16:creationId xmlns:a16="http://schemas.microsoft.com/office/drawing/2014/main" id="{F31A6DD5-0286-E147-53C0-30044B0CB91C}"/>
                  </a:ext>
                </a:extLst>
              </p:cNvPr>
              <p:cNvSpPr/>
              <p:nvPr/>
            </p:nvSpPr>
            <p:spPr>
              <a:xfrm>
                <a:off x="3651684" y="4924319"/>
                <a:ext cx="145837" cy="492976"/>
              </a:xfrm>
              <a:prstGeom prst="cube">
                <a:avLst>
                  <a:gd name="adj" fmla="val 33081"/>
                </a:avLst>
              </a:prstGeom>
              <a:solidFill>
                <a:srgbClr val="9DC3E6"/>
              </a:solidFill>
              <a:ln w="190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object 237">
                <a:extLst>
                  <a:ext uri="{FF2B5EF4-FFF2-40B4-BE49-F238E27FC236}">
                    <a16:creationId xmlns:a16="http://schemas.microsoft.com/office/drawing/2014/main" id="{52DF99B8-5E2F-BDEA-617C-82440C7D7CFF}"/>
                  </a:ext>
                </a:extLst>
              </p:cNvPr>
              <p:cNvSpPr txBox="1"/>
              <p:nvPr/>
            </p:nvSpPr>
            <p:spPr>
              <a:xfrm>
                <a:off x="3825712" y="5015993"/>
                <a:ext cx="163195" cy="201337"/>
              </a:xfrm>
              <a:prstGeom prst="rect">
                <a:avLst/>
              </a:prstGeom>
            </p:spPr>
            <p:txBody>
              <a:bodyPr vert="horz" wrap="square" lIns="0" tIns="1651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30"/>
                  </a:spcBef>
                </a:pPr>
                <a:r>
                  <a:rPr sz="1200" b="1" i="1" spc="30" dirty="0">
                    <a:latin typeface="Times New Roman"/>
                    <a:cs typeface="Times New Roman"/>
                  </a:rPr>
                  <a:t>…</a:t>
                </a:r>
                <a:endParaRPr sz="120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171" name="立方体 170">
                <a:extLst>
                  <a:ext uri="{FF2B5EF4-FFF2-40B4-BE49-F238E27FC236}">
                    <a16:creationId xmlns:a16="http://schemas.microsoft.com/office/drawing/2014/main" id="{51DC84CD-2534-1B0F-774B-05DB7319F4E6}"/>
                  </a:ext>
                </a:extLst>
              </p:cNvPr>
              <p:cNvSpPr/>
              <p:nvPr/>
            </p:nvSpPr>
            <p:spPr>
              <a:xfrm>
                <a:off x="4040161" y="4919507"/>
                <a:ext cx="145837" cy="492976"/>
              </a:xfrm>
              <a:prstGeom prst="cube">
                <a:avLst>
                  <a:gd name="adj" fmla="val 33081"/>
                </a:avLst>
              </a:prstGeom>
              <a:solidFill>
                <a:srgbClr val="589AD6"/>
              </a:solidFill>
              <a:ln w="190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立方体 171">
                <a:extLst>
                  <a:ext uri="{FF2B5EF4-FFF2-40B4-BE49-F238E27FC236}">
                    <a16:creationId xmlns:a16="http://schemas.microsoft.com/office/drawing/2014/main" id="{0982F5BE-AA93-6AF4-EBE6-31624A0E3DF4}"/>
                  </a:ext>
                </a:extLst>
              </p:cNvPr>
              <p:cNvSpPr/>
              <p:nvPr/>
            </p:nvSpPr>
            <p:spPr>
              <a:xfrm>
                <a:off x="4248529" y="4919134"/>
                <a:ext cx="145837" cy="492976"/>
              </a:xfrm>
              <a:prstGeom prst="cube">
                <a:avLst>
                  <a:gd name="adj" fmla="val 33081"/>
                </a:avLst>
              </a:prstGeom>
              <a:solidFill>
                <a:srgbClr val="61D6FF"/>
              </a:solidFill>
              <a:ln w="190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5" name="object 245">
              <a:extLst>
                <a:ext uri="{FF2B5EF4-FFF2-40B4-BE49-F238E27FC236}">
                  <a16:creationId xmlns:a16="http://schemas.microsoft.com/office/drawing/2014/main" id="{B6EE18C7-EF39-6DE4-C20F-90ADA91E113B}"/>
                </a:ext>
              </a:extLst>
            </p:cNvPr>
            <p:cNvSpPr/>
            <p:nvPr/>
          </p:nvSpPr>
          <p:spPr>
            <a:xfrm>
              <a:off x="5626711" y="2284578"/>
              <a:ext cx="214168" cy="581139"/>
            </a:xfrm>
            <a:custGeom>
              <a:avLst/>
              <a:gdLst/>
              <a:ahLst/>
              <a:cxnLst/>
              <a:rect l="l" t="t" r="r" b="b"/>
              <a:pathLst>
                <a:path w="113030" h="439420">
                  <a:moveTo>
                    <a:pt x="0" y="0"/>
                  </a:moveTo>
                  <a:lnTo>
                    <a:pt x="112775" y="0"/>
                  </a:lnTo>
                  <a:lnTo>
                    <a:pt x="112775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3FFBB85A-F60A-3027-8E14-DD9CDB5C5016}"/>
              </a:ext>
            </a:extLst>
          </p:cNvPr>
          <p:cNvCxnSpPr>
            <a:cxnSpLocks/>
          </p:cNvCxnSpPr>
          <p:nvPr/>
        </p:nvCxnSpPr>
        <p:spPr>
          <a:xfrm flipV="1">
            <a:off x="8741530" y="4013914"/>
            <a:ext cx="0" cy="187087"/>
          </a:xfrm>
          <a:prstGeom prst="straightConnector1">
            <a:avLst/>
          </a:prstGeom>
          <a:ln w="19050">
            <a:solidFill>
              <a:srgbClr val="BF9000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object 262">
            <a:extLst>
              <a:ext uri="{FF2B5EF4-FFF2-40B4-BE49-F238E27FC236}">
                <a16:creationId xmlns:a16="http://schemas.microsoft.com/office/drawing/2014/main" id="{2886AC29-6342-153D-7702-D584776B6428}"/>
              </a:ext>
            </a:extLst>
          </p:cNvPr>
          <p:cNvSpPr txBox="1"/>
          <p:nvPr/>
        </p:nvSpPr>
        <p:spPr>
          <a:xfrm>
            <a:off x="7936337" y="3543432"/>
            <a:ext cx="494774" cy="3163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0645" marR="5080" indent="-68580">
              <a:lnSpc>
                <a:spcPct val="102499"/>
              </a:lnSpc>
              <a:spcBef>
                <a:spcPts val="90"/>
              </a:spcBef>
            </a:pPr>
            <a:r>
              <a:rPr lang="en-US" sz="1000" b="1" spc="-10" dirty="0">
                <a:latin typeface="Times New Roman"/>
                <a:cs typeface="Times New Roman"/>
              </a:rPr>
              <a:t>M</a:t>
            </a:r>
            <a:r>
              <a:rPr sz="1000" b="1" spc="-10" dirty="0">
                <a:latin typeface="Times New Roman"/>
                <a:cs typeface="Times New Roman"/>
              </a:rPr>
              <a:t>emory</a:t>
            </a:r>
            <a:r>
              <a:rPr sz="1000" b="1" spc="500" dirty="0">
                <a:latin typeface="Times New Roman"/>
                <a:cs typeface="Times New Roman"/>
              </a:rPr>
              <a:t> </a:t>
            </a:r>
            <a:r>
              <a:rPr lang="en-US" sz="1000" b="1" spc="-20" dirty="0">
                <a:latin typeface="Times New Roman"/>
                <a:cs typeface="Times New Roman"/>
              </a:rPr>
              <a:t>B</a:t>
            </a:r>
            <a:r>
              <a:rPr sz="1000" b="1" spc="-20" dirty="0">
                <a:latin typeface="Times New Roman"/>
                <a:cs typeface="Times New Roman"/>
              </a:rPr>
              <a:t>ank</a:t>
            </a:r>
            <a:endParaRPr sz="1000" b="1" dirty="0">
              <a:latin typeface="Times New Roman"/>
              <a:cs typeface="Times New Roman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82644FA-1F0E-6EE4-FBD0-0627B5CFE9D8}"/>
              </a:ext>
            </a:extLst>
          </p:cNvPr>
          <p:cNvSpPr txBox="1"/>
          <p:nvPr/>
        </p:nvSpPr>
        <p:spPr>
          <a:xfrm>
            <a:off x="396391" y="4680251"/>
            <a:ext cx="95445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一个大框的情况下</a:t>
            </a:r>
            <a:endParaRPr lang="en-US" altLang="zh-CN" sz="4800" b="1" dirty="0">
              <a:solidFill>
                <a:srgbClr val="C00000"/>
              </a:solidFill>
              <a:latin typeface="方正卡通_GBK" panose="03000509000000000000" pitchFamily="65" charset="-122"/>
              <a:ea typeface="方正卡通_GBK" panose="03000509000000000000" pitchFamily="65" charset="-122"/>
            </a:endParaRPr>
          </a:p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可以去背景框更清爽</a:t>
            </a:r>
          </a:p>
        </p:txBody>
      </p:sp>
    </p:spTree>
    <p:extLst>
      <p:ext uri="{BB962C8B-B14F-4D97-AF65-F5344CB8AC3E}">
        <p14:creationId xmlns:p14="http://schemas.microsoft.com/office/powerpoint/2010/main" val="929234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组合 318">
            <a:extLst>
              <a:ext uri="{FF2B5EF4-FFF2-40B4-BE49-F238E27FC236}">
                <a16:creationId xmlns:a16="http://schemas.microsoft.com/office/drawing/2014/main" id="{4ADB876A-FCAA-6639-682B-A37594AFBC3F}"/>
              </a:ext>
            </a:extLst>
          </p:cNvPr>
          <p:cNvGrpSpPr/>
          <p:nvPr/>
        </p:nvGrpSpPr>
        <p:grpSpPr>
          <a:xfrm>
            <a:off x="7894503" y="5807176"/>
            <a:ext cx="1740839" cy="1762807"/>
            <a:chOff x="6257037" y="1039239"/>
            <a:chExt cx="1740839" cy="1762807"/>
          </a:xfrm>
        </p:grpSpPr>
        <p:sp>
          <p:nvSpPr>
            <p:cNvPr id="320" name="椭圆 319">
              <a:extLst>
                <a:ext uri="{FF2B5EF4-FFF2-40B4-BE49-F238E27FC236}">
                  <a16:creationId xmlns:a16="http://schemas.microsoft.com/office/drawing/2014/main" id="{A461AA4D-D16D-A005-BB78-C51BF758D3F3}"/>
                </a:ext>
              </a:extLst>
            </p:cNvPr>
            <p:cNvSpPr/>
            <p:nvPr/>
          </p:nvSpPr>
          <p:spPr>
            <a:xfrm rot="1764146">
              <a:off x="6257037" y="1039239"/>
              <a:ext cx="1740839" cy="174083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21" name="组合 320">
              <a:extLst>
                <a:ext uri="{FF2B5EF4-FFF2-40B4-BE49-F238E27FC236}">
                  <a16:creationId xmlns:a16="http://schemas.microsoft.com/office/drawing/2014/main" id="{46B9E681-D13A-CA5C-E30D-258857AE7C14}"/>
                </a:ext>
              </a:extLst>
            </p:cNvPr>
            <p:cNvGrpSpPr/>
            <p:nvPr/>
          </p:nvGrpSpPr>
          <p:grpSpPr>
            <a:xfrm>
              <a:off x="6379276" y="1168152"/>
              <a:ext cx="1607576" cy="1633894"/>
              <a:chOff x="6132809" y="782409"/>
              <a:chExt cx="1607576" cy="1633894"/>
            </a:xfrm>
          </p:grpSpPr>
          <p:grpSp>
            <p:nvGrpSpPr>
              <p:cNvPr id="322" name="组合 321">
                <a:extLst>
                  <a:ext uri="{FF2B5EF4-FFF2-40B4-BE49-F238E27FC236}">
                    <a16:creationId xmlns:a16="http://schemas.microsoft.com/office/drawing/2014/main" id="{75FE81C9-767D-4628-D493-0433B3EDC9CB}"/>
                  </a:ext>
                </a:extLst>
              </p:cNvPr>
              <p:cNvGrpSpPr/>
              <p:nvPr/>
            </p:nvGrpSpPr>
            <p:grpSpPr>
              <a:xfrm rot="1764146">
                <a:off x="6973477" y="782409"/>
                <a:ext cx="474362" cy="459293"/>
                <a:chOff x="5922096" y="1883181"/>
                <a:chExt cx="474362" cy="459293"/>
              </a:xfrm>
            </p:grpSpPr>
            <p:sp>
              <p:nvSpPr>
                <p:cNvPr id="360" name="椭圆 359">
                  <a:extLst>
                    <a:ext uri="{FF2B5EF4-FFF2-40B4-BE49-F238E27FC236}">
                      <a16:creationId xmlns:a16="http://schemas.microsoft.com/office/drawing/2014/main" id="{208D45F2-3530-06CE-0AE9-C3C46BF381D8}"/>
                    </a:ext>
                  </a:extLst>
                </p:cNvPr>
                <p:cNvSpPr/>
                <p:nvPr/>
              </p:nvSpPr>
              <p:spPr>
                <a:xfrm>
                  <a:off x="5922096" y="1883181"/>
                  <a:ext cx="125622" cy="125622"/>
                </a:xfrm>
                <a:prstGeom prst="ellipse">
                  <a:avLst/>
                </a:prstGeom>
                <a:solidFill>
                  <a:srgbClr val="B5DE9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1" name="椭圆 360">
                  <a:extLst>
                    <a:ext uri="{FF2B5EF4-FFF2-40B4-BE49-F238E27FC236}">
                      <a16:creationId xmlns:a16="http://schemas.microsoft.com/office/drawing/2014/main" id="{110166E5-C265-83D1-C733-690BEBFD3560}"/>
                    </a:ext>
                  </a:extLst>
                </p:cNvPr>
                <p:cNvSpPr/>
                <p:nvPr/>
              </p:nvSpPr>
              <p:spPr>
                <a:xfrm>
                  <a:off x="6026703" y="2216852"/>
                  <a:ext cx="125622" cy="125622"/>
                </a:xfrm>
                <a:prstGeom prst="ellipse">
                  <a:avLst/>
                </a:prstGeom>
                <a:solidFill>
                  <a:srgbClr val="B5DE9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62" name="椭圆 361">
                  <a:extLst>
                    <a:ext uri="{FF2B5EF4-FFF2-40B4-BE49-F238E27FC236}">
                      <a16:creationId xmlns:a16="http://schemas.microsoft.com/office/drawing/2014/main" id="{7E0A248A-41DA-5C45-8C4A-624D317BE1D7}"/>
                    </a:ext>
                  </a:extLst>
                </p:cNvPr>
                <p:cNvSpPr/>
                <p:nvPr/>
              </p:nvSpPr>
              <p:spPr>
                <a:xfrm>
                  <a:off x="6270836" y="2018655"/>
                  <a:ext cx="125622" cy="125622"/>
                </a:xfrm>
                <a:prstGeom prst="ellipse">
                  <a:avLst/>
                </a:prstGeom>
                <a:solidFill>
                  <a:srgbClr val="B5DE9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3" name="椭圆 362">
                  <a:extLst>
                    <a:ext uri="{FF2B5EF4-FFF2-40B4-BE49-F238E27FC236}">
                      <a16:creationId xmlns:a16="http://schemas.microsoft.com/office/drawing/2014/main" id="{7B3FF87E-344B-ED19-9EBB-FE367BE2499A}"/>
                    </a:ext>
                  </a:extLst>
                </p:cNvPr>
                <p:cNvSpPr/>
                <p:nvPr/>
              </p:nvSpPr>
              <p:spPr>
                <a:xfrm>
                  <a:off x="6071784" y="2019673"/>
                  <a:ext cx="125622" cy="125622"/>
                </a:xfrm>
                <a:prstGeom prst="ellipse">
                  <a:avLst/>
                </a:prstGeom>
                <a:solidFill>
                  <a:srgbClr val="B5DE99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64" name="直接连接符 363">
                  <a:extLst>
                    <a:ext uri="{FF2B5EF4-FFF2-40B4-BE49-F238E27FC236}">
                      <a16:creationId xmlns:a16="http://schemas.microsoft.com/office/drawing/2014/main" id="{554639C5-64E2-B5E1-80E6-5AAAB8F09485}"/>
                    </a:ext>
                  </a:extLst>
                </p:cNvPr>
                <p:cNvCxnSpPr>
                  <a:cxnSpLocks/>
                  <a:stCxn id="360" idx="5"/>
                  <a:endCxn id="363" idx="1"/>
                </p:cNvCxnSpPr>
                <p:nvPr/>
              </p:nvCxnSpPr>
              <p:spPr>
                <a:xfrm>
                  <a:off x="6029321" y="1990406"/>
                  <a:ext cx="60860" cy="4766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5" name="直接连接符 364">
                  <a:extLst>
                    <a:ext uri="{FF2B5EF4-FFF2-40B4-BE49-F238E27FC236}">
                      <a16:creationId xmlns:a16="http://schemas.microsoft.com/office/drawing/2014/main" id="{0497690F-E61C-1063-B173-513BBD4C6B8E}"/>
                    </a:ext>
                  </a:extLst>
                </p:cNvPr>
                <p:cNvCxnSpPr>
                  <a:cxnSpLocks/>
                  <a:stCxn id="363" idx="6"/>
                  <a:endCxn id="362" idx="2"/>
                </p:cNvCxnSpPr>
                <p:nvPr/>
              </p:nvCxnSpPr>
              <p:spPr>
                <a:xfrm flipV="1">
                  <a:off x="6197406" y="2081466"/>
                  <a:ext cx="73430" cy="101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6" name="直接连接符 365">
                  <a:extLst>
                    <a:ext uri="{FF2B5EF4-FFF2-40B4-BE49-F238E27FC236}">
                      <a16:creationId xmlns:a16="http://schemas.microsoft.com/office/drawing/2014/main" id="{D052EE0F-1603-BB9E-8DC0-B3B455319870}"/>
                    </a:ext>
                  </a:extLst>
                </p:cNvPr>
                <p:cNvCxnSpPr>
                  <a:cxnSpLocks/>
                  <a:stCxn id="361" idx="0"/>
                  <a:endCxn id="363" idx="3"/>
                </p:cNvCxnSpPr>
                <p:nvPr/>
              </p:nvCxnSpPr>
              <p:spPr>
                <a:xfrm flipV="1">
                  <a:off x="6067476" y="2132856"/>
                  <a:ext cx="44743" cy="7803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23" name="组合 322">
                <a:extLst>
                  <a:ext uri="{FF2B5EF4-FFF2-40B4-BE49-F238E27FC236}">
                    <a16:creationId xmlns:a16="http://schemas.microsoft.com/office/drawing/2014/main" id="{DDD58296-8F1C-118F-D67E-0FFD53E83C9A}"/>
                  </a:ext>
                </a:extLst>
              </p:cNvPr>
              <p:cNvGrpSpPr/>
              <p:nvPr/>
            </p:nvGrpSpPr>
            <p:grpSpPr>
              <a:xfrm rot="1764146">
                <a:off x="6423479" y="787482"/>
                <a:ext cx="535907" cy="493436"/>
                <a:chOff x="6737036" y="1575777"/>
                <a:chExt cx="535907" cy="493436"/>
              </a:xfrm>
            </p:grpSpPr>
            <p:sp>
              <p:nvSpPr>
                <p:cNvPr id="353" name="椭圆 352">
                  <a:extLst>
                    <a:ext uri="{FF2B5EF4-FFF2-40B4-BE49-F238E27FC236}">
                      <a16:creationId xmlns:a16="http://schemas.microsoft.com/office/drawing/2014/main" id="{6CB970ED-B886-D5A2-D716-98ED06BC0492}"/>
                    </a:ext>
                  </a:extLst>
                </p:cNvPr>
                <p:cNvSpPr/>
                <p:nvPr/>
              </p:nvSpPr>
              <p:spPr>
                <a:xfrm>
                  <a:off x="7147321" y="1688918"/>
                  <a:ext cx="125622" cy="125622"/>
                </a:xfrm>
                <a:prstGeom prst="ellipse">
                  <a:avLst/>
                </a:prstGeom>
                <a:solidFill>
                  <a:srgbClr val="B5DE9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4" name="椭圆 353">
                  <a:extLst>
                    <a:ext uri="{FF2B5EF4-FFF2-40B4-BE49-F238E27FC236}">
                      <a16:creationId xmlns:a16="http://schemas.microsoft.com/office/drawing/2014/main" id="{3D8C1ED4-8970-0A11-082F-25594B62CA97}"/>
                    </a:ext>
                  </a:extLst>
                </p:cNvPr>
                <p:cNvSpPr/>
                <p:nvPr/>
              </p:nvSpPr>
              <p:spPr>
                <a:xfrm>
                  <a:off x="6737036" y="1943591"/>
                  <a:ext cx="125622" cy="125622"/>
                </a:xfrm>
                <a:prstGeom prst="ellipse">
                  <a:avLst/>
                </a:prstGeom>
                <a:solidFill>
                  <a:srgbClr val="B5DE9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5" name="椭圆 354">
                  <a:extLst>
                    <a:ext uri="{FF2B5EF4-FFF2-40B4-BE49-F238E27FC236}">
                      <a16:creationId xmlns:a16="http://schemas.microsoft.com/office/drawing/2014/main" id="{AE5E9DA3-FC02-6455-ED6C-F968F4858544}"/>
                    </a:ext>
                  </a:extLst>
                </p:cNvPr>
                <p:cNvSpPr/>
                <p:nvPr/>
              </p:nvSpPr>
              <p:spPr>
                <a:xfrm>
                  <a:off x="6747824" y="1575777"/>
                  <a:ext cx="125622" cy="125622"/>
                </a:xfrm>
                <a:prstGeom prst="ellipse">
                  <a:avLst/>
                </a:prstGeom>
                <a:solidFill>
                  <a:srgbClr val="B5DE9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6" name="椭圆 355">
                  <a:extLst>
                    <a:ext uri="{FF2B5EF4-FFF2-40B4-BE49-F238E27FC236}">
                      <a16:creationId xmlns:a16="http://schemas.microsoft.com/office/drawing/2014/main" id="{DFC16889-AFA8-D85A-2963-E5FCA44E7B9B}"/>
                    </a:ext>
                  </a:extLst>
                </p:cNvPr>
                <p:cNvSpPr/>
                <p:nvPr/>
              </p:nvSpPr>
              <p:spPr>
                <a:xfrm>
                  <a:off x="6835116" y="1745174"/>
                  <a:ext cx="125622" cy="125622"/>
                </a:xfrm>
                <a:prstGeom prst="ellipse">
                  <a:avLst/>
                </a:prstGeom>
                <a:solidFill>
                  <a:srgbClr val="B5DE99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57" name="直接连接符 356">
                  <a:extLst>
                    <a:ext uri="{FF2B5EF4-FFF2-40B4-BE49-F238E27FC236}">
                      <a16:creationId xmlns:a16="http://schemas.microsoft.com/office/drawing/2014/main" id="{706EEC52-EA05-76B6-4494-2041E21EB012}"/>
                    </a:ext>
                  </a:extLst>
                </p:cNvPr>
                <p:cNvCxnSpPr>
                  <a:cxnSpLocks/>
                  <a:stCxn id="355" idx="4"/>
                  <a:endCxn id="356" idx="1"/>
                </p:cNvCxnSpPr>
                <p:nvPr/>
              </p:nvCxnSpPr>
              <p:spPr>
                <a:xfrm>
                  <a:off x="6810635" y="1701399"/>
                  <a:ext cx="42878" cy="6217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8" name="直接连接符 357">
                  <a:extLst>
                    <a:ext uri="{FF2B5EF4-FFF2-40B4-BE49-F238E27FC236}">
                      <a16:creationId xmlns:a16="http://schemas.microsoft.com/office/drawing/2014/main" id="{E6B9938D-D1E7-553E-07FB-515C0B3891D7}"/>
                    </a:ext>
                  </a:extLst>
                </p:cNvPr>
                <p:cNvCxnSpPr>
                  <a:cxnSpLocks/>
                  <a:stCxn id="356" idx="3"/>
                  <a:endCxn id="354" idx="0"/>
                </p:cNvCxnSpPr>
                <p:nvPr/>
              </p:nvCxnSpPr>
              <p:spPr>
                <a:xfrm flipH="1">
                  <a:off x="6799847" y="1852399"/>
                  <a:ext cx="53666" cy="9119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9" name="直接连接符 358">
                  <a:extLst>
                    <a:ext uri="{FF2B5EF4-FFF2-40B4-BE49-F238E27FC236}">
                      <a16:creationId xmlns:a16="http://schemas.microsoft.com/office/drawing/2014/main" id="{1A2EA80B-28A0-B9EE-9617-B046A2D28573}"/>
                    </a:ext>
                  </a:extLst>
                </p:cNvPr>
                <p:cNvCxnSpPr>
                  <a:cxnSpLocks/>
                  <a:stCxn id="356" idx="6"/>
                  <a:endCxn id="353" idx="2"/>
                </p:cNvCxnSpPr>
                <p:nvPr/>
              </p:nvCxnSpPr>
              <p:spPr>
                <a:xfrm rot="19835854">
                  <a:off x="6958946" y="1758561"/>
                  <a:ext cx="190167" cy="4259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4" name="直接箭头连接符 323">
                <a:extLst>
                  <a:ext uri="{FF2B5EF4-FFF2-40B4-BE49-F238E27FC236}">
                    <a16:creationId xmlns:a16="http://schemas.microsoft.com/office/drawing/2014/main" id="{F9B205E0-8590-C245-10C8-CA8F99BA5C46}"/>
                  </a:ext>
                </a:extLst>
              </p:cNvPr>
              <p:cNvCxnSpPr>
                <a:cxnSpLocks/>
                <a:stCxn id="356" idx="7"/>
              </p:cNvCxnSpPr>
              <p:nvPr/>
            </p:nvCxnSpPr>
            <p:spPr>
              <a:xfrm flipV="1">
                <a:off x="6665782" y="948942"/>
                <a:ext cx="221196" cy="3167"/>
              </a:xfrm>
              <a:prstGeom prst="straightConnector1">
                <a:avLst/>
              </a:prstGeom>
              <a:ln w="12700" cmpd="sng">
                <a:solidFill>
                  <a:srgbClr val="C00000">
                    <a:alpha val="50000"/>
                  </a:srgbClr>
                </a:solidFill>
                <a:prstDash val="solid"/>
                <a:headEnd type="none" w="sm" len="sm"/>
                <a:tailEnd type="arrow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直接箭头连接符 324">
                <a:extLst>
                  <a:ext uri="{FF2B5EF4-FFF2-40B4-BE49-F238E27FC236}">
                    <a16:creationId xmlns:a16="http://schemas.microsoft.com/office/drawing/2014/main" id="{B3505416-8049-90A2-5E93-C38930DBC5BA}"/>
                  </a:ext>
                </a:extLst>
              </p:cNvPr>
              <p:cNvCxnSpPr>
                <a:cxnSpLocks/>
                <a:stCxn id="363" idx="2"/>
              </p:cNvCxnSpPr>
              <p:nvPr/>
            </p:nvCxnSpPr>
            <p:spPr>
              <a:xfrm flipH="1">
                <a:off x="6886978" y="942667"/>
                <a:ext cx="262353" cy="6275"/>
              </a:xfrm>
              <a:prstGeom prst="straightConnector1">
                <a:avLst/>
              </a:prstGeom>
              <a:ln w="12700" cmpd="sng">
                <a:solidFill>
                  <a:srgbClr val="C00000">
                    <a:alpha val="50000"/>
                  </a:srgbClr>
                </a:solidFill>
                <a:prstDash val="solid"/>
                <a:headEnd type="none" w="sm" len="sm"/>
                <a:tailEnd type="arrow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直接箭头连接符 325">
                <a:extLst>
                  <a:ext uri="{FF2B5EF4-FFF2-40B4-BE49-F238E27FC236}">
                    <a16:creationId xmlns:a16="http://schemas.microsoft.com/office/drawing/2014/main" id="{98D01FB5-B851-86BD-4A89-BE36D83F20C0}"/>
                  </a:ext>
                </a:extLst>
              </p:cNvPr>
              <p:cNvCxnSpPr>
                <a:cxnSpLocks/>
                <a:endCxn id="356" idx="4"/>
              </p:cNvCxnSpPr>
              <p:nvPr/>
            </p:nvCxnSpPr>
            <p:spPr>
              <a:xfrm flipV="1">
                <a:off x="6430298" y="1023719"/>
                <a:ext cx="144150" cy="822621"/>
              </a:xfrm>
              <a:prstGeom prst="straightConnector1">
                <a:avLst/>
              </a:prstGeom>
              <a:ln w="12700" cmpd="sng">
                <a:solidFill>
                  <a:srgbClr val="C00000">
                    <a:alpha val="50000"/>
                  </a:srgbClr>
                </a:solidFill>
                <a:prstDash val="solid"/>
                <a:headEnd type="arrow" w="sm" len="sm"/>
                <a:tailEnd type="arrow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直接箭头连接符 326">
                <a:extLst>
                  <a:ext uri="{FF2B5EF4-FFF2-40B4-BE49-F238E27FC236}">
                    <a16:creationId xmlns:a16="http://schemas.microsoft.com/office/drawing/2014/main" id="{D927298C-DD11-1E70-587E-FABE34CE9983}"/>
                  </a:ext>
                </a:extLst>
              </p:cNvPr>
              <p:cNvCxnSpPr>
                <a:cxnSpLocks/>
                <a:stCxn id="349" idx="1"/>
                <a:endCxn id="356" idx="5"/>
              </p:cNvCxnSpPr>
              <p:nvPr/>
            </p:nvCxnSpPr>
            <p:spPr>
              <a:xfrm flipH="1" flipV="1">
                <a:off x="6622173" y="1029496"/>
                <a:ext cx="403687" cy="1045647"/>
              </a:xfrm>
              <a:prstGeom prst="straightConnector1">
                <a:avLst/>
              </a:prstGeom>
              <a:ln w="12700" cmpd="sng">
                <a:solidFill>
                  <a:srgbClr val="C00000">
                    <a:alpha val="50000"/>
                  </a:srgbClr>
                </a:solidFill>
                <a:prstDash val="solid"/>
                <a:headEnd type="arrow" w="sm" len="sm"/>
                <a:tailEnd type="arrow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直接箭头连接符 327">
                <a:extLst>
                  <a:ext uri="{FF2B5EF4-FFF2-40B4-BE49-F238E27FC236}">
                    <a16:creationId xmlns:a16="http://schemas.microsoft.com/office/drawing/2014/main" id="{780B0C14-697B-C25D-5FC9-C89A2EE755D4}"/>
                  </a:ext>
                </a:extLst>
              </p:cNvPr>
              <p:cNvCxnSpPr>
                <a:cxnSpLocks/>
                <a:stCxn id="342" idx="2"/>
                <a:endCxn id="356" idx="6"/>
              </p:cNvCxnSpPr>
              <p:nvPr/>
            </p:nvCxnSpPr>
            <p:spPr>
              <a:xfrm flipH="1" flipV="1">
                <a:off x="6660005" y="999834"/>
                <a:ext cx="758478" cy="604919"/>
              </a:xfrm>
              <a:prstGeom prst="straightConnector1">
                <a:avLst/>
              </a:prstGeom>
              <a:ln w="12700" cmpd="sng">
                <a:solidFill>
                  <a:srgbClr val="C00000">
                    <a:alpha val="50000"/>
                  </a:srgbClr>
                </a:solidFill>
                <a:prstDash val="solid"/>
                <a:headEnd type="arrow" w="sm" len="sm"/>
                <a:tailEnd type="arrow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9" name="组合 328">
                <a:extLst>
                  <a:ext uri="{FF2B5EF4-FFF2-40B4-BE49-F238E27FC236}">
                    <a16:creationId xmlns:a16="http://schemas.microsoft.com/office/drawing/2014/main" id="{EF75F921-5D3F-7310-30A6-F31415E959F2}"/>
                  </a:ext>
                </a:extLst>
              </p:cNvPr>
              <p:cNvGrpSpPr/>
              <p:nvPr/>
            </p:nvGrpSpPr>
            <p:grpSpPr>
              <a:xfrm rot="1764146">
                <a:off x="6846060" y="1863132"/>
                <a:ext cx="475917" cy="553171"/>
                <a:chOff x="6697923" y="1514690"/>
                <a:chExt cx="475917" cy="553171"/>
              </a:xfrm>
            </p:grpSpPr>
            <p:sp>
              <p:nvSpPr>
                <p:cNvPr id="346" name="椭圆 345">
                  <a:extLst>
                    <a:ext uri="{FF2B5EF4-FFF2-40B4-BE49-F238E27FC236}">
                      <a16:creationId xmlns:a16="http://schemas.microsoft.com/office/drawing/2014/main" id="{9FA04C09-520D-FE40-5CB0-FBED9884B9BB}"/>
                    </a:ext>
                  </a:extLst>
                </p:cNvPr>
                <p:cNvSpPr/>
                <p:nvPr/>
              </p:nvSpPr>
              <p:spPr>
                <a:xfrm>
                  <a:off x="7048218" y="1719974"/>
                  <a:ext cx="125622" cy="125622"/>
                </a:xfrm>
                <a:prstGeom prst="ellipse">
                  <a:avLst/>
                </a:prstGeom>
                <a:solidFill>
                  <a:srgbClr val="A8D0F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7" name="椭圆 346">
                  <a:extLst>
                    <a:ext uri="{FF2B5EF4-FFF2-40B4-BE49-F238E27FC236}">
                      <a16:creationId xmlns:a16="http://schemas.microsoft.com/office/drawing/2014/main" id="{B639ABC9-6BB6-2ABC-4770-00D3D5DF2649}"/>
                    </a:ext>
                  </a:extLst>
                </p:cNvPr>
                <p:cNvSpPr/>
                <p:nvPr/>
              </p:nvSpPr>
              <p:spPr>
                <a:xfrm>
                  <a:off x="6697923" y="1942239"/>
                  <a:ext cx="125622" cy="125622"/>
                </a:xfrm>
                <a:prstGeom prst="ellipse">
                  <a:avLst/>
                </a:prstGeom>
                <a:solidFill>
                  <a:srgbClr val="A8D0F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8" name="椭圆 347">
                  <a:extLst>
                    <a:ext uri="{FF2B5EF4-FFF2-40B4-BE49-F238E27FC236}">
                      <a16:creationId xmlns:a16="http://schemas.microsoft.com/office/drawing/2014/main" id="{88F7E0C0-C8C5-59B8-A629-30C88C659F4E}"/>
                    </a:ext>
                  </a:extLst>
                </p:cNvPr>
                <p:cNvSpPr/>
                <p:nvPr/>
              </p:nvSpPr>
              <p:spPr>
                <a:xfrm>
                  <a:off x="6846289" y="1514690"/>
                  <a:ext cx="125622" cy="125622"/>
                </a:xfrm>
                <a:prstGeom prst="ellipse">
                  <a:avLst/>
                </a:prstGeom>
                <a:solidFill>
                  <a:srgbClr val="A8D0F4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9" name="椭圆 348">
                  <a:extLst>
                    <a:ext uri="{FF2B5EF4-FFF2-40B4-BE49-F238E27FC236}">
                      <a16:creationId xmlns:a16="http://schemas.microsoft.com/office/drawing/2014/main" id="{9B92E143-2B1A-A6E3-BFDD-5B9762560628}"/>
                    </a:ext>
                  </a:extLst>
                </p:cNvPr>
                <p:cNvSpPr/>
                <p:nvPr/>
              </p:nvSpPr>
              <p:spPr>
                <a:xfrm>
                  <a:off x="6835116" y="1745174"/>
                  <a:ext cx="125622" cy="125622"/>
                </a:xfrm>
                <a:prstGeom prst="ellipse">
                  <a:avLst/>
                </a:prstGeom>
                <a:solidFill>
                  <a:srgbClr val="A8D0F4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50" name="直接连接符 349">
                  <a:extLst>
                    <a:ext uri="{FF2B5EF4-FFF2-40B4-BE49-F238E27FC236}">
                      <a16:creationId xmlns:a16="http://schemas.microsoft.com/office/drawing/2014/main" id="{A87268D3-194B-3998-656B-7BFEBC1A02B9}"/>
                    </a:ext>
                  </a:extLst>
                </p:cNvPr>
                <p:cNvCxnSpPr>
                  <a:cxnSpLocks/>
                  <a:stCxn id="348" idx="4"/>
                  <a:endCxn id="349" idx="0"/>
                </p:cNvCxnSpPr>
                <p:nvPr/>
              </p:nvCxnSpPr>
              <p:spPr>
                <a:xfrm rot="19835854" flipH="1">
                  <a:off x="6872906" y="1649809"/>
                  <a:ext cx="61215" cy="8586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1" name="直接连接符 350">
                  <a:extLst>
                    <a:ext uri="{FF2B5EF4-FFF2-40B4-BE49-F238E27FC236}">
                      <a16:creationId xmlns:a16="http://schemas.microsoft.com/office/drawing/2014/main" id="{9C41F778-6A9E-D9B7-6752-2878E6D1B22A}"/>
                    </a:ext>
                  </a:extLst>
                </p:cNvPr>
                <p:cNvCxnSpPr>
                  <a:cxnSpLocks/>
                  <a:stCxn id="349" idx="3"/>
                  <a:endCxn id="347" idx="7"/>
                </p:cNvCxnSpPr>
                <p:nvPr/>
              </p:nvCxnSpPr>
              <p:spPr>
                <a:xfrm rot="19835854" flipH="1">
                  <a:off x="6781694" y="1871243"/>
                  <a:ext cx="95273" cy="7055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2" name="直接连接符 351">
                  <a:extLst>
                    <a:ext uri="{FF2B5EF4-FFF2-40B4-BE49-F238E27FC236}">
                      <a16:creationId xmlns:a16="http://schemas.microsoft.com/office/drawing/2014/main" id="{B398C0DA-9F35-D6B7-5C10-C94264FC577B}"/>
                    </a:ext>
                  </a:extLst>
                </p:cNvPr>
                <p:cNvCxnSpPr>
                  <a:cxnSpLocks/>
                  <a:stCxn id="349" idx="6"/>
                  <a:endCxn id="346" idx="2"/>
                </p:cNvCxnSpPr>
                <p:nvPr/>
              </p:nvCxnSpPr>
              <p:spPr>
                <a:xfrm rot="19835854">
                  <a:off x="6960186" y="1784888"/>
                  <a:ext cx="88583" cy="2099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0" name="组合 329">
                <a:extLst>
                  <a:ext uri="{FF2B5EF4-FFF2-40B4-BE49-F238E27FC236}">
                    <a16:creationId xmlns:a16="http://schemas.microsoft.com/office/drawing/2014/main" id="{47C4C60B-DC6C-D46F-6E65-738B1D113126}"/>
                  </a:ext>
                </a:extLst>
              </p:cNvPr>
              <p:cNvGrpSpPr/>
              <p:nvPr/>
            </p:nvGrpSpPr>
            <p:grpSpPr>
              <a:xfrm rot="1764146">
                <a:off x="7327900" y="1372773"/>
                <a:ext cx="412485" cy="534886"/>
                <a:chOff x="6747045" y="1514656"/>
                <a:chExt cx="412485" cy="534886"/>
              </a:xfrm>
            </p:grpSpPr>
            <p:sp>
              <p:nvSpPr>
                <p:cNvPr id="339" name="椭圆 338">
                  <a:extLst>
                    <a:ext uri="{FF2B5EF4-FFF2-40B4-BE49-F238E27FC236}">
                      <a16:creationId xmlns:a16="http://schemas.microsoft.com/office/drawing/2014/main" id="{8A598439-F0E6-2CE2-84EB-31580D0A2329}"/>
                    </a:ext>
                  </a:extLst>
                </p:cNvPr>
                <p:cNvSpPr/>
                <p:nvPr/>
              </p:nvSpPr>
              <p:spPr>
                <a:xfrm>
                  <a:off x="7033908" y="1786533"/>
                  <a:ext cx="125622" cy="125622"/>
                </a:xfrm>
                <a:prstGeom prst="ellipse">
                  <a:avLst/>
                </a:prstGeom>
                <a:solidFill>
                  <a:srgbClr val="5C8C3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40" name="椭圆 339">
                  <a:extLst>
                    <a:ext uri="{FF2B5EF4-FFF2-40B4-BE49-F238E27FC236}">
                      <a16:creationId xmlns:a16="http://schemas.microsoft.com/office/drawing/2014/main" id="{A6D933E6-0110-76DA-E6B0-DBCC3EE14EDF}"/>
                    </a:ext>
                  </a:extLst>
                </p:cNvPr>
                <p:cNvSpPr/>
                <p:nvPr/>
              </p:nvSpPr>
              <p:spPr>
                <a:xfrm>
                  <a:off x="6747045" y="1923920"/>
                  <a:ext cx="125622" cy="125622"/>
                </a:xfrm>
                <a:prstGeom prst="ellipse">
                  <a:avLst/>
                </a:prstGeom>
                <a:solidFill>
                  <a:srgbClr val="5C8C3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1" name="椭圆 340">
                  <a:extLst>
                    <a:ext uri="{FF2B5EF4-FFF2-40B4-BE49-F238E27FC236}">
                      <a16:creationId xmlns:a16="http://schemas.microsoft.com/office/drawing/2014/main" id="{EA4F80DD-C5C7-19C4-A87C-0C9B5092F5B6}"/>
                    </a:ext>
                  </a:extLst>
                </p:cNvPr>
                <p:cNvSpPr/>
                <p:nvPr/>
              </p:nvSpPr>
              <p:spPr>
                <a:xfrm>
                  <a:off x="6799050" y="1514656"/>
                  <a:ext cx="125622" cy="125622"/>
                </a:xfrm>
                <a:prstGeom prst="ellipse">
                  <a:avLst/>
                </a:prstGeom>
                <a:solidFill>
                  <a:srgbClr val="5C8C3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2" name="椭圆 341">
                  <a:extLst>
                    <a:ext uri="{FF2B5EF4-FFF2-40B4-BE49-F238E27FC236}">
                      <a16:creationId xmlns:a16="http://schemas.microsoft.com/office/drawing/2014/main" id="{74F1F2AC-7B24-27C4-4F5C-8499F0190A40}"/>
                    </a:ext>
                  </a:extLst>
                </p:cNvPr>
                <p:cNvSpPr/>
                <p:nvPr/>
              </p:nvSpPr>
              <p:spPr>
                <a:xfrm>
                  <a:off x="6835116" y="1745174"/>
                  <a:ext cx="125622" cy="125622"/>
                </a:xfrm>
                <a:prstGeom prst="ellipse">
                  <a:avLst/>
                </a:prstGeom>
                <a:solidFill>
                  <a:srgbClr val="5C8C3C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43" name="直接连接符 342">
                  <a:extLst>
                    <a:ext uri="{FF2B5EF4-FFF2-40B4-BE49-F238E27FC236}">
                      <a16:creationId xmlns:a16="http://schemas.microsoft.com/office/drawing/2014/main" id="{4268A600-20A2-F7FD-5F43-8BBA8FCECB37}"/>
                    </a:ext>
                  </a:extLst>
                </p:cNvPr>
                <p:cNvCxnSpPr>
                  <a:cxnSpLocks/>
                  <a:stCxn id="341" idx="4"/>
                  <a:endCxn id="342" idx="0"/>
                </p:cNvCxnSpPr>
                <p:nvPr/>
              </p:nvCxnSpPr>
              <p:spPr>
                <a:xfrm rot="19835854" flipH="1">
                  <a:off x="6869855" y="1638181"/>
                  <a:ext cx="20079" cy="10909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4" name="直接连接符 343">
                  <a:extLst>
                    <a:ext uri="{FF2B5EF4-FFF2-40B4-BE49-F238E27FC236}">
                      <a16:creationId xmlns:a16="http://schemas.microsoft.com/office/drawing/2014/main" id="{6A817BBB-98B9-D1C1-7777-446327BDF737}"/>
                    </a:ext>
                  </a:extLst>
                </p:cNvPr>
                <p:cNvCxnSpPr>
                  <a:cxnSpLocks/>
                  <a:stCxn id="342" idx="4"/>
                  <a:endCxn id="340" idx="7"/>
                </p:cNvCxnSpPr>
                <p:nvPr/>
              </p:nvCxnSpPr>
              <p:spPr>
                <a:xfrm rot="19835854" flipH="1">
                  <a:off x="6839526" y="1886119"/>
                  <a:ext cx="73146" cy="408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5" name="直接连接符 344">
                  <a:extLst>
                    <a:ext uri="{FF2B5EF4-FFF2-40B4-BE49-F238E27FC236}">
                      <a16:creationId xmlns:a16="http://schemas.microsoft.com/office/drawing/2014/main" id="{E07EB113-24CB-078A-B57E-40C4A7FD05F9}"/>
                    </a:ext>
                  </a:extLst>
                </p:cNvPr>
                <p:cNvCxnSpPr>
                  <a:cxnSpLocks/>
                  <a:stCxn id="342" idx="6"/>
                  <a:endCxn id="339" idx="2"/>
                </p:cNvCxnSpPr>
                <p:nvPr/>
              </p:nvCxnSpPr>
              <p:spPr>
                <a:xfrm rot="19835854">
                  <a:off x="6975604" y="1792687"/>
                  <a:ext cx="43439" cy="7195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1" name="组合 330">
                <a:extLst>
                  <a:ext uri="{FF2B5EF4-FFF2-40B4-BE49-F238E27FC236}">
                    <a16:creationId xmlns:a16="http://schemas.microsoft.com/office/drawing/2014/main" id="{F593E5E1-50CF-5437-871D-7AA35D69F879}"/>
                  </a:ext>
                </a:extLst>
              </p:cNvPr>
              <p:cNvGrpSpPr/>
              <p:nvPr/>
            </p:nvGrpSpPr>
            <p:grpSpPr>
              <a:xfrm rot="1764146">
                <a:off x="6132809" y="1679401"/>
                <a:ext cx="493864" cy="464563"/>
                <a:chOff x="6617749" y="1585285"/>
                <a:chExt cx="493864" cy="464563"/>
              </a:xfrm>
            </p:grpSpPr>
            <p:sp>
              <p:nvSpPr>
                <p:cNvPr id="332" name="椭圆 331">
                  <a:extLst>
                    <a:ext uri="{FF2B5EF4-FFF2-40B4-BE49-F238E27FC236}">
                      <a16:creationId xmlns:a16="http://schemas.microsoft.com/office/drawing/2014/main" id="{ED5DDB44-4DBA-4999-C090-6DCF4253B3A5}"/>
                    </a:ext>
                  </a:extLst>
                </p:cNvPr>
                <p:cNvSpPr/>
                <p:nvPr/>
              </p:nvSpPr>
              <p:spPr>
                <a:xfrm>
                  <a:off x="6985991" y="1924226"/>
                  <a:ext cx="125622" cy="125622"/>
                </a:xfrm>
                <a:prstGeom prst="ellipse">
                  <a:avLst/>
                </a:prstGeom>
                <a:solidFill>
                  <a:srgbClr val="337D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3" name="椭圆 332">
                  <a:extLst>
                    <a:ext uri="{FF2B5EF4-FFF2-40B4-BE49-F238E27FC236}">
                      <a16:creationId xmlns:a16="http://schemas.microsoft.com/office/drawing/2014/main" id="{A678D553-7560-EE2F-6714-CB468E51C89B}"/>
                    </a:ext>
                  </a:extLst>
                </p:cNvPr>
                <p:cNvSpPr/>
                <p:nvPr/>
              </p:nvSpPr>
              <p:spPr>
                <a:xfrm>
                  <a:off x="6617749" y="1839891"/>
                  <a:ext cx="125622" cy="125622"/>
                </a:xfrm>
                <a:prstGeom prst="ellipse">
                  <a:avLst/>
                </a:prstGeom>
                <a:solidFill>
                  <a:srgbClr val="337D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4" name="椭圆 333">
                  <a:extLst>
                    <a:ext uri="{FF2B5EF4-FFF2-40B4-BE49-F238E27FC236}">
                      <a16:creationId xmlns:a16="http://schemas.microsoft.com/office/drawing/2014/main" id="{65EB3E0D-1666-1D5C-4EB1-ADD043CC5E59}"/>
                    </a:ext>
                  </a:extLst>
                </p:cNvPr>
                <p:cNvSpPr/>
                <p:nvPr/>
              </p:nvSpPr>
              <p:spPr>
                <a:xfrm>
                  <a:off x="6973426" y="1585285"/>
                  <a:ext cx="125622" cy="125622"/>
                </a:xfrm>
                <a:prstGeom prst="ellipse">
                  <a:avLst/>
                </a:prstGeom>
                <a:solidFill>
                  <a:srgbClr val="337DC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5" name="椭圆 334">
                  <a:extLst>
                    <a:ext uri="{FF2B5EF4-FFF2-40B4-BE49-F238E27FC236}">
                      <a16:creationId xmlns:a16="http://schemas.microsoft.com/office/drawing/2014/main" id="{FA7979BA-6265-2922-4E57-837468F22C75}"/>
                    </a:ext>
                  </a:extLst>
                </p:cNvPr>
                <p:cNvSpPr/>
                <p:nvPr/>
              </p:nvSpPr>
              <p:spPr>
                <a:xfrm>
                  <a:off x="6835116" y="1745174"/>
                  <a:ext cx="125622" cy="125622"/>
                </a:xfrm>
                <a:prstGeom prst="ellipse">
                  <a:avLst/>
                </a:prstGeom>
                <a:solidFill>
                  <a:srgbClr val="337DC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36" name="直接连接符 335">
                  <a:extLst>
                    <a:ext uri="{FF2B5EF4-FFF2-40B4-BE49-F238E27FC236}">
                      <a16:creationId xmlns:a16="http://schemas.microsoft.com/office/drawing/2014/main" id="{980A5181-2F26-2800-A225-0AA6EB5DB636}"/>
                    </a:ext>
                  </a:extLst>
                </p:cNvPr>
                <p:cNvCxnSpPr>
                  <a:cxnSpLocks/>
                  <a:stCxn id="334" idx="3"/>
                  <a:endCxn id="335" idx="7"/>
                </p:cNvCxnSpPr>
                <p:nvPr/>
              </p:nvCxnSpPr>
              <p:spPr>
                <a:xfrm rot="19835854" flipH="1">
                  <a:off x="6928085" y="1709234"/>
                  <a:ext cx="77994" cy="3761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7" name="直接连接符 336">
                  <a:extLst>
                    <a:ext uri="{FF2B5EF4-FFF2-40B4-BE49-F238E27FC236}">
                      <a16:creationId xmlns:a16="http://schemas.microsoft.com/office/drawing/2014/main" id="{36B94606-EECC-0703-380B-DD74BBDB9EB9}"/>
                    </a:ext>
                  </a:extLst>
                </p:cNvPr>
                <p:cNvCxnSpPr>
                  <a:cxnSpLocks/>
                  <a:stCxn id="335" idx="3"/>
                  <a:endCxn id="333" idx="6"/>
                </p:cNvCxnSpPr>
                <p:nvPr/>
              </p:nvCxnSpPr>
              <p:spPr>
                <a:xfrm rot="19835854" flipH="1" flipV="1">
                  <a:off x="6738117" y="1872425"/>
                  <a:ext cx="120650" cy="1025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8" name="直接连接符 337">
                  <a:extLst>
                    <a:ext uri="{FF2B5EF4-FFF2-40B4-BE49-F238E27FC236}">
                      <a16:creationId xmlns:a16="http://schemas.microsoft.com/office/drawing/2014/main" id="{B4E35D0A-8201-38C7-046C-70856E8CFAB6}"/>
                    </a:ext>
                  </a:extLst>
                </p:cNvPr>
                <p:cNvCxnSpPr>
                  <a:cxnSpLocks/>
                  <a:stCxn id="335" idx="5"/>
                  <a:endCxn id="332" idx="1"/>
                </p:cNvCxnSpPr>
                <p:nvPr/>
              </p:nvCxnSpPr>
              <p:spPr>
                <a:xfrm rot="19835854">
                  <a:off x="6968485" y="1842979"/>
                  <a:ext cx="9759" cy="10906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67" name="组合 366">
            <a:extLst>
              <a:ext uri="{FF2B5EF4-FFF2-40B4-BE49-F238E27FC236}">
                <a16:creationId xmlns:a16="http://schemas.microsoft.com/office/drawing/2014/main" id="{67BE43B5-0855-AF95-89C9-3C91BD104680}"/>
              </a:ext>
            </a:extLst>
          </p:cNvPr>
          <p:cNvGrpSpPr/>
          <p:nvPr/>
        </p:nvGrpSpPr>
        <p:grpSpPr>
          <a:xfrm>
            <a:off x="10816851" y="6467561"/>
            <a:ext cx="236522" cy="1674258"/>
            <a:chOff x="5482684" y="3807096"/>
            <a:chExt cx="236522" cy="1674258"/>
          </a:xfrm>
        </p:grpSpPr>
        <p:sp>
          <p:nvSpPr>
            <p:cNvPr id="368" name="矩形: 圆角 367">
              <a:extLst>
                <a:ext uri="{FF2B5EF4-FFF2-40B4-BE49-F238E27FC236}">
                  <a16:creationId xmlns:a16="http://schemas.microsoft.com/office/drawing/2014/main" id="{93236C9F-C24A-F967-B47E-7DDD223E1059}"/>
                </a:ext>
              </a:extLst>
            </p:cNvPr>
            <p:cNvSpPr/>
            <p:nvPr/>
          </p:nvSpPr>
          <p:spPr>
            <a:xfrm>
              <a:off x="5482684" y="3807096"/>
              <a:ext cx="236522" cy="1674258"/>
            </a:xfrm>
            <a:prstGeom prst="roundRect">
              <a:avLst>
                <a:gd name="adj" fmla="val 0"/>
              </a:avLst>
            </a:prstGeom>
            <a:solidFill>
              <a:srgbClr val="F6F6F7"/>
            </a:solidFill>
            <a:ln w="190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6350" h="63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48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9" name="椭圆 368">
              <a:extLst>
                <a:ext uri="{FF2B5EF4-FFF2-40B4-BE49-F238E27FC236}">
                  <a16:creationId xmlns:a16="http://schemas.microsoft.com/office/drawing/2014/main" id="{D2A54D38-6A44-4126-2332-F32C31C4ED55}"/>
                </a:ext>
              </a:extLst>
            </p:cNvPr>
            <p:cNvSpPr/>
            <p:nvPr/>
          </p:nvSpPr>
          <p:spPr>
            <a:xfrm>
              <a:off x="5528766" y="4065027"/>
              <a:ext cx="144000" cy="144000"/>
            </a:xfrm>
            <a:prstGeom prst="ellipse">
              <a:avLst/>
            </a:prstGeom>
            <a:solidFill>
              <a:srgbClr val="79B94F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370" name="椭圆 369">
              <a:extLst>
                <a:ext uri="{FF2B5EF4-FFF2-40B4-BE49-F238E27FC236}">
                  <a16:creationId xmlns:a16="http://schemas.microsoft.com/office/drawing/2014/main" id="{F321F44F-2B31-E8B6-1734-886630CDA7E4}"/>
                </a:ext>
              </a:extLst>
            </p:cNvPr>
            <p:cNvSpPr/>
            <p:nvPr/>
          </p:nvSpPr>
          <p:spPr>
            <a:xfrm>
              <a:off x="5528766" y="4268031"/>
              <a:ext cx="144000" cy="144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371" name="椭圆 370">
              <a:extLst>
                <a:ext uri="{FF2B5EF4-FFF2-40B4-BE49-F238E27FC236}">
                  <a16:creationId xmlns:a16="http://schemas.microsoft.com/office/drawing/2014/main" id="{981AB2F0-EF01-18BF-75B8-2095F6B5100D}"/>
                </a:ext>
              </a:extLst>
            </p:cNvPr>
            <p:cNvSpPr/>
            <p:nvPr/>
          </p:nvSpPr>
          <p:spPr>
            <a:xfrm>
              <a:off x="5528766" y="4471035"/>
              <a:ext cx="144000" cy="144000"/>
            </a:xfrm>
            <a:prstGeom prst="ellipse">
              <a:avLst/>
            </a:prstGeom>
            <a:solidFill>
              <a:srgbClr val="B5DE99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372" name="椭圆 371">
              <a:extLst>
                <a:ext uri="{FF2B5EF4-FFF2-40B4-BE49-F238E27FC236}">
                  <a16:creationId xmlns:a16="http://schemas.microsoft.com/office/drawing/2014/main" id="{D289B958-907C-308D-6DE0-69F33070F136}"/>
                </a:ext>
              </a:extLst>
            </p:cNvPr>
            <p:cNvSpPr/>
            <p:nvPr/>
          </p:nvSpPr>
          <p:spPr>
            <a:xfrm>
              <a:off x="5528766" y="4674039"/>
              <a:ext cx="144000" cy="144000"/>
            </a:xfrm>
            <a:prstGeom prst="ellipse">
              <a:avLst/>
            </a:prstGeom>
            <a:solidFill>
              <a:srgbClr val="A8D0F4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373" name="椭圆 372">
              <a:extLst>
                <a:ext uri="{FF2B5EF4-FFF2-40B4-BE49-F238E27FC236}">
                  <a16:creationId xmlns:a16="http://schemas.microsoft.com/office/drawing/2014/main" id="{6C210E97-FCCC-DCEF-9C9E-80AC1AD6CCDC}"/>
                </a:ext>
              </a:extLst>
            </p:cNvPr>
            <p:cNvSpPr/>
            <p:nvPr/>
          </p:nvSpPr>
          <p:spPr>
            <a:xfrm>
              <a:off x="5528766" y="4877043"/>
              <a:ext cx="144000" cy="144000"/>
            </a:xfrm>
            <a:prstGeom prst="ellipse">
              <a:avLst/>
            </a:prstGeom>
            <a:solidFill>
              <a:srgbClr val="64A6E2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374" name="椭圆 373">
              <a:extLst>
                <a:ext uri="{FF2B5EF4-FFF2-40B4-BE49-F238E27FC236}">
                  <a16:creationId xmlns:a16="http://schemas.microsoft.com/office/drawing/2014/main" id="{B757D3D5-EAFA-DF99-11C7-2ED5056916C2}"/>
                </a:ext>
              </a:extLst>
            </p:cNvPr>
            <p:cNvSpPr/>
            <p:nvPr/>
          </p:nvSpPr>
          <p:spPr>
            <a:xfrm>
              <a:off x="5528766" y="5080047"/>
              <a:ext cx="144000" cy="144000"/>
            </a:xfrm>
            <a:prstGeom prst="ellipse">
              <a:avLst/>
            </a:prstGeom>
            <a:solidFill>
              <a:srgbClr val="629ED4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375" name="椭圆 374">
              <a:extLst>
                <a:ext uri="{FF2B5EF4-FFF2-40B4-BE49-F238E27FC236}">
                  <a16:creationId xmlns:a16="http://schemas.microsoft.com/office/drawing/2014/main" id="{8A35979D-26D0-49FE-9E38-83C28D91FABE}"/>
                </a:ext>
              </a:extLst>
            </p:cNvPr>
            <p:cNvSpPr/>
            <p:nvPr/>
          </p:nvSpPr>
          <p:spPr>
            <a:xfrm>
              <a:off x="5528766" y="5283052"/>
              <a:ext cx="144000" cy="144000"/>
            </a:xfrm>
            <a:prstGeom prst="ellipse">
              <a:avLst/>
            </a:prstGeom>
            <a:solidFill>
              <a:srgbClr val="337DC0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376" name="椭圆 375">
              <a:extLst>
                <a:ext uri="{FF2B5EF4-FFF2-40B4-BE49-F238E27FC236}">
                  <a16:creationId xmlns:a16="http://schemas.microsoft.com/office/drawing/2014/main" id="{9E82D6E2-4DA5-0BEC-BFEF-EB8874AD5633}"/>
                </a:ext>
              </a:extLst>
            </p:cNvPr>
            <p:cNvSpPr/>
            <p:nvPr/>
          </p:nvSpPr>
          <p:spPr>
            <a:xfrm>
              <a:off x="5528766" y="3862023"/>
              <a:ext cx="144000" cy="144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sp>
        <p:nvSpPr>
          <p:cNvPr id="377" name="立方体 376">
            <a:extLst>
              <a:ext uri="{FF2B5EF4-FFF2-40B4-BE49-F238E27FC236}">
                <a16:creationId xmlns:a16="http://schemas.microsoft.com/office/drawing/2014/main" id="{18F3BFF1-A56D-1BC1-3928-B79A8D1B8637}"/>
              </a:ext>
            </a:extLst>
          </p:cNvPr>
          <p:cNvSpPr/>
          <p:nvPr/>
        </p:nvSpPr>
        <p:spPr>
          <a:xfrm>
            <a:off x="9892938" y="7018120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sp>
        <p:nvSpPr>
          <p:cNvPr id="378" name="立方体 377">
            <a:extLst>
              <a:ext uri="{FF2B5EF4-FFF2-40B4-BE49-F238E27FC236}">
                <a16:creationId xmlns:a16="http://schemas.microsoft.com/office/drawing/2014/main" id="{152FACFC-3C47-EA75-2486-DEE68F191CAB}"/>
              </a:ext>
            </a:extLst>
          </p:cNvPr>
          <p:cNvSpPr/>
          <p:nvPr/>
        </p:nvSpPr>
        <p:spPr>
          <a:xfrm>
            <a:off x="9892938" y="7428927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9" name="文本框 378">
                <a:extLst>
                  <a:ext uri="{FF2B5EF4-FFF2-40B4-BE49-F238E27FC236}">
                    <a16:creationId xmlns:a16="http://schemas.microsoft.com/office/drawing/2014/main" id="{6DD67DAD-9514-DEF9-8D08-C7C5C8D9A747}"/>
                  </a:ext>
                </a:extLst>
              </p:cNvPr>
              <p:cNvSpPr txBox="1"/>
              <p:nvPr/>
            </p:nvSpPr>
            <p:spPr>
              <a:xfrm>
                <a:off x="9956555" y="7647652"/>
                <a:ext cx="459287" cy="2358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9" name="文本框 378">
                <a:extLst>
                  <a:ext uri="{FF2B5EF4-FFF2-40B4-BE49-F238E27FC236}">
                    <a16:creationId xmlns:a16="http://schemas.microsoft.com/office/drawing/2014/main" id="{6DD67DAD-9514-DEF9-8D08-C7C5C8D9A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6555" y="7647652"/>
                <a:ext cx="459287" cy="235834"/>
              </a:xfrm>
              <a:prstGeom prst="rect">
                <a:avLst/>
              </a:prstGeom>
              <a:blipFill>
                <a:blip r:embed="rId2"/>
                <a:stretch>
                  <a:fillRect l="-6579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0" name="文本框 379">
                <a:extLst>
                  <a:ext uri="{FF2B5EF4-FFF2-40B4-BE49-F238E27FC236}">
                    <a16:creationId xmlns:a16="http://schemas.microsoft.com/office/drawing/2014/main" id="{1BA9F169-FCD7-4260-9A5A-01470B9878C7}"/>
                  </a:ext>
                </a:extLst>
              </p:cNvPr>
              <p:cNvSpPr txBox="1"/>
              <p:nvPr/>
            </p:nvSpPr>
            <p:spPr>
              <a:xfrm>
                <a:off x="10005259" y="6736287"/>
                <a:ext cx="37063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0" name="文本框 379">
                <a:extLst>
                  <a:ext uri="{FF2B5EF4-FFF2-40B4-BE49-F238E27FC236}">
                    <a16:creationId xmlns:a16="http://schemas.microsoft.com/office/drawing/2014/main" id="{1BA9F169-FCD7-4260-9A5A-01470B987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259" y="6736287"/>
                <a:ext cx="370638" cy="215444"/>
              </a:xfrm>
              <a:prstGeom prst="rect">
                <a:avLst/>
              </a:prstGeom>
              <a:blipFill>
                <a:blip r:embed="rId3"/>
                <a:stretch>
                  <a:fillRect l="-8197" b="-3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1" name="文本框 380">
            <a:extLst>
              <a:ext uri="{FF2B5EF4-FFF2-40B4-BE49-F238E27FC236}">
                <a16:creationId xmlns:a16="http://schemas.microsoft.com/office/drawing/2014/main" id="{7CCE9CA7-9C7B-531A-41E6-0AD203763E2E}"/>
              </a:ext>
            </a:extLst>
          </p:cNvPr>
          <p:cNvSpPr txBox="1"/>
          <p:nvPr/>
        </p:nvSpPr>
        <p:spPr>
          <a:xfrm>
            <a:off x="10453136" y="5898443"/>
            <a:ext cx="923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ID-Clothe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2" name="文本框 381">
                <a:extLst>
                  <a:ext uri="{FF2B5EF4-FFF2-40B4-BE49-F238E27FC236}">
                    <a16:creationId xmlns:a16="http://schemas.microsoft.com/office/drawing/2014/main" id="{9CD53137-4034-028C-4C89-B5AAF1BF4E11}"/>
                  </a:ext>
                </a:extLst>
              </p:cNvPr>
              <p:cNvSpPr txBox="1"/>
              <p:nvPr/>
            </p:nvSpPr>
            <p:spPr>
              <a:xfrm>
                <a:off x="11223400" y="6600182"/>
                <a:ext cx="389333" cy="327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𝒑𝒐</m:t>
                          </m:r>
                        </m:sub>
                      </m:sSub>
                    </m:oMath>
                  </m:oMathPara>
                </a14:m>
                <a:endParaRPr lang="zh-CN" altLang="en-US" sz="105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2" name="文本框 381">
                <a:extLst>
                  <a:ext uri="{FF2B5EF4-FFF2-40B4-BE49-F238E27FC236}">
                    <a16:creationId xmlns:a16="http://schemas.microsoft.com/office/drawing/2014/main" id="{9CD53137-4034-028C-4C89-B5AAF1BF4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3400" y="6600182"/>
                <a:ext cx="389333" cy="3270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3" name="文本框 382">
                <a:extLst>
                  <a:ext uri="{FF2B5EF4-FFF2-40B4-BE49-F238E27FC236}">
                    <a16:creationId xmlns:a16="http://schemas.microsoft.com/office/drawing/2014/main" id="{7A75ED04-73B5-F7F4-10A0-5917402C076F}"/>
                  </a:ext>
                </a:extLst>
              </p:cNvPr>
              <p:cNvSpPr txBox="1"/>
              <p:nvPr/>
            </p:nvSpPr>
            <p:spPr>
              <a:xfrm>
                <a:off x="9201459" y="7303547"/>
                <a:ext cx="453089" cy="328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𝒇𝒐</m:t>
                          </m:r>
                        </m:sub>
                      </m:sSub>
                    </m:oMath>
                  </m:oMathPara>
                </a14:m>
                <a:endParaRPr lang="zh-CN" altLang="en-US" sz="105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3" name="文本框 382">
                <a:extLst>
                  <a:ext uri="{FF2B5EF4-FFF2-40B4-BE49-F238E27FC236}">
                    <a16:creationId xmlns:a16="http://schemas.microsoft.com/office/drawing/2014/main" id="{7A75ED04-73B5-F7F4-10A0-5917402C0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1459" y="7303547"/>
                <a:ext cx="453089" cy="328167"/>
              </a:xfrm>
              <a:prstGeom prst="rect">
                <a:avLst/>
              </a:prstGeom>
              <a:blipFill>
                <a:blip r:embed="rId5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4" name="立方体 383">
            <a:extLst>
              <a:ext uri="{FF2B5EF4-FFF2-40B4-BE49-F238E27FC236}">
                <a16:creationId xmlns:a16="http://schemas.microsoft.com/office/drawing/2014/main" id="{D043D346-ABD8-E449-411A-72C7496FE052}"/>
              </a:ext>
            </a:extLst>
          </p:cNvPr>
          <p:cNvSpPr/>
          <p:nvPr/>
        </p:nvSpPr>
        <p:spPr>
          <a:xfrm>
            <a:off x="7959032" y="2570752"/>
            <a:ext cx="677192" cy="636896"/>
          </a:xfrm>
          <a:prstGeom prst="cube">
            <a:avLst>
              <a:gd name="adj" fmla="val 28528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sp>
        <p:nvSpPr>
          <p:cNvPr id="385" name="立方体 384">
            <a:extLst>
              <a:ext uri="{FF2B5EF4-FFF2-40B4-BE49-F238E27FC236}">
                <a16:creationId xmlns:a16="http://schemas.microsoft.com/office/drawing/2014/main" id="{0BA54A9B-DFC8-FCF2-FE5D-C75F57945EF1}"/>
              </a:ext>
            </a:extLst>
          </p:cNvPr>
          <p:cNvSpPr/>
          <p:nvPr/>
        </p:nvSpPr>
        <p:spPr>
          <a:xfrm>
            <a:off x="8533100" y="4152513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sp>
        <p:nvSpPr>
          <p:cNvPr id="386" name="立方体 385">
            <a:extLst>
              <a:ext uri="{FF2B5EF4-FFF2-40B4-BE49-F238E27FC236}">
                <a16:creationId xmlns:a16="http://schemas.microsoft.com/office/drawing/2014/main" id="{97C96C59-539C-F34D-BAFA-3A2424108E95}"/>
              </a:ext>
            </a:extLst>
          </p:cNvPr>
          <p:cNvSpPr/>
          <p:nvPr/>
        </p:nvSpPr>
        <p:spPr>
          <a:xfrm>
            <a:off x="8699305" y="3356309"/>
            <a:ext cx="213366" cy="638167"/>
          </a:xfrm>
          <a:prstGeom prst="cube">
            <a:avLst>
              <a:gd name="adj" fmla="val 84939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387" name="矩形 386">
            <a:extLst>
              <a:ext uri="{FF2B5EF4-FFF2-40B4-BE49-F238E27FC236}">
                <a16:creationId xmlns:a16="http://schemas.microsoft.com/office/drawing/2014/main" id="{6E9AA4CB-9702-54A2-0CA6-FCB416405A66}"/>
              </a:ext>
            </a:extLst>
          </p:cNvPr>
          <p:cNvSpPr/>
          <p:nvPr/>
        </p:nvSpPr>
        <p:spPr>
          <a:xfrm>
            <a:off x="9627113" y="3205578"/>
            <a:ext cx="726889" cy="151016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cxnSp>
        <p:nvCxnSpPr>
          <p:cNvPr id="388" name="直接连接符 387">
            <a:extLst>
              <a:ext uri="{FF2B5EF4-FFF2-40B4-BE49-F238E27FC236}">
                <a16:creationId xmlns:a16="http://schemas.microsoft.com/office/drawing/2014/main" id="{86991B93-7B8A-F25A-1329-395C397539C9}"/>
              </a:ext>
            </a:extLst>
          </p:cNvPr>
          <p:cNvCxnSpPr>
            <a:cxnSpLocks/>
          </p:cNvCxnSpPr>
          <p:nvPr/>
        </p:nvCxnSpPr>
        <p:spPr>
          <a:xfrm>
            <a:off x="9627090" y="4383709"/>
            <a:ext cx="726910" cy="0"/>
          </a:xfrm>
          <a:prstGeom prst="line">
            <a:avLst/>
          </a:prstGeom>
          <a:ln w="1905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立方体 388">
            <a:extLst>
              <a:ext uri="{FF2B5EF4-FFF2-40B4-BE49-F238E27FC236}">
                <a16:creationId xmlns:a16="http://schemas.microsoft.com/office/drawing/2014/main" id="{C669D7EA-8D8D-052E-39B9-0733335E8912}"/>
              </a:ext>
            </a:extLst>
          </p:cNvPr>
          <p:cNvSpPr/>
          <p:nvPr/>
        </p:nvSpPr>
        <p:spPr>
          <a:xfrm>
            <a:off x="9708874" y="4074135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sp>
        <p:nvSpPr>
          <p:cNvPr id="390" name="立方体 389">
            <a:extLst>
              <a:ext uri="{FF2B5EF4-FFF2-40B4-BE49-F238E27FC236}">
                <a16:creationId xmlns:a16="http://schemas.microsoft.com/office/drawing/2014/main" id="{91DF5C89-5300-3A88-B3A7-B73DA370701A}"/>
              </a:ext>
            </a:extLst>
          </p:cNvPr>
          <p:cNvSpPr/>
          <p:nvPr/>
        </p:nvSpPr>
        <p:spPr>
          <a:xfrm>
            <a:off x="9875079" y="3277931"/>
            <a:ext cx="213366" cy="638167"/>
          </a:xfrm>
          <a:prstGeom prst="cube">
            <a:avLst>
              <a:gd name="adj" fmla="val 84939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cxnSp>
        <p:nvCxnSpPr>
          <p:cNvPr id="391" name="连接符: 肘形 390">
            <a:extLst>
              <a:ext uri="{FF2B5EF4-FFF2-40B4-BE49-F238E27FC236}">
                <a16:creationId xmlns:a16="http://schemas.microsoft.com/office/drawing/2014/main" id="{1BC9CDBB-3034-9FF4-34A7-36D59800F79D}"/>
              </a:ext>
            </a:extLst>
          </p:cNvPr>
          <p:cNvCxnSpPr>
            <a:cxnSpLocks/>
            <a:stCxn id="384" idx="3"/>
            <a:endCxn id="386" idx="2"/>
          </p:cNvCxnSpPr>
          <p:nvPr/>
        </p:nvCxnSpPr>
        <p:spPr>
          <a:xfrm rot="16200000" flipH="1">
            <a:off x="8173864" y="3240565"/>
            <a:ext cx="558358" cy="492524"/>
          </a:xfrm>
          <a:prstGeom prst="bentConnector2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连接符: 肘形 391">
            <a:extLst>
              <a:ext uri="{FF2B5EF4-FFF2-40B4-BE49-F238E27FC236}">
                <a16:creationId xmlns:a16="http://schemas.microsoft.com/office/drawing/2014/main" id="{9324D2C4-9F9B-1145-2E71-CE207276E343}"/>
              </a:ext>
            </a:extLst>
          </p:cNvPr>
          <p:cNvCxnSpPr>
            <a:cxnSpLocks/>
            <a:stCxn id="384" idx="3"/>
            <a:endCxn id="385" idx="2"/>
          </p:cNvCxnSpPr>
          <p:nvPr/>
        </p:nvCxnSpPr>
        <p:spPr>
          <a:xfrm rot="16200000" flipH="1">
            <a:off x="7845726" y="3568704"/>
            <a:ext cx="1048428" cy="326319"/>
          </a:xfrm>
          <a:prstGeom prst="bentConnector2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3" name="箭头: 右 392">
            <a:extLst>
              <a:ext uri="{FF2B5EF4-FFF2-40B4-BE49-F238E27FC236}">
                <a16:creationId xmlns:a16="http://schemas.microsoft.com/office/drawing/2014/main" id="{D8C6FF37-648A-D4FE-8CF4-BEF4059B6271}"/>
              </a:ext>
            </a:extLst>
          </p:cNvPr>
          <p:cNvSpPr/>
          <p:nvPr/>
        </p:nvSpPr>
        <p:spPr>
          <a:xfrm>
            <a:off x="9184087" y="3950371"/>
            <a:ext cx="470792" cy="205747"/>
          </a:xfrm>
          <a:prstGeom prst="rightArrow">
            <a:avLst>
              <a:gd name="adj1" fmla="val 33665"/>
              <a:gd name="adj2" fmla="val 50000"/>
            </a:avLst>
          </a:prstGeom>
          <a:solidFill>
            <a:srgbClr val="73B148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4" name="文本框 393">
                <a:extLst>
                  <a:ext uri="{FF2B5EF4-FFF2-40B4-BE49-F238E27FC236}">
                    <a16:creationId xmlns:a16="http://schemas.microsoft.com/office/drawing/2014/main" id="{8AAA41AE-32CF-44C2-3331-B8572AAA3EAC}"/>
                  </a:ext>
                </a:extLst>
              </p:cNvPr>
              <p:cNvSpPr txBox="1"/>
              <p:nvPr/>
            </p:nvSpPr>
            <p:spPr>
              <a:xfrm>
                <a:off x="8776025" y="4290754"/>
                <a:ext cx="37063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4" name="文本框 393">
                <a:extLst>
                  <a:ext uri="{FF2B5EF4-FFF2-40B4-BE49-F238E27FC236}">
                    <a16:creationId xmlns:a16="http://schemas.microsoft.com/office/drawing/2014/main" id="{8AAA41AE-32CF-44C2-3331-B8572AAA3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6025" y="4290754"/>
                <a:ext cx="370638" cy="215444"/>
              </a:xfrm>
              <a:prstGeom prst="rect">
                <a:avLst/>
              </a:prstGeom>
              <a:blipFill>
                <a:blip r:embed="rId6"/>
                <a:stretch>
                  <a:fillRect l="-10000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5" name="文本框 394">
                <a:extLst>
                  <a:ext uri="{FF2B5EF4-FFF2-40B4-BE49-F238E27FC236}">
                    <a16:creationId xmlns:a16="http://schemas.microsoft.com/office/drawing/2014/main" id="{44D7239F-6568-EF6B-917B-56C34EEA776B}"/>
                  </a:ext>
                </a:extLst>
              </p:cNvPr>
              <p:cNvSpPr txBox="1"/>
              <p:nvPr/>
            </p:nvSpPr>
            <p:spPr>
              <a:xfrm>
                <a:off x="8500126" y="3024304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5" name="文本框 394">
                <a:extLst>
                  <a:ext uri="{FF2B5EF4-FFF2-40B4-BE49-F238E27FC236}">
                    <a16:creationId xmlns:a16="http://schemas.microsoft.com/office/drawing/2014/main" id="{44D7239F-6568-EF6B-917B-56C34EEA7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126" y="3024304"/>
                <a:ext cx="435314" cy="215444"/>
              </a:xfrm>
              <a:prstGeom prst="rect">
                <a:avLst/>
              </a:prstGeom>
              <a:blipFill>
                <a:blip r:embed="rId7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6" name="文本框 395">
                <a:extLst>
                  <a:ext uri="{FF2B5EF4-FFF2-40B4-BE49-F238E27FC236}">
                    <a16:creationId xmlns:a16="http://schemas.microsoft.com/office/drawing/2014/main" id="{7ED64A75-D074-FED5-BE1A-FAA799E0A3E5}"/>
                  </a:ext>
                </a:extLst>
              </p:cNvPr>
              <p:cNvSpPr txBox="1"/>
              <p:nvPr/>
            </p:nvSpPr>
            <p:spPr>
              <a:xfrm>
                <a:off x="8793659" y="3838300"/>
                <a:ext cx="37063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6" name="文本框 395">
                <a:extLst>
                  <a:ext uri="{FF2B5EF4-FFF2-40B4-BE49-F238E27FC236}">
                    <a16:creationId xmlns:a16="http://schemas.microsoft.com/office/drawing/2014/main" id="{7ED64A75-D074-FED5-BE1A-FAA799E0A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659" y="3838300"/>
                <a:ext cx="370638" cy="215444"/>
              </a:xfrm>
              <a:prstGeom prst="rect">
                <a:avLst/>
              </a:prstGeom>
              <a:blipFill>
                <a:blip r:embed="rId8"/>
                <a:stretch>
                  <a:fillRect l="-11667" r="-8333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7" name="文本框 396">
            <a:extLst>
              <a:ext uri="{FF2B5EF4-FFF2-40B4-BE49-F238E27FC236}">
                <a16:creationId xmlns:a16="http://schemas.microsoft.com/office/drawing/2014/main" id="{2D516795-2D24-F758-78B0-497D53A4DA41}"/>
              </a:ext>
            </a:extLst>
          </p:cNvPr>
          <p:cNvSpPr txBox="1"/>
          <p:nvPr/>
        </p:nvSpPr>
        <p:spPr>
          <a:xfrm>
            <a:off x="9050011" y="3664459"/>
            <a:ext cx="667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8" name="文本框 397">
                <a:extLst>
                  <a:ext uri="{FF2B5EF4-FFF2-40B4-BE49-F238E27FC236}">
                    <a16:creationId xmlns:a16="http://schemas.microsoft.com/office/drawing/2014/main" id="{DF358AF5-8AF5-D0C4-35AB-E21766C631D1}"/>
                  </a:ext>
                </a:extLst>
              </p:cNvPr>
              <p:cNvSpPr txBox="1"/>
              <p:nvPr/>
            </p:nvSpPr>
            <p:spPr>
              <a:xfrm>
                <a:off x="8152283" y="2289749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8" name="文本框 397">
                <a:extLst>
                  <a:ext uri="{FF2B5EF4-FFF2-40B4-BE49-F238E27FC236}">
                    <a16:creationId xmlns:a16="http://schemas.microsoft.com/office/drawing/2014/main" id="{DF358AF5-8AF5-D0C4-35AB-E21766C63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283" y="2289749"/>
                <a:ext cx="435314" cy="215444"/>
              </a:xfrm>
              <a:prstGeom prst="rect">
                <a:avLst/>
              </a:prstGeom>
              <a:blipFill>
                <a:blip r:embed="rId9"/>
                <a:stretch>
                  <a:fillRect b="-1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9" name="文本框 398">
                <a:extLst>
                  <a:ext uri="{FF2B5EF4-FFF2-40B4-BE49-F238E27FC236}">
                    <a16:creationId xmlns:a16="http://schemas.microsoft.com/office/drawing/2014/main" id="{6F932D43-4543-11B8-A8B4-9073618800B5}"/>
                  </a:ext>
                </a:extLst>
              </p:cNvPr>
              <p:cNvSpPr txBox="1"/>
              <p:nvPr/>
            </p:nvSpPr>
            <p:spPr>
              <a:xfrm>
                <a:off x="8227076" y="3800382"/>
                <a:ext cx="48218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𝑃𝑜𝑜𝑙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99" name="文本框 398">
                <a:extLst>
                  <a:ext uri="{FF2B5EF4-FFF2-40B4-BE49-F238E27FC236}">
                    <a16:creationId xmlns:a16="http://schemas.microsoft.com/office/drawing/2014/main" id="{6F932D43-4543-11B8-A8B4-907361880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7076" y="3800382"/>
                <a:ext cx="482183" cy="215444"/>
              </a:xfrm>
              <a:prstGeom prst="rect">
                <a:avLst/>
              </a:prstGeom>
              <a:blipFill>
                <a:blip r:embed="rId10"/>
                <a:stretch>
                  <a:fillRect l="-8861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0" name="文本框 399">
                <a:extLst>
                  <a:ext uri="{FF2B5EF4-FFF2-40B4-BE49-F238E27FC236}">
                    <a16:creationId xmlns:a16="http://schemas.microsoft.com/office/drawing/2014/main" id="{56E3C4C2-01BE-BB06-C1F5-171C33AE633F}"/>
                  </a:ext>
                </a:extLst>
              </p:cNvPr>
              <p:cNvSpPr txBox="1"/>
              <p:nvPr/>
            </p:nvSpPr>
            <p:spPr>
              <a:xfrm>
                <a:off x="8211406" y="4308631"/>
                <a:ext cx="48327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𝑃𝑜𝑜𝑙</m:t>
                          </m:r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400" name="文本框 399">
                <a:extLst>
                  <a:ext uri="{FF2B5EF4-FFF2-40B4-BE49-F238E27FC236}">
                    <a16:creationId xmlns:a16="http://schemas.microsoft.com/office/drawing/2014/main" id="{56E3C4C2-01BE-BB06-C1F5-171C33AE6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1406" y="4308631"/>
                <a:ext cx="483274" cy="215444"/>
              </a:xfrm>
              <a:prstGeom prst="rect">
                <a:avLst/>
              </a:prstGeom>
              <a:blipFill>
                <a:blip r:embed="rId11"/>
                <a:stretch>
                  <a:fillRect l="-7595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1" name="文本框 400">
                <a:extLst>
                  <a:ext uri="{FF2B5EF4-FFF2-40B4-BE49-F238E27FC236}">
                    <a16:creationId xmlns:a16="http://schemas.microsoft.com/office/drawing/2014/main" id="{3028F8AE-03A7-876C-FB04-2B7238F28975}"/>
                  </a:ext>
                </a:extLst>
              </p:cNvPr>
              <p:cNvSpPr txBox="1"/>
              <p:nvPr/>
            </p:nvSpPr>
            <p:spPr>
              <a:xfrm>
                <a:off x="9780812" y="4431419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1" name="文本框 400">
                <a:extLst>
                  <a:ext uri="{FF2B5EF4-FFF2-40B4-BE49-F238E27FC236}">
                    <a16:creationId xmlns:a16="http://schemas.microsoft.com/office/drawing/2014/main" id="{3028F8AE-03A7-876C-FB04-2B7238F28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0812" y="4431419"/>
                <a:ext cx="435314" cy="215444"/>
              </a:xfrm>
              <a:prstGeom prst="rect">
                <a:avLst/>
              </a:prstGeom>
              <a:blipFill>
                <a:blip r:embed="rId12"/>
                <a:stretch>
                  <a:fillRect l="-13889" r="-20833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2" name="任意多边形: 形状 401">
            <a:extLst>
              <a:ext uri="{FF2B5EF4-FFF2-40B4-BE49-F238E27FC236}">
                <a16:creationId xmlns:a16="http://schemas.microsoft.com/office/drawing/2014/main" id="{3E21F8A7-1AF7-0EEB-26C5-D91E804E00CC}"/>
              </a:ext>
            </a:extLst>
          </p:cNvPr>
          <p:cNvSpPr/>
          <p:nvPr/>
        </p:nvSpPr>
        <p:spPr>
          <a:xfrm>
            <a:off x="9631324" y="2470233"/>
            <a:ext cx="3609072" cy="2234460"/>
          </a:xfrm>
          <a:custGeom>
            <a:avLst/>
            <a:gdLst>
              <a:gd name="connsiteX0" fmla="*/ 0 w 3612955"/>
              <a:gd name="connsiteY0" fmla="*/ 0 h 2234460"/>
              <a:gd name="connsiteX1" fmla="*/ 3612955 w 3612955"/>
              <a:gd name="connsiteY1" fmla="*/ 0 h 2234460"/>
              <a:gd name="connsiteX2" fmla="*/ 3612955 w 3612955"/>
              <a:gd name="connsiteY2" fmla="*/ 2234460 h 2234460"/>
              <a:gd name="connsiteX3" fmla="*/ 732141 w 3612955"/>
              <a:gd name="connsiteY3" fmla="*/ 2234460 h 2234460"/>
              <a:gd name="connsiteX4" fmla="*/ 732141 w 3612955"/>
              <a:gd name="connsiteY4" fmla="*/ 727693 h 2234460"/>
              <a:gd name="connsiteX5" fmla="*/ 0 w 3612955"/>
              <a:gd name="connsiteY5" fmla="*/ 727693 h 2234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12955" h="2234460">
                <a:moveTo>
                  <a:pt x="0" y="0"/>
                </a:moveTo>
                <a:lnTo>
                  <a:pt x="3612955" y="0"/>
                </a:lnTo>
                <a:lnTo>
                  <a:pt x="3612955" y="2234460"/>
                </a:lnTo>
                <a:lnTo>
                  <a:pt x="732141" y="2234460"/>
                </a:lnTo>
                <a:lnTo>
                  <a:pt x="732141" y="727693"/>
                </a:lnTo>
                <a:lnTo>
                  <a:pt x="0" y="727693"/>
                </a:lnTo>
                <a:close/>
              </a:path>
            </a:pathLst>
          </a:custGeom>
          <a:solidFill>
            <a:srgbClr val="F2F2F2"/>
          </a:solidFill>
          <a:ln w="19050">
            <a:solidFill>
              <a:srgbClr val="BFBFB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6"/>
          </a:p>
        </p:txBody>
      </p:sp>
      <p:sp>
        <p:nvSpPr>
          <p:cNvPr id="403" name="矩形 402">
            <a:extLst>
              <a:ext uri="{FF2B5EF4-FFF2-40B4-BE49-F238E27FC236}">
                <a16:creationId xmlns:a16="http://schemas.microsoft.com/office/drawing/2014/main" id="{43044237-E0ED-C385-A6DC-0EB348AC1C9D}"/>
              </a:ext>
            </a:extLst>
          </p:cNvPr>
          <p:cNvSpPr/>
          <p:nvPr/>
        </p:nvSpPr>
        <p:spPr>
          <a:xfrm>
            <a:off x="7834103" y="1864993"/>
            <a:ext cx="5547943" cy="3755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en-US" altLang="zh-CN" sz="16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Confounder Dictionary</a:t>
            </a:r>
            <a:endParaRPr lang="en-US" altLang="zh-CN" sz="16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04" name="矩形 403">
            <a:extLst>
              <a:ext uri="{FF2B5EF4-FFF2-40B4-BE49-F238E27FC236}">
                <a16:creationId xmlns:a16="http://schemas.microsoft.com/office/drawing/2014/main" id="{5BC3B0D2-DC83-D16A-A60A-897C1F59CDC9}"/>
              </a:ext>
            </a:extLst>
          </p:cNvPr>
          <p:cNvSpPr/>
          <p:nvPr/>
        </p:nvSpPr>
        <p:spPr>
          <a:xfrm>
            <a:off x="7834103" y="1866641"/>
            <a:ext cx="5547943" cy="30666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5" name="图片 404">
            <a:extLst>
              <a:ext uri="{FF2B5EF4-FFF2-40B4-BE49-F238E27FC236}">
                <a16:creationId xmlns:a16="http://schemas.microsoft.com/office/drawing/2014/main" id="{CE1A3240-2547-97FA-5B96-FACA9FE589F8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78" t="16425" r="25062" b="35359"/>
          <a:stretch/>
        </p:blipFill>
        <p:spPr>
          <a:xfrm>
            <a:off x="10539926" y="2635541"/>
            <a:ext cx="458845" cy="548928"/>
          </a:xfrm>
          <a:prstGeom prst="rect">
            <a:avLst/>
          </a:prstGeom>
        </p:spPr>
      </p:pic>
      <p:pic>
        <p:nvPicPr>
          <p:cNvPr id="406" name="图片 405">
            <a:extLst>
              <a:ext uri="{FF2B5EF4-FFF2-40B4-BE49-F238E27FC236}">
                <a16:creationId xmlns:a16="http://schemas.microsoft.com/office/drawing/2014/main" id="{42D43CD7-6298-C117-8AF2-E600FA990F0C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34" t="13707" r="20977" b="30789"/>
          <a:stretch/>
        </p:blipFill>
        <p:spPr>
          <a:xfrm>
            <a:off x="12700356" y="2663482"/>
            <a:ext cx="518870" cy="518336"/>
          </a:xfrm>
          <a:prstGeom prst="rect">
            <a:avLst/>
          </a:prstGeom>
        </p:spPr>
      </p:pic>
      <p:pic>
        <p:nvPicPr>
          <p:cNvPr id="407" name="图片 406">
            <a:extLst>
              <a:ext uri="{FF2B5EF4-FFF2-40B4-BE49-F238E27FC236}">
                <a16:creationId xmlns:a16="http://schemas.microsoft.com/office/drawing/2014/main" id="{0E257BCC-C391-6925-AF39-B8432A561011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38" t="12270" r="25308" b="30944"/>
          <a:stretch/>
        </p:blipFill>
        <p:spPr>
          <a:xfrm>
            <a:off x="11326242" y="2649144"/>
            <a:ext cx="441560" cy="522059"/>
          </a:xfrm>
          <a:prstGeom prst="rect">
            <a:avLst/>
          </a:prstGeom>
        </p:spPr>
      </p:pic>
      <p:sp>
        <p:nvSpPr>
          <p:cNvPr id="408" name="object 237">
            <a:extLst>
              <a:ext uri="{FF2B5EF4-FFF2-40B4-BE49-F238E27FC236}">
                <a16:creationId xmlns:a16="http://schemas.microsoft.com/office/drawing/2014/main" id="{401A0AE7-4B9D-B010-6D60-56004BF164A4}"/>
              </a:ext>
            </a:extLst>
          </p:cNvPr>
          <p:cNvSpPr txBox="1"/>
          <p:nvPr/>
        </p:nvSpPr>
        <p:spPr>
          <a:xfrm>
            <a:off x="11988584" y="2551885"/>
            <a:ext cx="375401" cy="385127"/>
          </a:xfrm>
          <a:prstGeom prst="rect">
            <a:avLst/>
          </a:prstGeom>
        </p:spPr>
        <p:txBody>
          <a:bodyPr vert="horz" wrap="square" lIns="0" tIns="15642" rIns="0" bIns="0" rtlCol="0">
            <a:spAutoFit/>
          </a:bodyPr>
          <a:lstStyle/>
          <a:p>
            <a:pPr marL="12033">
              <a:spcBef>
                <a:spcPts val="123"/>
              </a:spcBef>
            </a:pPr>
            <a:r>
              <a:rPr sz="2400" b="1" spc="28" dirty="0">
                <a:latin typeface="Times New Roman"/>
                <a:cs typeface="Times New Roman"/>
              </a:rPr>
              <a:t>…</a:t>
            </a:r>
            <a:endParaRPr sz="2400" b="1" dirty="0">
              <a:latin typeface="Times New Roman"/>
              <a:cs typeface="Times New Roman"/>
            </a:endParaRPr>
          </a:p>
        </p:txBody>
      </p:sp>
      <p:cxnSp>
        <p:nvCxnSpPr>
          <p:cNvPr id="409" name="直接连接符 408">
            <a:extLst>
              <a:ext uri="{FF2B5EF4-FFF2-40B4-BE49-F238E27FC236}">
                <a16:creationId xmlns:a16="http://schemas.microsoft.com/office/drawing/2014/main" id="{1D557814-0761-F72B-F714-6666D68028B4}"/>
              </a:ext>
            </a:extLst>
          </p:cNvPr>
          <p:cNvCxnSpPr>
            <a:cxnSpLocks/>
          </p:cNvCxnSpPr>
          <p:nvPr/>
        </p:nvCxnSpPr>
        <p:spPr>
          <a:xfrm>
            <a:off x="9627091" y="3199735"/>
            <a:ext cx="3592221" cy="0"/>
          </a:xfrm>
          <a:prstGeom prst="line">
            <a:avLst/>
          </a:prstGeom>
          <a:ln w="1905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0" name="文本框 409">
                <a:extLst>
                  <a:ext uri="{FF2B5EF4-FFF2-40B4-BE49-F238E27FC236}">
                    <a16:creationId xmlns:a16="http://schemas.microsoft.com/office/drawing/2014/main" id="{D07267F2-1BEB-2655-0769-2C405ECFE001}"/>
                  </a:ext>
                </a:extLst>
              </p:cNvPr>
              <p:cNvSpPr txBox="1"/>
              <p:nvPr/>
            </p:nvSpPr>
            <p:spPr>
              <a:xfrm>
                <a:off x="9559325" y="2512600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0" name="文本框 409">
                <a:extLst>
                  <a:ext uri="{FF2B5EF4-FFF2-40B4-BE49-F238E27FC236}">
                    <a16:creationId xmlns:a16="http://schemas.microsoft.com/office/drawing/2014/main" id="{D07267F2-1BEB-2655-0769-2C405ECFE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9325" y="2512600"/>
                <a:ext cx="435314" cy="215444"/>
              </a:xfrm>
              <a:prstGeom prst="rect">
                <a:avLst/>
              </a:prstGeom>
              <a:blipFill>
                <a:blip r:embed="rId1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1" name="文本框 410">
                <a:extLst>
                  <a:ext uri="{FF2B5EF4-FFF2-40B4-BE49-F238E27FC236}">
                    <a16:creationId xmlns:a16="http://schemas.microsoft.com/office/drawing/2014/main" id="{0D295893-DCAD-FB90-4BF3-A7602F9FC05F}"/>
                  </a:ext>
                </a:extLst>
              </p:cNvPr>
              <p:cNvSpPr txBox="1"/>
              <p:nvPr/>
            </p:nvSpPr>
            <p:spPr>
              <a:xfrm>
                <a:off x="10294780" y="2516314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1" name="文本框 410">
                <a:extLst>
                  <a:ext uri="{FF2B5EF4-FFF2-40B4-BE49-F238E27FC236}">
                    <a16:creationId xmlns:a16="http://schemas.microsoft.com/office/drawing/2014/main" id="{0D295893-DCAD-FB90-4BF3-A7602F9FC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4780" y="2516314"/>
                <a:ext cx="435314" cy="215444"/>
              </a:xfrm>
              <a:prstGeom prst="rect">
                <a:avLst/>
              </a:prstGeom>
              <a:blipFill>
                <a:blip r:embed="rId17"/>
                <a:stretch>
                  <a:fillRect b="-1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2" name="文本框 411">
                <a:extLst>
                  <a:ext uri="{FF2B5EF4-FFF2-40B4-BE49-F238E27FC236}">
                    <a16:creationId xmlns:a16="http://schemas.microsoft.com/office/drawing/2014/main" id="{4A53087C-564A-2D2A-5AA4-16541F72A915}"/>
                  </a:ext>
                </a:extLst>
              </p:cNvPr>
              <p:cNvSpPr txBox="1"/>
              <p:nvPr/>
            </p:nvSpPr>
            <p:spPr>
              <a:xfrm>
                <a:off x="11037036" y="2519994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2" name="文本框 411">
                <a:extLst>
                  <a:ext uri="{FF2B5EF4-FFF2-40B4-BE49-F238E27FC236}">
                    <a16:creationId xmlns:a16="http://schemas.microsoft.com/office/drawing/2014/main" id="{4A53087C-564A-2D2A-5AA4-16541F72A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7036" y="2519994"/>
                <a:ext cx="435314" cy="215444"/>
              </a:xfrm>
              <a:prstGeom prst="rect">
                <a:avLst/>
              </a:prstGeom>
              <a:blipFill>
                <a:blip r:embed="rId1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文本框 412">
                <a:extLst>
                  <a:ext uri="{FF2B5EF4-FFF2-40B4-BE49-F238E27FC236}">
                    <a16:creationId xmlns:a16="http://schemas.microsoft.com/office/drawing/2014/main" id="{E1D01BEC-0AF2-09FC-7526-52D6F0C5A0FC}"/>
                  </a:ext>
                </a:extLst>
              </p:cNvPr>
              <p:cNvSpPr txBox="1"/>
              <p:nvPr/>
            </p:nvSpPr>
            <p:spPr>
              <a:xfrm>
                <a:off x="12431748" y="2512600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3" name="文本框 412">
                <a:extLst>
                  <a:ext uri="{FF2B5EF4-FFF2-40B4-BE49-F238E27FC236}">
                    <a16:creationId xmlns:a16="http://schemas.microsoft.com/office/drawing/2014/main" id="{E1D01BEC-0AF2-09FC-7526-52D6F0C5A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1748" y="2512600"/>
                <a:ext cx="435314" cy="215444"/>
              </a:xfrm>
              <a:prstGeom prst="rect">
                <a:avLst/>
              </a:prstGeom>
              <a:blipFill>
                <a:blip r:embed="rId19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4" name="矩形 413">
            <a:extLst>
              <a:ext uri="{FF2B5EF4-FFF2-40B4-BE49-F238E27FC236}">
                <a16:creationId xmlns:a16="http://schemas.microsoft.com/office/drawing/2014/main" id="{ABF1D8AA-1246-C45F-7691-F2F4825DF0FD}"/>
              </a:ext>
            </a:extLst>
          </p:cNvPr>
          <p:cNvSpPr/>
          <p:nvPr/>
        </p:nvSpPr>
        <p:spPr>
          <a:xfrm>
            <a:off x="10362580" y="4383709"/>
            <a:ext cx="2877814" cy="33203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cxnSp>
        <p:nvCxnSpPr>
          <p:cNvPr id="415" name="直接连接符 414">
            <a:extLst>
              <a:ext uri="{FF2B5EF4-FFF2-40B4-BE49-F238E27FC236}">
                <a16:creationId xmlns:a16="http://schemas.microsoft.com/office/drawing/2014/main" id="{BE07A3C4-CAE2-0F5F-29A3-41F3E7CFBDAA}"/>
              </a:ext>
            </a:extLst>
          </p:cNvPr>
          <p:cNvCxnSpPr>
            <a:cxnSpLocks/>
          </p:cNvCxnSpPr>
          <p:nvPr/>
        </p:nvCxnSpPr>
        <p:spPr>
          <a:xfrm flipV="1">
            <a:off x="11070317" y="2470234"/>
            <a:ext cx="0" cy="2245509"/>
          </a:xfrm>
          <a:prstGeom prst="line">
            <a:avLst/>
          </a:prstGeom>
          <a:ln w="1905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直接连接符 415">
            <a:extLst>
              <a:ext uri="{FF2B5EF4-FFF2-40B4-BE49-F238E27FC236}">
                <a16:creationId xmlns:a16="http://schemas.microsoft.com/office/drawing/2014/main" id="{75AA0383-B904-3C52-98A2-011752B372AF}"/>
              </a:ext>
            </a:extLst>
          </p:cNvPr>
          <p:cNvCxnSpPr>
            <a:cxnSpLocks/>
          </p:cNvCxnSpPr>
          <p:nvPr/>
        </p:nvCxnSpPr>
        <p:spPr>
          <a:xfrm flipV="1">
            <a:off x="12502951" y="2470234"/>
            <a:ext cx="0" cy="2245509"/>
          </a:xfrm>
          <a:prstGeom prst="line">
            <a:avLst/>
          </a:prstGeom>
          <a:ln w="1905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文本框 416">
                <a:extLst>
                  <a:ext uri="{FF2B5EF4-FFF2-40B4-BE49-F238E27FC236}">
                    <a16:creationId xmlns:a16="http://schemas.microsoft.com/office/drawing/2014/main" id="{6C885BC1-11FB-6A58-A16B-D0C1C685FE80}"/>
                  </a:ext>
                </a:extLst>
              </p:cNvPr>
              <p:cNvSpPr txBox="1"/>
              <p:nvPr/>
            </p:nvSpPr>
            <p:spPr>
              <a:xfrm>
                <a:off x="10515661" y="4427678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7" name="文本框 416">
                <a:extLst>
                  <a:ext uri="{FF2B5EF4-FFF2-40B4-BE49-F238E27FC236}">
                    <a16:creationId xmlns:a16="http://schemas.microsoft.com/office/drawing/2014/main" id="{6C885BC1-11FB-6A58-A16B-D0C1C685F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61" y="4427678"/>
                <a:ext cx="435314" cy="215444"/>
              </a:xfrm>
              <a:prstGeom prst="rect">
                <a:avLst/>
              </a:prstGeom>
              <a:blipFill>
                <a:blip r:embed="rId20"/>
                <a:stretch>
                  <a:fillRect l="-14085" r="-2253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文本框 417">
                <a:extLst>
                  <a:ext uri="{FF2B5EF4-FFF2-40B4-BE49-F238E27FC236}">
                    <a16:creationId xmlns:a16="http://schemas.microsoft.com/office/drawing/2014/main" id="{11C5DFC7-0E62-5691-5650-508BB6C4AAD1}"/>
                  </a:ext>
                </a:extLst>
              </p:cNvPr>
              <p:cNvSpPr txBox="1"/>
              <p:nvPr/>
            </p:nvSpPr>
            <p:spPr>
              <a:xfrm>
                <a:off x="12664567" y="4431419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8" name="文本框 417">
                <a:extLst>
                  <a:ext uri="{FF2B5EF4-FFF2-40B4-BE49-F238E27FC236}">
                    <a16:creationId xmlns:a16="http://schemas.microsoft.com/office/drawing/2014/main" id="{11C5DFC7-0E62-5691-5650-508BB6C4A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4567" y="4431419"/>
                <a:ext cx="435314" cy="215444"/>
              </a:xfrm>
              <a:prstGeom prst="rect">
                <a:avLst/>
              </a:prstGeom>
              <a:blipFill>
                <a:blip r:embed="rId21"/>
                <a:stretch>
                  <a:fillRect l="-14085" r="-22535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文本框 418">
                <a:extLst>
                  <a:ext uri="{FF2B5EF4-FFF2-40B4-BE49-F238E27FC236}">
                    <a16:creationId xmlns:a16="http://schemas.microsoft.com/office/drawing/2014/main" id="{D83D9280-C29F-5582-ED03-50EA53789208}"/>
                  </a:ext>
                </a:extLst>
              </p:cNvPr>
              <p:cNvSpPr txBox="1"/>
              <p:nvPr/>
            </p:nvSpPr>
            <p:spPr>
              <a:xfrm>
                <a:off x="11223399" y="4441534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9" name="文本框 418">
                <a:extLst>
                  <a:ext uri="{FF2B5EF4-FFF2-40B4-BE49-F238E27FC236}">
                    <a16:creationId xmlns:a16="http://schemas.microsoft.com/office/drawing/2014/main" id="{D83D9280-C29F-5582-ED03-50EA53789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3399" y="4441534"/>
                <a:ext cx="435314" cy="215444"/>
              </a:xfrm>
              <a:prstGeom prst="rect">
                <a:avLst/>
              </a:prstGeom>
              <a:blipFill>
                <a:blip r:embed="rId22"/>
                <a:stretch>
                  <a:fillRect l="-13889" r="-20833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0" name="立方体 419">
            <a:extLst>
              <a:ext uri="{FF2B5EF4-FFF2-40B4-BE49-F238E27FC236}">
                <a16:creationId xmlns:a16="http://schemas.microsoft.com/office/drawing/2014/main" id="{056F7B81-9F84-A95C-0DD1-4575A54A97F9}"/>
              </a:ext>
            </a:extLst>
          </p:cNvPr>
          <p:cNvSpPr/>
          <p:nvPr/>
        </p:nvSpPr>
        <p:spPr>
          <a:xfrm>
            <a:off x="10453136" y="4074135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rgbClr val="154719"/>
              </a:gs>
              <a:gs pos="48000">
                <a:srgbClr val="549036"/>
              </a:gs>
              <a:gs pos="100000">
                <a:srgbClr val="80C000"/>
              </a:gs>
            </a:gsLst>
            <a:lin ang="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sp>
        <p:nvSpPr>
          <p:cNvPr id="421" name="立方体 420">
            <a:extLst>
              <a:ext uri="{FF2B5EF4-FFF2-40B4-BE49-F238E27FC236}">
                <a16:creationId xmlns:a16="http://schemas.microsoft.com/office/drawing/2014/main" id="{8B0B57F5-3765-4C61-A3B0-FAED30998440}"/>
              </a:ext>
            </a:extLst>
          </p:cNvPr>
          <p:cNvSpPr/>
          <p:nvPr/>
        </p:nvSpPr>
        <p:spPr>
          <a:xfrm>
            <a:off x="10619341" y="3277931"/>
            <a:ext cx="213366" cy="638167"/>
          </a:xfrm>
          <a:prstGeom prst="cube">
            <a:avLst>
              <a:gd name="adj" fmla="val 84939"/>
            </a:avLst>
          </a:prstGeom>
          <a:gradFill flip="none" rotWithShape="1">
            <a:gsLst>
              <a:gs pos="0">
                <a:srgbClr val="154719"/>
              </a:gs>
              <a:gs pos="48000">
                <a:srgbClr val="549036"/>
              </a:gs>
              <a:gs pos="100000">
                <a:srgbClr val="80C000"/>
              </a:gs>
            </a:gsLst>
            <a:lin ang="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422" name="立方体 421">
            <a:extLst>
              <a:ext uri="{FF2B5EF4-FFF2-40B4-BE49-F238E27FC236}">
                <a16:creationId xmlns:a16="http://schemas.microsoft.com/office/drawing/2014/main" id="{CB0F034C-4333-A64E-D8C0-4857CCD33913}"/>
              </a:ext>
            </a:extLst>
          </p:cNvPr>
          <p:cNvSpPr/>
          <p:nvPr/>
        </p:nvSpPr>
        <p:spPr>
          <a:xfrm>
            <a:off x="11159299" y="4074135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rgbClr val="458A00"/>
              </a:gs>
              <a:gs pos="48000">
                <a:srgbClr val="008A00"/>
              </a:gs>
              <a:gs pos="100000">
                <a:srgbClr val="6BD600"/>
              </a:gs>
            </a:gsLst>
            <a:lin ang="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423" name="立方体 422">
            <a:extLst>
              <a:ext uri="{FF2B5EF4-FFF2-40B4-BE49-F238E27FC236}">
                <a16:creationId xmlns:a16="http://schemas.microsoft.com/office/drawing/2014/main" id="{1FC995EA-8783-0D1F-6C72-9CBEA2CFF260}"/>
              </a:ext>
            </a:extLst>
          </p:cNvPr>
          <p:cNvSpPr/>
          <p:nvPr/>
        </p:nvSpPr>
        <p:spPr>
          <a:xfrm>
            <a:off x="11325504" y="3277931"/>
            <a:ext cx="213366" cy="638167"/>
          </a:xfrm>
          <a:prstGeom prst="cube">
            <a:avLst>
              <a:gd name="adj" fmla="val 84939"/>
            </a:avLst>
          </a:prstGeom>
          <a:gradFill flip="none" rotWithShape="1">
            <a:gsLst>
              <a:gs pos="0">
                <a:srgbClr val="458A00"/>
              </a:gs>
              <a:gs pos="48000">
                <a:srgbClr val="008A00"/>
              </a:gs>
              <a:gs pos="100000">
                <a:srgbClr val="6BD600"/>
              </a:gs>
            </a:gsLst>
            <a:lin ang="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424" name="立方体 423">
            <a:extLst>
              <a:ext uri="{FF2B5EF4-FFF2-40B4-BE49-F238E27FC236}">
                <a16:creationId xmlns:a16="http://schemas.microsoft.com/office/drawing/2014/main" id="{A332ECDB-1286-772F-D180-3C570C9A1F9C}"/>
              </a:ext>
            </a:extLst>
          </p:cNvPr>
          <p:cNvSpPr/>
          <p:nvPr/>
        </p:nvSpPr>
        <p:spPr>
          <a:xfrm>
            <a:off x="12605288" y="4074135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rgbClr val="5F8E00"/>
              </a:gs>
              <a:gs pos="48000">
                <a:srgbClr val="99CC00"/>
              </a:gs>
              <a:gs pos="100000">
                <a:srgbClr val="CCFF33"/>
              </a:gs>
            </a:gsLst>
            <a:lin ang="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sp>
        <p:nvSpPr>
          <p:cNvPr id="425" name="立方体 424">
            <a:extLst>
              <a:ext uri="{FF2B5EF4-FFF2-40B4-BE49-F238E27FC236}">
                <a16:creationId xmlns:a16="http://schemas.microsoft.com/office/drawing/2014/main" id="{15C08ED7-0341-D7F4-379A-2510A5486784}"/>
              </a:ext>
            </a:extLst>
          </p:cNvPr>
          <p:cNvSpPr/>
          <p:nvPr/>
        </p:nvSpPr>
        <p:spPr>
          <a:xfrm>
            <a:off x="12771493" y="3277931"/>
            <a:ext cx="213366" cy="638167"/>
          </a:xfrm>
          <a:prstGeom prst="cube">
            <a:avLst>
              <a:gd name="adj" fmla="val 84939"/>
            </a:avLst>
          </a:prstGeom>
          <a:gradFill flip="none" rotWithShape="1">
            <a:gsLst>
              <a:gs pos="0">
                <a:srgbClr val="5F8E00"/>
              </a:gs>
              <a:gs pos="48000">
                <a:srgbClr val="99CC00"/>
              </a:gs>
              <a:gs pos="100000">
                <a:srgbClr val="CCFF33"/>
              </a:gs>
            </a:gsLst>
            <a:lin ang="0" scaled="1"/>
            <a:tileRect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sp>
        <p:nvSpPr>
          <p:cNvPr id="426" name="object 237">
            <a:extLst>
              <a:ext uri="{FF2B5EF4-FFF2-40B4-BE49-F238E27FC236}">
                <a16:creationId xmlns:a16="http://schemas.microsoft.com/office/drawing/2014/main" id="{46D78AB6-50BF-1517-A8C7-0DA29414DAB4}"/>
              </a:ext>
            </a:extLst>
          </p:cNvPr>
          <p:cNvSpPr txBox="1"/>
          <p:nvPr/>
        </p:nvSpPr>
        <p:spPr>
          <a:xfrm>
            <a:off x="11987531" y="3530971"/>
            <a:ext cx="375401" cy="385127"/>
          </a:xfrm>
          <a:prstGeom prst="rect">
            <a:avLst/>
          </a:prstGeom>
        </p:spPr>
        <p:txBody>
          <a:bodyPr vert="horz" wrap="square" lIns="0" tIns="15642" rIns="0" bIns="0" rtlCol="0">
            <a:spAutoFit/>
          </a:bodyPr>
          <a:lstStyle/>
          <a:p>
            <a:pPr marL="12033">
              <a:spcBef>
                <a:spcPts val="123"/>
              </a:spcBef>
            </a:pPr>
            <a:r>
              <a:rPr sz="2400" b="1" spc="28" dirty="0">
                <a:latin typeface="Times New Roman"/>
                <a:cs typeface="Times New Roman"/>
              </a:rPr>
              <a:t>…</a:t>
            </a:r>
            <a:endParaRPr sz="2400" b="1" dirty="0">
              <a:latin typeface="Times New Roman"/>
              <a:cs typeface="Times New Roman"/>
            </a:endParaRPr>
          </a:p>
        </p:txBody>
      </p:sp>
      <p:cxnSp>
        <p:nvCxnSpPr>
          <p:cNvPr id="427" name="直接连接符 426">
            <a:extLst>
              <a:ext uri="{FF2B5EF4-FFF2-40B4-BE49-F238E27FC236}">
                <a16:creationId xmlns:a16="http://schemas.microsoft.com/office/drawing/2014/main" id="{70DFFBA5-AA5C-6075-B861-B942745684D0}"/>
              </a:ext>
            </a:extLst>
          </p:cNvPr>
          <p:cNvCxnSpPr>
            <a:cxnSpLocks/>
          </p:cNvCxnSpPr>
          <p:nvPr/>
        </p:nvCxnSpPr>
        <p:spPr>
          <a:xfrm flipV="1">
            <a:off x="10354000" y="2470233"/>
            <a:ext cx="0" cy="717428"/>
          </a:xfrm>
          <a:prstGeom prst="line">
            <a:avLst/>
          </a:prstGeom>
          <a:ln w="1905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直接连接符 427">
            <a:extLst>
              <a:ext uri="{FF2B5EF4-FFF2-40B4-BE49-F238E27FC236}">
                <a16:creationId xmlns:a16="http://schemas.microsoft.com/office/drawing/2014/main" id="{CF5DF929-8625-202D-4E14-13EA3A92CEAF}"/>
              </a:ext>
            </a:extLst>
          </p:cNvPr>
          <p:cNvCxnSpPr>
            <a:cxnSpLocks/>
          </p:cNvCxnSpPr>
          <p:nvPr/>
        </p:nvCxnSpPr>
        <p:spPr>
          <a:xfrm flipH="1" flipV="1">
            <a:off x="11805468" y="2478936"/>
            <a:ext cx="15165" cy="2233624"/>
          </a:xfrm>
          <a:prstGeom prst="line">
            <a:avLst/>
          </a:prstGeom>
          <a:ln w="1905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9" name="组合 428">
            <a:extLst>
              <a:ext uri="{FF2B5EF4-FFF2-40B4-BE49-F238E27FC236}">
                <a16:creationId xmlns:a16="http://schemas.microsoft.com/office/drawing/2014/main" id="{E12042BC-9BD6-DAC0-D40A-46830B17988D}"/>
              </a:ext>
            </a:extLst>
          </p:cNvPr>
          <p:cNvGrpSpPr/>
          <p:nvPr/>
        </p:nvGrpSpPr>
        <p:grpSpPr>
          <a:xfrm>
            <a:off x="4437735" y="5759046"/>
            <a:ext cx="768714" cy="576365"/>
            <a:chOff x="5770190" y="2893431"/>
            <a:chExt cx="563380" cy="422410"/>
          </a:xfrm>
        </p:grpSpPr>
        <p:sp>
          <p:nvSpPr>
            <p:cNvPr id="430" name="矩形 429">
              <a:extLst>
                <a:ext uri="{FF2B5EF4-FFF2-40B4-BE49-F238E27FC236}">
                  <a16:creationId xmlns:a16="http://schemas.microsoft.com/office/drawing/2014/main" id="{48903B27-2840-27F5-3F2D-94670717A8E1}"/>
                </a:ext>
              </a:extLst>
            </p:cNvPr>
            <p:cNvSpPr/>
            <p:nvPr/>
          </p:nvSpPr>
          <p:spPr>
            <a:xfrm>
              <a:off x="5770190" y="3083383"/>
              <a:ext cx="88240" cy="232458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>
              <a:outerShdw blurRad="76200" dist="12700" dir="2700000" sy="-23000" kx="-800400" algn="bl" rotWithShape="0">
                <a:schemeClr val="accent6">
                  <a:lumMod val="75000"/>
                  <a:alpha val="20000"/>
                </a:schemeClr>
              </a:outerShdw>
              <a:reflection blurRad="6350" stA="50000" endA="300" endPos="55000" dir="5400000" sy="-100000" algn="bl" rotWithShape="0"/>
            </a:effectLst>
            <a:scene3d>
              <a:camera prst="perspectiveBelow"/>
              <a:lightRig rig="threePt" dir="t"/>
            </a:scene3d>
            <a:sp3d extrusionH="19050">
              <a:bevelT w="19050" h="12700" prst="angle"/>
              <a:extrusionClr>
                <a:schemeClr val="accent6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822" dirty="0"/>
            </a:p>
          </p:txBody>
        </p:sp>
        <p:sp>
          <p:nvSpPr>
            <p:cNvPr id="431" name="矩形 430">
              <a:extLst>
                <a:ext uri="{FF2B5EF4-FFF2-40B4-BE49-F238E27FC236}">
                  <a16:creationId xmlns:a16="http://schemas.microsoft.com/office/drawing/2014/main" id="{3C9FC9FD-4DCB-7D3F-296F-6C85BA295409}"/>
                </a:ext>
              </a:extLst>
            </p:cNvPr>
            <p:cNvSpPr/>
            <p:nvPr/>
          </p:nvSpPr>
          <p:spPr>
            <a:xfrm>
              <a:off x="5888975" y="2931614"/>
              <a:ext cx="88240" cy="38422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>
              <a:outerShdw blurRad="76200" dist="12700" dir="2700000" sy="-23000" kx="-800400" algn="bl" rotWithShape="0">
                <a:schemeClr val="accent6">
                  <a:lumMod val="75000"/>
                  <a:alpha val="20000"/>
                </a:schemeClr>
              </a:outerShdw>
              <a:reflection blurRad="6350" stA="50000" endA="300" endPos="55000" dir="5400000" sy="-100000" algn="bl" rotWithShape="0"/>
            </a:effectLst>
            <a:scene3d>
              <a:camera prst="perspectiveBelow"/>
              <a:lightRig rig="threePt" dir="t"/>
            </a:scene3d>
            <a:sp3d extrusionH="19050">
              <a:bevelT w="19050" h="12700" prst="angle"/>
              <a:extrusionClr>
                <a:schemeClr val="accent6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822"/>
            </a:p>
          </p:txBody>
        </p:sp>
        <p:sp>
          <p:nvSpPr>
            <p:cNvPr id="432" name="矩形 431">
              <a:extLst>
                <a:ext uri="{FF2B5EF4-FFF2-40B4-BE49-F238E27FC236}">
                  <a16:creationId xmlns:a16="http://schemas.microsoft.com/office/drawing/2014/main" id="{4353B9EF-2327-BE8B-71A4-4F7E2B1F07E4}"/>
                </a:ext>
              </a:extLst>
            </p:cNvPr>
            <p:cNvSpPr/>
            <p:nvPr/>
          </p:nvSpPr>
          <p:spPr>
            <a:xfrm>
              <a:off x="6007760" y="2893431"/>
              <a:ext cx="88240" cy="42241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>
              <a:outerShdw blurRad="76200" dist="12700" dir="2700000" sy="-23000" kx="-800400" algn="bl" rotWithShape="0">
                <a:schemeClr val="accent6">
                  <a:lumMod val="75000"/>
                  <a:alpha val="20000"/>
                </a:schemeClr>
              </a:outerShdw>
              <a:reflection blurRad="6350" stA="50000" endA="300" endPos="55000" dir="5400000" sy="-100000" algn="bl" rotWithShape="0"/>
            </a:effectLst>
            <a:scene3d>
              <a:camera prst="perspectiveBelow"/>
              <a:lightRig rig="threePt" dir="t"/>
            </a:scene3d>
            <a:sp3d extrusionH="19050">
              <a:bevelT w="19050" h="12700" prst="angle"/>
              <a:extrusionClr>
                <a:schemeClr val="accent6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822"/>
            </a:p>
          </p:txBody>
        </p:sp>
        <p:sp>
          <p:nvSpPr>
            <p:cNvPr id="433" name="矩形 432">
              <a:extLst>
                <a:ext uri="{FF2B5EF4-FFF2-40B4-BE49-F238E27FC236}">
                  <a16:creationId xmlns:a16="http://schemas.microsoft.com/office/drawing/2014/main" id="{EC8C261E-555B-AA44-BD6B-E31C38E4C6C9}"/>
                </a:ext>
              </a:extLst>
            </p:cNvPr>
            <p:cNvSpPr/>
            <p:nvPr/>
          </p:nvSpPr>
          <p:spPr>
            <a:xfrm>
              <a:off x="6126545" y="3007660"/>
              <a:ext cx="88240" cy="308181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>
              <a:outerShdw blurRad="76200" dist="12700" dir="2700000" sy="-23000" kx="-800400" algn="bl" rotWithShape="0">
                <a:schemeClr val="accent6">
                  <a:lumMod val="75000"/>
                  <a:alpha val="20000"/>
                </a:schemeClr>
              </a:outerShdw>
              <a:reflection blurRad="6350" stA="50000" endA="300" endPos="55000" dir="5400000" sy="-100000" algn="bl" rotWithShape="0"/>
            </a:effectLst>
            <a:scene3d>
              <a:camera prst="perspectiveBelow"/>
              <a:lightRig rig="threePt" dir="t"/>
            </a:scene3d>
            <a:sp3d extrusionH="19050">
              <a:bevelT w="19050" h="12700" prst="angle"/>
              <a:extrusionClr>
                <a:schemeClr val="accent6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822"/>
            </a:p>
          </p:txBody>
        </p:sp>
        <p:sp>
          <p:nvSpPr>
            <p:cNvPr id="434" name="矩形 433">
              <a:extLst>
                <a:ext uri="{FF2B5EF4-FFF2-40B4-BE49-F238E27FC236}">
                  <a16:creationId xmlns:a16="http://schemas.microsoft.com/office/drawing/2014/main" id="{29322F8E-5BB9-DF8B-A001-EBB7EB5CC51F}"/>
                </a:ext>
              </a:extLst>
            </p:cNvPr>
            <p:cNvSpPr/>
            <p:nvPr/>
          </p:nvSpPr>
          <p:spPr>
            <a:xfrm>
              <a:off x="6245330" y="3188356"/>
              <a:ext cx="88240" cy="12748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>
              <a:outerShdw blurRad="76200" dist="12700" dir="2700000" sy="-23000" kx="-800400" algn="bl" rotWithShape="0">
                <a:schemeClr val="accent6">
                  <a:lumMod val="75000"/>
                  <a:alpha val="20000"/>
                </a:schemeClr>
              </a:outerShdw>
              <a:reflection blurRad="6350" stA="50000" endA="300" endPos="55000" dir="5400000" sy="-100000" algn="bl" rotWithShape="0"/>
            </a:effectLst>
            <a:scene3d>
              <a:camera prst="perspectiveBelow"/>
              <a:lightRig rig="threePt" dir="t"/>
            </a:scene3d>
            <a:sp3d extrusionH="19050">
              <a:bevelT w="19050" h="12700" prst="angle"/>
              <a:extrusionClr>
                <a:schemeClr val="accent6">
                  <a:lumMod val="20000"/>
                  <a:lumOff val="80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822" dirty="0"/>
            </a:p>
          </p:txBody>
        </p:sp>
      </p:grpSp>
      <p:grpSp>
        <p:nvGrpSpPr>
          <p:cNvPr id="435" name="组合 434">
            <a:extLst>
              <a:ext uri="{FF2B5EF4-FFF2-40B4-BE49-F238E27FC236}">
                <a16:creationId xmlns:a16="http://schemas.microsoft.com/office/drawing/2014/main" id="{45A914CC-9E49-9B03-EA79-4F82937040CD}"/>
              </a:ext>
            </a:extLst>
          </p:cNvPr>
          <p:cNvGrpSpPr/>
          <p:nvPr/>
        </p:nvGrpSpPr>
        <p:grpSpPr>
          <a:xfrm>
            <a:off x="965809" y="5714320"/>
            <a:ext cx="619019" cy="652417"/>
            <a:chOff x="2259425" y="2621747"/>
            <a:chExt cx="619019" cy="65241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36" name="立方体 435">
              <a:extLst>
                <a:ext uri="{FF2B5EF4-FFF2-40B4-BE49-F238E27FC236}">
                  <a16:creationId xmlns:a16="http://schemas.microsoft.com/office/drawing/2014/main" id="{5C5A30E7-76C5-3F62-95B5-2DDE6D8987F0}"/>
                </a:ext>
              </a:extLst>
            </p:cNvPr>
            <p:cNvSpPr/>
            <p:nvPr/>
          </p:nvSpPr>
          <p:spPr>
            <a:xfrm>
              <a:off x="2259425" y="2635997"/>
              <a:ext cx="213366" cy="638167"/>
            </a:xfrm>
            <a:prstGeom prst="cube">
              <a:avLst>
                <a:gd name="adj" fmla="val 84939"/>
              </a:avLst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437" name="立方体 436">
              <a:extLst>
                <a:ext uri="{FF2B5EF4-FFF2-40B4-BE49-F238E27FC236}">
                  <a16:creationId xmlns:a16="http://schemas.microsoft.com/office/drawing/2014/main" id="{25C5C2ED-5AA2-212E-30FD-2842678C765F}"/>
                </a:ext>
              </a:extLst>
            </p:cNvPr>
            <p:cNvSpPr/>
            <p:nvPr/>
          </p:nvSpPr>
          <p:spPr>
            <a:xfrm>
              <a:off x="2394643" y="2624627"/>
              <a:ext cx="213366" cy="638167"/>
            </a:xfrm>
            <a:prstGeom prst="cube">
              <a:avLst>
                <a:gd name="adj" fmla="val 84939"/>
              </a:avLst>
            </a:prstGeom>
            <a:gradFill flip="none" rotWithShape="1">
              <a:gsLst>
                <a:gs pos="0">
                  <a:srgbClr val="154719"/>
                </a:gs>
                <a:gs pos="48000">
                  <a:srgbClr val="549036"/>
                </a:gs>
                <a:gs pos="100000">
                  <a:srgbClr val="80C000"/>
                </a:gs>
              </a:gsLst>
              <a:lin ang="0" scaled="1"/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438" name="立方体 437">
              <a:extLst>
                <a:ext uri="{FF2B5EF4-FFF2-40B4-BE49-F238E27FC236}">
                  <a16:creationId xmlns:a16="http://schemas.microsoft.com/office/drawing/2014/main" id="{763D3F59-9754-5C29-8A0C-C772B87BA1E1}"/>
                </a:ext>
              </a:extLst>
            </p:cNvPr>
            <p:cNvSpPr/>
            <p:nvPr/>
          </p:nvSpPr>
          <p:spPr>
            <a:xfrm>
              <a:off x="2529861" y="2624626"/>
              <a:ext cx="213366" cy="638167"/>
            </a:xfrm>
            <a:prstGeom prst="cube">
              <a:avLst>
                <a:gd name="adj" fmla="val 84939"/>
              </a:avLst>
            </a:prstGeom>
            <a:gradFill flip="none" rotWithShape="1">
              <a:gsLst>
                <a:gs pos="0">
                  <a:srgbClr val="458A00"/>
                </a:gs>
                <a:gs pos="48000">
                  <a:srgbClr val="008A00"/>
                </a:gs>
                <a:gs pos="100000">
                  <a:srgbClr val="6BD600"/>
                </a:gs>
              </a:gsLst>
              <a:lin ang="0" scaled="1"/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439" name="立方体 438">
              <a:extLst>
                <a:ext uri="{FF2B5EF4-FFF2-40B4-BE49-F238E27FC236}">
                  <a16:creationId xmlns:a16="http://schemas.microsoft.com/office/drawing/2014/main" id="{3D4FC54D-06FD-8721-FB84-32ACA8076231}"/>
                </a:ext>
              </a:extLst>
            </p:cNvPr>
            <p:cNvSpPr/>
            <p:nvPr/>
          </p:nvSpPr>
          <p:spPr>
            <a:xfrm>
              <a:off x="2665078" y="2621747"/>
              <a:ext cx="213366" cy="638167"/>
            </a:xfrm>
            <a:prstGeom prst="cube">
              <a:avLst>
                <a:gd name="adj" fmla="val 84939"/>
              </a:avLst>
            </a:prstGeom>
            <a:gradFill flip="none" rotWithShape="1">
              <a:gsLst>
                <a:gs pos="0">
                  <a:srgbClr val="5F8E00"/>
                </a:gs>
                <a:gs pos="48000">
                  <a:srgbClr val="99CC00"/>
                </a:gs>
                <a:gs pos="100000">
                  <a:srgbClr val="CCFF33"/>
                </a:gs>
              </a:gsLst>
              <a:lin ang="0" scaled="1"/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grpSp>
        <p:nvGrpSpPr>
          <p:cNvPr id="440" name="组合 439">
            <a:extLst>
              <a:ext uri="{FF2B5EF4-FFF2-40B4-BE49-F238E27FC236}">
                <a16:creationId xmlns:a16="http://schemas.microsoft.com/office/drawing/2014/main" id="{710CA8A1-FCEE-36AC-6A3D-41E2BF3929BC}"/>
              </a:ext>
            </a:extLst>
          </p:cNvPr>
          <p:cNvGrpSpPr/>
          <p:nvPr/>
        </p:nvGrpSpPr>
        <p:grpSpPr>
          <a:xfrm>
            <a:off x="871787" y="7607219"/>
            <a:ext cx="754056" cy="434524"/>
            <a:chOff x="3275116" y="2705861"/>
            <a:chExt cx="754056" cy="43452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41" name="立方体 440">
              <a:extLst>
                <a:ext uri="{FF2B5EF4-FFF2-40B4-BE49-F238E27FC236}">
                  <a16:creationId xmlns:a16="http://schemas.microsoft.com/office/drawing/2014/main" id="{6F6B9F06-25B5-2E31-86E5-DC157AC74F64}"/>
                </a:ext>
              </a:extLst>
            </p:cNvPr>
            <p:cNvSpPr/>
            <p:nvPr/>
          </p:nvSpPr>
          <p:spPr>
            <a:xfrm>
              <a:off x="3483396" y="2705861"/>
              <a:ext cx="545776" cy="156118"/>
            </a:xfrm>
            <a:prstGeom prst="cube">
              <a:avLst>
                <a:gd name="adj" fmla="val 32673"/>
              </a:avLst>
            </a:prstGeom>
            <a:gradFill flip="none" rotWithShape="1">
              <a:gsLst>
                <a:gs pos="0">
                  <a:srgbClr val="5F8E00"/>
                </a:gs>
                <a:gs pos="48000">
                  <a:srgbClr val="99CC00"/>
                </a:gs>
                <a:gs pos="100000">
                  <a:srgbClr val="CCFF33"/>
                </a:gs>
              </a:gsLst>
              <a:lin ang="0" scaled="1"/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442" name="立方体 441">
              <a:extLst>
                <a:ext uri="{FF2B5EF4-FFF2-40B4-BE49-F238E27FC236}">
                  <a16:creationId xmlns:a16="http://schemas.microsoft.com/office/drawing/2014/main" id="{CFA11CAD-6100-2534-4A7A-5276FD966482}"/>
                </a:ext>
              </a:extLst>
            </p:cNvPr>
            <p:cNvSpPr/>
            <p:nvPr/>
          </p:nvSpPr>
          <p:spPr>
            <a:xfrm>
              <a:off x="3413970" y="2798663"/>
              <a:ext cx="545776" cy="156118"/>
            </a:xfrm>
            <a:prstGeom prst="cube">
              <a:avLst>
                <a:gd name="adj" fmla="val 32673"/>
              </a:avLst>
            </a:prstGeom>
            <a:gradFill flip="none" rotWithShape="1">
              <a:gsLst>
                <a:gs pos="0">
                  <a:srgbClr val="458A00"/>
                </a:gs>
                <a:gs pos="48000">
                  <a:srgbClr val="008A00"/>
                </a:gs>
                <a:gs pos="100000">
                  <a:srgbClr val="6BD600"/>
                </a:gs>
              </a:gsLst>
              <a:lin ang="0" scaled="1"/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443" name="立方体 442">
              <a:extLst>
                <a:ext uri="{FF2B5EF4-FFF2-40B4-BE49-F238E27FC236}">
                  <a16:creationId xmlns:a16="http://schemas.microsoft.com/office/drawing/2014/main" id="{2B78EB96-6A3A-DD74-396B-FD765758C849}"/>
                </a:ext>
              </a:extLst>
            </p:cNvPr>
            <p:cNvSpPr/>
            <p:nvPr/>
          </p:nvSpPr>
          <p:spPr>
            <a:xfrm>
              <a:off x="3344543" y="2891465"/>
              <a:ext cx="545776" cy="156118"/>
            </a:xfrm>
            <a:prstGeom prst="cube">
              <a:avLst>
                <a:gd name="adj" fmla="val 32673"/>
              </a:avLst>
            </a:prstGeom>
            <a:gradFill flip="none" rotWithShape="1">
              <a:gsLst>
                <a:gs pos="0">
                  <a:srgbClr val="154719"/>
                </a:gs>
                <a:gs pos="48000">
                  <a:srgbClr val="549036"/>
                </a:gs>
                <a:gs pos="100000">
                  <a:srgbClr val="80C000"/>
                </a:gs>
              </a:gsLst>
              <a:lin ang="0" scaled="1"/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444" name="立方体 443">
              <a:extLst>
                <a:ext uri="{FF2B5EF4-FFF2-40B4-BE49-F238E27FC236}">
                  <a16:creationId xmlns:a16="http://schemas.microsoft.com/office/drawing/2014/main" id="{BC129F55-A884-AA6A-69A9-A9AA0252854C}"/>
                </a:ext>
              </a:extLst>
            </p:cNvPr>
            <p:cNvSpPr/>
            <p:nvPr/>
          </p:nvSpPr>
          <p:spPr>
            <a:xfrm>
              <a:off x="3275116" y="2984267"/>
              <a:ext cx="545776" cy="156118"/>
            </a:xfrm>
            <a:prstGeom prst="cube">
              <a:avLst>
                <a:gd name="adj" fmla="val 32673"/>
              </a:avLst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sp>
        <p:nvSpPr>
          <p:cNvPr id="445" name="立方体 444">
            <a:extLst>
              <a:ext uri="{FF2B5EF4-FFF2-40B4-BE49-F238E27FC236}">
                <a16:creationId xmlns:a16="http://schemas.microsoft.com/office/drawing/2014/main" id="{CFBA8808-010F-036E-3695-D1BEEE27C33C}"/>
              </a:ext>
            </a:extLst>
          </p:cNvPr>
          <p:cNvSpPr/>
          <p:nvPr/>
        </p:nvSpPr>
        <p:spPr>
          <a:xfrm>
            <a:off x="1940852" y="6651261"/>
            <a:ext cx="677192" cy="636896"/>
          </a:xfrm>
          <a:prstGeom prst="cube">
            <a:avLst>
              <a:gd name="adj" fmla="val 28528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cxnSp>
        <p:nvCxnSpPr>
          <p:cNvPr id="446" name="连接符: 肘形 445">
            <a:extLst>
              <a:ext uri="{FF2B5EF4-FFF2-40B4-BE49-F238E27FC236}">
                <a16:creationId xmlns:a16="http://schemas.microsoft.com/office/drawing/2014/main" id="{2967B1B5-2590-E72C-8CCA-E6DEB6F5C1E2}"/>
              </a:ext>
            </a:extLst>
          </p:cNvPr>
          <p:cNvCxnSpPr>
            <a:cxnSpLocks/>
            <a:stCxn id="490" idx="6"/>
            <a:endCxn id="449" idx="7"/>
          </p:cNvCxnSpPr>
          <p:nvPr/>
        </p:nvCxnSpPr>
        <p:spPr>
          <a:xfrm>
            <a:off x="2343878" y="6034499"/>
            <a:ext cx="621358" cy="863009"/>
          </a:xfrm>
          <a:prstGeom prst="bentConnector3">
            <a:avLst>
              <a:gd name="adj1" fmla="val 99054"/>
            </a:avLst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直接箭头连接符 446">
            <a:extLst>
              <a:ext uri="{FF2B5EF4-FFF2-40B4-BE49-F238E27FC236}">
                <a16:creationId xmlns:a16="http://schemas.microsoft.com/office/drawing/2014/main" id="{5A4CC93D-4649-7AA5-4A49-9AAA2762CB3E}"/>
              </a:ext>
            </a:extLst>
          </p:cNvPr>
          <p:cNvCxnSpPr>
            <a:cxnSpLocks/>
            <a:stCxn id="449" idx="5"/>
            <a:endCxn id="496" idx="1"/>
          </p:cNvCxnSpPr>
          <p:nvPr/>
        </p:nvCxnSpPr>
        <p:spPr>
          <a:xfrm>
            <a:off x="3034224" y="6963635"/>
            <a:ext cx="293945" cy="3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8" name="组合 447">
            <a:extLst>
              <a:ext uri="{FF2B5EF4-FFF2-40B4-BE49-F238E27FC236}">
                <a16:creationId xmlns:a16="http://schemas.microsoft.com/office/drawing/2014/main" id="{AA1C9ED5-C0EA-4D17-BBEA-70B5AE731B8C}"/>
              </a:ext>
            </a:extLst>
          </p:cNvPr>
          <p:cNvGrpSpPr/>
          <p:nvPr/>
        </p:nvGrpSpPr>
        <p:grpSpPr>
          <a:xfrm rot="18827285">
            <a:off x="2899096" y="6897493"/>
            <a:ext cx="135143" cy="135143"/>
            <a:chOff x="4892460" y="2186404"/>
            <a:chExt cx="142638" cy="142638"/>
          </a:xfrm>
        </p:grpSpPr>
        <p:sp>
          <p:nvSpPr>
            <p:cNvPr id="449" name="椭圆 448">
              <a:extLst>
                <a:ext uri="{FF2B5EF4-FFF2-40B4-BE49-F238E27FC236}">
                  <a16:creationId xmlns:a16="http://schemas.microsoft.com/office/drawing/2014/main" id="{4799D794-FFFC-4928-9895-34AFCA0DBECA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450" name="直接连接符 449">
              <a:extLst>
                <a:ext uri="{FF2B5EF4-FFF2-40B4-BE49-F238E27FC236}">
                  <a16:creationId xmlns:a16="http://schemas.microsoft.com/office/drawing/2014/main" id="{1223FFB2-1E9D-A273-E9EB-E8D1686B03A5}"/>
                </a:ext>
              </a:extLst>
            </p:cNvPr>
            <p:cNvCxnSpPr>
              <a:stCxn id="449" idx="1"/>
              <a:endCxn id="449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直接连接符 450">
              <a:extLst>
                <a:ext uri="{FF2B5EF4-FFF2-40B4-BE49-F238E27FC236}">
                  <a16:creationId xmlns:a16="http://schemas.microsoft.com/office/drawing/2014/main" id="{BD2DAAE8-0E9B-0BF1-142B-08BB04F48251}"/>
                </a:ext>
              </a:extLst>
            </p:cNvPr>
            <p:cNvCxnSpPr>
              <a:cxnSpLocks/>
              <a:stCxn id="449" idx="3"/>
              <a:endCxn id="449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2" name="连接符: 肘形 451">
            <a:extLst>
              <a:ext uri="{FF2B5EF4-FFF2-40B4-BE49-F238E27FC236}">
                <a16:creationId xmlns:a16="http://schemas.microsoft.com/office/drawing/2014/main" id="{6B0FE67A-4A8E-4277-3B79-CB684122C770}"/>
              </a:ext>
            </a:extLst>
          </p:cNvPr>
          <p:cNvCxnSpPr>
            <a:cxnSpLocks/>
            <a:stCxn id="449" idx="3"/>
          </p:cNvCxnSpPr>
          <p:nvPr/>
        </p:nvCxnSpPr>
        <p:spPr>
          <a:xfrm flipH="1">
            <a:off x="2346236" y="7032619"/>
            <a:ext cx="621861" cy="809906"/>
          </a:xfrm>
          <a:prstGeom prst="bentConnector3">
            <a:avLst>
              <a:gd name="adj1" fmla="val -17"/>
            </a:avLst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直接箭头连接符 452">
            <a:extLst>
              <a:ext uri="{FF2B5EF4-FFF2-40B4-BE49-F238E27FC236}">
                <a16:creationId xmlns:a16="http://schemas.microsoft.com/office/drawing/2014/main" id="{76FBFD51-BB40-1F38-286F-205B4E24A892}"/>
              </a:ext>
            </a:extLst>
          </p:cNvPr>
          <p:cNvCxnSpPr>
            <a:cxnSpLocks/>
          </p:cNvCxnSpPr>
          <p:nvPr/>
        </p:nvCxnSpPr>
        <p:spPr>
          <a:xfrm>
            <a:off x="3475375" y="6966092"/>
            <a:ext cx="29933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4" name="组合 453">
            <a:extLst>
              <a:ext uri="{FF2B5EF4-FFF2-40B4-BE49-F238E27FC236}">
                <a16:creationId xmlns:a16="http://schemas.microsoft.com/office/drawing/2014/main" id="{EB628900-2D78-6A13-66E5-FD1A564A7257}"/>
              </a:ext>
            </a:extLst>
          </p:cNvPr>
          <p:cNvGrpSpPr/>
          <p:nvPr/>
        </p:nvGrpSpPr>
        <p:grpSpPr>
          <a:xfrm>
            <a:off x="4762257" y="6919766"/>
            <a:ext cx="151451" cy="165308"/>
            <a:chOff x="6647986" y="5115363"/>
            <a:chExt cx="159851" cy="174476"/>
          </a:xfrm>
        </p:grpSpPr>
        <p:sp>
          <p:nvSpPr>
            <p:cNvPr id="455" name="椭圆 454">
              <a:extLst>
                <a:ext uri="{FF2B5EF4-FFF2-40B4-BE49-F238E27FC236}">
                  <a16:creationId xmlns:a16="http://schemas.microsoft.com/office/drawing/2014/main" id="{5532FB68-4579-4AB5-2C2F-00F9E90CF4CA}"/>
                </a:ext>
              </a:extLst>
            </p:cNvPr>
            <p:cNvSpPr/>
            <p:nvPr/>
          </p:nvSpPr>
          <p:spPr>
            <a:xfrm>
              <a:off x="6647986" y="5143061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456" name="object 343">
              <a:extLst>
                <a:ext uri="{FF2B5EF4-FFF2-40B4-BE49-F238E27FC236}">
                  <a16:creationId xmlns:a16="http://schemas.microsoft.com/office/drawing/2014/main" id="{6F3AC0EF-9FCB-8135-DB19-3C38520E119C}"/>
                </a:ext>
              </a:extLst>
            </p:cNvPr>
            <p:cNvSpPr txBox="1"/>
            <p:nvPr/>
          </p:nvSpPr>
          <p:spPr>
            <a:xfrm>
              <a:off x="6663713" y="5115363"/>
              <a:ext cx="144124" cy="174476"/>
            </a:xfrm>
            <a:prstGeom prst="rect">
              <a:avLst/>
            </a:prstGeom>
          </p:spPr>
          <p:txBody>
            <a:bodyPr vert="horz" wrap="square" lIns="0" tIns="19246" rIns="0" bIns="0" rtlCol="0">
              <a:spAutoFit/>
            </a:bodyPr>
            <a:lstStyle/>
            <a:p>
              <a:pPr marL="18330">
                <a:spcBef>
                  <a:spcPts val="152"/>
                </a:spcBef>
              </a:pPr>
              <a:r>
                <a:rPr lang="el-GR" sz="948" b="1" spc="461" dirty="0">
                  <a:latin typeface="Cambria"/>
                  <a:cs typeface="Cambria"/>
                </a:rPr>
                <a:t>Σ</a:t>
              </a:r>
              <a:endParaRPr sz="948" b="1" dirty="0">
                <a:latin typeface="Cambria"/>
                <a:cs typeface="Cambria"/>
              </a:endParaRPr>
            </a:p>
          </p:txBody>
        </p:sp>
      </p:grpSp>
      <p:cxnSp>
        <p:nvCxnSpPr>
          <p:cNvPr id="457" name="直接箭头连接符 456">
            <a:extLst>
              <a:ext uri="{FF2B5EF4-FFF2-40B4-BE49-F238E27FC236}">
                <a16:creationId xmlns:a16="http://schemas.microsoft.com/office/drawing/2014/main" id="{5713E310-9877-9A2B-2A94-C04153B0F9FF}"/>
              </a:ext>
            </a:extLst>
          </p:cNvPr>
          <p:cNvCxnSpPr>
            <a:cxnSpLocks/>
            <a:endCxn id="455" idx="2"/>
          </p:cNvCxnSpPr>
          <p:nvPr/>
        </p:nvCxnSpPr>
        <p:spPr>
          <a:xfrm>
            <a:off x="4390917" y="7013580"/>
            <a:ext cx="37136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直接连接符 457">
            <a:extLst>
              <a:ext uri="{FF2B5EF4-FFF2-40B4-BE49-F238E27FC236}">
                <a16:creationId xmlns:a16="http://schemas.microsoft.com/office/drawing/2014/main" id="{CAED8D99-3D14-2D0A-3FD2-7AF6E8611FA6}"/>
              </a:ext>
            </a:extLst>
          </p:cNvPr>
          <p:cNvCxnSpPr>
            <a:cxnSpLocks/>
            <a:endCxn id="455" idx="0"/>
          </p:cNvCxnSpPr>
          <p:nvPr/>
        </p:nvCxnSpPr>
        <p:spPr>
          <a:xfrm flipH="1">
            <a:off x="4829829" y="6352485"/>
            <a:ext cx="29" cy="593524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9" name="组合 458">
            <a:extLst>
              <a:ext uri="{FF2B5EF4-FFF2-40B4-BE49-F238E27FC236}">
                <a16:creationId xmlns:a16="http://schemas.microsoft.com/office/drawing/2014/main" id="{53071AE2-60F9-7965-1411-10BAC45ED7AD}"/>
              </a:ext>
            </a:extLst>
          </p:cNvPr>
          <p:cNvGrpSpPr/>
          <p:nvPr/>
        </p:nvGrpSpPr>
        <p:grpSpPr>
          <a:xfrm>
            <a:off x="5315182" y="6559087"/>
            <a:ext cx="236522" cy="884082"/>
            <a:chOff x="6975272" y="1775697"/>
            <a:chExt cx="236522" cy="884082"/>
          </a:xfrm>
        </p:grpSpPr>
        <p:sp>
          <p:nvSpPr>
            <p:cNvPr id="460" name="矩形: 圆角 459">
              <a:extLst>
                <a:ext uri="{FF2B5EF4-FFF2-40B4-BE49-F238E27FC236}">
                  <a16:creationId xmlns:a16="http://schemas.microsoft.com/office/drawing/2014/main" id="{386D9E99-F059-E899-4166-7CC714197A2E}"/>
                </a:ext>
              </a:extLst>
            </p:cNvPr>
            <p:cNvSpPr/>
            <p:nvPr/>
          </p:nvSpPr>
          <p:spPr>
            <a:xfrm>
              <a:off x="6975272" y="1775697"/>
              <a:ext cx="236522" cy="884082"/>
            </a:xfrm>
            <a:prstGeom prst="roundRect">
              <a:avLst>
                <a:gd name="adj" fmla="val 0"/>
              </a:avLst>
            </a:prstGeom>
            <a:solidFill>
              <a:srgbClr val="F6F6F7"/>
            </a:solidFill>
            <a:ln w="190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6350" h="63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48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1" name="椭圆 460">
              <a:extLst>
                <a:ext uri="{FF2B5EF4-FFF2-40B4-BE49-F238E27FC236}">
                  <a16:creationId xmlns:a16="http://schemas.microsoft.com/office/drawing/2014/main" id="{10344475-2E8A-B312-CA0B-DFD77A383319}"/>
                </a:ext>
              </a:extLst>
            </p:cNvPr>
            <p:cNvSpPr/>
            <p:nvPr/>
          </p:nvSpPr>
          <p:spPr>
            <a:xfrm>
              <a:off x="7021533" y="1849219"/>
              <a:ext cx="144000" cy="144000"/>
            </a:xfrm>
            <a:prstGeom prst="ellipse">
              <a:avLst/>
            </a:prstGeom>
            <a:solidFill>
              <a:srgbClr val="A8D0F4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462" name="椭圆 461">
              <a:extLst>
                <a:ext uri="{FF2B5EF4-FFF2-40B4-BE49-F238E27FC236}">
                  <a16:creationId xmlns:a16="http://schemas.microsoft.com/office/drawing/2014/main" id="{DFCC17C4-4770-0F82-3E68-9FCC432440E1}"/>
                </a:ext>
              </a:extLst>
            </p:cNvPr>
            <p:cNvSpPr/>
            <p:nvPr/>
          </p:nvSpPr>
          <p:spPr>
            <a:xfrm>
              <a:off x="7021533" y="2053305"/>
              <a:ext cx="144000" cy="144000"/>
            </a:xfrm>
            <a:prstGeom prst="ellipse">
              <a:avLst/>
            </a:prstGeom>
            <a:solidFill>
              <a:srgbClr val="64A6E2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463" name="椭圆 462">
              <a:extLst>
                <a:ext uri="{FF2B5EF4-FFF2-40B4-BE49-F238E27FC236}">
                  <a16:creationId xmlns:a16="http://schemas.microsoft.com/office/drawing/2014/main" id="{16FEA0E5-B1BA-F441-7B8E-C991130ECD3B}"/>
                </a:ext>
              </a:extLst>
            </p:cNvPr>
            <p:cNvSpPr/>
            <p:nvPr/>
          </p:nvSpPr>
          <p:spPr>
            <a:xfrm>
              <a:off x="7021533" y="2257391"/>
              <a:ext cx="144000" cy="144000"/>
            </a:xfrm>
            <a:prstGeom prst="ellipse">
              <a:avLst/>
            </a:prstGeom>
            <a:solidFill>
              <a:srgbClr val="629ED4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464" name="椭圆 463">
              <a:extLst>
                <a:ext uri="{FF2B5EF4-FFF2-40B4-BE49-F238E27FC236}">
                  <a16:creationId xmlns:a16="http://schemas.microsoft.com/office/drawing/2014/main" id="{B9AD2F32-6253-63E9-6C9C-995CBB9DB780}"/>
                </a:ext>
              </a:extLst>
            </p:cNvPr>
            <p:cNvSpPr/>
            <p:nvPr/>
          </p:nvSpPr>
          <p:spPr>
            <a:xfrm>
              <a:off x="7021533" y="2461478"/>
              <a:ext cx="144000" cy="144000"/>
            </a:xfrm>
            <a:prstGeom prst="ellipse">
              <a:avLst/>
            </a:prstGeom>
            <a:solidFill>
              <a:srgbClr val="337DC0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cxnSp>
        <p:nvCxnSpPr>
          <p:cNvPr id="465" name="直接箭头连接符 464">
            <a:extLst>
              <a:ext uri="{FF2B5EF4-FFF2-40B4-BE49-F238E27FC236}">
                <a16:creationId xmlns:a16="http://schemas.microsoft.com/office/drawing/2014/main" id="{E13859FF-3E63-77A0-D952-C48F2FAF0451}"/>
              </a:ext>
            </a:extLst>
          </p:cNvPr>
          <p:cNvCxnSpPr>
            <a:cxnSpLocks/>
          </p:cNvCxnSpPr>
          <p:nvPr/>
        </p:nvCxnSpPr>
        <p:spPr>
          <a:xfrm>
            <a:off x="4918910" y="7015730"/>
            <a:ext cx="32923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6" name="文本框 465">
                <a:extLst>
                  <a:ext uri="{FF2B5EF4-FFF2-40B4-BE49-F238E27FC236}">
                    <a16:creationId xmlns:a16="http://schemas.microsoft.com/office/drawing/2014/main" id="{0350BDE5-0A3A-1759-03EE-27E93EB79057}"/>
                  </a:ext>
                </a:extLst>
              </p:cNvPr>
              <p:cNvSpPr txBox="1"/>
              <p:nvPr/>
            </p:nvSpPr>
            <p:spPr>
              <a:xfrm>
                <a:off x="5995069" y="6899788"/>
                <a:ext cx="94833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𝑑𝑜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6" name="文本框 465">
                <a:extLst>
                  <a:ext uri="{FF2B5EF4-FFF2-40B4-BE49-F238E27FC236}">
                    <a16:creationId xmlns:a16="http://schemas.microsoft.com/office/drawing/2014/main" id="{0350BDE5-0A3A-1759-03EE-27E93EB79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5069" y="6899788"/>
                <a:ext cx="948337" cy="215444"/>
              </a:xfrm>
              <a:prstGeom prst="rect">
                <a:avLst/>
              </a:prstGeom>
              <a:blipFill>
                <a:blip r:embed="rId23"/>
                <a:stretch>
                  <a:fillRect l="-3846" r="-5769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7" name="文本框 466">
                <a:extLst>
                  <a:ext uri="{FF2B5EF4-FFF2-40B4-BE49-F238E27FC236}">
                    <a16:creationId xmlns:a16="http://schemas.microsoft.com/office/drawing/2014/main" id="{3633CFB1-7731-49C2-8A0F-4DC55626097B}"/>
                  </a:ext>
                </a:extLst>
              </p:cNvPr>
              <p:cNvSpPr txBox="1"/>
              <p:nvPr/>
            </p:nvSpPr>
            <p:spPr>
              <a:xfrm>
                <a:off x="3975079" y="6119965"/>
                <a:ext cx="42800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7" name="文本框 466">
                <a:extLst>
                  <a:ext uri="{FF2B5EF4-FFF2-40B4-BE49-F238E27FC236}">
                    <a16:creationId xmlns:a16="http://schemas.microsoft.com/office/drawing/2014/main" id="{3633CFB1-7731-49C2-8A0F-4DC556260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079" y="6119965"/>
                <a:ext cx="428001" cy="215444"/>
              </a:xfrm>
              <a:prstGeom prst="rect">
                <a:avLst/>
              </a:prstGeom>
              <a:blipFill>
                <a:blip r:embed="rId24"/>
                <a:stretch>
                  <a:fillRect l="-8571" r="-14286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8" name="文本框 467">
            <a:extLst>
              <a:ext uri="{FF2B5EF4-FFF2-40B4-BE49-F238E27FC236}">
                <a16:creationId xmlns:a16="http://schemas.microsoft.com/office/drawing/2014/main" id="{A089F52A-5AB4-5A11-DECD-F036A57863D9}"/>
              </a:ext>
            </a:extLst>
          </p:cNvPr>
          <p:cNvSpPr txBox="1"/>
          <p:nvPr/>
        </p:nvSpPr>
        <p:spPr>
          <a:xfrm>
            <a:off x="4951649" y="7474648"/>
            <a:ext cx="942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Causal 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9" name="文本框 468">
                <a:extLst>
                  <a:ext uri="{FF2B5EF4-FFF2-40B4-BE49-F238E27FC236}">
                    <a16:creationId xmlns:a16="http://schemas.microsoft.com/office/drawing/2014/main" id="{EB3FE364-3FF2-BA96-55DC-44121619EF9B}"/>
                  </a:ext>
                </a:extLst>
              </p:cNvPr>
              <p:cNvSpPr txBox="1"/>
              <p:nvPr/>
            </p:nvSpPr>
            <p:spPr>
              <a:xfrm>
                <a:off x="1438030" y="7905834"/>
                <a:ext cx="370638" cy="257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9" name="文本框 468">
                <a:extLst>
                  <a:ext uri="{FF2B5EF4-FFF2-40B4-BE49-F238E27FC236}">
                    <a16:creationId xmlns:a16="http://schemas.microsoft.com/office/drawing/2014/main" id="{EB3FE364-3FF2-BA96-55DC-44121619E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030" y="7905834"/>
                <a:ext cx="370638" cy="257443"/>
              </a:xfrm>
              <a:prstGeom prst="rect">
                <a:avLst/>
              </a:prstGeom>
              <a:blipFill>
                <a:blip r:embed="rId25"/>
                <a:stretch>
                  <a:fillRect l="-3279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0" name="文本框 469">
                <a:extLst>
                  <a:ext uri="{FF2B5EF4-FFF2-40B4-BE49-F238E27FC236}">
                    <a16:creationId xmlns:a16="http://schemas.microsoft.com/office/drawing/2014/main" id="{ED3CF769-1B91-C95B-5720-B2ECF9FC5055}"/>
                  </a:ext>
                </a:extLst>
              </p:cNvPr>
              <p:cNvSpPr txBox="1"/>
              <p:nvPr/>
            </p:nvSpPr>
            <p:spPr>
              <a:xfrm>
                <a:off x="2472297" y="7156725"/>
                <a:ext cx="435314" cy="2358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0" name="文本框 469">
                <a:extLst>
                  <a:ext uri="{FF2B5EF4-FFF2-40B4-BE49-F238E27FC236}">
                    <a16:creationId xmlns:a16="http://schemas.microsoft.com/office/drawing/2014/main" id="{ED3CF769-1B91-C95B-5720-B2ECF9FC5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297" y="7156725"/>
                <a:ext cx="435314" cy="235834"/>
              </a:xfrm>
              <a:prstGeom prst="rect">
                <a:avLst/>
              </a:prstGeom>
              <a:blipFill>
                <a:blip r:embed="rId26"/>
                <a:stretch>
                  <a:fillRect l="-7042" r="-4225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" name="文本框 470">
                <a:extLst>
                  <a:ext uri="{FF2B5EF4-FFF2-40B4-BE49-F238E27FC236}">
                    <a16:creationId xmlns:a16="http://schemas.microsoft.com/office/drawing/2014/main" id="{52F7D24C-7D96-59CC-1933-471CCA8EAF47}"/>
                  </a:ext>
                </a:extLst>
              </p:cNvPr>
              <p:cNvSpPr txBox="1"/>
              <p:nvPr/>
            </p:nvSpPr>
            <p:spPr>
              <a:xfrm>
                <a:off x="1538493" y="6166291"/>
                <a:ext cx="370638" cy="257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1" name="文本框 470">
                <a:extLst>
                  <a:ext uri="{FF2B5EF4-FFF2-40B4-BE49-F238E27FC236}">
                    <a16:creationId xmlns:a16="http://schemas.microsoft.com/office/drawing/2014/main" id="{52F7D24C-7D96-59CC-1933-471CCA8EA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493" y="6166291"/>
                <a:ext cx="370638" cy="257443"/>
              </a:xfrm>
              <a:prstGeom prst="rect">
                <a:avLst/>
              </a:prstGeom>
              <a:blipFill>
                <a:blip r:embed="rId27"/>
                <a:stretch>
                  <a:fillRect l="-4918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2" name="组合 471">
            <a:extLst>
              <a:ext uri="{FF2B5EF4-FFF2-40B4-BE49-F238E27FC236}">
                <a16:creationId xmlns:a16="http://schemas.microsoft.com/office/drawing/2014/main" id="{C1F698E3-EBE1-4F7C-5590-B299ADD01EC7}"/>
              </a:ext>
            </a:extLst>
          </p:cNvPr>
          <p:cNvGrpSpPr/>
          <p:nvPr/>
        </p:nvGrpSpPr>
        <p:grpSpPr>
          <a:xfrm>
            <a:off x="3708868" y="6769730"/>
            <a:ext cx="754056" cy="443876"/>
            <a:chOff x="6445519" y="3803491"/>
            <a:chExt cx="754056" cy="44387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73" name="立方体 472">
              <a:extLst>
                <a:ext uri="{FF2B5EF4-FFF2-40B4-BE49-F238E27FC236}">
                  <a16:creationId xmlns:a16="http://schemas.microsoft.com/office/drawing/2014/main" id="{1E415197-426C-5AEB-B9DF-D12FC20E24C1}"/>
                </a:ext>
              </a:extLst>
            </p:cNvPr>
            <p:cNvSpPr/>
            <p:nvPr/>
          </p:nvSpPr>
          <p:spPr>
            <a:xfrm>
              <a:off x="6653799" y="3803491"/>
              <a:ext cx="545776" cy="156118"/>
            </a:xfrm>
            <a:prstGeom prst="cube">
              <a:avLst>
                <a:gd name="adj" fmla="val 32673"/>
              </a:avLst>
            </a:prstGeom>
            <a:gradFill flip="none" rotWithShape="1">
              <a:gsLst>
                <a:gs pos="0">
                  <a:srgbClr val="336699"/>
                </a:gs>
                <a:gs pos="48000">
                  <a:srgbClr val="0099CC"/>
                </a:gs>
                <a:gs pos="100000">
                  <a:srgbClr val="33CCCC"/>
                </a:gs>
              </a:gsLst>
              <a:lin ang="0" scaled="1"/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474" name="立方体 473">
              <a:extLst>
                <a:ext uri="{FF2B5EF4-FFF2-40B4-BE49-F238E27FC236}">
                  <a16:creationId xmlns:a16="http://schemas.microsoft.com/office/drawing/2014/main" id="{A46EB99D-7B16-124B-2F18-14403A28754F}"/>
                </a:ext>
              </a:extLst>
            </p:cNvPr>
            <p:cNvSpPr/>
            <p:nvPr/>
          </p:nvSpPr>
          <p:spPr>
            <a:xfrm>
              <a:off x="6584373" y="3899410"/>
              <a:ext cx="545776" cy="156118"/>
            </a:xfrm>
            <a:prstGeom prst="cube">
              <a:avLst>
                <a:gd name="adj" fmla="val 32673"/>
              </a:avLst>
            </a:prstGeom>
            <a:gradFill flip="none" rotWithShape="1">
              <a:gsLst>
                <a:gs pos="0">
                  <a:srgbClr val="3366CC"/>
                </a:gs>
                <a:gs pos="48000">
                  <a:srgbClr val="0099FF"/>
                </a:gs>
                <a:gs pos="100000">
                  <a:srgbClr val="99CCFF"/>
                </a:gs>
              </a:gsLst>
              <a:lin ang="0" scaled="1"/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475" name="立方体 474">
              <a:extLst>
                <a:ext uri="{FF2B5EF4-FFF2-40B4-BE49-F238E27FC236}">
                  <a16:creationId xmlns:a16="http://schemas.microsoft.com/office/drawing/2014/main" id="{B46632B3-5DF2-0BC9-4332-E88CFB66F86F}"/>
                </a:ext>
              </a:extLst>
            </p:cNvPr>
            <p:cNvSpPr/>
            <p:nvPr/>
          </p:nvSpPr>
          <p:spPr>
            <a:xfrm>
              <a:off x="6514946" y="3995329"/>
              <a:ext cx="545776" cy="156118"/>
            </a:xfrm>
            <a:prstGeom prst="cube">
              <a:avLst>
                <a:gd name="adj" fmla="val 32673"/>
              </a:avLst>
            </a:prstGeom>
            <a:gradFill flip="none" rotWithShape="1">
              <a:gsLst>
                <a:gs pos="0">
                  <a:srgbClr val="0066CC"/>
                </a:gs>
                <a:gs pos="48000">
                  <a:srgbClr val="6699FF"/>
                </a:gs>
                <a:gs pos="100000">
                  <a:srgbClr val="99CCFF"/>
                </a:gs>
              </a:gsLst>
              <a:lin ang="0" scaled="1"/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476" name="立方体 475">
              <a:extLst>
                <a:ext uri="{FF2B5EF4-FFF2-40B4-BE49-F238E27FC236}">
                  <a16:creationId xmlns:a16="http://schemas.microsoft.com/office/drawing/2014/main" id="{5725D625-2591-73CC-6F6B-0F11DC12302D}"/>
                </a:ext>
              </a:extLst>
            </p:cNvPr>
            <p:cNvSpPr/>
            <p:nvPr/>
          </p:nvSpPr>
          <p:spPr>
            <a:xfrm>
              <a:off x="6445519" y="4091249"/>
              <a:ext cx="545776" cy="156118"/>
            </a:xfrm>
            <a:prstGeom prst="cube">
              <a:avLst>
                <a:gd name="adj" fmla="val 32673"/>
              </a:avLst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sp>
        <p:nvSpPr>
          <p:cNvPr id="477" name="矩形 476">
            <a:extLst>
              <a:ext uri="{FF2B5EF4-FFF2-40B4-BE49-F238E27FC236}">
                <a16:creationId xmlns:a16="http://schemas.microsoft.com/office/drawing/2014/main" id="{235311AD-2AF0-4F2B-A4C7-5D24569080B4}"/>
              </a:ext>
            </a:extLst>
          </p:cNvPr>
          <p:cNvSpPr/>
          <p:nvPr/>
        </p:nvSpPr>
        <p:spPr>
          <a:xfrm>
            <a:off x="735112" y="6667466"/>
            <a:ext cx="1075438" cy="602440"/>
          </a:xfrm>
          <a:prstGeom prst="rect">
            <a:avLst/>
          </a:prstGeom>
          <a:solidFill>
            <a:srgbClr val="F2F2F2"/>
          </a:solidFill>
          <a:ln w="19050">
            <a:solidFill>
              <a:srgbClr val="BFBFB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spc="-9" dirty="0">
                <a:solidFill>
                  <a:schemeClr val="tx1"/>
                </a:solidFill>
                <a:latin typeface="Times New Roman"/>
                <a:cs typeface="Times New Roman"/>
              </a:rPr>
              <a:t>Confounder Dictionary</a:t>
            </a:r>
            <a:endParaRPr lang="en-US" altLang="zh-CN" sz="14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grpSp>
        <p:nvGrpSpPr>
          <p:cNvPr id="478" name="组合 477">
            <a:extLst>
              <a:ext uri="{FF2B5EF4-FFF2-40B4-BE49-F238E27FC236}">
                <a16:creationId xmlns:a16="http://schemas.microsoft.com/office/drawing/2014/main" id="{456947A6-1FF3-EECD-FD04-4BCA65C0723D}"/>
              </a:ext>
            </a:extLst>
          </p:cNvPr>
          <p:cNvGrpSpPr/>
          <p:nvPr/>
        </p:nvGrpSpPr>
        <p:grpSpPr>
          <a:xfrm rot="18827285">
            <a:off x="5796808" y="5853217"/>
            <a:ext cx="135143" cy="135143"/>
            <a:chOff x="4892460" y="2186404"/>
            <a:chExt cx="142638" cy="142638"/>
          </a:xfrm>
        </p:grpSpPr>
        <p:sp>
          <p:nvSpPr>
            <p:cNvPr id="479" name="椭圆 478">
              <a:extLst>
                <a:ext uri="{FF2B5EF4-FFF2-40B4-BE49-F238E27FC236}">
                  <a16:creationId xmlns:a16="http://schemas.microsoft.com/office/drawing/2014/main" id="{9A369425-EEE3-7EB7-B6CF-D352A1E22ADE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480" name="直接连接符 479">
              <a:extLst>
                <a:ext uri="{FF2B5EF4-FFF2-40B4-BE49-F238E27FC236}">
                  <a16:creationId xmlns:a16="http://schemas.microsoft.com/office/drawing/2014/main" id="{E6C9025E-3CE5-B21F-DDD6-8CB2689CC32D}"/>
                </a:ext>
              </a:extLst>
            </p:cNvPr>
            <p:cNvCxnSpPr>
              <a:stCxn id="479" idx="1"/>
              <a:endCxn id="479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直接连接符 480">
              <a:extLst>
                <a:ext uri="{FF2B5EF4-FFF2-40B4-BE49-F238E27FC236}">
                  <a16:creationId xmlns:a16="http://schemas.microsoft.com/office/drawing/2014/main" id="{D5C4D475-EC3F-E259-6BED-552D78AB0BC3}"/>
                </a:ext>
              </a:extLst>
            </p:cNvPr>
            <p:cNvCxnSpPr>
              <a:cxnSpLocks/>
              <a:stCxn id="479" idx="3"/>
              <a:endCxn id="479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2" name="组合 481">
            <a:extLst>
              <a:ext uri="{FF2B5EF4-FFF2-40B4-BE49-F238E27FC236}">
                <a16:creationId xmlns:a16="http://schemas.microsoft.com/office/drawing/2014/main" id="{DB596821-E8C2-50A9-8E2D-533236DC0D1E}"/>
              </a:ext>
            </a:extLst>
          </p:cNvPr>
          <p:cNvGrpSpPr/>
          <p:nvPr/>
        </p:nvGrpSpPr>
        <p:grpSpPr>
          <a:xfrm>
            <a:off x="5799901" y="6125812"/>
            <a:ext cx="151451" cy="165308"/>
            <a:chOff x="6647986" y="5115363"/>
            <a:chExt cx="159851" cy="174476"/>
          </a:xfrm>
        </p:grpSpPr>
        <p:sp>
          <p:nvSpPr>
            <p:cNvPr id="483" name="椭圆 482">
              <a:extLst>
                <a:ext uri="{FF2B5EF4-FFF2-40B4-BE49-F238E27FC236}">
                  <a16:creationId xmlns:a16="http://schemas.microsoft.com/office/drawing/2014/main" id="{0FEF17A7-12BA-2BA8-FDF1-8DA5040A4940}"/>
                </a:ext>
              </a:extLst>
            </p:cNvPr>
            <p:cNvSpPr/>
            <p:nvPr/>
          </p:nvSpPr>
          <p:spPr>
            <a:xfrm>
              <a:off x="6647986" y="5143061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484" name="object 343">
              <a:extLst>
                <a:ext uri="{FF2B5EF4-FFF2-40B4-BE49-F238E27FC236}">
                  <a16:creationId xmlns:a16="http://schemas.microsoft.com/office/drawing/2014/main" id="{241B4A75-02CD-5FE0-51BB-A3B562216319}"/>
                </a:ext>
              </a:extLst>
            </p:cNvPr>
            <p:cNvSpPr txBox="1"/>
            <p:nvPr/>
          </p:nvSpPr>
          <p:spPr>
            <a:xfrm>
              <a:off x="6663713" y="5115363"/>
              <a:ext cx="144124" cy="174476"/>
            </a:xfrm>
            <a:prstGeom prst="rect">
              <a:avLst/>
            </a:prstGeom>
          </p:spPr>
          <p:txBody>
            <a:bodyPr vert="horz" wrap="square" lIns="0" tIns="19246" rIns="0" bIns="0" rtlCol="0">
              <a:spAutoFit/>
            </a:bodyPr>
            <a:lstStyle/>
            <a:p>
              <a:pPr marL="18330">
                <a:spcBef>
                  <a:spcPts val="152"/>
                </a:spcBef>
              </a:pPr>
              <a:r>
                <a:rPr lang="el-GR" sz="948" b="1" spc="461" dirty="0">
                  <a:latin typeface="Cambria"/>
                  <a:cs typeface="Cambria"/>
                </a:rPr>
                <a:t>Σ</a:t>
              </a:r>
              <a:endParaRPr sz="948" b="1" dirty="0">
                <a:latin typeface="Cambria"/>
                <a:cs typeface="Cambria"/>
              </a:endParaRPr>
            </a:p>
          </p:txBody>
        </p:sp>
      </p:grpSp>
      <p:sp>
        <p:nvSpPr>
          <p:cNvPr id="485" name="文本框 484">
            <a:extLst>
              <a:ext uri="{FF2B5EF4-FFF2-40B4-BE49-F238E27FC236}">
                <a16:creationId xmlns:a16="http://schemas.microsoft.com/office/drawing/2014/main" id="{64B8831B-3E7C-D0DC-B48F-8E254674C817}"/>
              </a:ext>
            </a:extLst>
          </p:cNvPr>
          <p:cNvSpPr txBox="1"/>
          <p:nvPr/>
        </p:nvSpPr>
        <p:spPr>
          <a:xfrm>
            <a:off x="5931934" y="5471974"/>
            <a:ext cx="18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element-wise </a:t>
            </a:r>
            <a:r>
              <a:rPr lang="en-US" altLang="zh-CN" sz="1400" dirty="0">
                <a:solidFill>
                  <a:srgbClr val="333333"/>
                </a:solidFill>
                <a:latin typeface="-apple-system"/>
              </a:rPr>
              <a:t>product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6" name="文本框 485">
            <a:extLst>
              <a:ext uri="{FF2B5EF4-FFF2-40B4-BE49-F238E27FC236}">
                <a16:creationId xmlns:a16="http://schemas.microsoft.com/office/drawing/2014/main" id="{83E318B3-00F8-EFF1-1FD8-754E68526506}"/>
              </a:ext>
            </a:extLst>
          </p:cNvPr>
          <p:cNvSpPr txBox="1"/>
          <p:nvPr/>
        </p:nvSpPr>
        <p:spPr>
          <a:xfrm>
            <a:off x="5931934" y="5752067"/>
            <a:ext cx="1528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element-wise add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7" name="文本框 486">
            <a:extLst>
              <a:ext uri="{FF2B5EF4-FFF2-40B4-BE49-F238E27FC236}">
                <a16:creationId xmlns:a16="http://schemas.microsoft.com/office/drawing/2014/main" id="{C6B06963-1BBD-6297-055D-BE7EBBEF6C56}"/>
              </a:ext>
            </a:extLst>
          </p:cNvPr>
          <p:cNvSpPr txBox="1"/>
          <p:nvPr/>
        </p:nvSpPr>
        <p:spPr>
          <a:xfrm>
            <a:off x="5931936" y="6036373"/>
            <a:ext cx="15056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sum</a:t>
            </a:r>
          </a:p>
        </p:txBody>
      </p:sp>
      <p:cxnSp>
        <p:nvCxnSpPr>
          <p:cNvPr id="488" name="直接连接符 487">
            <a:extLst>
              <a:ext uri="{FF2B5EF4-FFF2-40B4-BE49-F238E27FC236}">
                <a16:creationId xmlns:a16="http://schemas.microsoft.com/office/drawing/2014/main" id="{53580CC3-DF31-5124-2B71-D041E2501129}"/>
              </a:ext>
            </a:extLst>
          </p:cNvPr>
          <p:cNvCxnSpPr>
            <a:cxnSpLocks/>
            <a:stCxn id="477" idx="2"/>
          </p:cNvCxnSpPr>
          <p:nvPr/>
        </p:nvCxnSpPr>
        <p:spPr>
          <a:xfrm>
            <a:off x="1272833" y="7269906"/>
            <a:ext cx="2423" cy="504526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直接连接符 488">
            <a:extLst>
              <a:ext uri="{FF2B5EF4-FFF2-40B4-BE49-F238E27FC236}">
                <a16:creationId xmlns:a16="http://schemas.microsoft.com/office/drawing/2014/main" id="{40C0B722-10C5-6249-933F-4D4B005C4CA3}"/>
              </a:ext>
            </a:extLst>
          </p:cNvPr>
          <p:cNvCxnSpPr>
            <a:cxnSpLocks/>
          </p:cNvCxnSpPr>
          <p:nvPr/>
        </p:nvCxnSpPr>
        <p:spPr>
          <a:xfrm>
            <a:off x="1264398" y="6335833"/>
            <a:ext cx="0" cy="331144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0" name="椭圆 489">
            <a:extLst>
              <a:ext uri="{FF2B5EF4-FFF2-40B4-BE49-F238E27FC236}">
                <a16:creationId xmlns:a16="http://schemas.microsoft.com/office/drawing/2014/main" id="{5C3F7B6B-5C19-F300-6E32-CDE48566C2CF}"/>
              </a:ext>
            </a:extLst>
          </p:cNvPr>
          <p:cNvSpPr/>
          <p:nvPr/>
        </p:nvSpPr>
        <p:spPr>
          <a:xfrm>
            <a:off x="2208737" y="5966927"/>
            <a:ext cx="135143" cy="13514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cxnSp>
        <p:nvCxnSpPr>
          <p:cNvPr id="491" name="直接箭头连接符 490">
            <a:extLst>
              <a:ext uri="{FF2B5EF4-FFF2-40B4-BE49-F238E27FC236}">
                <a16:creationId xmlns:a16="http://schemas.microsoft.com/office/drawing/2014/main" id="{0545A557-3125-48F4-DDA1-8D28627F065B}"/>
              </a:ext>
            </a:extLst>
          </p:cNvPr>
          <p:cNvCxnSpPr>
            <a:cxnSpLocks/>
            <a:endCxn id="490" idx="2"/>
          </p:cNvCxnSpPr>
          <p:nvPr/>
        </p:nvCxnSpPr>
        <p:spPr>
          <a:xfrm>
            <a:off x="1538493" y="6034497"/>
            <a:ext cx="67024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直接连接符 491">
            <a:extLst>
              <a:ext uri="{FF2B5EF4-FFF2-40B4-BE49-F238E27FC236}">
                <a16:creationId xmlns:a16="http://schemas.microsoft.com/office/drawing/2014/main" id="{0CAB9806-02A4-2D71-6AA2-A8315361D7DF}"/>
              </a:ext>
            </a:extLst>
          </p:cNvPr>
          <p:cNvCxnSpPr>
            <a:cxnSpLocks/>
            <a:stCxn id="490" idx="4"/>
          </p:cNvCxnSpPr>
          <p:nvPr/>
        </p:nvCxnSpPr>
        <p:spPr>
          <a:xfrm>
            <a:off x="2276307" y="6102068"/>
            <a:ext cx="0" cy="651438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箭头连接符 492">
            <a:extLst>
              <a:ext uri="{FF2B5EF4-FFF2-40B4-BE49-F238E27FC236}">
                <a16:creationId xmlns:a16="http://schemas.microsoft.com/office/drawing/2014/main" id="{76147807-C8C8-A8F8-A983-04E5220DBF8E}"/>
              </a:ext>
            </a:extLst>
          </p:cNvPr>
          <p:cNvCxnSpPr>
            <a:cxnSpLocks/>
          </p:cNvCxnSpPr>
          <p:nvPr/>
        </p:nvCxnSpPr>
        <p:spPr>
          <a:xfrm>
            <a:off x="1493383" y="7842525"/>
            <a:ext cx="71770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52B57366-6C15-1F4C-9B9A-7A38EC71C302}"/>
              </a:ext>
            </a:extLst>
          </p:cNvPr>
          <p:cNvCxnSpPr>
            <a:cxnSpLocks/>
          </p:cNvCxnSpPr>
          <p:nvPr/>
        </p:nvCxnSpPr>
        <p:spPr>
          <a:xfrm>
            <a:off x="2278663" y="7288157"/>
            <a:ext cx="0" cy="486796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5" name="组合 494">
            <a:extLst>
              <a:ext uri="{FF2B5EF4-FFF2-40B4-BE49-F238E27FC236}">
                <a16:creationId xmlns:a16="http://schemas.microsoft.com/office/drawing/2014/main" id="{9CEF6B73-73EF-E3C5-D7C4-EAE4C2E82757}"/>
              </a:ext>
            </a:extLst>
          </p:cNvPr>
          <p:cNvGrpSpPr/>
          <p:nvPr/>
        </p:nvGrpSpPr>
        <p:grpSpPr>
          <a:xfrm rot="18827285">
            <a:off x="3328154" y="6895019"/>
            <a:ext cx="135143" cy="135143"/>
            <a:chOff x="4892460" y="2186404"/>
            <a:chExt cx="142638" cy="142638"/>
          </a:xfrm>
        </p:grpSpPr>
        <p:sp>
          <p:nvSpPr>
            <p:cNvPr id="496" name="椭圆 495">
              <a:extLst>
                <a:ext uri="{FF2B5EF4-FFF2-40B4-BE49-F238E27FC236}">
                  <a16:creationId xmlns:a16="http://schemas.microsoft.com/office/drawing/2014/main" id="{6B84E848-1442-26FB-3923-07115A6BBA5A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497" name="直接连接符 496">
              <a:extLst>
                <a:ext uri="{FF2B5EF4-FFF2-40B4-BE49-F238E27FC236}">
                  <a16:creationId xmlns:a16="http://schemas.microsoft.com/office/drawing/2014/main" id="{62F6B185-1677-632C-7A0F-A3A6714EE862}"/>
                </a:ext>
              </a:extLst>
            </p:cNvPr>
            <p:cNvCxnSpPr>
              <a:stCxn id="496" idx="1"/>
              <a:endCxn id="496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直接连接符 497">
              <a:extLst>
                <a:ext uri="{FF2B5EF4-FFF2-40B4-BE49-F238E27FC236}">
                  <a16:creationId xmlns:a16="http://schemas.microsoft.com/office/drawing/2014/main" id="{767302C2-2DFB-68C4-24BC-F872FE407954}"/>
                </a:ext>
              </a:extLst>
            </p:cNvPr>
            <p:cNvCxnSpPr>
              <a:cxnSpLocks/>
              <a:stCxn id="496" idx="3"/>
              <a:endCxn id="496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9" name="连接符: 肘形 498">
            <a:extLst>
              <a:ext uri="{FF2B5EF4-FFF2-40B4-BE49-F238E27FC236}">
                <a16:creationId xmlns:a16="http://schemas.microsoft.com/office/drawing/2014/main" id="{336719DF-188F-63D7-5F67-CAC2EA644036}"/>
              </a:ext>
            </a:extLst>
          </p:cNvPr>
          <p:cNvCxnSpPr>
            <a:cxnSpLocks/>
            <a:stCxn id="496" idx="3"/>
            <a:endCxn id="444" idx="3"/>
          </p:cNvCxnSpPr>
          <p:nvPr/>
        </p:nvCxnSpPr>
        <p:spPr>
          <a:xfrm flipH="1">
            <a:off x="1119171" y="7030145"/>
            <a:ext cx="2277982" cy="1011598"/>
          </a:xfrm>
          <a:prstGeom prst="bentConnector4">
            <a:avLst>
              <a:gd name="adj1" fmla="val -116"/>
              <a:gd name="adj2" fmla="val 122598"/>
            </a:avLst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连接符: 肘形 499">
            <a:extLst>
              <a:ext uri="{FF2B5EF4-FFF2-40B4-BE49-F238E27FC236}">
                <a16:creationId xmlns:a16="http://schemas.microsoft.com/office/drawing/2014/main" id="{E1C0D250-8273-2061-49B4-F0F25235D3F1}"/>
              </a:ext>
            </a:extLst>
          </p:cNvPr>
          <p:cNvCxnSpPr>
            <a:cxnSpLocks/>
            <a:stCxn id="432" idx="0"/>
          </p:cNvCxnSpPr>
          <p:nvPr/>
        </p:nvCxnSpPr>
        <p:spPr>
          <a:xfrm rot="16200000" flipH="1" flipV="1">
            <a:off x="2366572" y="4206905"/>
            <a:ext cx="903382" cy="4007660"/>
          </a:xfrm>
          <a:prstGeom prst="bentConnector4">
            <a:avLst>
              <a:gd name="adj1" fmla="val -25305"/>
              <a:gd name="adj2" fmla="val 100060"/>
            </a:avLst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1" name="组合 500">
            <a:extLst>
              <a:ext uri="{FF2B5EF4-FFF2-40B4-BE49-F238E27FC236}">
                <a16:creationId xmlns:a16="http://schemas.microsoft.com/office/drawing/2014/main" id="{10EA3513-6081-1D52-D3F1-13AF05FEC62E}"/>
              </a:ext>
            </a:extLst>
          </p:cNvPr>
          <p:cNvGrpSpPr/>
          <p:nvPr/>
        </p:nvGrpSpPr>
        <p:grpSpPr>
          <a:xfrm>
            <a:off x="2208737" y="5964009"/>
            <a:ext cx="135143" cy="135143"/>
            <a:chOff x="2860993" y="3897083"/>
            <a:chExt cx="135143" cy="135143"/>
          </a:xfrm>
        </p:grpSpPr>
        <p:sp>
          <p:nvSpPr>
            <p:cNvPr id="502" name="椭圆 501">
              <a:extLst>
                <a:ext uri="{FF2B5EF4-FFF2-40B4-BE49-F238E27FC236}">
                  <a16:creationId xmlns:a16="http://schemas.microsoft.com/office/drawing/2014/main" id="{FB406148-0FD9-5117-B539-626E7F77A1F6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503" name="椭圆 502">
              <a:extLst>
                <a:ext uri="{FF2B5EF4-FFF2-40B4-BE49-F238E27FC236}">
                  <a16:creationId xmlns:a16="http://schemas.microsoft.com/office/drawing/2014/main" id="{4152EADE-496D-4C2A-8C52-DCE9148DD06B}"/>
                </a:ext>
              </a:extLst>
            </p:cNvPr>
            <p:cNvSpPr/>
            <p:nvPr/>
          </p:nvSpPr>
          <p:spPr>
            <a:xfrm>
              <a:off x="2899093" y="3935183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grpSp>
        <p:nvGrpSpPr>
          <p:cNvPr id="504" name="组合 503">
            <a:extLst>
              <a:ext uri="{FF2B5EF4-FFF2-40B4-BE49-F238E27FC236}">
                <a16:creationId xmlns:a16="http://schemas.microsoft.com/office/drawing/2014/main" id="{13CC05B2-B06C-4152-295A-BAAE45A6E59C}"/>
              </a:ext>
            </a:extLst>
          </p:cNvPr>
          <p:cNvGrpSpPr/>
          <p:nvPr/>
        </p:nvGrpSpPr>
        <p:grpSpPr>
          <a:xfrm>
            <a:off x="2212537" y="7777423"/>
            <a:ext cx="135143" cy="135143"/>
            <a:chOff x="2860993" y="3897083"/>
            <a:chExt cx="135143" cy="135143"/>
          </a:xfrm>
        </p:grpSpPr>
        <p:sp>
          <p:nvSpPr>
            <p:cNvPr id="505" name="椭圆 504">
              <a:extLst>
                <a:ext uri="{FF2B5EF4-FFF2-40B4-BE49-F238E27FC236}">
                  <a16:creationId xmlns:a16="http://schemas.microsoft.com/office/drawing/2014/main" id="{EC37CCDC-7AD6-1AAD-343C-0A4766136F6A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506" name="椭圆 505">
              <a:extLst>
                <a:ext uri="{FF2B5EF4-FFF2-40B4-BE49-F238E27FC236}">
                  <a16:creationId xmlns:a16="http://schemas.microsoft.com/office/drawing/2014/main" id="{E1EF1F10-0CE3-64DA-108F-4680BF156AD5}"/>
                </a:ext>
              </a:extLst>
            </p:cNvPr>
            <p:cNvSpPr/>
            <p:nvPr/>
          </p:nvSpPr>
          <p:spPr>
            <a:xfrm>
              <a:off x="2899093" y="3935183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grpSp>
        <p:nvGrpSpPr>
          <p:cNvPr id="507" name="组合 506">
            <a:extLst>
              <a:ext uri="{FF2B5EF4-FFF2-40B4-BE49-F238E27FC236}">
                <a16:creationId xmlns:a16="http://schemas.microsoft.com/office/drawing/2014/main" id="{FF4DE4AE-9B6D-994D-C90E-D3993B74DC89}"/>
              </a:ext>
            </a:extLst>
          </p:cNvPr>
          <p:cNvGrpSpPr/>
          <p:nvPr/>
        </p:nvGrpSpPr>
        <p:grpSpPr>
          <a:xfrm>
            <a:off x="5796792" y="5563896"/>
            <a:ext cx="135143" cy="135143"/>
            <a:chOff x="2860993" y="3897083"/>
            <a:chExt cx="135143" cy="135143"/>
          </a:xfrm>
        </p:grpSpPr>
        <p:sp>
          <p:nvSpPr>
            <p:cNvPr id="508" name="椭圆 507">
              <a:extLst>
                <a:ext uri="{FF2B5EF4-FFF2-40B4-BE49-F238E27FC236}">
                  <a16:creationId xmlns:a16="http://schemas.microsoft.com/office/drawing/2014/main" id="{C064BA2A-CA15-35D9-C64C-412D91693BD1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509" name="椭圆 508">
              <a:extLst>
                <a:ext uri="{FF2B5EF4-FFF2-40B4-BE49-F238E27FC236}">
                  <a16:creationId xmlns:a16="http://schemas.microsoft.com/office/drawing/2014/main" id="{44F3B1DD-2709-9A22-E3BB-F8D1C48D031F}"/>
                </a:ext>
              </a:extLst>
            </p:cNvPr>
            <p:cNvSpPr/>
            <p:nvPr/>
          </p:nvSpPr>
          <p:spPr>
            <a:xfrm>
              <a:off x="2899093" y="3935183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sp>
        <p:nvSpPr>
          <p:cNvPr id="510" name="矩形 509">
            <a:extLst>
              <a:ext uri="{FF2B5EF4-FFF2-40B4-BE49-F238E27FC236}">
                <a16:creationId xmlns:a16="http://schemas.microsoft.com/office/drawing/2014/main" id="{ECFA16A4-19C1-9A34-3A96-EE8EB32DE062}"/>
              </a:ext>
            </a:extLst>
          </p:cNvPr>
          <p:cNvSpPr/>
          <p:nvPr/>
        </p:nvSpPr>
        <p:spPr>
          <a:xfrm>
            <a:off x="570590" y="5096754"/>
            <a:ext cx="7093225" cy="3616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en-US" altLang="zh-CN" sz="16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Intervention Module</a:t>
            </a:r>
            <a:endParaRPr lang="en-US" altLang="zh-CN" sz="16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11" name="矩形 510">
            <a:extLst>
              <a:ext uri="{FF2B5EF4-FFF2-40B4-BE49-F238E27FC236}">
                <a16:creationId xmlns:a16="http://schemas.microsoft.com/office/drawing/2014/main" id="{12774159-CD50-6573-60E2-09E016EB01D0}"/>
              </a:ext>
            </a:extLst>
          </p:cNvPr>
          <p:cNvSpPr/>
          <p:nvPr/>
        </p:nvSpPr>
        <p:spPr>
          <a:xfrm>
            <a:off x="570590" y="5098402"/>
            <a:ext cx="7093225" cy="32348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" name="文本框 511">
                <a:extLst>
                  <a:ext uri="{FF2B5EF4-FFF2-40B4-BE49-F238E27FC236}">
                    <a16:creationId xmlns:a16="http://schemas.microsoft.com/office/drawing/2014/main" id="{A8B76D34-BB67-8A15-1A36-E78A07A8286F}"/>
                  </a:ext>
                </a:extLst>
              </p:cNvPr>
              <p:cNvSpPr txBox="1"/>
              <p:nvPr/>
            </p:nvSpPr>
            <p:spPr>
              <a:xfrm>
                <a:off x="768558" y="4094716"/>
                <a:ext cx="19979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/>
              </a:p>
            </p:txBody>
          </p:sp>
        </mc:Choice>
        <mc:Fallback xmlns="">
          <p:sp>
            <p:nvSpPr>
              <p:cNvPr id="512" name="文本框 511">
                <a:extLst>
                  <a:ext uri="{FF2B5EF4-FFF2-40B4-BE49-F238E27FC236}">
                    <a16:creationId xmlns:a16="http://schemas.microsoft.com/office/drawing/2014/main" id="{A8B76D34-BB67-8A15-1A36-E78A07A82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58" y="4094716"/>
                <a:ext cx="199798" cy="215444"/>
              </a:xfrm>
              <a:prstGeom prst="rect">
                <a:avLst/>
              </a:prstGeom>
              <a:blipFill>
                <a:blip r:embed="rId28"/>
                <a:stretch>
                  <a:fillRect l="-12121" r="-9091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3" name="矩形 512">
            <a:extLst>
              <a:ext uri="{FF2B5EF4-FFF2-40B4-BE49-F238E27FC236}">
                <a16:creationId xmlns:a16="http://schemas.microsoft.com/office/drawing/2014/main" id="{A83BDA50-7683-F1E9-CA95-BB2EBA7ABC78}"/>
              </a:ext>
            </a:extLst>
          </p:cNvPr>
          <p:cNvSpPr/>
          <p:nvPr/>
        </p:nvSpPr>
        <p:spPr>
          <a:xfrm rot="16200000">
            <a:off x="456987" y="3380065"/>
            <a:ext cx="2358460" cy="34963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Two-stream Network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4" name="矩形 513">
            <a:extLst>
              <a:ext uri="{FF2B5EF4-FFF2-40B4-BE49-F238E27FC236}">
                <a16:creationId xmlns:a16="http://schemas.microsoft.com/office/drawing/2014/main" id="{C06D8E0F-51A8-A54D-3219-ECA4F51FC5E1}"/>
              </a:ext>
            </a:extLst>
          </p:cNvPr>
          <p:cNvSpPr/>
          <p:nvPr/>
        </p:nvSpPr>
        <p:spPr>
          <a:xfrm>
            <a:off x="3291734" y="4082955"/>
            <a:ext cx="1075439" cy="602440"/>
          </a:xfrm>
          <a:prstGeom prst="rect">
            <a:avLst/>
          </a:prstGeom>
          <a:solidFill>
            <a:srgbClr val="F2F2F2"/>
          </a:solidFill>
          <a:ln w="19050">
            <a:solidFill>
              <a:srgbClr val="BFBFB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spc="-9" dirty="0">
                <a:solidFill>
                  <a:schemeClr val="tx1"/>
                </a:solidFill>
                <a:latin typeface="Times New Roman"/>
                <a:cs typeface="Times New Roman"/>
              </a:rPr>
              <a:t>Intervention Module</a:t>
            </a:r>
            <a:endParaRPr lang="en-US" altLang="zh-CN" sz="14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15" name="矩形 514">
            <a:extLst>
              <a:ext uri="{FF2B5EF4-FFF2-40B4-BE49-F238E27FC236}">
                <a16:creationId xmlns:a16="http://schemas.microsoft.com/office/drawing/2014/main" id="{6EC75D9D-38AA-0AA8-5FB3-4A260EB83D6D}"/>
              </a:ext>
            </a:extLst>
          </p:cNvPr>
          <p:cNvSpPr/>
          <p:nvPr/>
        </p:nvSpPr>
        <p:spPr>
          <a:xfrm>
            <a:off x="3291734" y="3246505"/>
            <a:ext cx="1075439" cy="602440"/>
          </a:xfrm>
          <a:prstGeom prst="rect">
            <a:avLst/>
          </a:prstGeom>
          <a:solidFill>
            <a:srgbClr val="F2F2F2"/>
          </a:solidFill>
          <a:ln w="19050">
            <a:solidFill>
              <a:srgbClr val="BFBFB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endParaRPr lang="en-US" altLang="zh-CN" sz="14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16" name="箭头: 右弧形 515">
            <a:extLst>
              <a:ext uri="{FF2B5EF4-FFF2-40B4-BE49-F238E27FC236}">
                <a16:creationId xmlns:a16="http://schemas.microsoft.com/office/drawing/2014/main" id="{32AEEA07-2FFC-68DF-79BE-2E472642B19D}"/>
              </a:ext>
            </a:extLst>
          </p:cNvPr>
          <p:cNvSpPr/>
          <p:nvPr/>
        </p:nvSpPr>
        <p:spPr>
          <a:xfrm>
            <a:off x="4421993" y="2631281"/>
            <a:ext cx="627843" cy="2102832"/>
          </a:xfrm>
          <a:prstGeom prst="curvedLeftArrow">
            <a:avLst>
              <a:gd name="adj1" fmla="val 17814"/>
              <a:gd name="adj2" fmla="val 46419"/>
              <a:gd name="adj3" fmla="val 28129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17" name="直接箭头连接符 516">
            <a:extLst>
              <a:ext uri="{FF2B5EF4-FFF2-40B4-BE49-F238E27FC236}">
                <a16:creationId xmlns:a16="http://schemas.microsoft.com/office/drawing/2014/main" id="{C5509CDD-9FE7-7EEB-0D2E-91E8B21C0EAD}"/>
              </a:ext>
            </a:extLst>
          </p:cNvPr>
          <p:cNvCxnSpPr>
            <a:cxnSpLocks/>
          </p:cNvCxnSpPr>
          <p:nvPr/>
        </p:nvCxnSpPr>
        <p:spPr>
          <a:xfrm>
            <a:off x="1153432" y="3554882"/>
            <a:ext cx="2993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直接箭头连接符 517">
            <a:extLst>
              <a:ext uri="{FF2B5EF4-FFF2-40B4-BE49-F238E27FC236}">
                <a16:creationId xmlns:a16="http://schemas.microsoft.com/office/drawing/2014/main" id="{EAD7DF68-F102-03B8-1E6F-3195E663EEFE}"/>
              </a:ext>
            </a:extLst>
          </p:cNvPr>
          <p:cNvCxnSpPr>
            <a:cxnSpLocks/>
          </p:cNvCxnSpPr>
          <p:nvPr/>
        </p:nvCxnSpPr>
        <p:spPr>
          <a:xfrm>
            <a:off x="1825598" y="2690392"/>
            <a:ext cx="44583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直接箭头连接符 518">
            <a:extLst>
              <a:ext uri="{FF2B5EF4-FFF2-40B4-BE49-F238E27FC236}">
                <a16:creationId xmlns:a16="http://schemas.microsoft.com/office/drawing/2014/main" id="{2467CB89-B64B-FC63-ECB4-83F13CE5B575}"/>
              </a:ext>
            </a:extLst>
          </p:cNvPr>
          <p:cNvCxnSpPr>
            <a:cxnSpLocks/>
          </p:cNvCxnSpPr>
          <p:nvPr/>
        </p:nvCxnSpPr>
        <p:spPr>
          <a:xfrm>
            <a:off x="1825598" y="4406215"/>
            <a:ext cx="44583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0" name="立方体 519">
            <a:extLst>
              <a:ext uri="{FF2B5EF4-FFF2-40B4-BE49-F238E27FC236}">
                <a16:creationId xmlns:a16="http://schemas.microsoft.com/office/drawing/2014/main" id="{59CF64AC-0EC3-2014-C0B2-68E485801530}"/>
              </a:ext>
            </a:extLst>
          </p:cNvPr>
          <p:cNvSpPr/>
          <p:nvPr/>
        </p:nvSpPr>
        <p:spPr>
          <a:xfrm>
            <a:off x="2337135" y="3266153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sp>
        <p:nvSpPr>
          <p:cNvPr id="521" name="立方体 520">
            <a:extLst>
              <a:ext uri="{FF2B5EF4-FFF2-40B4-BE49-F238E27FC236}">
                <a16:creationId xmlns:a16="http://schemas.microsoft.com/office/drawing/2014/main" id="{3BC83EAB-2A0C-D0FB-BCE9-237D377E11FB}"/>
              </a:ext>
            </a:extLst>
          </p:cNvPr>
          <p:cNvSpPr/>
          <p:nvPr/>
        </p:nvSpPr>
        <p:spPr>
          <a:xfrm>
            <a:off x="2271427" y="4087767"/>
            <a:ext cx="677192" cy="636896"/>
          </a:xfrm>
          <a:prstGeom prst="cube">
            <a:avLst>
              <a:gd name="adj" fmla="val 28528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cxnSp>
        <p:nvCxnSpPr>
          <p:cNvPr id="522" name="直接箭头连接符 521">
            <a:extLst>
              <a:ext uri="{FF2B5EF4-FFF2-40B4-BE49-F238E27FC236}">
                <a16:creationId xmlns:a16="http://schemas.microsoft.com/office/drawing/2014/main" id="{D0E922D5-6337-D24F-6D4E-E585CDBA02BA}"/>
              </a:ext>
            </a:extLst>
          </p:cNvPr>
          <p:cNvCxnSpPr>
            <a:cxnSpLocks/>
          </p:cNvCxnSpPr>
          <p:nvPr/>
        </p:nvCxnSpPr>
        <p:spPr>
          <a:xfrm>
            <a:off x="2878541" y="4405187"/>
            <a:ext cx="41319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3" name="立方体 522">
            <a:extLst>
              <a:ext uri="{FF2B5EF4-FFF2-40B4-BE49-F238E27FC236}">
                <a16:creationId xmlns:a16="http://schemas.microsoft.com/office/drawing/2014/main" id="{CC1A09D9-77CE-43F8-3C31-1DE7873DC887}"/>
              </a:ext>
            </a:extLst>
          </p:cNvPr>
          <p:cNvSpPr/>
          <p:nvPr/>
        </p:nvSpPr>
        <p:spPr>
          <a:xfrm>
            <a:off x="2337135" y="3676960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cxnSp>
        <p:nvCxnSpPr>
          <p:cNvPr id="524" name="直接连接符 523">
            <a:extLst>
              <a:ext uri="{FF2B5EF4-FFF2-40B4-BE49-F238E27FC236}">
                <a16:creationId xmlns:a16="http://schemas.microsoft.com/office/drawing/2014/main" id="{029C5A23-06CA-9D33-1E49-2915DA709FE2}"/>
              </a:ext>
            </a:extLst>
          </p:cNvPr>
          <p:cNvCxnSpPr>
            <a:cxnSpLocks/>
          </p:cNvCxnSpPr>
          <p:nvPr/>
        </p:nvCxnSpPr>
        <p:spPr>
          <a:xfrm>
            <a:off x="2610023" y="2998100"/>
            <a:ext cx="0" cy="285174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直接连接符 524">
            <a:extLst>
              <a:ext uri="{FF2B5EF4-FFF2-40B4-BE49-F238E27FC236}">
                <a16:creationId xmlns:a16="http://schemas.microsoft.com/office/drawing/2014/main" id="{FA86864B-5E0E-DFFF-EE42-6440A4EC2510}"/>
              </a:ext>
            </a:extLst>
          </p:cNvPr>
          <p:cNvCxnSpPr>
            <a:cxnSpLocks/>
          </p:cNvCxnSpPr>
          <p:nvPr/>
        </p:nvCxnSpPr>
        <p:spPr>
          <a:xfrm>
            <a:off x="2610023" y="3833080"/>
            <a:ext cx="0" cy="320515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直接箭头连接符 525">
            <a:extLst>
              <a:ext uri="{FF2B5EF4-FFF2-40B4-BE49-F238E27FC236}">
                <a16:creationId xmlns:a16="http://schemas.microsoft.com/office/drawing/2014/main" id="{7DFE7DE3-8C89-56B6-4C09-77CD6D2C7954}"/>
              </a:ext>
            </a:extLst>
          </p:cNvPr>
          <p:cNvCxnSpPr>
            <a:cxnSpLocks/>
          </p:cNvCxnSpPr>
          <p:nvPr/>
        </p:nvCxnSpPr>
        <p:spPr>
          <a:xfrm>
            <a:off x="2869432" y="3344212"/>
            <a:ext cx="41319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直接箭头连接符 526">
            <a:extLst>
              <a:ext uri="{FF2B5EF4-FFF2-40B4-BE49-F238E27FC236}">
                <a16:creationId xmlns:a16="http://schemas.microsoft.com/office/drawing/2014/main" id="{1F6A989F-0005-4548-1D80-2FF0EE217D25}"/>
              </a:ext>
            </a:extLst>
          </p:cNvPr>
          <p:cNvCxnSpPr>
            <a:cxnSpLocks/>
          </p:cNvCxnSpPr>
          <p:nvPr/>
        </p:nvCxnSpPr>
        <p:spPr>
          <a:xfrm>
            <a:off x="2869432" y="3745506"/>
            <a:ext cx="41319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8" name="立方体 527">
            <a:extLst>
              <a:ext uri="{FF2B5EF4-FFF2-40B4-BE49-F238E27FC236}">
                <a16:creationId xmlns:a16="http://schemas.microsoft.com/office/drawing/2014/main" id="{C05F0938-15B4-DEED-9C26-A6F1D6EA831D}"/>
              </a:ext>
            </a:extLst>
          </p:cNvPr>
          <p:cNvSpPr/>
          <p:nvPr/>
        </p:nvSpPr>
        <p:spPr>
          <a:xfrm>
            <a:off x="2271427" y="2374568"/>
            <a:ext cx="677192" cy="636896"/>
          </a:xfrm>
          <a:prstGeom prst="cube">
            <a:avLst>
              <a:gd name="adj" fmla="val 28528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cxnSp>
        <p:nvCxnSpPr>
          <p:cNvPr id="529" name="直接箭头连接符 528">
            <a:extLst>
              <a:ext uri="{FF2B5EF4-FFF2-40B4-BE49-F238E27FC236}">
                <a16:creationId xmlns:a16="http://schemas.microsoft.com/office/drawing/2014/main" id="{C92D233E-51F9-0C17-F02C-5BA5AFA6119C}"/>
              </a:ext>
            </a:extLst>
          </p:cNvPr>
          <p:cNvCxnSpPr>
            <a:cxnSpLocks/>
          </p:cNvCxnSpPr>
          <p:nvPr/>
        </p:nvCxnSpPr>
        <p:spPr>
          <a:xfrm>
            <a:off x="2878541" y="2693016"/>
            <a:ext cx="41319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0" name="文本框 529">
                <a:extLst>
                  <a:ext uri="{FF2B5EF4-FFF2-40B4-BE49-F238E27FC236}">
                    <a16:creationId xmlns:a16="http://schemas.microsoft.com/office/drawing/2014/main" id="{54FF493A-8830-0811-B33D-54A8018A07BD}"/>
                  </a:ext>
                </a:extLst>
              </p:cNvPr>
              <p:cNvSpPr txBox="1"/>
              <p:nvPr/>
            </p:nvSpPr>
            <p:spPr>
              <a:xfrm>
                <a:off x="1842771" y="3610725"/>
                <a:ext cx="459287" cy="2358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0" name="文本框 529">
                <a:extLst>
                  <a:ext uri="{FF2B5EF4-FFF2-40B4-BE49-F238E27FC236}">
                    <a16:creationId xmlns:a16="http://schemas.microsoft.com/office/drawing/2014/main" id="{54FF493A-8830-0811-B33D-54A8018A0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2771" y="3610725"/>
                <a:ext cx="459287" cy="235834"/>
              </a:xfrm>
              <a:prstGeom prst="rect">
                <a:avLst/>
              </a:prstGeom>
              <a:blipFill>
                <a:blip r:embed="rId29"/>
                <a:stretch>
                  <a:fillRect l="-6579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1" name="文本框 530">
                <a:extLst>
                  <a:ext uri="{FF2B5EF4-FFF2-40B4-BE49-F238E27FC236}">
                    <a16:creationId xmlns:a16="http://schemas.microsoft.com/office/drawing/2014/main" id="{70C80398-FF1A-8E5A-2940-D3C277E11B95}"/>
                  </a:ext>
                </a:extLst>
              </p:cNvPr>
              <p:cNvSpPr txBox="1"/>
              <p:nvPr/>
            </p:nvSpPr>
            <p:spPr>
              <a:xfrm>
                <a:off x="1843849" y="3205280"/>
                <a:ext cx="37063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1" name="文本框 530">
                <a:extLst>
                  <a:ext uri="{FF2B5EF4-FFF2-40B4-BE49-F238E27FC236}">
                    <a16:creationId xmlns:a16="http://schemas.microsoft.com/office/drawing/2014/main" id="{70C80398-FF1A-8E5A-2940-D3C277E11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849" y="3205280"/>
                <a:ext cx="370638" cy="215444"/>
              </a:xfrm>
              <a:prstGeom prst="rect">
                <a:avLst/>
              </a:prstGeom>
              <a:blipFill>
                <a:blip r:embed="rId30"/>
                <a:stretch>
                  <a:fillRect l="-8197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2" name="文本框 531">
                <a:extLst>
                  <a:ext uri="{FF2B5EF4-FFF2-40B4-BE49-F238E27FC236}">
                    <a16:creationId xmlns:a16="http://schemas.microsoft.com/office/drawing/2014/main" id="{13367AF3-52DB-1605-2F78-DCFF57844FA7}"/>
                  </a:ext>
                </a:extLst>
              </p:cNvPr>
              <p:cNvSpPr txBox="1"/>
              <p:nvPr/>
            </p:nvSpPr>
            <p:spPr>
              <a:xfrm>
                <a:off x="1836113" y="4430659"/>
                <a:ext cx="435314" cy="2358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2" name="文本框 531">
                <a:extLst>
                  <a:ext uri="{FF2B5EF4-FFF2-40B4-BE49-F238E27FC236}">
                    <a16:creationId xmlns:a16="http://schemas.microsoft.com/office/drawing/2014/main" id="{13367AF3-52DB-1605-2F78-DCFF57844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113" y="4430659"/>
                <a:ext cx="435314" cy="235834"/>
              </a:xfrm>
              <a:prstGeom prst="rect">
                <a:avLst/>
              </a:prstGeom>
              <a:blipFill>
                <a:blip r:embed="rId31"/>
                <a:stretch>
                  <a:fillRect l="-6944" r="-4167" b="-205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3" name="文本框 532">
                <a:extLst>
                  <a:ext uri="{FF2B5EF4-FFF2-40B4-BE49-F238E27FC236}">
                    <a16:creationId xmlns:a16="http://schemas.microsoft.com/office/drawing/2014/main" id="{A8276720-2177-848C-1254-EF3430C8344B}"/>
                  </a:ext>
                </a:extLst>
              </p:cNvPr>
              <p:cNvSpPr txBox="1"/>
              <p:nvPr/>
            </p:nvSpPr>
            <p:spPr>
              <a:xfrm>
                <a:off x="1836113" y="2415837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33" name="文本框 532">
                <a:extLst>
                  <a:ext uri="{FF2B5EF4-FFF2-40B4-BE49-F238E27FC236}">
                    <a16:creationId xmlns:a16="http://schemas.microsoft.com/office/drawing/2014/main" id="{A8276720-2177-848C-1254-EF3430C83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113" y="2415837"/>
                <a:ext cx="435314" cy="215444"/>
              </a:xfrm>
              <a:prstGeom prst="rect">
                <a:avLst/>
              </a:prstGeom>
              <a:blipFill>
                <a:blip r:embed="rId7"/>
                <a:stretch>
                  <a:fillRect b="-19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4" name="矩形 533">
            <a:extLst>
              <a:ext uri="{FF2B5EF4-FFF2-40B4-BE49-F238E27FC236}">
                <a16:creationId xmlns:a16="http://schemas.microsoft.com/office/drawing/2014/main" id="{60BEB5B5-ADE1-AB35-B2C6-136ABC39526E}"/>
              </a:ext>
            </a:extLst>
          </p:cNvPr>
          <p:cNvSpPr/>
          <p:nvPr/>
        </p:nvSpPr>
        <p:spPr>
          <a:xfrm>
            <a:off x="3311909" y="2374568"/>
            <a:ext cx="1075438" cy="602440"/>
          </a:xfrm>
          <a:prstGeom prst="rect">
            <a:avLst/>
          </a:prstGeom>
          <a:solidFill>
            <a:srgbClr val="F2F2F2"/>
          </a:solidFill>
          <a:ln w="19050">
            <a:solidFill>
              <a:srgbClr val="BFBFB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spc="-9" dirty="0">
                <a:solidFill>
                  <a:schemeClr val="tx1"/>
                </a:solidFill>
                <a:latin typeface="Times New Roman"/>
                <a:cs typeface="Times New Roman"/>
              </a:rPr>
              <a:t>Confounder Dictionary</a:t>
            </a:r>
            <a:endParaRPr lang="en-US" altLang="zh-CN" sz="14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35" name="文本框 534">
            <a:extLst>
              <a:ext uri="{FF2B5EF4-FFF2-40B4-BE49-F238E27FC236}">
                <a16:creationId xmlns:a16="http://schemas.microsoft.com/office/drawing/2014/main" id="{D9E7335A-BDAC-57F7-8702-87263793A643}"/>
              </a:ext>
            </a:extLst>
          </p:cNvPr>
          <p:cNvSpPr txBox="1"/>
          <p:nvPr/>
        </p:nvSpPr>
        <p:spPr>
          <a:xfrm>
            <a:off x="3195371" y="3277534"/>
            <a:ext cx="1268160" cy="531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spc="-9" dirty="0">
                <a:latin typeface="Times New Roman"/>
                <a:cs typeface="Times New Roman"/>
              </a:rPr>
              <a:t>Disentangle </a:t>
            </a:r>
          </a:p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spc="-9" dirty="0">
                <a:latin typeface="Times New Roman"/>
                <a:cs typeface="Times New Roman"/>
              </a:rPr>
              <a:t>Regularization</a:t>
            </a:r>
            <a:endParaRPr lang="en-US" altLang="zh-CN" sz="1400" dirty="0">
              <a:latin typeface="Times New Roman"/>
              <a:cs typeface="Times New Roman"/>
            </a:endParaRPr>
          </a:p>
        </p:txBody>
      </p:sp>
      <p:pic>
        <p:nvPicPr>
          <p:cNvPr id="536" name="图片 535">
            <a:extLst>
              <a:ext uri="{FF2B5EF4-FFF2-40B4-BE49-F238E27FC236}">
                <a16:creationId xmlns:a16="http://schemas.microsoft.com/office/drawing/2014/main" id="{66A7582F-3EA7-20BA-6F0E-893FCEE9C123}"/>
              </a:ext>
            </a:extLst>
          </p:cNvPr>
          <p:cNvPicPr preferRelativeResize="0">
            <a:picLocks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75" y="3055865"/>
            <a:ext cx="540000" cy="1080000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sp>
        <p:nvSpPr>
          <p:cNvPr id="537" name="矩形 536">
            <a:extLst>
              <a:ext uri="{FF2B5EF4-FFF2-40B4-BE49-F238E27FC236}">
                <a16:creationId xmlns:a16="http://schemas.microsoft.com/office/drawing/2014/main" id="{4BC59843-3BB6-31BF-1CE0-B556EE8ADF8C}"/>
              </a:ext>
            </a:extLst>
          </p:cNvPr>
          <p:cNvSpPr/>
          <p:nvPr/>
        </p:nvSpPr>
        <p:spPr>
          <a:xfrm>
            <a:off x="566369" y="1866687"/>
            <a:ext cx="7113350" cy="3616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Framework of the CCIL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8" name="矩形 537">
            <a:extLst>
              <a:ext uri="{FF2B5EF4-FFF2-40B4-BE49-F238E27FC236}">
                <a16:creationId xmlns:a16="http://schemas.microsoft.com/office/drawing/2014/main" id="{6CB343DC-3C05-D983-566B-3BE4F82756D4}"/>
              </a:ext>
            </a:extLst>
          </p:cNvPr>
          <p:cNvSpPr/>
          <p:nvPr/>
        </p:nvSpPr>
        <p:spPr>
          <a:xfrm>
            <a:off x="566369" y="1868335"/>
            <a:ext cx="7113351" cy="30533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9" name="文本框 538">
                <a:extLst>
                  <a:ext uri="{FF2B5EF4-FFF2-40B4-BE49-F238E27FC236}">
                    <a16:creationId xmlns:a16="http://schemas.microsoft.com/office/drawing/2014/main" id="{05990955-74C1-7CEB-D93E-65ED8995E997}"/>
                  </a:ext>
                </a:extLst>
              </p:cNvPr>
              <p:cNvSpPr txBox="1"/>
              <p:nvPr/>
            </p:nvSpPr>
            <p:spPr>
              <a:xfrm>
                <a:off x="5575700" y="4080685"/>
                <a:ext cx="19979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539" name="文本框 538">
                <a:extLst>
                  <a:ext uri="{FF2B5EF4-FFF2-40B4-BE49-F238E27FC236}">
                    <a16:creationId xmlns:a16="http://schemas.microsoft.com/office/drawing/2014/main" id="{05990955-74C1-7CEB-D93E-65ED8995E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700" y="4080685"/>
                <a:ext cx="199798" cy="215444"/>
              </a:xfrm>
              <a:prstGeom prst="rect">
                <a:avLst/>
              </a:prstGeom>
              <a:blipFill>
                <a:blip r:embed="rId33"/>
                <a:stretch>
                  <a:fillRect l="-15625" r="-9375" b="-13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0" name="矩形 539">
            <a:extLst>
              <a:ext uri="{FF2B5EF4-FFF2-40B4-BE49-F238E27FC236}">
                <a16:creationId xmlns:a16="http://schemas.microsoft.com/office/drawing/2014/main" id="{155E8A84-1ABC-D49D-C16B-ED6913D35A87}"/>
              </a:ext>
            </a:extLst>
          </p:cNvPr>
          <p:cNvSpPr/>
          <p:nvPr/>
        </p:nvSpPr>
        <p:spPr>
          <a:xfrm rot="16200000">
            <a:off x="5264129" y="3366034"/>
            <a:ext cx="2358460" cy="34963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One-stream Network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1" name="直接箭头连接符 540">
            <a:extLst>
              <a:ext uri="{FF2B5EF4-FFF2-40B4-BE49-F238E27FC236}">
                <a16:creationId xmlns:a16="http://schemas.microsoft.com/office/drawing/2014/main" id="{2E6290C5-F7CE-CB4A-5B71-4750326F7641}"/>
              </a:ext>
            </a:extLst>
          </p:cNvPr>
          <p:cNvCxnSpPr>
            <a:cxnSpLocks/>
          </p:cNvCxnSpPr>
          <p:nvPr/>
        </p:nvCxnSpPr>
        <p:spPr>
          <a:xfrm>
            <a:off x="5960574" y="3540851"/>
            <a:ext cx="2993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直接箭头连接符 541">
            <a:extLst>
              <a:ext uri="{FF2B5EF4-FFF2-40B4-BE49-F238E27FC236}">
                <a16:creationId xmlns:a16="http://schemas.microsoft.com/office/drawing/2014/main" id="{BCC9C1F6-1357-CA25-3165-CA870912BF4C}"/>
              </a:ext>
            </a:extLst>
          </p:cNvPr>
          <p:cNvCxnSpPr>
            <a:cxnSpLocks/>
          </p:cNvCxnSpPr>
          <p:nvPr/>
        </p:nvCxnSpPr>
        <p:spPr>
          <a:xfrm>
            <a:off x="6632740" y="4392184"/>
            <a:ext cx="2993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立方体 542">
            <a:extLst>
              <a:ext uri="{FF2B5EF4-FFF2-40B4-BE49-F238E27FC236}">
                <a16:creationId xmlns:a16="http://schemas.microsoft.com/office/drawing/2014/main" id="{B3B27036-D2EA-92A5-9CDF-D65BBBFC3606}"/>
              </a:ext>
            </a:extLst>
          </p:cNvPr>
          <p:cNvSpPr/>
          <p:nvPr/>
        </p:nvSpPr>
        <p:spPr>
          <a:xfrm>
            <a:off x="6938869" y="4073736"/>
            <a:ext cx="677192" cy="636896"/>
          </a:xfrm>
          <a:prstGeom prst="cube">
            <a:avLst>
              <a:gd name="adj" fmla="val 28528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sp>
        <p:nvSpPr>
          <p:cNvPr id="544" name="立方体 543">
            <a:extLst>
              <a:ext uri="{FF2B5EF4-FFF2-40B4-BE49-F238E27FC236}">
                <a16:creationId xmlns:a16="http://schemas.microsoft.com/office/drawing/2014/main" id="{E0B2C332-01C9-9B5B-A2D6-15FEAF24FBD1}"/>
              </a:ext>
            </a:extLst>
          </p:cNvPr>
          <p:cNvSpPr/>
          <p:nvPr/>
        </p:nvSpPr>
        <p:spPr>
          <a:xfrm>
            <a:off x="7004577" y="3662929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cxnSp>
        <p:nvCxnSpPr>
          <p:cNvPr id="545" name="直接连接符 544">
            <a:extLst>
              <a:ext uri="{FF2B5EF4-FFF2-40B4-BE49-F238E27FC236}">
                <a16:creationId xmlns:a16="http://schemas.microsoft.com/office/drawing/2014/main" id="{67556655-D548-E806-6A96-7722BCE91EE9}"/>
              </a:ext>
            </a:extLst>
          </p:cNvPr>
          <p:cNvCxnSpPr>
            <a:cxnSpLocks/>
          </p:cNvCxnSpPr>
          <p:nvPr/>
        </p:nvCxnSpPr>
        <p:spPr>
          <a:xfrm>
            <a:off x="7277465" y="3819049"/>
            <a:ext cx="0" cy="320515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6" name="文本框 545">
            <a:extLst>
              <a:ext uri="{FF2B5EF4-FFF2-40B4-BE49-F238E27FC236}">
                <a16:creationId xmlns:a16="http://schemas.microsoft.com/office/drawing/2014/main" id="{0FA87B09-9BC5-4A2E-AAA5-14BF6969EC7D}"/>
              </a:ext>
            </a:extLst>
          </p:cNvPr>
          <p:cNvSpPr txBox="1"/>
          <p:nvPr/>
        </p:nvSpPr>
        <p:spPr>
          <a:xfrm>
            <a:off x="541605" y="2324313"/>
            <a:ext cx="8535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</a:t>
            </a: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7" name="文本框 546">
            <a:extLst>
              <a:ext uri="{FF2B5EF4-FFF2-40B4-BE49-F238E27FC236}">
                <a16:creationId xmlns:a16="http://schemas.microsoft.com/office/drawing/2014/main" id="{071527E3-B837-551F-75D8-19CCD4297B13}"/>
              </a:ext>
            </a:extLst>
          </p:cNvPr>
          <p:cNvSpPr txBox="1"/>
          <p:nvPr/>
        </p:nvSpPr>
        <p:spPr>
          <a:xfrm>
            <a:off x="4887828" y="2355370"/>
            <a:ext cx="1671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</a:t>
            </a:r>
          </a:p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8" name="文本框 547">
                <a:extLst>
                  <a:ext uri="{FF2B5EF4-FFF2-40B4-BE49-F238E27FC236}">
                    <a16:creationId xmlns:a16="http://schemas.microsoft.com/office/drawing/2014/main" id="{D4BF949E-A36E-639E-B4F7-38FF67028C20}"/>
                  </a:ext>
                </a:extLst>
              </p:cNvPr>
              <p:cNvSpPr txBox="1"/>
              <p:nvPr/>
            </p:nvSpPr>
            <p:spPr>
              <a:xfrm>
                <a:off x="7041278" y="3343756"/>
                <a:ext cx="472374" cy="2358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8" name="文本框 547">
                <a:extLst>
                  <a:ext uri="{FF2B5EF4-FFF2-40B4-BE49-F238E27FC236}">
                    <a16:creationId xmlns:a16="http://schemas.microsoft.com/office/drawing/2014/main" id="{D4BF949E-A36E-639E-B4F7-38FF67028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1278" y="3343756"/>
                <a:ext cx="472374" cy="235834"/>
              </a:xfrm>
              <a:prstGeom prst="rect">
                <a:avLst/>
              </a:prstGeom>
              <a:blipFill>
                <a:blip r:embed="rId34"/>
                <a:stretch>
                  <a:fillRect l="-5128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9" name="图片 548">
            <a:extLst>
              <a:ext uri="{FF2B5EF4-FFF2-40B4-BE49-F238E27FC236}">
                <a16:creationId xmlns:a16="http://schemas.microsoft.com/office/drawing/2014/main" id="{8BA2A58B-6FE9-611A-5C94-132767B72D66}"/>
              </a:ext>
            </a:extLst>
          </p:cNvPr>
          <p:cNvPicPr preferRelativeResize="0">
            <a:picLocks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2263" y="2987483"/>
            <a:ext cx="540000" cy="1080000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cxnSp>
        <p:nvCxnSpPr>
          <p:cNvPr id="550" name="直接连接符 549">
            <a:extLst>
              <a:ext uri="{FF2B5EF4-FFF2-40B4-BE49-F238E27FC236}">
                <a16:creationId xmlns:a16="http://schemas.microsoft.com/office/drawing/2014/main" id="{39F8C954-6117-E946-A206-F830FB6665E5}"/>
              </a:ext>
            </a:extLst>
          </p:cNvPr>
          <p:cNvCxnSpPr>
            <a:cxnSpLocks/>
          </p:cNvCxnSpPr>
          <p:nvPr/>
        </p:nvCxnSpPr>
        <p:spPr>
          <a:xfrm>
            <a:off x="5199295" y="2398923"/>
            <a:ext cx="0" cy="2423605"/>
          </a:xfrm>
          <a:prstGeom prst="line">
            <a:avLst/>
          </a:prstGeom>
          <a:ln w="19050">
            <a:solidFill>
              <a:srgbClr val="B7B7B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直接箭头连接符 550">
            <a:extLst>
              <a:ext uri="{FF2B5EF4-FFF2-40B4-BE49-F238E27FC236}">
                <a16:creationId xmlns:a16="http://schemas.microsoft.com/office/drawing/2014/main" id="{DBDCCFA0-9926-9616-680D-33C73254DCC7}"/>
              </a:ext>
            </a:extLst>
          </p:cNvPr>
          <p:cNvCxnSpPr>
            <a:cxnSpLocks/>
          </p:cNvCxnSpPr>
          <p:nvPr/>
        </p:nvCxnSpPr>
        <p:spPr>
          <a:xfrm>
            <a:off x="5577621" y="7015730"/>
            <a:ext cx="32923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2" name="组合 551">
            <a:extLst>
              <a:ext uri="{FF2B5EF4-FFF2-40B4-BE49-F238E27FC236}">
                <a16:creationId xmlns:a16="http://schemas.microsoft.com/office/drawing/2014/main" id="{473F27B8-B181-73A8-FA46-93A382101D2A}"/>
              </a:ext>
            </a:extLst>
          </p:cNvPr>
          <p:cNvGrpSpPr/>
          <p:nvPr/>
        </p:nvGrpSpPr>
        <p:grpSpPr>
          <a:xfrm>
            <a:off x="11567953" y="5681671"/>
            <a:ext cx="1765014" cy="1865582"/>
            <a:chOff x="10108318" y="1844458"/>
            <a:chExt cx="1765014" cy="1865582"/>
          </a:xfrm>
        </p:grpSpPr>
        <p:grpSp>
          <p:nvGrpSpPr>
            <p:cNvPr id="553" name="组合 552">
              <a:extLst>
                <a:ext uri="{FF2B5EF4-FFF2-40B4-BE49-F238E27FC236}">
                  <a16:creationId xmlns:a16="http://schemas.microsoft.com/office/drawing/2014/main" id="{ABC6BF95-9865-5B5E-279E-C51B062D597B}"/>
                </a:ext>
              </a:extLst>
            </p:cNvPr>
            <p:cNvGrpSpPr/>
            <p:nvPr/>
          </p:nvGrpSpPr>
          <p:grpSpPr>
            <a:xfrm>
              <a:off x="10108318" y="1844458"/>
              <a:ext cx="1765014" cy="1865582"/>
              <a:chOff x="10108318" y="1844458"/>
              <a:chExt cx="1765014" cy="1865582"/>
            </a:xfrm>
          </p:grpSpPr>
          <p:grpSp>
            <p:nvGrpSpPr>
              <p:cNvPr id="585" name="组合 584">
                <a:extLst>
                  <a:ext uri="{FF2B5EF4-FFF2-40B4-BE49-F238E27FC236}">
                    <a16:creationId xmlns:a16="http://schemas.microsoft.com/office/drawing/2014/main" id="{EFF82A1E-281B-9FF7-B5C2-017A7818D50E}"/>
                  </a:ext>
                </a:extLst>
              </p:cNvPr>
              <p:cNvGrpSpPr/>
              <p:nvPr/>
            </p:nvGrpSpPr>
            <p:grpSpPr>
              <a:xfrm>
                <a:off x="10108318" y="1844458"/>
                <a:ext cx="1765014" cy="1865582"/>
                <a:chOff x="5950962" y="764257"/>
                <a:chExt cx="1765014" cy="1865582"/>
              </a:xfrm>
            </p:grpSpPr>
            <p:grpSp>
              <p:nvGrpSpPr>
                <p:cNvPr id="618" name="组合 617">
                  <a:extLst>
                    <a:ext uri="{FF2B5EF4-FFF2-40B4-BE49-F238E27FC236}">
                      <a16:creationId xmlns:a16="http://schemas.microsoft.com/office/drawing/2014/main" id="{F31535C0-503B-DC7E-6F71-70CDF8B4B9E5}"/>
                    </a:ext>
                  </a:extLst>
                </p:cNvPr>
                <p:cNvGrpSpPr/>
                <p:nvPr/>
              </p:nvGrpSpPr>
              <p:grpSpPr>
                <a:xfrm>
                  <a:off x="5975138" y="903386"/>
                  <a:ext cx="1740838" cy="1726453"/>
                  <a:chOff x="9567480" y="3343492"/>
                  <a:chExt cx="2273365" cy="2236296"/>
                </a:xfrm>
                <a:scene3d>
                  <a:camera prst="orthographicFront">
                    <a:rot lat="6600000" lon="0" rev="0"/>
                  </a:camera>
                  <a:lightRig rig="threePt" dir="t"/>
                </a:scene3d>
              </p:grpSpPr>
              <p:sp>
                <p:nvSpPr>
                  <p:cNvPr id="632" name="弧形 631">
                    <a:extLst>
                      <a:ext uri="{FF2B5EF4-FFF2-40B4-BE49-F238E27FC236}">
                        <a16:creationId xmlns:a16="http://schemas.microsoft.com/office/drawing/2014/main" id="{B0572001-BA81-5C03-2A5D-168A25C90E74}"/>
                      </a:ext>
                    </a:extLst>
                  </p:cNvPr>
                  <p:cNvSpPr/>
                  <p:nvPr/>
                </p:nvSpPr>
                <p:spPr>
                  <a:xfrm>
                    <a:off x="9569971" y="3345061"/>
                    <a:ext cx="2235411" cy="2234727"/>
                  </a:xfrm>
                  <a:prstGeom prst="arc">
                    <a:avLst/>
                  </a:prstGeom>
                  <a:ln w="12700">
                    <a:solidFill>
                      <a:srgbClr val="D0CECE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390" dirty="0"/>
                  </a:p>
                </p:txBody>
              </p:sp>
              <p:sp>
                <p:nvSpPr>
                  <p:cNvPr id="633" name="弧形 632">
                    <a:extLst>
                      <a:ext uri="{FF2B5EF4-FFF2-40B4-BE49-F238E27FC236}">
                        <a16:creationId xmlns:a16="http://schemas.microsoft.com/office/drawing/2014/main" id="{317765EE-8DAB-1FCD-CB09-32A57788157C}"/>
                      </a:ext>
                    </a:extLst>
                  </p:cNvPr>
                  <p:cNvSpPr/>
                  <p:nvPr/>
                </p:nvSpPr>
                <p:spPr>
                  <a:xfrm flipH="1">
                    <a:off x="9569188" y="3343495"/>
                    <a:ext cx="2234729" cy="2234727"/>
                  </a:xfrm>
                  <a:prstGeom prst="arc">
                    <a:avLst/>
                  </a:prstGeom>
                  <a:ln w="12700">
                    <a:solidFill>
                      <a:srgbClr val="D0CECE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390"/>
                  </a:p>
                </p:txBody>
              </p:sp>
              <p:sp>
                <p:nvSpPr>
                  <p:cNvPr id="634" name="弧形 633">
                    <a:extLst>
                      <a:ext uri="{FF2B5EF4-FFF2-40B4-BE49-F238E27FC236}">
                        <a16:creationId xmlns:a16="http://schemas.microsoft.com/office/drawing/2014/main" id="{36921926-809F-7DFA-6B58-245689840D3C}"/>
                      </a:ext>
                    </a:extLst>
                  </p:cNvPr>
                  <p:cNvSpPr/>
                  <p:nvPr/>
                </p:nvSpPr>
                <p:spPr>
                  <a:xfrm flipV="1">
                    <a:off x="9568165" y="3344825"/>
                    <a:ext cx="2235753" cy="2234729"/>
                  </a:xfrm>
                  <a:prstGeom prst="arc">
                    <a:avLst/>
                  </a:prstGeom>
                  <a:ln w="12700">
                    <a:solidFill>
                      <a:srgbClr val="D0CECE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390"/>
                  </a:p>
                </p:txBody>
              </p:sp>
              <p:sp>
                <p:nvSpPr>
                  <p:cNvPr id="635" name="弧形 634">
                    <a:extLst>
                      <a:ext uri="{FF2B5EF4-FFF2-40B4-BE49-F238E27FC236}">
                        <a16:creationId xmlns:a16="http://schemas.microsoft.com/office/drawing/2014/main" id="{2D7CFFC5-7BFF-BD3A-0BBE-305C7C234317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9567480" y="3343492"/>
                    <a:ext cx="2273365" cy="2234729"/>
                  </a:xfrm>
                  <a:prstGeom prst="arc">
                    <a:avLst/>
                  </a:prstGeom>
                  <a:ln w="12700">
                    <a:solidFill>
                      <a:srgbClr val="D0CECE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390"/>
                  </a:p>
                </p:txBody>
              </p:sp>
            </p:grpSp>
            <p:sp>
              <p:nvSpPr>
                <p:cNvPr id="619" name="弧形 618">
                  <a:extLst>
                    <a:ext uri="{FF2B5EF4-FFF2-40B4-BE49-F238E27FC236}">
                      <a16:creationId xmlns:a16="http://schemas.microsoft.com/office/drawing/2014/main" id="{CB83B0A3-6A35-3921-37BC-57AD6A304704}"/>
                    </a:ext>
                  </a:extLst>
                </p:cNvPr>
                <p:cNvSpPr/>
                <p:nvPr/>
              </p:nvSpPr>
              <p:spPr>
                <a:xfrm rot="16200000">
                  <a:off x="5972473" y="1426372"/>
                  <a:ext cx="1716170" cy="675808"/>
                </a:xfrm>
                <a:prstGeom prst="arc">
                  <a:avLst>
                    <a:gd name="adj1" fmla="val 13764434"/>
                    <a:gd name="adj2" fmla="val 11770"/>
                  </a:avLst>
                </a:prstGeom>
                <a:ln w="12700"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620" name="不完整圆 619">
                  <a:extLst>
                    <a:ext uri="{FF2B5EF4-FFF2-40B4-BE49-F238E27FC236}">
                      <a16:creationId xmlns:a16="http://schemas.microsoft.com/office/drawing/2014/main" id="{2EB4F4F3-7B62-D8A8-76D1-9A13F18857CB}"/>
                    </a:ext>
                  </a:extLst>
                </p:cNvPr>
                <p:cNvSpPr/>
                <p:nvPr/>
              </p:nvSpPr>
              <p:spPr>
                <a:xfrm>
                  <a:off x="5971990" y="909174"/>
                  <a:ext cx="1706129" cy="1714938"/>
                </a:xfrm>
                <a:prstGeom prst="pie">
                  <a:avLst>
                    <a:gd name="adj1" fmla="val 16199733"/>
                    <a:gd name="adj2" fmla="val 69598"/>
                  </a:avLst>
                </a:prstGeom>
                <a:solidFill>
                  <a:schemeClr val="accent5">
                    <a:lumMod val="20000"/>
                    <a:lumOff val="80000"/>
                    <a:alpha val="50000"/>
                  </a:schemeClr>
                </a:solidFill>
                <a:ln>
                  <a:solidFill>
                    <a:srgbClr val="EEF5F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21" name="不完整圆 620">
                  <a:extLst>
                    <a:ext uri="{FF2B5EF4-FFF2-40B4-BE49-F238E27FC236}">
                      <a16:creationId xmlns:a16="http://schemas.microsoft.com/office/drawing/2014/main" id="{A833499D-A2C1-FDD2-29A1-8AD4F1D40CA6}"/>
                    </a:ext>
                  </a:extLst>
                </p:cNvPr>
                <p:cNvSpPr/>
                <p:nvPr/>
              </p:nvSpPr>
              <p:spPr>
                <a:xfrm>
                  <a:off x="6497538" y="903800"/>
                  <a:ext cx="667267" cy="1714938"/>
                </a:xfrm>
                <a:prstGeom prst="pie">
                  <a:avLst>
                    <a:gd name="adj1" fmla="val 8325432"/>
                    <a:gd name="adj2" fmla="val 16200000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622" name="组合 621">
                  <a:extLst>
                    <a:ext uri="{FF2B5EF4-FFF2-40B4-BE49-F238E27FC236}">
                      <a16:creationId xmlns:a16="http://schemas.microsoft.com/office/drawing/2014/main" id="{28D42C3E-D2F4-6243-C778-9C1EAAC7532A}"/>
                    </a:ext>
                  </a:extLst>
                </p:cNvPr>
                <p:cNvGrpSpPr/>
                <p:nvPr/>
              </p:nvGrpSpPr>
              <p:grpSpPr>
                <a:xfrm>
                  <a:off x="5950962" y="901450"/>
                  <a:ext cx="1755071" cy="1726453"/>
                  <a:chOff x="8267023" y="1483474"/>
                  <a:chExt cx="2273365" cy="2236296"/>
                </a:xfrm>
                <a:scene3d>
                  <a:camera prst="orthographicFront">
                    <a:rot lat="0" lon="3000000" rev="0"/>
                  </a:camera>
                  <a:lightRig rig="threePt" dir="t"/>
                </a:scene3d>
              </p:grpSpPr>
              <p:sp>
                <p:nvSpPr>
                  <p:cNvPr id="628" name="弧形 627">
                    <a:extLst>
                      <a:ext uri="{FF2B5EF4-FFF2-40B4-BE49-F238E27FC236}">
                        <a16:creationId xmlns:a16="http://schemas.microsoft.com/office/drawing/2014/main" id="{DD5CE45F-E057-6DEE-947C-7A003876D268}"/>
                      </a:ext>
                    </a:extLst>
                  </p:cNvPr>
                  <p:cNvSpPr/>
                  <p:nvPr/>
                </p:nvSpPr>
                <p:spPr>
                  <a:xfrm>
                    <a:off x="8269514" y="1485043"/>
                    <a:ext cx="2235411" cy="2234727"/>
                  </a:xfrm>
                  <a:prstGeom prst="arc">
                    <a:avLst/>
                  </a:prstGeom>
                  <a:ln w="12700">
                    <a:solidFill>
                      <a:srgbClr val="D0CECE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390"/>
                  </a:p>
                </p:txBody>
              </p:sp>
              <p:sp>
                <p:nvSpPr>
                  <p:cNvPr id="629" name="弧形 628">
                    <a:extLst>
                      <a:ext uri="{FF2B5EF4-FFF2-40B4-BE49-F238E27FC236}">
                        <a16:creationId xmlns:a16="http://schemas.microsoft.com/office/drawing/2014/main" id="{F1FF2835-C94F-F7F8-1796-65FD18751F18}"/>
                      </a:ext>
                    </a:extLst>
                  </p:cNvPr>
                  <p:cNvSpPr/>
                  <p:nvPr/>
                </p:nvSpPr>
                <p:spPr>
                  <a:xfrm flipH="1">
                    <a:off x="8268731" y="1483477"/>
                    <a:ext cx="2234729" cy="2234727"/>
                  </a:xfrm>
                  <a:prstGeom prst="arc">
                    <a:avLst/>
                  </a:prstGeom>
                  <a:ln w="12700">
                    <a:solidFill>
                      <a:srgbClr val="D0CEC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390"/>
                  </a:p>
                </p:txBody>
              </p:sp>
              <p:sp>
                <p:nvSpPr>
                  <p:cNvPr id="630" name="弧形 629">
                    <a:extLst>
                      <a:ext uri="{FF2B5EF4-FFF2-40B4-BE49-F238E27FC236}">
                        <a16:creationId xmlns:a16="http://schemas.microsoft.com/office/drawing/2014/main" id="{98CE7626-7DBD-C716-C52E-AE0A7B10412B}"/>
                      </a:ext>
                    </a:extLst>
                  </p:cNvPr>
                  <p:cNvSpPr/>
                  <p:nvPr/>
                </p:nvSpPr>
                <p:spPr>
                  <a:xfrm flipV="1">
                    <a:off x="8267708" y="1484807"/>
                    <a:ext cx="2235753" cy="2234729"/>
                  </a:xfrm>
                  <a:prstGeom prst="arc">
                    <a:avLst/>
                  </a:prstGeom>
                  <a:ln w="12700">
                    <a:solidFill>
                      <a:srgbClr val="D0CECE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390"/>
                  </a:p>
                </p:txBody>
              </p:sp>
              <p:sp>
                <p:nvSpPr>
                  <p:cNvPr id="631" name="弧形 630">
                    <a:extLst>
                      <a:ext uri="{FF2B5EF4-FFF2-40B4-BE49-F238E27FC236}">
                        <a16:creationId xmlns:a16="http://schemas.microsoft.com/office/drawing/2014/main" id="{C94A27DF-31E0-F853-04E2-38430EED2331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8267023" y="1483474"/>
                    <a:ext cx="2273365" cy="2234729"/>
                  </a:xfrm>
                  <a:prstGeom prst="arc">
                    <a:avLst/>
                  </a:prstGeom>
                  <a:ln w="12700">
                    <a:solidFill>
                      <a:srgbClr val="D0CECE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390"/>
                  </a:p>
                </p:txBody>
              </p:sp>
            </p:grpSp>
            <p:sp>
              <p:nvSpPr>
                <p:cNvPr id="623" name="椭圆 622">
                  <a:extLst>
                    <a:ext uri="{FF2B5EF4-FFF2-40B4-BE49-F238E27FC236}">
                      <a16:creationId xmlns:a16="http://schemas.microsoft.com/office/drawing/2014/main" id="{B800B2CA-FF50-38A5-CA45-A81956A3C4AC}"/>
                    </a:ext>
                  </a:extLst>
                </p:cNvPr>
                <p:cNvSpPr/>
                <p:nvPr/>
              </p:nvSpPr>
              <p:spPr>
                <a:xfrm>
                  <a:off x="5965876" y="901655"/>
                  <a:ext cx="1725242" cy="1725242"/>
                </a:xfrm>
                <a:prstGeom prst="ellipse">
                  <a:avLst/>
                </a:prstGeom>
                <a:noFill/>
                <a:ln w="1270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 dirty="0"/>
                </a:p>
              </p:txBody>
            </p:sp>
            <p:cxnSp>
              <p:nvCxnSpPr>
                <p:cNvPr id="624" name="直接箭头连接符 623">
                  <a:extLst>
                    <a:ext uri="{FF2B5EF4-FFF2-40B4-BE49-F238E27FC236}">
                      <a16:creationId xmlns:a16="http://schemas.microsoft.com/office/drawing/2014/main" id="{947C23C3-864B-851A-9964-07B8DE374C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835727" y="1109121"/>
                  <a:ext cx="861313" cy="657522"/>
                </a:xfrm>
                <a:prstGeom prst="straightConnector1">
                  <a:avLst/>
                </a:prstGeom>
                <a:ln w="12700">
                  <a:solidFill>
                    <a:srgbClr val="00B0F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5" name="直接箭头连接符 624">
                  <a:extLst>
                    <a:ext uri="{FF2B5EF4-FFF2-40B4-BE49-F238E27FC236}">
                      <a16:creationId xmlns:a16="http://schemas.microsoft.com/office/drawing/2014/main" id="{BC322512-BE02-1B70-0B05-E53191BA5D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299212" y="1765459"/>
                  <a:ext cx="540148" cy="449595"/>
                </a:xfrm>
                <a:prstGeom prst="straightConnector1">
                  <a:avLst/>
                </a:prstGeom>
                <a:ln w="127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6" name="直接箭头连接符 625">
                  <a:extLst>
                    <a:ext uri="{FF2B5EF4-FFF2-40B4-BE49-F238E27FC236}">
                      <a16:creationId xmlns:a16="http://schemas.microsoft.com/office/drawing/2014/main" id="{DF1D7A7C-5948-6B71-5E8B-A1BEDAD822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844834" y="764257"/>
                  <a:ext cx="209949" cy="995483"/>
                </a:xfrm>
                <a:prstGeom prst="straightConnector1">
                  <a:avLst/>
                </a:prstGeom>
                <a:ln w="12700">
                  <a:solidFill>
                    <a:srgbClr val="00B0F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7" name="直接箭头连接符 626">
                  <a:extLst>
                    <a:ext uri="{FF2B5EF4-FFF2-40B4-BE49-F238E27FC236}">
                      <a16:creationId xmlns:a16="http://schemas.microsoft.com/office/drawing/2014/main" id="{3470682E-6987-6854-81FB-313D810A36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283996" y="1230405"/>
                  <a:ext cx="556283" cy="535054"/>
                </a:xfrm>
                <a:prstGeom prst="straightConnector1">
                  <a:avLst/>
                </a:prstGeom>
                <a:ln w="12700">
                  <a:solidFill>
                    <a:srgbClr val="00B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86" name="组合 585">
                <a:extLst>
                  <a:ext uri="{FF2B5EF4-FFF2-40B4-BE49-F238E27FC236}">
                    <a16:creationId xmlns:a16="http://schemas.microsoft.com/office/drawing/2014/main" id="{494E1341-E59E-3973-4698-443B4823D414}"/>
                  </a:ext>
                </a:extLst>
              </p:cNvPr>
              <p:cNvGrpSpPr/>
              <p:nvPr/>
            </p:nvGrpSpPr>
            <p:grpSpPr>
              <a:xfrm rot="11925221">
                <a:off x="10516813" y="2362092"/>
                <a:ext cx="222809" cy="288000"/>
                <a:chOff x="4051008" y="1499692"/>
                <a:chExt cx="239462" cy="299469"/>
              </a:xfrm>
              <a:solidFill>
                <a:srgbClr val="5C8C3C"/>
              </a:solidFill>
              <a:scene3d>
                <a:camera prst="orthographicFront">
                  <a:rot lat="526647" lon="20798778" rev="501243"/>
                </a:camera>
                <a:lightRig rig="threePt" dir="t"/>
              </a:scene3d>
            </p:grpSpPr>
            <p:sp>
              <p:nvSpPr>
                <p:cNvPr id="604" name="椭圆 603">
                  <a:extLst>
                    <a:ext uri="{FF2B5EF4-FFF2-40B4-BE49-F238E27FC236}">
                      <a16:creationId xmlns:a16="http://schemas.microsoft.com/office/drawing/2014/main" id="{8CEE4299-B467-E244-33F2-232663AFE117}"/>
                    </a:ext>
                  </a:extLst>
                </p:cNvPr>
                <p:cNvSpPr/>
                <p:nvPr/>
              </p:nvSpPr>
              <p:spPr>
                <a:xfrm rot="3004618">
                  <a:off x="4215731" y="1499692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605" name="椭圆 604">
                  <a:extLst>
                    <a:ext uri="{FF2B5EF4-FFF2-40B4-BE49-F238E27FC236}">
                      <a16:creationId xmlns:a16="http://schemas.microsoft.com/office/drawing/2014/main" id="{FFDBF39C-E0BD-36D3-D626-0AFDCDA35CE6}"/>
                    </a:ext>
                  </a:extLst>
                </p:cNvPr>
                <p:cNvSpPr/>
                <p:nvPr/>
              </p:nvSpPr>
              <p:spPr>
                <a:xfrm rot="3004618">
                  <a:off x="4107550" y="1544197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606" name="椭圆 605">
                  <a:extLst>
                    <a:ext uri="{FF2B5EF4-FFF2-40B4-BE49-F238E27FC236}">
                      <a16:creationId xmlns:a16="http://schemas.microsoft.com/office/drawing/2014/main" id="{66FA2321-6484-1E71-58FF-E46AF6701589}"/>
                    </a:ext>
                  </a:extLst>
                </p:cNvPr>
                <p:cNvSpPr/>
                <p:nvPr/>
              </p:nvSpPr>
              <p:spPr>
                <a:xfrm rot="3004618">
                  <a:off x="4255174" y="1615962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607" name="椭圆 606">
                  <a:extLst>
                    <a:ext uri="{FF2B5EF4-FFF2-40B4-BE49-F238E27FC236}">
                      <a16:creationId xmlns:a16="http://schemas.microsoft.com/office/drawing/2014/main" id="{7497B277-0059-0730-4977-3BC88FD12A14}"/>
                    </a:ext>
                  </a:extLst>
                </p:cNvPr>
                <p:cNvSpPr/>
                <p:nvPr/>
              </p:nvSpPr>
              <p:spPr>
                <a:xfrm rot="3004618">
                  <a:off x="4198084" y="1581237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608" name="椭圆 607">
                  <a:extLst>
                    <a:ext uri="{FF2B5EF4-FFF2-40B4-BE49-F238E27FC236}">
                      <a16:creationId xmlns:a16="http://schemas.microsoft.com/office/drawing/2014/main" id="{AF22F737-9043-10C0-4B51-912AA49BD0CB}"/>
                    </a:ext>
                  </a:extLst>
                </p:cNvPr>
                <p:cNvSpPr/>
                <p:nvPr/>
              </p:nvSpPr>
              <p:spPr>
                <a:xfrm rot="3004618">
                  <a:off x="4089902" y="1625741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609" name="椭圆 608">
                  <a:extLst>
                    <a:ext uri="{FF2B5EF4-FFF2-40B4-BE49-F238E27FC236}">
                      <a16:creationId xmlns:a16="http://schemas.microsoft.com/office/drawing/2014/main" id="{5F69C262-F451-7B41-E65B-F426A005EE52}"/>
                    </a:ext>
                  </a:extLst>
                </p:cNvPr>
                <p:cNvSpPr/>
                <p:nvPr/>
              </p:nvSpPr>
              <p:spPr>
                <a:xfrm rot="3004618">
                  <a:off x="4141934" y="1728461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610" name="椭圆 609">
                  <a:extLst>
                    <a:ext uri="{FF2B5EF4-FFF2-40B4-BE49-F238E27FC236}">
                      <a16:creationId xmlns:a16="http://schemas.microsoft.com/office/drawing/2014/main" id="{E6BB9997-8276-8122-5527-E3BD47671C73}"/>
                    </a:ext>
                  </a:extLst>
                </p:cNvPr>
                <p:cNvSpPr/>
                <p:nvPr/>
              </p:nvSpPr>
              <p:spPr>
                <a:xfrm rot="1431884">
                  <a:off x="4240260" y="1552780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611" name="椭圆 610">
                  <a:extLst>
                    <a:ext uri="{FF2B5EF4-FFF2-40B4-BE49-F238E27FC236}">
                      <a16:creationId xmlns:a16="http://schemas.microsoft.com/office/drawing/2014/main" id="{DC3B2A84-3224-6177-CB21-412778E1139C}"/>
                    </a:ext>
                  </a:extLst>
                </p:cNvPr>
                <p:cNvSpPr/>
                <p:nvPr/>
              </p:nvSpPr>
              <p:spPr>
                <a:xfrm rot="1431884">
                  <a:off x="4132078" y="1597284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612" name="椭圆 611">
                  <a:extLst>
                    <a:ext uri="{FF2B5EF4-FFF2-40B4-BE49-F238E27FC236}">
                      <a16:creationId xmlns:a16="http://schemas.microsoft.com/office/drawing/2014/main" id="{B1D4AD34-C5F4-3F68-AF25-41173582DDEB}"/>
                    </a:ext>
                  </a:extLst>
                </p:cNvPr>
                <p:cNvSpPr/>
                <p:nvPr/>
              </p:nvSpPr>
              <p:spPr>
                <a:xfrm rot="1431884">
                  <a:off x="4184109" y="1700004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613" name="椭圆 612">
                  <a:extLst>
                    <a:ext uri="{FF2B5EF4-FFF2-40B4-BE49-F238E27FC236}">
                      <a16:creationId xmlns:a16="http://schemas.microsoft.com/office/drawing/2014/main" id="{A592D587-3E02-1DE5-D0EE-87E5DD214AF8}"/>
                    </a:ext>
                  </a:extLst>
                </p:cNvPr>
                <p:cNvSpPr/>
                <p:nvPr/>
              </p:nvSpPr>
              <p:spPr>
                <a:xfrm rot="1431884">
                  <a:off x="4051008" y="1665126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614" name="椭圆 613">
                  <a:extLst>
                    <a:ext uri="{FF2B5EF4-FFF2-40B4-BE49-F238E27FC236}">
                      <a16:creationId xmlns:a16="http://schemas.microsoft.com/office/drawing/2014/main" id="{549E1FEB-D8E8-279B-4B10-38EE7AD4B70D}"/>
                    </a:ext>
                  </a:extLst>
                </p:cNvPr>
                <p:cNvSpPr/>
                <p:nvPr/>
              </p:nvSpPr>
              <p:spPr>
                <a:xfrm rot="1431884">
                  <a:off x="4222613" y="1634323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615" name="椭圆 614">
                  <a:extLst>
                    <a:ext uri="{FF2B5EF4-FFF2-40B4-BE49-F238E27FC236}">
                      <a16:creationId xmlns:a16="http://schemas.microsoft.com/office/drawing/2014/main" id="{8B983802-F6DB-D151-0A23-D253792BA5C2}"/>
                    </a:ext>
                  </a:extLst>
                </p:cNvPr>
                <p:cNvSpPr/>
                <p:nvPr/>
              </p:nvSpPr>
              <p:spPr>
                <a:xfrm rot="1431884">
                  <a:off x="4114431" y="1678828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616" name="椭圆 615">
                  <a:extLst>
                    <a:ext uri="{FF2B5EF4-FFF2-40B4-BE49-F238E27FC236}">
                      <a16:creationId xmlns:a16="http://schemas.microsoft.com/office/drawing/2014/main" id="{64648475-5726-A735-2679-DB25229EC8D7}"/>
                    </a:ext>
                  </a:extLst>
                </p:cNvPr>
                <p:cNvSpPr/>
                <p:nvPr/>
              </p:nvSpPr>
              <p:spPr>
                <a:xfrm rot="1431884">
                  <a:off x="4157392" y="1546629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 dirty="0"/>
                </a:p>
              </p:txBody>
            </p:sp>
            <p:sp>
              <p:nvSpPr>
                <p:cNvPr id="617" name="椭圆 616">
                  <a:extLst>
                    <a:ext uri="{FF2B5EF4-FFF2-40B4-BE49-F238E27FC236}">
                      <a16:creationId xmlns:a16="http://schemas.microsoft.com/office/drawing/2014/main" id="{8423D9A4-A826-402B-F5B0-209D21709178}"/>
                    </a:ext>
                  </a:extLst>
                </p:cNvPr>
                <p:cNvSpPr/>
                <p:nvPr/>
              </p:nvSpPr>
              <p:spPr>
                <a:xfrm rot="1431884">
                  <a:off x="4209856" y="1763865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</p:grpSp>
          <p:grpSp>
            <p:nvGrpSpPr>
              <p:cNvPr id="587" name="组合 586">
                <a:extLst>
                  <a:ext uri="{FF2B5EF4-FFF2-40B4-BE49-F238E27FC236}">
                    <a16:creationId xmlns:a16="http://schemas.microsoft.com/office/drawing/2014/main" id="{016D566E-30A5-5269-A5F0-AFEAB00477CA}"/>
                  </a:ext>
                </a:extLst>
              </p:cNvPr>
              <p:cNvGrpSpPr/>
              <p:nvPr/>
            </p:nvGrpSpPr>
            <p:grpSpPr>
              <a:xfrm rot="9021441">
                <a:off x="10535332" y="2935221"/>
                <a:ext cx="330276" cy="288000"/>
                <a:chOff x="4064809" y="2101321"/>
                <a:chExt cx="303106" cy="277581"/>
              </a:xfrm>
              <a:solidFill>
                <a:srgbClr val="79B94F"/>
              </a:solidFill>
              <a:scene3d>
                <a:camera prst="orthographicFront">
                  <a:rot lat="0" lon="1499992" rev="0"/>
                </a:camera>
                <a:lightRig rig="threePt" dir="t"/>
              </a:scene3d>
            </p:grpSpPr>
            <p:sp>
              <p:nvSpPr>
                <p:cNvPr id="588" name="椭圆 587">
                  <a:extLst>
                    <a:ext uri="{FF2B5EF4-FFF2-40B4-BE49-F238E27FC236}">
                      <a16:creationId xmlns:a16="http://schemas.microsoft.com/office/drawing/2014/main" id="{C919874C-FD40-4C71-90AC-A89C1FC01237}"/>
                    </a:ext>
                  </a:extLst>
                </p:cNvPr>
                <p:cNvSpPr/>
                <p:nvPr/>
              </p:nvSpPr>
              <p:spPr>
                <a:xfrm rot="4443661">
                  <a:off x="4282554" y="2104633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589" name="椭圆 588">
                  <a:extLst>
                    <a:ext uri="{FF2B5EF4-FFF2-40B4-BE49-F238E27FC236}">
                      <a16:creationId xmlns:a16="http://schemas.microsoft.com/office/drawing/2014/main" id="{12FBC815-F6C1-C208-7C79-42FAE58A68BD}"/>
                    </a:ext>
                  </a:extLst>
                </p:cNvPr>
                <p:cNvSpPr/>
                <p:nvPr/>
              </p:nvSpPr>
              <p:spPr>
                <a:xfrm rot="4443661">
                  <a:off x="4165622" y="2101321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590" name="椭圆 589">
                  <a:extLst>
                    <a:ext uri="{FF2B5EF4-FFF2-40B4-BE49-F238E27FC236}">
                      <a16:creationId xmlns:a16="http://schemas.microsoft.com/office/drawing/2014/main" id="{76E2AC8E-F8D8-241F-A28F-9FEC47D46977}"/>
                    </a:ext>
                  </a:extLst>
                </p:cNvPr>
                <p:cNvSpPr/>
                <p:nvPr/>
              </p:nvSpPr>
              <p:spPr>
                <a:xfrm rot="4443661">
                  <a:off x="4171407" y="2216321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591" name="椭圆 590">
                  <a:extLst>
                    <a:ext uri="{FF2B5EF4-FFF2-40B4-BE49-F238E27FC236}">
                      <a16:creationId xmlns:a16="http://schemas.microsoft.com/office/drawing/2014/main" id="{DCD92E4D-A92F-3109-386D-DA6DA4F016C3}"/>
                    </a:ext>
                  </a:extLst>
                </p:cNvPr>
                <p:cNvSpPr/>
                <p:nvPr/>
              </p:nvSpPr>
              <p:spPr>
                <a:xfrm rot="4443661">
                  <a:off x="4271328" y="2226895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592" name="椭圆 591">
                  <a:extLst>
                    <a:ext uri="{FF2B5EF4-FFF2-40B4-BE49-F238E27FC236}">
                      <a16:creationId xmlns:a16="http://schemas.microsoft.com/office/drawing/2014/main" id="{470B2C42-3851-4B89-FCB7-4857271BE868}"/>
                    </a:ext>
                  </a:extLst>
                </p:cNvPr>
                <p:cNvSpPr/>
                <p:nvPr/>
              </p:nvSpPr>
              <p:spPr>
                <a:xfrm rot="4443661">
                  <a:off x="4233284" y="2171961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593" name="椭圆 592">
                  <a:extLst>
                    <a:ext uri="{FF2B5EF4-FFF2-40B4-BE49-F238E27FC236}">
                      <a16:creationId xmlns:a16="http://schemas.microsoft.com/office/drawing/2014/main" id="{71FEF0D3-9468-72EC-63DB-BAAB0ABC0297}"/>
                    </a:ext>
                  </a:extLst>
                </p:cNvPr>
                <p:cNvSpPr/>
                <p:nvPr/>
              </p:nvSpPr>
              <p:spPr>
                <a:xfrm rot="4443661">
                  <a:off x="4116353" y="2168649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594" name="椭圆 593">
                  <a:extLst>
                    <a:ext uri="{FF2B5EF4-FFF2-40B4-BE49-F238E27FC236}">
                      <a16:creationId xmlns:a16="http://schemas.microsoft.com/office/drawing/2014/main" id="{F77E06F8-AB12-06AF-7B39-5B96A6DFFCB2}"/>
                    </a:ext>
                  </a:extLst>
                </p:cNvPr>
                <p:cNvSpPr/>
                <p:nvPr/>
              </p:nvSpPr>
              <p:spPr>
                <a:xfrm rot="4443661">
                  <a:off x="4122137" y="2283651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595" name="椭圆 594">
                  <a:extLst>
                    <a:ext uri="{FF2B5EF4-FFF2-40B4-BE49-F238E27FC236}">
                      <a16:creationId xmlns:a16="http://schemas.microsoft.com/office/drawing/2014/main" id="{98ED9AA0-28C1-CD09-B54E-0BD78DF12DB9}"/>
                    </a:ext>
                  </a:extLst>
                </p:cNvPr>
                <p:cNvSpPr/>
                <p:nvPr/>
              </p:nvSpPr>
              <p:spPr>
                <a:xfrm rot="4443661">
                  <a:off x="4222060" y="2294225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596" name="椭圆 595">
                  <a:extLst>
                    <a:ext uri="{FF2B5EF4-FFF2-40B4-BE49-F238E27FC236}">
                      <a16:creationId xmlns:a16="http://schemas.microsoft.com/office/drawing/2014/main" id="{AC5AB6DC-A6C7-E93B-8A07-E3482AFD9FFB}"/>
                    </a:ext>
                  </a:extLst>
                </p:cNvPr>
                <p:cNvSpPr/>
                <p:nvPr/>
              </p:nvSpPr>
              <p:spPr>
                <a:xfrm rot="2870927">
                  <a:off x="4283385" y="2163107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597" name="椭圆 596">
                  <a:extLst>
                    <a:ext uri="{FF2B5EF4-FFF2-40B4-BE49-F238E27FC236}">
                      <a16:creationId xmlns:a16="http://schemas.microsoft.com/office/drawing/2014/main" id="{07E7CA7B-6EDD-1AF8-9ECE-7B85A4DB4E46}"/>
                    </a:ext>
                  </a:extLst>
                </p:cNvPr>
                <p:cNvSpPr/>
                <p:nvPr/>
              </p:nvSpPr>
              <p:spPr>
                <a:xfrm rot="2870927">
                  <a:off x="4166454" y="2159795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598" name="椭圆 597">
                  <a:extLst>
                    <a:ext uri="{FF2B5EF4-FFF2-40B4-BE49-F238E27FC236}">
                      <a16:creationId xmlns:a16="http://schemas.microsoft.com/office/drawing/2014/main" id="{964A3AC1-1AD9-0F86-EA5F-8666755C2548}"/>
                    </a:ext>
                  </a:extLst>
                </p:cNvPr>
                <p:cNvSpPr/>
                <p:nvPr/>
              </p:nvSpPr>
              <p:spPr>
                <a:xfrm rot="2870927">
                  <a:off x="4172239" y="2274795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599" name="椭圆 598">
                  <a:extLst>
                    <a:ext uri="{FF2B5EF4-FFF2-40B4-BE49-F238E27FC236}">
                      <a16:creationId xmlns:a16="http://schemas.microsoft.com/office/drawing/2014/main" id="{D516ABE5-6542-E1CB-C9A0-D08E9BA4F692}"/>
                    </a:ext>
                  </a:extLst>
                </p:cNvPr>
                <p:cNvSpPr/>
                <p:nvPr/>
              </p:nvSpPr>
              <p:spPr>
                <a:xfrm rot="2870927">
                  <a:off x="4064809" y="2188825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600" name="椭圆 599">
                  <a:extLst>
                    <a:ext uri="{FF2B5EF4-FFF2-40B4-BE49-F238E27FC236}">
                      <a16:creationId xmlns:a16="http://schemas.microsoft.com/office/drawing/2014/main" id="{8419407B-B6A4-D374-826B-E61C684006E6}"/>
                    </a:ext>
                  </a:extLst>
                </p:cNvPr>
                <p:cNvSpPr/>
                <p:nvPr/>
              </p:nvSpPr>
              <p:spPr>
                <a:xfrm rot="2870927">
                  <a:off x="4332619" y="2288497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601" name="椭圆 600">
                  <a:extLst>
                    <a:ext uri="{FF2B5EF4-FFF2-40B4-BE49-F238E27FC236}">
                      <a16:creationId xmlns:a16="http://schemas.microsoft.com/office/drawing/2014/main" id="{A22712F2-F73F-EDBE-0C5E-85133BF39A01}"/>
                    </a:ext>
                  </a:extLst>
                </p:cNvPr>
                <p:cNvSpPr/>
                <p:nvPr/>
              </p:nvSpPr>
              <p:spPr>
                <a:xfrm rot="2870927">
                  <a:off x="4117184" y="2227123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602" name="椭圆 601">
                  <a:extLst>
                    <a:ext uri="{FF2B5EF4-FFF2-40B4-BE49-F238E27FC236}">
                      <a16:creationId xmlns:a16="http://schemas.microsoft.com/office/drawing/2014/main" id="{4A30EB40-5463-0B67-2676-3237F9D3BF35}"/>
                    </a:ext>
                  </a:extLst>
                </p:cNvPr>
                <p:cNvSpPr/>
                <p:nvPr/>
              </p:nvSpPr>
              <p:spPr>
                <a:xfrm rot="2870927">
                  <a:off x="4210174" y="2123802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  <p:sp>
              <p:nvSpPr>
                <p:cNvPr id="603" name="椭圆 602">
                  <a:extLst>
                    <a:ext uri="{FF2B5EF4-FFF2-40B4-BE49-F238E27FC236}">
                      <a16:creationId xmlns:a16="http://schemas.microsoft.com/office/drawing/2014/main" id="{2670E014-EDF8-57C7-6B78-67E408394044}"/>
                    </a:ext>
                  </a:extLst>
                </p:cNvPr>
                <p:cNvSpPr/>
                <p:nvPr/>
              </p:nvSpPr>
              <p:spPr>
                <a:xfrm rot="2870927">
                  <a:off x="4169804" y="2343606"/>
                  <a:ext cx="35296" cy="3529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35"/>
                </a:p>
              </p:txBody>
            </p:sp>
          </p:grpSp>
        </p:grpSp>
        <p:grpSp>
          <p:nvGrpSpPr>
            <p:cNvPr id="554" name="组合 553">
              <a:extLst>
                <a:ext uri="{FF2B5EF4-FFF2-40B4-BE49-F238E27FC236}">
                  <a16:creationId xmlns:a16="http://schemas.microsoft.com/office/drawing/2014/main" id="{CCB1E8CE-CC75-2A57-489D-B69D68F152D2}"/>
                </a:ext>
              </a:extLst>
            </p:cNvPr>
            <p:cNvGrpSpPr/>
            <p:nvPr/>
          </p:nvGrpSpPr>
          <p:grpSpPr>
            <a:xfrm rot="20981916">
              <a:off x="11041059" y="1935727"/>
              <a:ext cx="269448" cy="288000"/>
              <a:chOff x="5018071" y="5847721"/>
              <a:chExt cx="349017" cy="354600"/>
            </a:xfrm>
            <a:solidFill>
              <a:srgbClr val="337DC0"/>
            </a:solidFill>
            <a:scene3d>
              <a:camera prst="orthographicFront">
                <a:rot lat="3000000" lon="0" rev="0"/>
              </a:camera>
              <a:lightRig rig="threePt" dir="t"/>
            </a:scene3d>
          </p:grpSpPr>
          <p:sp>
            <p:nvSpPr>
              <p:cNvPr id="570" name="椭圆 569">
                <a:extLst>
                  <a:ext uri="{FF2B5EF4-FFF2-40B4-BE49-F238E27FC236}">
                    <a16:creationId xmlns:a16="http://schemas.microsoft.com/office/drawing/2014/main" id="{57FF474A-6028-B95C-E0F3-7E794E00E43B}"/>
                  </a:ext>
                </a:extLst>
              </p:cNvPr>
              <p:cNvSpPr/>
              <p:nvPr/>
            </p:nvSpPr>
            <p:spPr>
              <a:xfrm>
                <a:off x="5063794" y="5847721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  <a:sp3d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71" name="椭圆 570">
                <a:extLst>
                  <a:ext uri="{FF2B5EF4-FFF2-40B4-BE49-F238E27FC236}">
                    <a16:creationId xmlns:a16="http://schemas.microsoft.com/office/drawing/2014/main" id="{E05E3B73-4C26-D9EA-BCA3-454CA36CE7B7}"/>
                  </a:ext>
                </a:extLst>
              </p:cNvPr>
              <p:cNvSpPr/>
              <p:nvPr/>
            </p:nvSpPr>
            <p:spPr>
              <a:xfrm>
                <a:off x="5018071" y="5992184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  <a:sp3d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72" name="椭圆 571">
                <a:extLst>
                  <a:ext uri="{FF2B5EF4-FFF2-40B4-BE49-F238E27FC236}">
                    <a16:creationId xmlns:a16="http://schemas.microsoft.com/office/drawing/2014/main" id="{443E740C-9ABF-94AF-D20D-F3E155FA32A7}"/>
                  </a:ext>
                </a:extLst>
              </p:cNvPr>
              <p:cNvSpPr/>
              <p:nvPr/>
            </p:nvSpPr>
            <p:spPr>
              <a:xfrm>
                <a:off x="5212077" y="5905191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  <a:sp3d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73" name="椭圆 572">
                <a:extLst>
                  <a:ext uri="{FF2B5EF4-FFF2-40B4-BE49-F238E27FC236}">
                    <a16:creationId xmlns:a16="http://schemas.microsoft.com/office/drawing/2014/main" id="{AFBF830F-DFC4-773E-9B77-BBB4CE8CC01B}"/>
                  </a:ext>
                </a:extLst>
              </p:cNvPr>
              <p:cNvSpPr/>
              <p:nvPr/>
            </p:nvSpPr>
            <p:spPr>
              <a:xfrm>
                <a:off x="5130124" y="5933037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  <a:sp3d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74" name="椭圆 573">
                <a:extLst>
                  <a:ext uri="{FF2B5EF4-FFF2-40B4-BE49-F238E27FC236}">
                    <a16:creationId xmlns:a16="http://schemas.microsoft.com/office/drawing/2014/main" id="{8400A399-3956-51AB-261F-C762C2EB2BBB}"/>
                  </a:ext>
                </a:extLst>
              </p:cNvPr>
              <p:cNvSpPr/>
              <p:nvPr/>
            </p:nvSpPr>
            <p:spPr>
              <a:xfrm>
                <a:off x="5059596" y="607930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  <a:sp3d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75" name="椭圆 574">
                <a:extLst>
                  <a:ext uri="{FF2B5EF4-FFF2-40B4-BE49-F238E27FC236}">
                    <a16:creationId xmlns:a16="http://schemas.microsoft.com/office/drawing/2014/main" id="{2A0862BC-6F8B-67CA-0CFA-AA47EC2BD392}"/>
                  </a:ext>
                </a:extLst>
              </p:cNvPr>
              <p:cNvSpPr/>
              <p:nvPr/>
            </p:nvSpPr>
            <p:spPr>
              <a:xfrm>
                <a:off x="5229697" y="6111199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  <a:sp3d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76" name="椭圆 575">
                <a:extLst>
                  <a:ext uri="{FF2B5EF4-FFF2-40B4-BE49-F238E27FC236}">
                    <a16:creationId xmlns:a16="http://schemas.microsoft.com/office/drawing/2014/main" id="{525595E6-FE54-940E-11E2-CA9B1AA1BA79}"/>
                  </a:ext>
                </a:extLst>
              </p:cNvPr>
              <p:cNvSpPr/>
              <p:nvPr/>
            </p:nvSpPr>
            <p:spPr>
              <a:xfrm>
                <a:off x="5278410" y="5990508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  <a:sp3d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77" name="椭圆 576">
                <a:extLst>
                  <a:ext uri="{FF2B5EF4-FFF2-40B4-BE49-F238E27FC236}">
                    <a16:creationId xmlns:a16="http://schemas.microsoft.com/office/drawing/2014/main" id="{B82C339D-30D3-A4D9-46F5-FCFFBD3708C0}"/>
                  </a:ext>
                </a:extLst>
              </p:cNvPr>
              <p:cNvSpPr/>
              <p:nvPr/>
            </p:nvSpPr>
            <p:spPr>
              <a:xfrm rot="20027266">
                <a:off x="5136915" y="586748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  <a:sp3d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78" name="椭圆 577">
                <a:extLst>
                  <a:ext uri="{FF2B5EF4-FFF2-40B4-BE49-F238E27FC236}">
                    <a16:creationId xmlns:a16="http://schemas.microsoft.com/office/drawing/2014/main" id="{3CB6B734-5381-5496-B804-EF04FFED4C3C}"/>
                  </a:ext>
                </a:extLst>
              </p:cNvPr>
              <p:cNvSpPr/>
              <p:nvPr/>
            </p:nvSpPr>
            <p:spPr>
              <a:xfrm rot="20027266">
                <a:off x="5091196" y="6011942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  <a:sp3d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79" name="椭圆 578">
                <a:extLst>
                  <a:ext uri="{FF2B5EF4-FFF2-40B4-BE49-F238E27FC236}">
                    <a16:creationId xmlns:a16="http://schemas.microsoft.com/office/drawing/2014/main" id="{F59EC951-93A4-2C02-7122-A83DCE01D2E0}"/>
                  </a:ext>
                </a:extLst>
              </p:cNvPr>
              <p:cNvSpPr/>
              <p:nvPr/>
            </p:nvSpPr>
            <p:spPr>
              <a:xfrm rot="20027266">
                <a:off x="5236489" y="6045643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  <a:sp3d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80" name="椭圆 579">
                <a:extLst>
                  <a:ext uri="{FF2B5EF4-FFF2-40B4-BE49-F238E27FC236}">
                    <a16:creationId xmlns:a16="http://schemas.microsoft.com/office/drawing/2014/main" id="{FFA87F99-BD8B-83FA-4057-489200FF945B}"/>
                  </a:ext>
                </a:extLst>
              </p:cNvPr>
              <p:cNvSpPr/>
              <p:nvPr/>
            </p:nvSpPr>
            <p:spPr>
              <a:xfrm rot="20027266">
                <a:off x="5176096" y="6156602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  <a:sp3d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81" name="椭圆 580">
                <a:extLst>
                  <a:ext uri="{FF2B5EF4-FFF2-40B4-BE49-F238E27FC236}">
                    <a16:creationId xmlns:a16="http://schemas.microsoft.com/office/drawing/2014/main" id="{7E7256B3-0D57-7302-F2F5-EDC5EA1AF4EF}"/>
                  </a:ext>
                </a:extLst>
              </p:cNvPr>
              <p:cNvSpPr/>
              <p:nvPr/>
            </p:nvSpPr>
            <p:spPr>
              <a:xfrm rot="20027266">
                <a:off x="5203249" y="5952799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  <a:sp3d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82" name="椭圆 581">
                <a:extLst>
                  <a:ext uri="{FF2B5EF4-FFF2-40B4-BE49-F238E27FC236}">
                    <a16:creationId xmlns:a16="http://schemas.microsoft.com/office/drawing/2014/main" id="{7814C553-6E9F-5B8F-A079-E399B9B22F31}"/>
                  </a:ext>
                </a:extLst>
              </p:cNvPr>
              <p:cNvSpPr/>
              <p:nvPr/>
            </p:nvSpPr>
            <p:spPr>
              <a:xfrm rot="20027266">
                <a:off x="5157530" y="6097262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  <a:sp3d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 dirty="0"/>
              </a:p>
            </p:txBody>
          </p:sp>
          <p:sp>
            <p:nvSpPr>
              <p:cNvPr id="583" name="椭圆 582">
                <a:extLst>
                  <a:ext uri="{FF2B5EF4-FFF2-40B4-BE49-F238E27FC236}">
                    <a16:creationId xmlns:a16="http://schemas.microsoft.com/office/drawing/2014/main" id="{C378E48D-8009-205B-475C-5818F35C184E}"/>
                  </a:ext>
                </a:extLst>
              </p:cNvPr>
              <p:cNvSpPr/>
              <p:nvPr/>
            </p:nvSpPr>
            <p:spPr>
              <a:xfrm rot="20027266">
                <a:off x="5061925" y="5944687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  <a:sp3d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84" name="椭圆 583">
                <a:extLst>
                  <a:ext uri="{FF2B5EF4-FFF2-40B4-BE49-F238E27FC236}">
                    <a16:creationId xmlns:a16="http://schemas.microsoft.com/office/drawing/2014/main" id="{F93E7746-BCA4-97A3-BF08-C3E0E157AE79}"/>
                  </a:ext>
                </a:extLst>
              </p:cNvPr>
              <p:cNvSpPr/>
              <p:nvPr/>
            </p:nvSpPr>
            <p:spPr>
              <a:xfrm rot="20027266">
                <a:off x="5321369" y="6073202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  <a:sp3d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</p:grpSp>
        <p:grpSp>
          <p:nvGrpSpPr>
            <p:cNvPr id="555" name="组合 554">
              <a:extLst>
                <a:ext uri="{FF2B5EF4-FFF2-40B4-BE49-F238E27FC236}">
                  <a16:creationId xmlns:a16="http://schemas.microsoft.com/office/drawing/2014/main" id="{D6107711-F839-29ED-22EF-61CD6E4DE34B}"/>
                </a:ext>
              </a:extLst>
            </p:cNvPr>
            <p:cNvGrpSpPr/>
            <p:nvPr/>
          </p:nvGrpSpPr>
          <p:grpSpPr>
            <a:xfrm rot="5093274">
              <a:off x="11467958" y="2250756"/>
              <a:ext cx="269493" cy="250801"/>
              <a:chOff x="4779465" y="5912814"/>
              <a:chExt cx="349075" cy="289380"/>
            </a:xfrm>
            <a:solidFill>
              <a:srgbClr val="64A6E2"/>
            </a:solidFill>
            <a:scene3d>
              <a:camera prst="orthographicFront">
                <a:rot lat="2430321" lon="21331199" rev="1308387"/>
              </a:camera>
              <a:lightRig rig="threePt" dir="t"/>
            </a:scene3d>
          </p:grpSpPr>
          <p:sp>
            <p:nvSpPr>
              <p:cNvPr id="556" name="椭圆 555">
                <a:extLst>
                  <a:ext uri="{FF2B5EF4-FFF2-40B4-BE49-F238E27FC236}">
                    <a16:creationId xmlns:a16="http://schemas.microsoft.com/office/drawing/2014/main" id="{2ED2EEE9-B658-07A5-83CD-006FBEC66981}"/>
                  </a:ext>
                </a:extLst>
              </p:cNvPr>
              <p:cNvSpPr/>
              <p:nvPr/>
            </p:nvSpPr>
            <p:spPr>
              <a:xfrm>
                <a:off x="5082821" y="5938944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57" name="椭圆 556">
                <a:extLst>
                  <a:ext uri="{FF2B5EF4-FFF2-40B4-BE49-F238E27FC236}">
                    <a16:creationId xmlns:a16="http://schemas.microsoft.com/office/drawing/2014/main" id="{C083DA57-C7BB-B3A0-A669-841F1D1CB8B9}"/>
                  </a:ext>
                </a:extLst>
              </p:cNvPr>
              <p:cNvSpPr/>
              <p:nvPr/>
            </p:nvSpPr>
            <p:spPr>
              <a:xfrm>
                <a:off x="4779465" y="5999802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58" name="椭圆 557">
                <a:extLst>
                  <a:ext uri="{FF2B5EF4-FFF2-40B4-BE49-F238E27FC236}">
                    <a16:creationId xmlns:a16="http://schemas.microsoft.com/office/drawing/2014/main" id="{11E01140-A174-D439-1FB4-8475109EEA56}"/>
                  </a:ext>
                </a:extLst>
              </p:cNvPr>
              <p:cNvSpPr/>
              <p:nvPr/>
            </p:nvSpPr>
            <p:spPr>
              <a:xfrm>
                <a:off x="5039587" y="5986042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59" name="椭圆 558">
                <a:extLst>
                  <a:ext uri="{FF2B5EF4-FFF2-40B4-BE49-F238E27FC236}">
                    <a16:creationId xmlns:a16="http://schemas.microsoft.com/office/drawing/2014/main" id="{EE2BC20C-CF6E-476C-D35F-3FA4E5BC7E23}"/>
                  </a:ext>
                </a:extLst>
              </p:cNvPr>
              <p:cNvSpPr/>
              <p:nvPr/>
            </p:nvSpPr>
            <p:spPr>
              <a:xfrm>
                <a:off x="4973470" y="5912814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60" name="椭圆 559">
                <a:extLst>
                  <a:ext uri="{FF2B5EF4-FFF2-40B4-BE49-F238E27FC236}">
                    <a16:creationId xmlns:a16="http://schemas.microsoft.com/office/drawing/2014/main" id="{E9DDEB84-B620-4CDE-81CD-7B4CB66863E3}"/>
                  </a:ext>
                </a:extLst>
              </p:cNvPr>
              <p:cNvSpPr/>
              <p:nvPr/>
            </p:nvSpPr>
            <p:spPr>
              <a:xfrm>
                <a:off x="4891518" y="594065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61" name="椭圆 560">
                <a:extLst>
                  <a:ext uri="{FF2B5EF4-FFF2-40B4-BE49-F238E27FC236}">
                    <a16:creationId xmlns:a16="http://schemas.microsoft.com/office/drawing/2014/main" id="{37A5BE11-71B2-6ED5-B2EC-C9727C04746F}"/>
                  </a:ext>
                </a:extLst>
              </p:cNvPr>
              <p:cNvSpPr/>
              <p:nvPr/>
            </p:nvSpPr>
            <p:spPr>
              <a:xfrm>
                <a:off x="4845799" y="6085111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62" name="椭圆 561">
                <a:extLst>
                  <a:ext uri="{FF2B5EF4-FFF2-40B4-BE49-F238E27FC236}">
                    <a16:creationId xmlns:a16="http://schemas.microsoft.com/office/drawing/2014/main" id="{C2B59BC0-A315-3BA9-01BC-8397508EEF53}"/>
                  </a:ext>
                </a:extLst>
              </p:cNvPr>
              <p:cNvSpPr/>
              <p:nvPr/>
            </p:nvSpPr>
            <p:spPr>
              <a:xfrm>
                <a:off x="4991090" y="6118813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63" name="椭圆 562">
                <a:extLst>
                  <a:ext uri="{FF2B5EF4-FFF2-40B4-BE49-F238E27FC236}">
                    <a16:creationId xmlns:a16="http://schemas.microsoft.com/office/drawing/2014/main" id="{99F16A91-3424-CC36-7CCD-08DAF821C09E}"/>
                  </a:ext>
                </a:extLst>
              </p:cNvPr>
              <p:cNvSpPr/>
              <p:nvPr/>
            </p:nvSpPr>
            <p:spPr>
              <a:xfrm rot="20027266">
                <a:off x="4852582" y="6019545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64" name="椭圆 563">
                <a:extLst>
                  <a:ext uri="{FF2B5EF4-FFF2-40B4-BE49-F238E27FC236}">
                    <a16:creationId xmlns:a16="http://schemas.microsoft.com/office/drawing/2014/main" id="{D0119B80-B4F4-7C63-6E75-0EEDB7873A1F}"/>
                  </a:ext>
                </a:extLst>
              </p:cNvPr>
              <p:cNvSpPr/>
              <p:nvPr/>
            </p:nvSpPr>
            <p:spPr>
              <a:xfrm rot="20027266">
                <a:off x="4997875" y="6053247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65" name="椭圆 564">
                <a:extLst>
                  <a:ext uri="{FF2B5EF4-FFF2-40B4-BE49-F238E27FC236}">
                    <a16:creationId xmlns:a16="http://schemas.microsoft.com/office/drawing/2014/main" id="{8EAFFD46-07BC-A373-E076-DF1086FE2762}"/>
                  </a:ext>
                </a:extLst>
              </p:cNvPr>
              <p:cNvSpPr/>
              <p:nvPr/>
            </p:nvSpPr>
            <p:spPr>
              <a:xfrm rot="20027266">
                <a:off x="4852583" y="6156475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66" name="椭圆 565">
                <a:extLst>
                  <a:ext uri="{FF2B5EF4-FFF2-40B4-BE49-F238E27FC236}">
                    <a16:creationId xmlns:a16="http://schemas.microsoft.com/office/drawing/2014/main" id="{67EA6552-1885-D910-89FE-390E6A4D8786}"/>
                  </a:ext>
                </a:extLst>
              </p:cNvPr>
              <p:cNvSpPr/>
              <p:nvPr/>
            </p:nvSpPr>
            <p:spPr>
              <a:xfrm rot="20027266">
                <a:off x="4964635" y="5960402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67" name="椭圆 566">
                <a:extLst>
                  <a:ext uri="{FF2B5EF4-FFF2-40B4-BE49-F238E27FC236}">
                    <a16:creationId xmlns:a16="http://schemas.microsoft.com/office/drawing/2014/main" id="{C9B34745-77FB-8688-2FBD-3441382CF2EC}"/>
                  </a:ext>
                </a:extLst>
              </p:cNvPr>
              <p:cNvSpPr/>
              <p:nvPr/>
            </p:nvSpPr>
            <p:spPr>
              <a:xfrm rot="20027266">
                <a:off x="4918915" y="6104878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68" name="椭圆 567">
                <a:extLst>
                  <a:ext uri="{FF2B5EF4-FFF2-40B4-BE49-F238E27FC236}">
                    <a16:creationId xmlns:a16="http://schemas.microsoft.com/office/drawing/2014/main" id="{642B0DA7-5214-4143-CC87-EDCCE641ABBB}"/>
                  </a:ext>
                </a:extLst>
              </p:cNvPr>
              <p:cNvSpPr/>
              <p:nvPr/>
            </p:nvSpPr>
            <p:spPr>
              <a:xfrm rot="20027266">
                <a:off x="4823313" y="595229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  <p:sp>
            <p:nvSpPr>
              <p:cNvPr id="569" name="椭圆 568">
                <a:extLst>
                  <a:ext uri="{FF2B5EF4-FFF2-40B4-BE49-F238E27FC236}">
                    <a16:creationId xmlns:a16="http://schemas.microsoft.com/office/drawing/2014/main" id="{23658969-768A-2813-6927-999BBF435F99}"/>
                  </a:ext>
                </a:extLst>
              </p:cNvPr>
              <p:cNvSpPr/>
              <p:nvPr/>
            </p:nvSpPr>
            <p:spPr>
              <a:xfrm rot="20027266">
                <a:off x="5082759" y="6080813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35"/>
              </a:p>
            </p:txBody>
          </p:sp>
        </p:grpSp>
      </p:grpSp>
      <p:sp>
        <p:nvSpPr>
          <p:cNvPr id="636" name="矩形 635">
            <a:extLst>
              <a:ext uri="{FF2B5EF4-FFF2-40B4-BE49-F238E27FC236}">
                <a16:creationId xmlns:a16="http://schemas.microsoft.com/office/drawing/2014/main" id="{08757293-7CA8-BAB7-82F5-3F1A892472E5}"/>
              </a:ext>
            </a:extLst>
          </p:cNvPr>
          <p:cNvSpPr/>
          <p:nvPr/>
        </p:nvSpPr>
        <p:spPr>
          <a:xfrm>
            <a:off x="7835522" y="5106259"/>
            <a:ext cx="5547943" cy="3755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en-US" altLang="zh-CN" sz="16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Disentangle Regularization</a:t>
            </a:r>
          </a:p>
        </p:txBody>
      </p:sp>
      <p:sp>
        <p:nvSpPr>
          <p:cNvPr id="637" name="矩形 636">
            <a:extLst>
              <a:ext uri="{FF2B5EF4-FFF2-40B4-BE49-F238E27FC236}">
                <a16:creationId xmlns:a16="http://schemas.microsoft.com/office/drawing/2014/main" id="{F7D0C03F-EF0F-4751-97B1-81E566512CBE}"/>
              </a:ext>
            </a:extLst>
          </p:cNvPr>
          <p:cNvSpPr/>
          <p:nvPr/>
        </p:nvSpPr>
        <p:spPr>
          <a:xfrm>
            <a:off x="7835522" y="5107907"/>
            <a:ext cx="5547943" cy="32253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8" name="箭头: 右 637">
            <a:extLst>
              <a:ext uri="{FF2B5EF4-FFF2-40B4-BE49-F238E27FC236}">
                <a16:creationId xmlns:a16="http://schemas.microsoft.com/office/drawing/2014/main" id="{0B1E65A2-90EE-0250-49FF-F0FF4A62CD09}"/>
              </a:ext>
            </a:extLst>
          </p:cNvPr>
          <p:cNvSpPr/>
          <p:nvPr/>
        </p:nvSpPr>
        <p:spPr>
          <a:xfrm rot="10800000">
            <a:off x="9524444" y="7223623"/>
            <a:ext cx="323416" cy="20525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9" name="文本框 638">
                <a:extLst>
                  <a:ext uri="{FF2B5EF4-FFF2-40B4-BE49-F238E27FC236}">
                    <a16:creationId xmlns:a16="http://schemas.microsoft.com/office/drawing/2014/main" id="{9100BA7E-AD16-3666-7743-34986A3EAD41}"/>
                  </a:ext>
                </a:extLst>
              </p:cNvPr>
              <p:cNvSpPr txBox="1"/>
              <p:nvPr/>
            </p:nvSpPr>
            <p:spPr>
              <a:xfrm>
                <a:off x="11426268" y="7493764"/>
                <a:ext cx="37597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4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kl</m:t>
                          </m:r>
                        </m:sub>
                      </m:sSub>
                    </m:oMath>
                  </m:oMathPara>
                </a14:m>
                <a:endParaRPr lang="zh-CN" altLang="en-US" sz="105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9" name="文本框 638">
                <a:extLst>
                  <a:ext uri="{FF2B5EF4-FFF2-40B4-BE49-F238E27FC236}">
                    <a16:creationId xmlns:a16="http://schemas.microsoft.com/office/drawing/2014/main" id="{9100BA7E-AD16-3666-7743-34986A3EA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6268" y="7493764"/>
                <a:ext cx="375979" cy="307777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0" name="箭头: 右 639">
            <a:extLst>
              <a:ext uri="{FF2B5EF4-FFF2-40B4-BE49-F238E27FC236}">
                <a16:creationId xmlns:a16="http://schemas.microsoft.com/office/drawing/2014/main" id="{9D98FC59-8184-4EAF-6721-E26D631FC863}"/>
              </a:ext>
            </a:extLst>
          </p:cNvPr>
          <p:cNvSpPr/>
          <p:nvPr/>
        </p:nvSpPr>
        <p:spPr>
          <a:xfrm>
            <a:off x="10450897" y="7210770"/>
            <a:ext cx="323416" cy="20525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1" name="箭头: 右 640">
            <a:extLst>
              <a:ext uri="{FF2B5EF4-FFF2-40B4-BE49-F238E27FC236}">
                <a16:creationId xmlns:a16="http://schemas.microsoft.com/office/drawing/2014/main" id="{2B83397E-263D-86AA-F076-5B14C90AA8DF}"/>
              </a:ext>
            </a:extLst>
          </p:cNvPr>
          <p:cNvSpPr/>
          <p:nvPr/>
        </p:nvSpPr>
        <p:spPr>
          <a:xfrm rot="19433817">
            <a:off x="11123284" y="6951475"/>
            <a:ext cx="323416" cy="20525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2" name="箭头: 右 641">
            <a:extLst>
              <a:ext uri="{FF2B5EF4-FFF2-40B4-BE49-F238E27FC236}">
                <a16:creationId xmlns:a16="http://schemas.microsoft.com/office/drawing/2014/main" id="{49AA287E-B5C3-2553-E8D1-D82F49B49C70}"/>
              </a:ext>
            </a:extLst>
          </p:cNvPr>
          <p:cNvSpPr/>
          <p:nvPr/>
        </p:nvSpPr>
        <p:spPr>
          <a:xfrm rot="1109180">
            <a:off x="11155197" y="7464740"/>
            <a:ext cx="323416" cy="205250"/>
          </a:xfrm>
          <a:prstGeom prst="rightArrow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9D2350B-E97F-7746-3D68-364601D6D6C6}"/>
              </a:ext>
            </a:extLst>
          </p:cNvPr>
          <p:cNvPicPr preferRelativeResize="0">
            <a:picLocks/>
          </p:cNvPicPr>
          <p:nvPr/>
        </p:nvPicPr>
        <p:blipFill>
          <a:blip r:embed="rId3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1154" y="2621452"/>
            <a:ext cx="540000" cy="540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785F184-CD5B-AB7F-6A2F-8E876D65768B}"/>
              </a:ext>
            </a:extLst>
          </p:cNvPr>
          <p:cNvSpPr txBox="1"/>
          <p:nvPr/>
        </p:nvSpPr>
        <p:spPr>
          <a:xfrm>
            <a:off x="533405" y="8514154"/>
            <a:ext cx="128462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之前有点乱，按照整体</a:t>
            </a:r>
            <a:r>
              <a:rPr lang="en-US" altLang="zh-CN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+3</a:t>
            </a:r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个模块改为</a:t>
            </a:r>
            <a:r>
              <a:rPr lang="en-US" altLang="zh-CN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4</a:t>
            </a:r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框</a:t>
            </a:r>
          </a:p>
        </p:txBody>
      </p:sp>
    </p:spTree>
    <p:extLst>
      <p:ext uri="{BB962C8B-B14F-4D97-AF65-F5344CB8AC3E}">
        <p14:creationId xmlns:p14="http://schemas.microsoft.com/office/powerpoint/2010/main" val="156423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1497AD14-5791-6D9B-4E1B-D0084588FB22}"/>
              </a:ext>
            </a:extLst>
          </p:cNvPr>
          <p:cNvSpPr/>
          <p:nvPr/>
        </p:nvSpPr>
        <p:spPr>
          <a:xfrm>
            <a:off x="11403276" y="5496649"/>
            <a:ext cx="1823530" cy="1230551"/>
          </a:xfrm>
          <a:custGeom>
            <a:avLst/>
            <a:gdLst>
              <a:gd name="connsiteX0" fmla="*/ 303928 w 1823530"/>
              <a:gd name="connsiteY0" fmla="*/ 0 h 1308512"/>
              <a:gd name="connsiteX1" fmla="*/ 1519602 w 1823530"/>
              <a:gd name="connsiteY1" fmla="*/ 0 h 1308512"/>
              <a:gd name="connsiteX2" fmla="*/ 1823530 w 1823530"/>
              <a:gd name="connsiteY2" fmla="*/ 303928 h 1308512"/>
              <a:gd name="connsiteX3" fmla="*/ 1823530 w 1823530"/>
              <a:gd name="connsiteY3" fmla="*/ 1308512 h 1308512"/>
              <a:gd name="connsiteX4" fmla="*/ 0 w 1823530"/>
              <a:gd name="connsiteY4" fmla="*/ 1308512 h 1308512"/>
              <a:gd name="connsiteX5" fmla="*/ 0 w 1823530"/>
              <a:gd name="connsiteY5" fmla="*/ 303928 h 1308512"/>
              <a:gd name="connsiteX6" fmla="*/ 303928 w 1823530"/>
              <a:gd name="connsiteY6" fmla="*/ 0 h 1308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3530" h="1308512">
                <a:moveTo>
                  <a:pt x="303928" y="0"/>
                </a:moveTo>
                <a:lnTo>
                  <a:pt x="1519602" y="0"/>
                </a:lnTo>
                <a:cubicBezTo>
                  <a:pt x="1687457" y="0"/>
                  <a:pt x="1823530" y="136073"/>
                  <a:pt x="1823530" y="303928"/>
                </a:cubicBezTo>
                <a:lnTo>
                  <a:pt x="1823530" y="1308512"/>
                </a:lnTo>
                <a:lnTo>
                  <a:pt x="0" y="1308512"/>
                </a:lnTo>
                <a:lnTo>
                  <a:pt x="0" y="303928"/>
                </a:lnTo>
                <a:cubicBezTo>
                  <a:pt x="0" y="136073"/>
                  <a:pt x="136073" y="0"/>
                  <a:pt x="303928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A419E69-808D-72D8-6EE1-02911E3E87BC}"/>
              </a:ext>
            </a:extLst>
          </p:cNvPr>
          <p:cNvSpPr/>
          <p:nvPr/>
        </p:nvSpPr>
        <p:spPr>
          <a:xfrm>
            <a:off x="11409679" y="6711239"/>
            <a:ext cx="1823530" cy="1323303"/>
          </a:xfrm>
          <a:custGeom>
            <a:avLst/>
            <a:gdLst>
              <a:gd name="connsiteX0" fmla="*/ 0 w 1823530"/>
              <a:gd name="connsiteY0" fmla="*/ 0 h 1323303"/>
              <a:gd name="connsiteX1" fmla="*/ 1823530 w 1823530"/>
              <a:gd name="connsiteY1" fmla="*/ 0 h 1323303"/>
              <a:gd name="connsiteX2" fmla="*/ 1823530 w 1823530"/>
              <a:gd name="connsiteY2" fmla="*/ 1019375 h 1323303"/>
              <a:gd name="connsiteX3" fmla="*/ 1519602 w 1823530"/>
              <a:gd name="connsiteY3" fmla="*/ 1323303 h 1323303"/>
              <a:gd name="connsiteX4" fmla="*/ 303928 w 1823530"/>
              <a:gd name="connsiteY4" fmla="*/ 1323303 h 1323303"/>
              <a:gd name="connsiteX5" fmla="*/ 0 w 1823530"/>
              <a:gd name="connsiteY5" fmla="*/ 1019375 h 1323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3530" h="1323303">
                <a:moveTo>
                  <a:pt x="0" y="0"/>
                </a:moveTo>
                <a:lnTo>
                  <a:pt x="1823530" y="0"/>
                </a:lnTo>
                <a:lnTo>
                  <a:pt x="1823530" y="1019375"/>
                </a:lnTo>
                <a:cubicBezTo>
                  <a:pt x="1823530" y="1187230"/>
                  <a:pt x="1687457" y="1323303"/>
                  <a:pt x="1519602" y="1323303"/>
                </a:cubicBezTo>
                <a:lnTo>
                  <a:pt x="303928" y="1323303"/>
                </a:lnTo>
                <a:cubicBezTo>
                  <a:pt x="136073" y="1323303"/>
                  <a:pt x="0" y="1187230"/>
                  <a:pt x="0" y="1019375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CABB53-F89E-28D3-3A50-D3FC4E8EAE33}"/>
              </a:ext>
            </a:extLst>
          </p:cNvPr>
          <p:cNvSpPr/>
          <p:nvPr/>
        </p:nvSpPr>
        <p:spPr>
          <a:xfrm rot="16200000">
            <a:off x="534834" y="3137522"/>
            <a:ext cx="2358460" cy="34963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2000">
                <a:schemeClr val="bg1"/>
              </a:gs>
              <a:gs pos="52000">
                <a:srgbClr val="F9FCF7"/>
              </a:gs>
              <a:gs pos="73000">
                <a:schemeClr val="accent6">
                  <a:lumMod val="20000"/>
                  <a:lumOff val="80000"/>
                </a:schemeClr>
              </a:gs>
              <a:gs pos="49000">
                <a:srgbClr val="F4F9FC"/>
              </a:gs>
              <a:gs pos="30000">
                <a:schemeClr val="accent5">
                  <a:lumMod val="20000"/>
                  <a:lumOff val="8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Two-stream Network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4226232-D6CF-C510-8EAA-7F2817ECF1EB}"/>
              </a:ext>
            </a:extLst>
          </p:cNvPr>
          <p:cNvSpPr/>
          <p:nvPr/>
        </p:nvSpPr>
        <p:spPr>
          <a:xfrm>
            <a:off x="584898" y="4978888"/>
            <a:ext cx="6369112" cy="361648"/>
          </a:xfrm>
          <a:prstGeom prst="rect">
            <a:avLst/>
          </a:prstGeom>
          <a:solidFill>
            <a:srgbClr val="EAF9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en-US" altLang="zh-CN" sz="16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Intervention Module</a:t>
            </a:r>
            <a:endParaRPr lang="en-US" altLang="zh-CN" sz="16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4B2AD2-175F-F2F8-CB81-C7A6C7435F50}"/>
              </a:ext>
            </a:extLst>
          </p:cNvPr>
          <p:cNvSpPr/>
          <p:nvPr/>
        </p:nvSpPr>
        <p:spPr>
          <a:xfrm>
            <a:off x="4917645" y="7158234"/>
            <a:ext cx="1965653" cy="1064505"/>
          </a:xfrm>
          <a:prstGeom prst="rect">
            <a:avLst/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A3758A2-C4EA-FF55-723C-0BE0F468627B}"/>
              </a:ext>
            </a:extLst>
          </p:cNvPr>
          <p:cNvGrpSpPr/>
          <p:nvPr/>
        </p:nvGrpSpPr>
        <p:grpSpPr>
          <a:xfrm>
            <a:off x="9518557" y="2335993"/>
            <a:ext cx="3602731" cy="2249848"/>
            <a:chOff x="9644369" y="2470233"/>
            <a:chExt cx="3602731" cy="2249848"/>
          </a:xfrm>
          <a:solidFill>
            <a:schemeClr val="bg1"/>
          </a:solidFill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7F26D50-F8D7-AC11-61B4-861A038DD688}"/>
                </a:ext>
              </a:extLst>
            </p:cNvPr>
            <p:cNvSpPr/>
            <p:nvPr/>
          </p:nvSpPr>
          <p:spPr>
            <a:xfrm>
              <a:off x="9644369" y="2478936"/>
              <a:ext cx="3596025" cy="2241145"/>
            </a:xfrm>
            <a:prstGeom prst="rect">
              <a:avLst/>
            </a:prstGeom>
            <a:grpFill/>
            <a:ln w="28575">
              <a:solidFill>
                <a:schemeClr val="accent6">
                  <a:lumMod val="75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ED3943DA-DEB2-B682-6161-4B6B4969A8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2951" y="2470234"/>
              <a:ext cx="0" cy="2245509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88BFD777-FD65-81F9-1B6A-A0BECF9AC1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54000" y="2470233"/>
              <a:ext cx="0" cy="2233753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7E29E7D2-F8C8-3926-EE45-B6D9C4E688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05468" y="2478936"/>
              <a:ext cx="15165" cy="2233624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CE83C958-006C-7E66-D141-B5BE395545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0317" y="2470234"/>
              <a:ext cx="0" cy="2245509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F554E30F-93AC-FB21-CEDF-13BF4892DB0F}"/>
                </a:ext>
              </a:extLst>
            </p:cNvPr>
            <p:cNvCxnSpPr>
              <a:cxnSpLocks/>
            </p:cNvCxnSpPr>
            <p:nvPr/>
          </p:nvCxnSpPr>
          <p:spPr>
            <a:xfrm>
              <a:off x="9654879" y="3187661"/>
              <a:ext cx="3592221" cy="0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784437A-4DF6-2201-5B91-B3AD370F52F2}"/>
              </a:ext>
            </a:extLst>
          </p:cNvPr>
          <p:cNvGrpSpPr/>
          <p:nvPr/>
        </p:nvGrpSpPr>
        <p:grpSpPr>
          <a:xfrm rot="12963071">
            <a:off x="12017013" y="5461061"/>
            <a:ext cx="474362" cy="464113"/>
            <a:chOff x="5922096" y="1883181"/>
            <a:chExt cx="474362" cy="464113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6362691-F1D7-22FB-6898-2370C8A67B8E}"/>
                </a:ext>
              </a:extLst>
            </p:cNvPr>
            <p:cNvSpPr/>
            <p:nvPr/>
          </p:nvSpPr>
          <p:spPr>
            <a:xfrm>
              <a:off x="5922096" y="1883181"/>
              <a:ext cx="125622" cy="12562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25293E5E-3E22-E65F-FE84-B02B9733E7A9}"/>
                </a:ext>
              </a:extLst>
            </p:cNvPr>
            <p:cNvSpPr/>
            <p:nvPr/>
          </p:nvSpPr>
          <p:spPr>
            <a:xfrm>
              <a:off x="5989178" y="2221672"/>
              <a:ext cx="125622" cy="12562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37082232-A2B0-23D9-E564-CE2E20056278}"/>
                </a:ext>
              </a:extLst>
            </p:cNvPr>
            <p:cNvSpPr/>
            <p:nvPr/>
          </p:nvSpPr>
          <p:spPr>
            <a:xfrm>
              <a:off x="6270836" y="2018655"/>
              <a:ext cx="125622" cy="12562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19C64584-3E57-41E2-BF79-985CBDD75EF1}"/>
                </a:ext>
              </a:extLst>
            </p:cNvPr>
            <p:cNvSpPr/>
            <p:nvPr/>
          </p:nvSpPr>
          <p:spPr>
            <a:xfrm>
              <a:off x="6071784" y="2019673"/>
              <a:ext cx="125622" cy="12562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B9EA886F-8BAD-4CC7-13F7-5926CF417701}"/>
                </a:ext>
              </a:extLst>
            </p:cNvPr>
            <p:cNvCxnSpPr>
              <a:cxnSpLocks/>
              <a:stCxn id="17" idx="5"/>
              <a:endCxn id="20" idx="1"/>
            </p:cNvCxnSpPr>
            <p:nvPr/>
          </p:nvCxnSpPr>
          <p:spPr>
            <a:xfrm>
              <a:off x="6029321" y="1990406"/>
              <a:ext cx="60860" cy="476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A502A609-1DA5-2899-558D-561DA3937087}"/>
                </a:ext>
              </a:extLst>
            </p:cNvPr>
            <p:cNvCxnSpPr>
              <a:cxnSpLocks/>
              <a:stCxn id="20" idx="6"/>
              <a:endCxn id="19" idx="2"/>
            </p:cNvCxnSpPr>
            <p:nvPr/>
          </p:nvCxnSpPr>
          <p:spPr>
            <a:xfrm flipV="1">
              <a:off x="6197406" y="2081466"/>
              <a:ext cx="73430" cy="101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2442CCCD-1651-FE4A-017B-E4AFA6AD4216}"/>
                </a:ext>
              </a:extLst>
            </p:cNvPr>
            <p:cNvCxnSpPr>
              <a:cxnSpLocks/>
              <a:stCxn id="18" idx="0"/>
              <a:endCxn id="20" idx="3"/>
            </p:cNvCxnSpPr>
            <p:nvPr/>
          </p:nvCxnSpPr>
          <p:spPr>
            <a:xfrm rot="19835854" flipV="1">
              <a:off x="6031184" y="2142377"/>
              <a:ext cx="79801" cy="638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82D3BFE-0DEF-85E8-F111-C9F7E3D03D7D}"/>
              </a:ext>
            </a:extLst>
          </p:cNvPr>
          <p:cNvGrpSpPr/>
          <p:nvPr/>
        </p:nvGrpSpPr>
        <p:grpSpPr>
          <a:xfrm rot="959030">
            <a:off x="11578149" y="5671300"/>
            <a:ext cx="535907" cy="509452"/>
            <a:chOff x="6737036" y="1559761"/>
            <a:chExt cx="535907" cy="509452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DDCDCC5F-F20A-83B2-FCF0-6CCE39FE89DE}"/>
                </a:ext>
              </a:extLst>
            </p:cNvPr>
            <p:cNvSpPr/>
            <p:nvPr/>
          </p:nvSpPr>
          <p:spPr>
            <a:xfrm>
              <a:off x="7147321" y="1688918"/>
              <a:ext cx="125622" cy="12562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D2A0A4B9-269C-470C-C3F1-31960A6A5BBE}"/>
                </a:ext>
              </a:extLst>
            </p:cNvPr>
            <p:cNvSpPr/>
            <p:nvPr/>
          </p:nvSpPr>
          <p:spPr>
            <a:xfrm>
              <a:off x="6737036" y="1943591"/>
              <a:ext cx="125622" cy="12562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FCF7D3F9-083B-12F9-2074-3FFE2243B125}"/>
                </a:ext>
              </a:extLst>
            </p:cNvPr>
            <p:cNvSpPr/>
            <p:nvPr/>
          </p:nvSpPr>
          <p:spPr>
            <a:xfrm>
              <a:off x="6767731" y="1559761"/>
              <a:ext cx="125622" cy="12562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C942B12A-8432-84C0-D303-4F55B351E0DC}"/>
                </a:ext>
              </a:extLst>
            </p:cNvPr>
            <p:cNvSpPr/>
            <p:nvPr/>
          </p:nvSpPr>
          <p:spPr>
            <a:xfrm>
              <a:off x="6835116" y="1745174"/>
              <a:ext cx="125622" cy="12562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C80CB8B3-7168-50B5-F6F3-48CC7451D36A}"/>
                </a:ext>
              </a:extLst>
            </p:cNvPr>
            <p:cNvCxnSpPr>
              <a:cxnSpLocks/>
              <a:stCxn id="27" idx="4"/>
              <a:endCxn id="28" idx="1"/>
            </p:cNvCxnSpPr>
            <p:nvPr/>
          </p:nvCxnSpPr>
          <p:spPr>
            <a:xfrm rot="19835854" flipH="1">
              <a:off x="6832841" y="1684781"/>
              <a:ext cx="18374" cy="7939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C9A41E05-A7B9-142E-F612-0FF88D024C5E}"/>
                </a:ext>
              </a:extLst>
            </p:cNvPr>
            <p:cNvCxnSpPr>
              <a:cxnSpLocks/>
              <a:stCxn id="28" idx="3"/>
              <a:endCxn id="26" idx="0"/>
            </p:cNvCxnSpPr>
            <p:nvPr/>
          </p:nvCxnSpPr>
          <p:spPr>
            <a:xfrm flipH="1">
              <a:off x="6799847" y="1852399"/>
              <a:ext cx="53666" cy="9119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6CDA78CC-D757-A2EB-A31B-B10078828BFF}"/>
                </a:ext>
              </a:extLst>
            </p:cNvPr>
            <p:cNvCxnSpPr>
              <a:cxnSpLocks/>
              <a:stCxn id="28" idx="6"/>
              <a:endCxn id="25" idx="2"/>
            </p:cNvCxnSpPr>
            <p:nvPr/>
          </p:nvCxnSpPr>
          <p:spPr>
            <a:xfrm rot="19835854">
              <a:off x="6958946" y="1758561"/>
              <a:ext cx="190167" cy="4259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FA5974C-771F-A217-9015-F0663DBDDCB2}"/>
              </a:ext>
            </a:extLst>
          </p:cNvPr>
          <p:cNvCxnSpPr>
            <a:cxnSpLocks/>
          </p:cNvCxnSpPr>
          <p:nvPr/>
        </p:nvCxnSpPr>
        <p:spPr>
          <a:xfrm flipV="1">
            <a:off x="11744640" y="5819158"/>
            <a:ext cx="235182" cy="66876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BF6F482A-275B-DF9A-CB81-45D6C95D1E0D}"/>
              </a:ext>
            </a:extLst>
          </p:cNvPr>
          <p:cNvCxnSpPr>
            <a:cxnSpLocks/>
          </p:cNvCxnSpPr>
          <p:nvPr/>
        </p:nvCxnSpPr>
        <p:spPr>
          <a:xfrm flipH="1">
            <a:off x="12031677" y="5727909"/>
            <a:ext cx="224289" cy="63325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81825CE5-824B-52FA-B79F-DCD84F4670C7}"/>
              </a:ext>
            </a:extLst>
          </p:cNvPr>
          <p:cNvGrpSpPr/>
          <p:nvPr/>
        </p:nvGrpSpPr>
        <p:grpSpPr>
          <a:xfrm rot="20903513">
            <a:off x="12629679" y="6977198"/>
            <a:ext cx="475917" cy="553171"/>
            <a:chOff x="6697923" y="1514690"/>
            <a:chExt cx="475917" cy="553171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68F40413-B94E-657B-EF99-46AB161BC4D0}"/>
                </a:ext>
              </a:extLst>
            </p:cNvPr>
            <p:cNvSpPr/>
            <p:nvPr/>
          </p:nvSpPr>
          <p:spPr>
            <a:xfrm>
              <a:off x="7048218" y="1719974"/>
              <a:ext cx="125622" cy="12562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C1824981-37E2-53DF-2B4C-EE5E3F459056}"/>
                </a:ext>
              </a:extLst>
            </p:cNvPr>
            <p:cNvSpPr/>
            <p:nvPr/>
          </p:nvSpPr>
          <p:spPr>
            <a:xfrm>
              <a:off x="6697923" y="1942239"/>
              <a:ext cx="125622" cy="12562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B502D9AF-5898-D946-008B-A89AA87681A2}"/>
                </a:ext>
              </a:extLst>
            </p:cNvPr>
            <p:cNvSpPr/>
            <p:nvPr/>
          </p:nvSpPr>
          <p:spPr>
            <a:xfrm>
              <a:off x="6846289" y="1514690"/>
              <a:ext cx="125622" cy="12562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5226BC05-0E87-7A21-13A8-BC599E05B984}"/>
                </a:ext>
              </a:extLst>
            </p:cNvPr>
            <p:cNvSpPr/>
            <p:nvPr/>
          </p:nvSpPr>
          <p:spPr>
            <a:xfrm>
              <a:off x="6835116" y="1745174"/>
              <a:ext cx="125622" cy="12562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CBB9C005-6118-F4DD-3B2E-BCEF3B1B6C4B}"/>
                </a:ext>
              </a:extLst>
            </p:cNvPr>
            <p:cNvCxnSpPr>
              <a:cxnSpLocks/>
              <a:stCxn id="37" idx="4"/>
              <a:endCxn id="38" idx="0"/>
            </p:cNvCxnSpPr>
            <p:nvPr/>
          </p:nvCxnSpPr>
          <p:spPr>
            <a:xfrm rot="19835854" flipH="1">
              <a:off x="6872906" y="1649809"/>
              <a:ext cx="61215" cy="8586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E5EDCF2E-53CA-7327-B3CA-F89E6B4DBA15}"/>
                </a:ext>
              </a:extLst>
            </p:cNvPr>
            <p:cNvCxnSpPr>
              <a:cxnSpLocks/>
              <a:stCxn id="38" idx="3"/>
              <a:endCxn id="36" idx="7"/>
            </p:cNvCxnSpPr>
            <p:nvPr/>
          </p:nvCxnSpPr>
          <p:spPr>
            <a:xfrm rot="19835854" flipH="1">
              <a:off x="6781694" y="1871243"/>
              <a:ext cx="95273" cy="705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C951AD78-D3D9-5BB7-5302-DCAD1247CF15}"/>
                </a:ext>
              </a:extLst>
            </p:cNvPr>
            <p:cNvCxnSpPr>
              <a:cxnSpLocks/>
              <a:stCxn id="38" idx="6"/>
              <a:endCxn id="35" idx="2"/>
            </p:cNvCxnSpPr>
            <p:nvPr/>
          </p:nvCxnSpPr>
          <p:spPr>
            <a:xfrm rot="19835854">
              <a:off x="6960186" y="1784888"/>
              <a:ext cx="88583" cy="209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491A2AE1-8028-109D-E5CB-DA3B83CC1723}"/>
              </a:ext>
            </a:extLst>
          </p:cNvPr>
          <p:cNvGrpSpPr/>
          <p:nvPr/>
        </p:nvGrpSpPr>
        <p:grpSpPr>
          <a:xfrm>
            <a:off x="12676965" y="6151982"/>
            <a:ext cx="412485" cy="534886"/>
            <a:chOff x="6747045" y="1514656"/>
            <a:chExt cx="412485" cy="534886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EF9CE3DA-18B8-8722-1CBF-953AB84FF639}"/>
                </a:ext>
              </a:extLst>
            </p:cNvPr>
            <p:cNvSpPr/>
            <p:nvPr/>
          </p:nvSpPr>
          <p:spPr>
            <a:xfrm>
              <a:off x="7033908" y="1786533"/>
              <a:ext cx="125622" cy="12562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65A27E87-9EFE-AD9F-2FF9-4CEE65776C1C}"/>
                </a:ext>
              </a:extLst>
            </p:cNvPr>
            <p:cNvSpPr/>
            <p:nvPr/>
          </p:nvSpPr>
          <p:spPr>
            <a:xfrm>
              <a:off x="6747045" y="1923920"/>
              <a:ext cx="125622" cy="12562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11779EA5-7B69-C00A-0653-CAF70899D003}"/>
                </a:ext>
              </a:extLst>
            </p:cNvPr>
            <p:cNvSpPr/>
            <p:nvPr/>
          </p:nvSpPr>
          <p:spPr>
            <a:xfrm>
              <a:off x="6799050" y="1514656"/>
              <a:ext cx="125622" cy="12562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AE09EF80-5FCE-A8E1-6179-3778EE6DF23E}"/>
                </a:ext>
              </a:extLst>
            </p:cNvPr>
            <p:cNvSpPr/>
            <p:nvPr/>
          </p:nvSpPr>
          <p:spPr>
            <a:xfrm>
              <a:off x="6835116" y="1745174"/>
              <a:ext cx="125622" cy="12562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5B34B36-286D-A233-F11B-339CEDE7AA53}"/>
                </a:ext>
              </a:extLst>
            </p:cNvPr>
            <p:cNvCxnSpPr>
              <a:cxnSpLocks/>
              <a:stCxn id="45" idx="4"/>
              <a:endCxn id="46" idx="0"/>
            </p:cNvCxnSpPr>
            <p:nvPr/>
          </p:nvCxnSpPr>
          <p:spPr>
            <a:xfrm rot="19835854" flipH="1">
              <a:off x="6869855" y="1638181"/>
              <a:ext cx="20079" cy="1090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8E87ECC8-589D-2BDF-512B-7A97EC0A9E14}"/>
                </a:ext>
              </a:extLst>
            </p:cNvPr>
            <p:cNvCxnSpPr>
              <a:cxnSpLocks/>
              <a:stCxn id="46" idx="4"/>
              <a:endCxn id="44" idx="7"/>
            </p:cNvCxnSpPr>
            <p:nvPr/>
          </p:nvCxnSpPr>
          <p:spPr>
            <a:xfrm rot="19835854" flipH="1">
              <a:off x="6839526" y="1886119"/>
              <a:ext cx="73146" cy="408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88F487F6-5355-C4F0-388D-C2E32FEE34B1}"/>
                </a:ext>
              </a:extLst>
            </p:cNvPr>
            <p:cNvCxnSpPr>
              <a:cxnSpLocks/>
              <a:stCxn id="46" idx="6"/>
              <a:endCxn id="43" idx="2"/>
            </p:cNvCxnSpPr>
            <p:nvPr/>
          </p:nvCxnSpPr>
          <p:spPr>
            <a:xfrm rot="19835854">
              <a:off x="6975604" y="1792687"/>
              <a:ext cx="43439" cy="719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A27509F0-C44C-BA12-B16C-58EFEE559113}"/>
              </a:ext>
            </a:extLst>
          </p:cNvPr>
          <p:cNvGrpSpPr/>
          <p:nvPr/>
        </p:nvGrpSpPr>
        <p:grpSpPr>
          <a:xfrm rot="3403763">
            <a:off x="11498785" y="7037716"/>
            <a:ext cx="493864" cy="464563"/>
            <a:chOff x="6617749" y="1585285"/>
            <a:chExt cx="493864" cy="464563"/>
          </a:xfrm>
        </p:grpSpPr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B0262E45-F9CE-AF53-CFF0-6F0853DE536C}"/>
                </a:ext>
              </a:extLst>
            </p:cNvPr>
            <p:cNvSpPr/>
            <p:nvPr/>
          </p:nvSpPr>
          <p:spPr>
            <a:xfrm>
              <a:off x="6985991" y="1924226"/>
              <a:ext cx="125622" cy="125622"/>
            </a:xfrm>
            <a:prstGeom prst="ellipse">
              <a:avLst/>
            </a:prstGeom>
            <a:solidFill>
              <a:srgbClr val="337D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ADEC698A-6139-37A9-CE67-03940EAED62A}"/>
                </a:ext>
              </a:extLst>
            </p:cNvPr>
            <p:cNvSpPr/>
            <p:nvPr/>
          </p:nvSpPr>
          <p:spPr>
            <a:xfrm>
              <a:off x="6617749" y="1839891"/>
              <a:ext cx="125622" cy="125622"/>
            </a:xfrm>
            <a:prstGeom prst="ellipse">
              <a:avLst/>
            </a:prstGeom>
            <a:solidFill>
              <a:srgbClr val="337D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91AFFF3D-0A95-0568-5CC8-20ADB492CC0E}"/>
                </a:ext>
              </a:extLst>
            </p:cNvPr>
            <p:cNvSpPr/>
            <p:nvPr/>
          </p:nvSpPr>
          <p:spPr>
            <a:xfrm>
              <a:off x="6973426" y="1585285"/>
              <a:ext cx="125622" cy="125622"/>
            </a:xfrm>
            <a:prstGeom prst="ellipse">
              <a:avLst/>
            </a:prstGeom>
            <a:solidFill>
              <a:srgbClr val="337D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BABF7CD5-0698-33FA-F18D-39F63ACDF808}"/>
                </a:ext>
              </a:extLst>
            </p:cNvPr>
            <p:cNvSpPr/>
            <p:nvPr/>
          </p:nvSpPr>
          <p:spPr>
            <a:xfrm>
              <a:off x="6835116" y="1745174"/>
              <a:ext cx="125622" cy="12562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AC6722C3-860A-CEA3-66D2-DF410EF5AFF8}"/>
                </a:ext>
              </a:extLst>
            </p:cNvPr>
            <p:cNvCxnSpPr>
              <a:cxnSpLocks/>
              <a:stCxn id="53" idx="3"/>
              <a:endCxn id="54" idx="7"/>
            </p:cNvCxnSpPr>
            <p:nvPr/>
          </p:nvCxnSpPr>
          <p:spPr>
            <a:xfrm rot="19835854" flipH="1">
              <a:off x="6928085" y="1709234"/>
              <a:ext cx="77994" cy="376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1AA585EB-EC38-25EC-5AB0-1C1FF087677C}"/>
                </a:ext>
              </a:extLst>
            </p:cNvPr>
            <p:cNvCxnSpPr>
              <a:cxnSpLocks/>
              <a:stCxn id="54" idx="3"/>
              <a:endCxn id="52" idx="6"/>
            </p:cNvCxnSpPr>
            <p:nvPr/>
          </p:nvCxnSpPr>
          <p:spPr>
            <a:xfrm rot="19835854" flipH="1" flipV="1">
              <a:off x="6738117" y="1872425"/>
              <a:ext cx="120650" cy="102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B38FA70F-0AAF-7A8A-1FC0-CCB836288813}"/>
                </a:ext>
              </a:extLst>
            </p:cNvPr>
            <p:cNvCxnSpPr>
              <a:cxnSpLocks/>
              <a:stCxn id="54" idx="5"/>
              <a:endCxn id="51" idx="1"/>
            </p:cNvCxnSpPr>
            <p:nvPr/>
          </p:nvCxnSpPr>
          <p:spPr>
            <a:xfrm rot="19835854">
              <a:off x="6968485" y="1842979"/>
              <a:ext cx="9759" cy="1090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94DB8ADF-2EF1-018D-7154-332D1C15CE68}"/>
              </a:ext>
            </a:extLst>
          </p:cNvPr>
          <p:cNvGrpSpPr/>
          <p:nvPr/>
        </p:nvGrpSpPr>
        <p:grpSpPr>
          <a:xfrm>
            <a:off x="9668418" y="6866943"/>
            <a:ext cx="236522" cy="1259873"/>
            <a:chOff x="5482684" y="4006656"/>
            <a:chExt cx="236522" cy="1259873"/>
          </a:xfrm>
        </p:grpSpPr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1CDBC049-8634-BA8C-9AA4-67DE3ABE055F}"/>
                </a:ext>
              </a:extLst>
            </p:cNvPr>
            <p:cNvSpPr/>
            <p:nvPr/>
          </p:nvSpPr>
          <p:spPr>
            <a:xfrm>
              <a:off x="5482684" y="4006656"/>
              <a:ext cx="236522" cy="1259873"/>
            </a:xfrm>
            <a:prstGeom prst="roundRect">
              <a:avLst>
                <a:gd name="adj" fmla="val 0"/>
              </a:avLst>
            </a:prstGeom>
            <a:solidFill>
              <a:srgbClr val="F6F6F7"/>
            </a:solidFill>
            <a:ln w="190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6350" h="63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48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92B7FF67-8AC2-E1CB-9989-F5BBB0D8FB09}"/>
                </a:ext>
              </a:extLst>
            </p:cNvPr>
            <p:cNvSpPr/>
            <p:nvPr/>
          </p:nvSpPr>
          <p:spPr>
            <a:xfrm>
              <a:off x="5526327" y="4264019"/>
              <a:ext cx="144000" cy="144000"/>
            </a:xfrm>
            <a:prstGeom prst="ellipse">
              <a:avLst/>
            </a:prstGeom>
            <a:solidFill>
              <a:srgbClr val="79B94F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A2BD50E0-C1C6-558B-E1A3-8C5D09875A7B}"/>
                </a:ext>
              </a:extLst>
            </p:cNvPr>
            <p:cNvSpPr/>
            <p:nvPr/>
          </p:nvSpPr>
          <p:spPr>
            <a:xfrm>
              <a:off x="5526327" y="4463692"/>
              <a:ext cx="144000" cy="144000"/>
            </a:xfrm>
            <a:prstGeom prst="ellipse">
              <a:avLst/>
            </a:prstGeom>
            <a:solidFill>
              <a:srgbClr val="B5DE99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E108C5E2-C052-BB44-B957-DB640EDB1FBB}"/>
                </a:ext>
              </a:extLst>
            </p:cNvPr>
            <p:cNvSpPr/>
            <p:nvPr/>
          </p:nvSpPr>
          <p:spPr>
            <a:xfrm>
              <a:off x="5526327" y="4663365"/>
              <a:ext cx="144000" cy="144000"/>
            </a:xfrm>
            <a:prstGeom prst="ellipse">
              <a:avLst/>
            </a:prstGeom>
            <a:solidFill>
              <a:srgbClr val="A8D0F4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522EA4A2-5AFD-B4E6-E782-BAE424481156}"/>
                </a:ext>
              </a:extLst>
            </p:cNvPr>
            <p:cNvSpPr/>
            <p:nvPr/>
          </p:nvSpPr>
          <p:spPr>
            <a:xfrm>
              <a:off x="5526327" y="4863038"/>
              <a:ext cx="144000" cy="144000"/>
            </a:xfrm>
            <a:prstGeom prst="ellipse">
              <a:avLst/>
            </a:prstGeom>
            <a:solidFill>
              <a:srgbClr val="64A6E2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E1F6D310-A8F0-8D62-48BA-145EEF83ECC9}"/>
                </a:ext>
              </a:extLst>
            </p:cNvPr>
            <p:cNvSpPr/>
            <p:nvPr/>
          </p:nvSpPr>
          <p:spPr>
            <a:xfrm>
              <a:off x="5526327" y="5062711"/>
              <a:ext cx="144000" cy="144000"/>
            </a:xfrm>
            <a:prstGeom prst="ellipse">
              <a:avLst/>
            </a:prstGeom>
            <a:solidFill>
              <a:srgbClr val="337DC0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EF809890-4A4F-4DB6-C498-A22B6738E5BA}"/>
                </a:ext>
              </a:extLst>
            </p:cNvPr>
            <p:cNvSpPr/>
            <p:nvPr/>
          </p:nvSpPr>
          <p:spPr>
            <a:xfrm>
              <a:off x="5526327" y="4064346"/>
              <a:ext cx="144000" cy="144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sp>
        <p:nvSpPr>
          <p:cNvPr id="66" name="立方体 65">
            <a:extLst>
              <a:ext uri="{FF2B5EF4-FFF2-40B4-BE49-F238E27FC236}">
                <a16:creationId xmlns:a16="http://schemas.microsoft.com/office/drawing/2014/main" id="{7D719235-242B-FBA5-B7F0-F367C45ABD80}"/>
              </a:ext>
            </a:extLst>
          </p:cNvPr>
          <p:cNvSpPr/>
          <p:nvPr/>
        </p:nvSpPr>
        <p:spPr>
          <a:xfrm>
            <a:off x="10367604" y="7099748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sp>
        <p:nvSpPr>
          <p:cNvPr id="67" name="立方体 66">
            <a:extLst>
              <a:ext uri="{FF2B5EF4-FFF2-40B4-BE49-F238E27FC236}">
                <a16:creationId xmlns:a16="http://schemas.microsoft.com/office/drawing/2014/main" id="{A0EC9430-1FB5-03D9-0A16-3736901CB84B}"/>
              </a:ext>
            </a:extLst>
          </p:cNvPr>
          <p:cNvSpPr/>
          <p:nvPr/>
        </p:nvSpPr>
        <p:spPr>
          <a:xfrm>
            <a:off x="10367604" y="7510555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07CE6F6F-92D6-1ADB-62DB-73D9C9BF43EA}"/>
                  </a:ext>
                </a:extLst>
              </p:cNvPr>
              <p:cNvSpPr txBox="1"/>
              <p:nvPr/>
            </p:nvSpPr>
            <p:spPr>
              <a:xfrm>
                <a:off x="10431221" y="7729280"/>
                <a:ext cx="459287" cy="2358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07CE6F6F-92D6-1ADB-62DB-73D9C9BF4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1221" y="7729280"/>
                <a:ext cx="459287" cy="235834"/>
              </a:xfrm>
              <a:prstGeom prst="rect">
                <a:avLst/>
              </a:prstGeom>
              <a:blipFill>
                <a:blip r:embed="rId2"/>
                <a:stretch>
                  <a:fillRect l="-6579" b="-205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71A137AC-2385-0C2F-C4B6-32E7972F2966}"/>
                  </a:ext>
                </a:extLst>
              </p:cNvPr>
              <p:cNvSpPr txBox="1"/>
              <p:nvPr/>
            </p:nvSpPr>
            <p:spPr>
              <a:xfrm>
                <a:off x="10479925" y="6817915"/>
                <a:ext cx="37063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71A137AC-2385-0C2F-C4B6-32E7972F2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9925" y="6817915"/>
                <a:ext cx="370638" cy="215444"/>
              </a:xfrm>
              <a:prstGeom prst="rect">
                <a:avLst/>
              </a:prstGeom>
              <a:blipFill>
                <a:blip r:embed="rId3"/>
                <a:stretch>
                  <a:fillRect l="-8197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文本框 69">
            <a:extLst>
              <a:ext uri="{FF2B5EF4-FFF2-40B4-BE49-F238E27FC236}">
                <a16:creationId xmlns:a16="http://schemas.microsoft.com/office/drawing/2014/main" id="{536C58F9-9CBC-8FB6-A7EC-6B014F1AFDF0}"/>
              </a:ext>
            </a:extLst>
          </p:cNvPr>
          <p:cNvSpPr txBox="1"/>
          <p:nvPr/>
        </p:nvSpPr>
        <p:spPr>
          <a:xfrm>
            <a:off x="9318582" y="6327066"/>
            <a:ext cx="923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ID-Clothe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立方体 70">
            <a:extLst>
              <a:ext uri="{FF2B5EF4-FFF2-40B4-BE49-F238E27FC236}">
                <a16:creationId xmlns:a16="http://schemas.microsoft.com/office/drawing/2014/main" id="{4286585F-2C7D-73E0-9A5B-51BB7ACCCDD7}"/>
              </a:ext>
            </a:extLst>
          </p:cNvPr>
          <p:cNvSpPr/>
          <p:nvPr/>
        </p:nvSpPr>
        <p:spPr>
          <a:xfrm>
            <a:off x="7864326" y="2690183"/>
            <a:ext cx="677192" cy="636896"/>
          </a:xfrm>
          <a:prstGeom prst="cube">
            <a:avLst>
              <a:gd name="adj" fmla="val 28528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sp>
        <p:nvSpPr>
          <p:cNvPr id="72" name="立方体 71">
            <a:extLst>
              <a:ext uri="{FF2B5EF4-FFF2-40B4-BE49-F238E27FC236}">
                <a16:creationId xmlns:a16="http://schemas.microsoft.com/office/drawing/2014/main" id="{FAAFEEE4-F5ED-F590-34D5-B14530444621}"/>
              </a:ext>
            </a:extLst>
          </p:cNvPr>
          <p:cNvSpPr/>
          <p:nvPr/>
        </p:nvSpPr>
        <p:spPr>
          <a:xfrm>
            <a:off x="8438394" y="4271944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sp>
        <p:nvSpPr>
          <p:cNvPr id="73" name="立方体 72">
            <a:extLst>
              <a:ext uri="{FF2B5EF4-FFF2-40B4-BE49-F238E27FC236}">
                <a16:creationId xmlns:a16="http://schemas.microsoft.com/office/drawing/2014/main" id="{963D9B7A-0CA5-BE5C-0095-3064EE337982}"/>
              </a:ext>
            </a:extLst>
          </p:cNvPr>
          <p:cNvSpPr/>
          <p:nvPr/>
        </p:nvSpPr>
        <p:spPr>
          <a:xfrm>
            <a:off x="9589777" y="4224097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F5C462C3-9E96-CC83-36A0-C1E790A1C658}"/>
              </a:ext>
            </a:extLst>
          </p:cNvPr>
          <p:cNvCxnSpPr>
            <a:cxnSpLocks/>
            <a:stCxn id="71" idx="3"/>
            <a:endCxn id="237" idx="1"/>
          </p:cNvCxnSpPr>
          <p:nvPr/>
        </p:nvCxnSpPr>
        <p:spPr>
          <a:xfrm rot="16200000" flipH="1">
            <a:off x="8099767" y="3339386"/>
            <a:ext cx="415199" cy="390583"/>
          </a:xfrm>
          <a:prstGeom prst="bentConnector2">
            <a:avLst/>
          </a:prstGeom>
          <a:ln w="1905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3CE59FE8-8754-4E30-E66D-672A474DF0B4}"/>
              </a:ext>
            </a:extLst>
          </p:cNvPr>
          <p:cNvCxnSpPr>
            <a:cxnSpLocks/>
            <a:stCxn id="71" idx="3"/>
            <a:endCxn id="72" idx="2"/>
          </p:cNvCxnSpPr>
          <p:nvPr/>
        </p:nvCxnSpPr>
        <p:spPr>
          <a:xfrm rot="16200000" flipH="1">
            <a:off x="7751020" y="3688135"/>
            <a:ext cx="1048428" cy="326319"/>
          </a:xfrm>
          <a:prstGeom prst="bentConnector2">
            <a:avLst/>
          </a:prstGeom>
          <a:ln w="19050"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箭头: 右 75">
            <a:extLst>
              <a:ext uri="{FF2B5EF4-FFF2-40B4-BE49-F238E27FC236}">
                <a16:creationId xmlns:a16="http://schemas.microsoft.com/office/drawing/2014/main" id="{85BBC4F0-64B6-8228-9F23-DFB15A998C2A}"/>
              </a:ext>
            </a:extLst>
          </p:cNvPr>
          <p:cNvSpPr/>
          <p:nvPr/>
        </p:nvSpPr>
        <p:spPr>
          <a:xfrm>
            <a:off x="9037294" y="3906805"/>
            <a:ext cx="403606" cy="205747"/>
          </a:xfrm>
          <a:prstGeom prst="rightArrow">
            <a:avLst>
              <a:gd name="adj1" fmla="val 41896"/>
              <a:gd name="adj2" fmla="val 50000"/>
            </a:avLst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2FB53B3E-AB21-1F17-FE12-3CC2B9B6973F}"/>
                  </a:ext>
                </a:extLst>
              </p:cNvPr>
              <p:cNvSpPr txBox="1"/>
              <p:nvPr/>
            </p:nvSpPr>
            <p:spPr>
              <a:xfrm>
                <a:off x="8114589" y="4400263"/>
                <a:ext cx="37063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2FB53B3E-AB21-1F17-FE12-3CC2B9B69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4589" y="4400263"/>
                <a:ext cx="370638" cy="215444"/>
              </a:xfrm>
              <a:prstGeom prst="rect">
                <a:avLst/>
              </a:prstGeom>
              <a:blipFill>
                <a:blip r:embed="rId4"/>
                <a:stretch>
                  <a:fillRect l="-8197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63AC4FC3-D4F0-2EC6-214E-DD8C87357694}"/>
                  </a:ext>
                </a:extLst>
              </p:cNvPr>
              <p:cNvSpPr txBox="1"/>
              <p:nvPr/>
            </p:nvSpPr>
            <p:spPr>
              <a:xfrm>
                <a:off x="8044754" y="2437193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63AC4FC3-D4F0-2EC6-214E-DD8C87357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4754" y="2437193"/>
                <a:ext cx="435314" cy="215444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17D8F648-A561-7DEF-4D89-EAE996696A4B}"/>
                  </a:ext>
                </a:extLst>
              </p:cNvPr>
              <p:cNvSpPr txBox="1"/>
              <p:nvPr/>
            </p:nvSpPr>
            <p:spPr>
              <a:xfrm>
                <a:off x="8138788" y="3782984"/>
                <a:ext cx="37063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9" name="文本框 78">
                <a:extLst>
                  <a:ext uri="{FF2B5EF4-FFF2-40B4-BE49-F238E27FC236}">
                    <a16:creationId xmlns:a16="http://schemas.microsoft.com/office/drawing/2014/main" id="{17D8F648-A561-7DEF-4D89-EAE996696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788" y="3782984"/>
                <a:ext cx="370638" cy="215444"/>
              </a:xfrm>
              <a:prstGeom prst="rect">
                <a:avLst/>
              </a:prstGeom>
              <a:blipFill>
                <a:blip r:embed="rId6"/>
                <a:stretch>
                  <a:fillRect l="-11475" r="-8197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文本框 79">
            <a:extLst>
              <a:ext uri="{FF2B5EF4-FFF2-40B4-BE49-F238E27FC236}">
                <a16:creationId xmlns:a16="http://schemas.microsoft.com/office/drawing/2014/main" id="{DC8D0DCC-7450-E4F4-1EB0-C56AE11907A3}"/>
              </a:ext>
            </a:extLst>
          </p:cNvPr>
          <p:cNvSpPr txBox="1"/>
          <p:nvPr/>
        </p:nvSpPr>
        <p:spPr>
          <a:xfrm>
            <a:off x="8908924" y="4051935"/>
            <a:ext cx="667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98DB7792-45AC-D06D-6433-56CB40A32C2D}"/>
                  </a:ext>
                </a:extLst>
              </p:cNvPr>
              <p:cNvSpPr txBox="1"/>
              <p:nvPr/>
            </p:nvSpPr>
            <p:spPr>
              <a:xfrm>
                <a:off x="9660688" y="3108361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98DB7792-45AC-D06D-6433-56CB40A32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688" y="3108361"/>
                <a:ext cx="435314" cy="215444"/>
              </a:xfrm>
              <a:prstGeom prst="rect">
                <a:avLst/>
              </a:prstGeom>
              <a:blipFill>
                <a:blip r:embed="rId7"/>
                <a:stretch>
                  <a:fillRect l="-14085" r="-21127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矩形 81">
            <a:extLst>
              <a:ext uri="{FF2B5EF4-FFF2-40B4-BE49-F238E27FC236}">
                <a16:creationId xmlns:a16="http://schemas.microsoft.com/office/drawing/2014/main" id="{7F289A11-83EC-77DB-04F5-8C471E281F24}"/>
              </a:ext>
            </a:extLst>
          </p:cNvPr>
          <p:cNvSpPr/>
          <p:nvPr/>
        </p:nvSpPr>
        <p:spPr>
          <a:xfrm>
            <a:off x="7612370" y="1668221"/>
            <a:ext cx="5769675" cy="375584"/>
          </a:xfrm>
          <a:prstGeom prst="rect">
            <a:avLst/>
          </a:prstGeom>
          <a:solidFill>
            <a:srgbClr val="EAF9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en-US" altLang="zh-CN" sz="16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Confounder Dictionary</a:t>
            </a:r>
            <a:endParaRPr lang="en-US" altLang="zh-CN" sz="16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83" name="object 237">
            <a:extLst>
              <a:ext uri="{FF2B5EF4-FFF2-40B4-BE49-F238E27FC236}">
                <a16:creationId xmlns:a16="http://schemas.microsoft.com/office/drawing/2014/main" id="{45A05522-CA0D-BE89-2B9F-1038A0AC8FCC}"/>
              </a:ext>
            </a:extLst>
          </p:cNvPr>
          <p:cNvSpPr txBox="1"/>
          <p:nvPr/>
        </p:nvSpPr>
        <p:spPr>
          <a:xfrm>
            <a:off x="11862772" y="2417645"/>
            <a:ext cx="375401" cy="385127"/>
          </a:xfrm>
          <a:prstGeom prst="rect">
            <a:avLst/>
          </a:prstGeom>
        </p:spPr>
        <p:txBody>
          <a:bodyPr vert="horz" wrap="square" lIns="0" tIns="15642" rIns="0" bIns="0" rtlCol="0">
            <a:spAutoFit/>
          </a:bodyPr>
          <a:lstStyle/>
          <a:p>
            <a:pPr marL="12033">
              <a:spcBef>
                <a:spcPts val="123"/>
              </a:spcBef>
            </a:pPr>
            <a:r>
              <a:rPr sz="2400" b="1" spc="28" dirty="0">
                <a:latin typeface="Times New Roman"/>
                <a:cs typeface="Times New Roman"/>
              </a:rPr>
              <a:t>…</a:t>
            </a:r>
            <a:endParaRPr sz="2400" b="1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4931C997-4455-D097-C927-AF0F10C2173A}"/>
                  </a:ext>
                </a:extLst>
              </p:cNvPr>
              <p:cNvSpPr txBox="1"/>
              <p:nvPr/>
            </p:nvSpPr>
            <p:spPr>
              <a:xfrm>
                <a:off x="9433513" y="2378360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4931C997-4455-D097-C927-AF0F10C21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3513" y="2378360"/>
                <a:ext cx="435314" cy="215444"/>
              </a:xfrm>
              <a:prstGeom prst="rect">
                <a:avLst/>
              </a:prstGeom>
              <a:blipFill>
                <a:blip r:embed="rId8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6633755E-9426-DA13-238C-90EF1D261C3F}"/>
                  </a:ext>
                </a:extLst>
              </p:cNvPr>
              <p:cNvSpPr txBox="1"/>
              <p:nvPr/>
            </p:nvSpPr>
            <p:spPr>
              <a:xfrm>
                <a:off x="10168968" y="2382074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6633755E-9426-DA13-238C-90EF1D261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8968" y="2382074"/>
                <a:ext cx="435314" cy="215444"/>
              </a:xfrm>
              <a:prstGeom prst="rect">
                <a:avLst/>
              </a:prstGeom>
              <a:blipFill>
                <a:blip r:embed="rId9"/>
                <a:stretch>
                  <a:fillRect b="-1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964D6679-42E9-2977-9B3C-BAF050A53996}"/>
                  </a:ext>
                </a:extLst>
              </p:cNvPr>
              <p:cNvSpPr txBox="1"/>
              <p:nvPr/>
            </p:nvSpPr>
            <p:spPr>
              <a:xfrm>
                <a:off x="10911224" y="2385754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964D6679-42E9-2977-9B3C-BAF050A53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224" y="2385754"/>
                <a:ext cx="435314" cy="215444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5FC5AE69-CD80-1AED-701C-A12E7C15B150}"/>
                  </a:ext>
                </a:extLst>
              </p:cNvPr>
              <p:cNvSpPr txBox="1"/>
              <p:nvPr/>
            </p:nvSpPr>
            <p:spPr>
              <a:xfrm>
                <a:off x="12305936" y="2378360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5FC5AE69-CD80-1AED-701C-A12E7C15B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5936" y="2378360"/>
                <a:ext cx="435314" cy="215444"/>
              </a:xfrm>
              <a:prstGeom prst="rect">
                <a:avLst/>
              </a:prstGeom>
              <a:blipFill>
                <a:blip r:embed="rId11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3EF6F5E8-F425-6C28-DF6B-6701D00820D9}"/>
                  </a:ext>
                </a:extLst>
              </p:cNvPr>
              <p:cNvSpPr txBox="1"/>
              <p:nvPr/>
            </p:nvSpPr>
            <p:spPr>
              <a:xfrm>
                <a:off x="10395537" y="3104620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3EF6F5E8-F425-6C28-DF6B-6701D0082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5537" y="3104620"/>
                <a:ext cx="435314" cy="215444"/>
              </a:xfrm>
              <a:prstGeom prst="rect">
                <a:avLst/>
              </a:prstGeom>
              <a:blipFill>
                <a:blip r:embed="rId12"/>
                <a:stretch>
                  <a:fillRect l="-13889" r="-20833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6A96A5E7-AC82-4557-759E-4D79EAAB3997}"/>
                  </a:ext>
                </a:extLst>
              </p:cNvPr>
              <p:cNvSpPr txBox="1"/>
              <p:nvPr/>
            </p:nvSpPr>
            <p:spPr>
              <a:xfrm>
                <a:off x="12544443" y="3108361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6A96A5E7-AC82-4557-759E-4D79EAAB3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4443" y="3108361"/>
                <a:ext cx="435314" cy="215444"/>
              </a:xfrm>
              <a:prstGeom prst="rect">
                <a:avLst/>
              </a:prstGeom>
              <a:blipFill>
                <a:blip r:embed="rId13"/>
                <a:stretch>
                  <a:fillRect l="-14085" r="-22535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BF54EE81-E133-8A68-6033-58849CA572E3}"/>
                  </a:ext>
                </a:extLst>
              </p:cNvPr>
              <p:cNvSpPr txBox="1"/>
              <p:nvPr/>
            </p:nvSpPr>
            <p:spPr>
              <a:xfrm>
                <a:off x="11103275" y="3118476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BF54EE81-E133-8A68-6033-58849CA57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3275" y="3118476"/>
                <a:ext cx="435314" cy="215444"/>
              </a:xfrm>
              <a:prstGeom prst="rect">
                <a:avLst/>
              </a:prstGeom>
              <a:blipFill>
                <a:blip r:embed="rId14"/>
                <a:stretch>
                  <a:fillRect l="-13889" r="-20833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立方体 90">
            <a:extLst>
              <a:ext uri="{FF2B5EF4-FFF2-40B4-BE49-F238E27FC236}">
                <a16:creationId xmlns:a16="http://schemas.microsoft.com/office/drawing/2014/main" id="{8201264D-FD6C-FD77-74C7-8045D7D9B4E3}"/>
              </a:ext>
            </a:extLst>
          </p:cNvPr>
          <p:cNvSpPr/>
          <p:nvPr/>
        </p:nvSpPr>
        <p:spPr>
          <a:xfrm>
            <a:off x="10334039" y="4224097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rgbClr val="154719"/>
              </a:gs>
              <a:gs pos="48000">
                <a:srgbClr val="549036"/>
              </a:gs>
              <a:gs pos="100000">
                <a:srgbClr val="80C000"/>
              </a:gs>
            </a:gsLst>
            <a:lin ang="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sp>
        <p:nvSpPr>
          <p:cNvPr id="92" name="立方体 91">
            <a:extLst>
              <a:ext uri="{FF2B5EF4-FFF2-40B4-BE49-F238E27FC236}">
                <a16:creationId xmlns:a16="http://schemas.microsoft.com/office/drawing/2014/main" id="{FFC2AED2-45FE-1CFD-7CB7-3371CA4EDBF1}"/>
              </a:ext>
            </a:extLst>
          </p:cNvPr>
          <p:cNvSpPr/>
          <p:nvPr/>
        </p:nvSpPr>
        <p:spPr>
          <a:xfrm>
            <a:off x="11040202" y="4224097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rgbClr val="458A00"/>
              </a:gs>
              <a:gs pos="48000">
                <a:srgbClr val="008A00"/>
              </a:gs>
              <a:gs pos="100000">
                <a:srgbClr val="6BD600"/>
              </a:gs>
            </a:gsLst>
            <a:lin ang="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93" name="立方体 92">
            <a:extLst>
              <a:ext uri="{FF2B5EF4-FFF2-40B4-BE49-F238E27FC236}">
                <a16:creationId xmlns:a16="http://schemas.microsoft.com/office/drawing/2014/main" id="{864D1592-B165-7987-9434-B728FFA095F0}"/>
              </a:ext>
            </a:extLst>
          </p:cNvPr>
          <p:cNvSpPr/>
          <p:nvPr/>
        </p:nvSpPr>
        <p:spPr>
          <a:xfrm>
            <a:off x="12486191" y="4224097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rgbClr val="5F8E00"/>
              </a:gs>
              <a:gs pos="48000">
                <a:srgbClr val="99CC00"/>
              </a:gs>
              <a:gs pos="100000">
                <a:srgbClr val="CCFF33"/>
              </a:gs>
            </a:gsLst>
            <a:lin ang="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sp>
        <p:nvSpPr>
          <p:cNvPr id="94" name="object 237">
            <a:extLst>
              <a:ext uri="{FF2B5EF4-FFF2-40B4-BE49-F238E27FC236}">
                <a16:creationId xmlns:a16="http://schemas.microsoft.com/office/drawing/2014/main" id="{99C66D19-FA72-58E8-C2D3-AD8BAE72DB9E}"/>
              </a:ext>
            </a:extLst>
          </p:cNvPr>
          <p:cNvSpPr txBox="1"/>
          <p:nvPr/>
        </p:nvSpPr>
        <p:spPr>
          <a:xfrm>
            <a:off x="11857471" y="3739456"/>
            <a:ext cx="375401" cy="385127"/>
          </a:xfrm>
          <a:prstGeom prst="rect">
            <a:avLst/>
          </a:prstGeom>
        </p:spPr>
        <p:txBody>
          <a:bodyPr vert="horz" wrap="square" lIns="0" tIns="15642" rIns="0" bIns="0" rtlCol="0">
            <a:spAutoFit/>
          </a:bodyPr>
          <a:lstStyle/>
          <a:p>
            <a:pPr marL="12033">
              <a:spcBef>
                <a:spcPts val="123"/>
              </a:spcBef>
            </a:pPr>
            <a:r>
              <a:rPr sz="2400" b="1" spc="28" dirty="0">
                <a:latin typeface="Times New Roman"/>
                <a:cs typeface="Times New Roman"/>
              </a:rPr>
              <a:t>…</a:t>
            </a:r>
            <a:endParaRPr sz="2400" b="1" dirty="0">
              <a:latin typeface="Times New Roman"/>
              <a:cs typeface="Times New Roman"/>
            </a:endParaRPr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A3A08B13-31F3-F29A-BFBE-EA5A5C6E8B19}"/>
              </a:ext>
            </a:extLst>
          </p:cNvPr>
          <p:cNvGrpSpPr/>
          <p:nvPr/>
        </p:nvGrpSpPr>
        <p:grpSpPr>
          <a:xfrm>
            <a:off x="705718" y="7340220"/>
            <a:ext cx="754056" cy="434524"/>
            <a:chOff x="3275116" y="2705861"/>
            <a:chExt cx="754056" cy="43452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6" name="立方体 95">
              <a:extLst>
                <a:ext uri="{FF2B5EF4-FFF2-40B4-BE49-F238E27FC236}">
                  <a16:creationId xmlns:a16="http://schemas.microsoft.com/office/drawing/2014/main" id="{F22067A0-AAC4-473C-F9E9-110CE9662880}"/>
                </a:ext>
              </a:extLst>
            </p:cNvPr>
            <p:cNvSpPr/>
            <p:nvPr/>
          </p:nvSpPr>
          <p:spPr>
            <a:xfrm>
              <a:off x="3483396" y="2705861"/>
              <a:ext cx="545776" cy="156118"/>
            </a:xfrm>
            <a:prstGeom prst="cube">
              <a:avLst>
                <a:gd name="adj" fmla="val 32673"/>
              </a:avLst>
            </a:prstGeom>
            <a:gradFill flip="none" rotWithShape="1">
              <a:gsLst>
                <a:gs pos="0">
                  <a:srgbClr val="5F8E00"/>
                </a:gs>
                <a:gs pos="48000">
                  <a:srgbClr val="99CC00"/>
                </a:gs>
                <a:gs pos="100000">
                  <a:srgbClr val="CCFF33"/>
                </a:gs>
              </a:gsLst>
              <a:lin ang="0" scaled="1"/>
              <a:tileRect/>
            </a:gra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97" name="立方体 96">
              <a:extLst>
                <a:ext uri="{FF2B5EF4-FFF2-40B4-BE49-F238E27FC236}">
                  <a16:creationId xmlns:a16="http://schemas.microsoft.com/office/drawing/2014/main" id="{7744921E-91C8-A8FD-7DC2-2D670D74DAF8}"/>
                </a:ext>
              </a:extLst>
            </p:cNvPr>
            <p:cNvSpPr/>
            <p:nvPr/>
          </p:nvSpPr>
          <p:spPr>
            <a:xfrm>
              <a:off x="3413970" y="2798663"/>
              <a:ext cx="545776" cy="156118"/>
            </a:xfrm>
            <a:prstGeom prst="cube">
              <a:avLst>
                <a:gd name="adj" fmla="val 32673"/>
              </a:avLst>
            </a:prstGeom>
            <a:gradFill flip="none" rotWithShape="1">
              <a:gsLst>
                <a:gs pos="0">
                  <a:srgbClr val="458A00"/>
                </a:gs>
                <a:gs pos="48000">
                  <a:srgbClr val="008A00"/>
                </a:gs>
                <a:gs pos="100000">
                  <a:srgbClr val="6BD600"/>
                </a:gs>
              </a:gsLst>
              <a:lin ang="0" scaled="1"/>
              <a:tileRect/>
            </a:gra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98" name="立方体 97">
              <a:extLst>
                <a:ext uri="{FF2B5EF4-FFF2-40B4-BE49-F238E27FC236}">
                  <a16:creationId xmlns:a16="http://schemas.microsoft.com/office/drawing/2014/main" id="{DEA66B59-F879-8F23-5A74-F1DD5D2EB286}"/>
                </a:ext>
              </a:extLst>
            </p:cNvPr>
            <p:cNvSpPr/>
            <p:nvPr/>
          </p:nvSpPr>
          <p:spPr>
            <a:xfrm>
              <a:off x="3344543" y="2891465"/>
              <a:ext cx="545776" cy="156118"/>
            </a:xfrm>
            <a:prstGeom prst="cube">
              <a:avLst>
                <a:gd name="adj" fmla="val 32673"/>
              </a:avLst>
            </a:prstGeom>
            <a:gradFill flip="none" rotWithShape="1">
              <a:gsLst>
                <a:gs pos="0">
                  <a:srgbClr val="154719"/>
                </a:gs>
                <a:gs pos="48000">
                  <a:srgbClr val="549036"/>
                </a:gs>
                <a:gs pos="100000">
                  <a:srgbClr val="80C000"/>
                </a:gs>
              </a:gsLst>
              <a:lin ang="0" scaled="1"/>
              <a:tileRect/>
            </a:gra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99" name="立方体 98">
              <a:extLst>
                <a:ext uri="{FF2B5EF4-FFF2-40B4-BE49-F238E27FC236}">
                  <a16:creationId xmlns:a16="http://schemas.microsoft.com/office/drawing/2014/main" id="{404EE924-F1F0-FBD1-D21B-5183ED5487CA}"/>
                </a:ext>
              </a:extLst>
            </p:cNvPr>
            <p:cNvSpPr/>
            <p:nvPr/>
          </p:nvSpPr>
          <p:spPr>
            <a:xfrm>
              <a:off x="3275116" y="2984267"/>
              <a:ext cx="545776" cy="156118"/>
            </a:xfrm>
            <a:prstGeom prst="cube">
              <a:avLst>
                <a:gd name="adj" fmla="val 32673"/>
              </a:avLst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sp>
        <p:nvSpPr>
          <p:cNvPr id="100" name="立方体 99">
            <a:extLst>
              <a:ext uri="{FF2B5EF4-FFF2-40B4-BE49-F238E27FC236}">
                <a16:creationId xmlns:a16="http://schemas.microsoft.com/office/drawing/2014/main" id="{311364A9-7333-AAF0-5EF1-2F06404AF3A5}"/>
              </a:ext>
            </a:extLst>
          </p:cNvPr>
          <p:cNvSpPr/>
          <p:nvPr/>
        </p:nvSpPr>
        <p:spPr>
          <a:xfrm>
            <a:off x="763811" y="6403102"/>
            <a:ext cx="677192" cy="636896"/>
          </a:xfrm>
          <a:prstGeom prst="cube">
            <a:avLst>
              <a:gd name="adj" fmla="val 28528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77C17CD2-CF10-F4D0-61DB-77CB7B7B1334}"/>
              </a:ext>
            </a:extLst>
          </p:cNvPr>
          <p:cNvCxnSpPr>
            <a:cxnSpLocks/>
            <a:endCxn id="170" idx="0"/>
          </p:cNvCxnSpPr>
          <p:nvPr/>
        </p:nvCxnSpPr>
        <p:spPr>
          <a:xfrm>
            <a:off x="1355401" y="6715447"/>
            <a:ext cx="554296" cy="350229"/>
          </a:xfrm>
          <a:prstGeom prst="bentConnector2">
            <a:avLst/>
          </a:prstGeom>
          <a:ln w="19050">
            <a:solidFill>
              <a:schemeClr val="accent5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5B86BB95-7BC2-4925-2795-2D241E31A9A4}"/>
              </a:ext>
            </a:extLst>
          </p:cNvPr>
          <p:cNvCxnSpPr>
            <a:cxnSpLocks/>
            <a:stCxn id="178" idx="5"/>
            <a:endCxn id="184" idx="1"/>
          </p:cNvCxnSpPr>
          <p:nvPr/>
        </p:nvCxnSpPr>
        <p:spPr>
          <a:xfrm>
            <a:off x="2583844" y="6701102"/>
            <a:ext cx="313691" cy="1058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连接符: 肘形 102">
            <a:extLst>
              <a:ext uri="{FF2B5EF4-FFF2-40B4-BE49-F238E27FC236}">
                <a16:creationId xmlns:a16="http://schemas.microsoft.com/office/drawing/2014/main" id="{94F48A0A-6C5D-6022-AE54-2DCF643F6A0A}"/>
              </a:ext>
            </a:extLst>
          </p:cNvPr>
          <p:cNvCxnSpPr>
            <a:cxnSpLocks/>
            <a:stCxn id="170" idx="4"/>
            <a:endCxn id="98" idx="5"/>
          </p:cNvCxnSpPr>
          <p:nvPr/>
        </p:nvCxnSpPr>
        <p:spPr>
          <a:xfrm rot="5400000">
            <a:off x="1448958" y="7117639"/>
            <a:ext cx="332703" cy="588776"/>
          </a:xfrm>
          <a:prstGeom prst="bentConnector2">
            <a:avLst/>
          </a:prstGeom>
          <a:ln w="19050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82EA5C9F-81FB-C634-7AEC-D6246F52BE4C}"/>
              </a:ext>
            </a:extLst>
          </p:cNvPr>
          <p:cNvCxnSpPr>
            <a:cxnSpLocks/>
            <a:stCxn id="184" idx="5"/>
          </p:cNvCxnSpPr>
          <p:nvPr/>
        </p:nvCxnSpPr>
        <p:spPr>
          <a:xfrm>
            <a:off x="3077495" y="6698352"/>
            <a:ext cx="361788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4A5C1D70-324C-8A48-B012-88A185035E5E}"/>
              </a:ext>
            </a:extLst>
          </p:cNvPr>
          <p:cNvGrpSpPr/>
          <p:nvPr/>
        </p:nvGrpSpPr>
        <p:grpSpPr>
          <a:xfrm>
            <a:off x="5010624" y="7920545"/>
            <a:ext cx="179190" cy="206073"/>
            <a:chOff x="4170925" y="7381382"/>
            <a:chExt cx="179190" cy="206073"/>
          </a:xfrm>
        </p:grpSpPr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4D3C1408-659E-F86B-F883-68C9CAE789DA}"/>
                </a:ext>
              </a:extLst>
            </p:cNvPr>
            <p:cNvSpPr/>
            <p:nvPr/>
          </p:nvSpPr>
          <p:spPr>
            <a:xfrm>
              <a:off x="4170925" y="7408261"/>
              <a:ext cx="179190" cy="17919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107" name="object 343">
              <a:extLst>
                <a:ext uri="{FF2B5EF4-FFF2-40B4-BE49-F238E27FC236}">
                  <a16:creationId xmlns:a16="http://schemas.microsoft.com/office/drawing/2014/main" id="{7EA54737-AAA9-F0C1-3372-7F1E0751A071}"/>
                </a:ext>
              </a:extLst>
            </p:cNvPr>
            <p:cNvSpPr txBox="1"/>
            <p:nvPr/>
          </p:nvSpPr>
          <p:spPr>
            <a:xfrm>
              <a:off x="4196563" y="7381382"/>
              <a:ext cx="133010" cy="204100"/>
            </a:xfrm>
            <a:prstGeom prst="rect">
              <a:avLst/>
            </a:prstGeom>
          </p:spPr>
          <p:txBody>
            <a:bodyPr vert="horz" wrap="square" lIns="0" tIns="19246" rIns="0" bIns="0" rtlCol="0">
              <a:spAutoFit/>
            </a:bodyPr>
            <a:lstStyle/>
            <a:p>
              <a:pPr marL="18330">
                <a:spcBef>
                  <a:spcPts val="152"/>
                </a:spcBef>
              </a:pPr>
              <a:r>
                <a:rPr lang="el-GR" sz="1200" b="1" spc="461" dirty="0">
                  <a:latin typeface="Cambria"/>
                  <a:cs typeface="Cambria"/>
                </a:rPr>
                <a:t>Σ</a:t>
              </a:r>
              <a:endParaRPr sz="948" b="1" dirty="0">
                <a:latin typeface="Cambria"/>
                <a:cs typeface="Cambria"/>
              </a:endParaRPr>
            </a:p>
          </p:txBody>
        </p:sp>
      </p:grp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6D7FEA36-B89C-16F5-1CD4-E490D6C04BE0}"/>
              </a:ext>
            </a:extLst>
          </p:cNvPr>
          <p:cNvCxnSpPr>
            <a:cxnSpLocks/>
          </p:cNvCxnSpPr>
          <p:nvPr/>
        </p:nvCxnSpPr>
        <p:spPr>
          <a:xfrm>
            <a:off x="4532502" y="6056999"/>
            <a:ext cx="0" cy="545471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70F26B3B-C2D2-A620-5C5E-3784CFB3A730}"/>
              </a:ext>
            </a:extLst>
          </p:cNvPr>
          <p:cNvGrpSpPr/>
          <p:nvPr/>
        </p:nvGrpSpPr>
        <p:grpSpPr>
          <a:xfrm>
            <a:off x="5248187" y="6344532"/>
            <a:ext cx="236522" cy="683909"/>
            <a:chOff x="6975272" y="1775697"/>
            <a:chExt cx="236522" cy="683909"/>
          </a:xfrm>
        </p:grpSpPr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477F6BAB-A1C2-A2C4-E30F-DB3A55AE7A59}"/>
                </a:ext>
              </a:extLst>
            </p:cNvPr>
            <p:cNvSpPr/>
            <p:nvPr/>
          </p:nvSpPr>
          <p:spPr>
            <a:xfrm>
              <a:off x="6975272" y="1775697"/>
              <a:ext cx="236522" cy="683909"/>
            </a:xfrm>
            <a:prstGeom prst="roundRect">
              <a:avLst>
                <a:gd name="adj" fmla="val 0"/>
              </a:avLst>
            </a:prstGeom>
            <a:solidFill>
              <a:srgbClr val="F6F6F7"/>
            </a:solidFill>
            <a:ln w="190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6350" h="63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48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60C58DBD-526C-58A8-FF43-B52BB0155C44}"/>
                </a:ext>
              </a:extLst>
            </p:cNvPr>
            <p:cNvSpPr/>
            <p:nvPr/>
          </p:nvSpPr>
          <p:spPr>
            <a:xfrm>
              <a:off x="7021533" y="1849219"/>
              <a:ext cx="144000" cy="144000"/>
            </a:xfrm>
            <a:prstGeom prst="ellipse">
              <a:avLst/>
            </a:prstGeom>
            <a:solidFill>
              <a:srgbClr val="A8D0F4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7E97A05A-1F6D-6A0F-27A9-A8ED631F02A8}"/>
                </a:ext>
              </a:extLst>
            </p:cNvPr>
            <p:cNvSpPr/>
            <p:nvPr/>
          </p:nvSpPr>
          <p:spPr>
            <a:xfrm>
              <a:off x="7021533" y="2053305"/>
              <a:ext cx="144000" cy="144000"/>
            </a:xfrm>
            <a:prstGeom prst="ellipse">
              <a:avLst/>
            </a:prstGeom>
            <a:solidFill>
              <a:srgbClr val="64A6E2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F5B3B9E7-8B48-1870-DC8A-96DFA76004D2}"/>
                </a:ext>
              </a:extLst>
            </p:cNvPr>
            <p:cNvSpPr/>
            <p:nvPr/>
          </p:nvSpPr>
          <p:spPr>
            <a:xfrm>
              <a:off x="7021533" y="2257391"/>
              <a:ext cx="144000" cy="144000"/>
            </a:xfrm>
            <a:prstGeom prst="ellipse">
              <a:avLst/>
            </a:prstGeom>
            <a:solidFill>
              <a:srgbClr val="337DC0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5DB4DF99-FF19-BEF3-592A-0F11E64073CE}"/>
              </a:ext>
            </a:extLst>
          </p:cNvPr>
          <p:cNvCxnSpPr>
            <a:cxnSpLocks/>
          </p:cNvCxnSpPr>
          <p:nvPr/>
        </p:nvCxnSpPr>
        <p:spPr>
          <a:xfrm>
            <a:off x="4628178" y="6692422"/>
            <a:ext cx="533454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F2BAA268-93C4-FF17-0301-3A123716D1CF}"/>
                  </a:ext>
                </a:extLst>
              </p:cNvPr>
              <p:cNvSpPr txBox="1"/>
              <p:nvPr/>
            </p:nvSpPr>
            <p:spPr>
              <a:xfrm>
                <a:off x="5955512" y="6566546"/>
                <a:ext cx="97937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4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1400" b="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400" b="0" i="1">
                          <a:latin typeface="Cambria Math" panose="02040503050406030204" pitchFamily="18" charset="0"/>
                        </a:rPr>
                        <m:t>𝑑𝑜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14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F2BAA268-93C4-FF17-0301-3A123716D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512" y="6566546"/>
                <a:ext cx="979371" cy="215444"/>
              </a:xfrm>
              <a:prstGeom prst="rect">
                <a:avLst/>
              </a:prstGeom>
              <a:blipFill>
                <a:blip r:embed="rId15"/>
                <a:stretch>
                  <a:fillRect l="-1863" r="-3727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文本框 115">
            <a:extLst>
              <a:ext uri="{FF2B5EF4-FFF2-40B4-BE49-F238E27FC236}">
                <a16:creationId xmlns:a16="http://schemas.microsoft.com/office/drawing/2014/main" id="{8AC2B55D-C979-40F5-097B-41BE856B1569}"/>
              </a:ext>
            </a:extLst>
          </p:cNvPr>
          <p:cNvSpPr txBox="1"/>
          <p:nvPr/>
        </p:nvSpPr>
        <p:spPr>
          <a:xfrm>
            <a:off x="4581566" y="5821344"/>
            <a:ext cx="1555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Causal 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505989A1-C3DF-AB25-1080-D833157E3FFD}"/>
                  </a:ext>
                </a:extLst>
              </p:cNvPr>
              <p:cNvSpPr txBox="1"/>
              <p:nvPr/>
            </p:nvSpPr>
            <p:spPr>
              <a:xfrm>
                <a:off x="763793" y="7771990"/>
                <a:ext cx="648081" cy="2347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505989A1-C3DF-AB25-1080-D833157E3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793" y="7771990"/>
                <a:ext cx="648081" cy="234744"/>
              </a:xfrm>
              <a:prstGeom prst="rect">
                <a:avLst/>
              </a:prstGeom>
              <a:blipFill>
                <a:blip r:embed="rId16"/>
                <a:stretch>
                  <a:fillRect l="-9346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E6BA2F2F-7775-EB9D-A50C-6D734855DA38}"/>
                  </a:ext>
                </a:extLst>
              </p:cNvPr>
              <p:cNvSpPr txBox="1"/>
              <p:nvPr/>
            </p:nvSpPr>
            <p:spPr>
              <a:xfrm>
                <a:off x="860856" y="7028441"/>
                <a:ext cx="435314" cy="2358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E6BA2F2F-7775-EB9D-A50C-6D734855D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856" y="7028441"/>
                <a:ext cx="435314" cy="235834"/>
              </a:xfrm>
              <a:prstGeom prst="rect">
                <a:avLst/>
              </a:prstGeom>
              <a:blipFill>
                <a:blip r:embed="rId17"/>
                <a:stretch>
                  <a:fillRect l="-6944" r="-4167" b="-205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54347F0E-4BE2-F22F-A74C-1F182ECDEBB7}"/>
                  </a:ext>
                </a:extLst>
              </p:cNvPr>
              <p:cNvSpPr txBox="1"/>
              <p:nvPr/>
            </p:nvSpPr>
            <p:spPr>
              <a:xfrm>
                <a:off x="713982" y="6105236"/>
                <a:ext cx="813044" cy="243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54347F0E-4BE2-F22F-A74C-1F182ECDE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982" y="6105236"/>
                <a:ext cx="813044" cy="243999"/>
              </a:xfrm>
              <a:prstGeom prst="rect">
                <a:avLst/>
              </a:prstGeom>
              <a:blipFill>
                <a:blip r:embed="rId18"/>
                <a:stretch>
                  <a:fillRect l="-3008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FF498BB0-82F9-3F45-A52C-DF64116494C2}"/>
              </a:ext>
            </a:extLst>
          </p:cNvPr>
          <p:cNvGrpSpPr/>
          <p:nvPr/>
        </p:nvGrpSpPr>
        <p:grpSpPr>
          <a:xfrm>
            <a:off x="3350792" y="6518919"/>
            <a:ext cx="754056" cy="443876"/>
            <a:chOff x="6445519" y="3803491"/>
            <a:chExt cx="754056" cy="44387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21" name="立方体 120">
              <a:extLst>
                <a:ext uri="{FF2B5EF4-FFF2-40B4-BE49-F238E27FC236}">
                  <a16:creationId xmlns:a16="http://schemas.microsoft.com/office/drawing/2014/main" id="{23E0F59D-5877-EDDB-426E-CA1A949117F3}"/>
                </a:ext>
              </a:extLst>
            </p:cNvPr>
            <p:cNvSpPr/>
            <p:nvPr/>
          </p:nvSpPr>
          <p:spPr>
            <a:xfrm>
              <a:off x="6653799" y="3803491"/>
              <a:ext cx="545776" cy="156118"/>
            </a:xfrm>
            <a:prstGeom prst="cube">
              <a:avLst>
                <a:gd name="adj" fmla="val 32673"/>
              </a:avLst>
            </a:prstGeom>
            <a:gradFill flip="none" rotWithShape="1">
              <a:gsLst>
                <a:gs pos="0">
                  <a:srgbClr val="336699"/>
                </a:gs>
                <a:gs pos="48000">
                  <a:srgbClr val="0099CC"/>
                </a:gs>
                <a:gs pos="100000">
                  <a:srgbClr val="33CCCC"/>
                </a:gs>
              </a:gsLst>
              <a:lin ang="0" scaled="1"/>
              <a:tileRect/>
            </a:gra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122" name="立方体 121">
              <a:extLst>
                <a:ext uri="{FF2B5EF4-FFF2-40B4-BE49-F238E27FC236}">
                  <a16:creationId xmlns:a16="http://schemas.microsoft.com/office/drawing/2014/main" id="{9F41A382-0BD3-449B-41F5-CC34500F087F}"/>
                </a:ext>
              </a:extLst>
            </p:cNvPr>
            <p:cNvSpPr/>
            <p:nvPr/>
          </p:nvSpPr>
          <p:spPr>
            <a:xfrm>
              <a:off x="6584373" y="3899410"/>
              <a:ext cx="545776" cy="156118"/>
            </a:xfrm>
            <a:prstGeom prst="cube">
              <a:avLst>
                <a:gd name="adj" fmla="val 32673"/>
              </a:avLst>
            </a:prstGeom>
            <a:gradFill flip="none" rotWithShape="1">
              <a:gsLst>
                <a:gs pos="0">
                  <a:srgbClr val="3366CC"/>
                </a:gs>
                <a:gs pos="48000">
                  <a:srgbClr val="0099FF"/>
                </a:gs>
                <a:gs pos="100000">
                  <a:srgbClr val="99CCFF"/>
                </a:gs>
              </a:gsLst>
              <a:lin ang="0" scaled="1"/>
              <a:tileRect/>
            </a:gra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123" name="立方体 122">
              <a:extLst>
                <a:ext uri="{FF2B5EF4-FFF2-40B4-BE49-F238E27FC236}">
                  <a16:creationId xmlns:a16="http://schemas.microsoft.com/office/drawing/2014/main" id="{2AD72542-4165-8422-4960-BA6B6F1AABC6}"/>
                </a:ext>
              </a:extLst>
            </p:cNvPr>
            <p:cNvSpPr/>
            <p:nvPr/>
          </p:nvSpPr>
          <p:spPr>
            <a:xfrm>
              <a:off x="6514946" y="3995329"/>
              <a:ext cx="545776" cy="156118"/>
            </a:xfrm>
            <a:prstGeom prst="cube">
              <a:avLst>
                <a:gd name="adj" fmla="val 32673"/>
              </a:avLst>
            </a:prstGeom>
            <a:gradFill flip="none" rotWithShape="1">
              <a:gsLst>
                <a:gs pos="0">
                  <a:srgbClr val="0066CC"/>
                </a:gs>
                <a:gs pos="48000">
                  <a:srgbClr val="6699FF"/>
                </a:gs>
                <a:gs pos="100000">
                  <a:srgbClr val="99CCFF"/>
                </a:gs>
              </a:gsLst>
              <a:lin ang="0" scaled="1"/>
              <a:tileRect/>
            </a:gra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124" name="立方体 123">
              <a:extLst>
                <a:ext uri="{FF2B5EF4-FFF2-40B4-BE49-F238E27FC236}">
                  <a16:creationId xmlns:a16="http://schemas.microsoft.com/office/drawing/2014/main" id="{9162C5C3-B677-00A6-9ED7-9D8600C5637C}"/>
                </a:ext>
              </a:extLst>
            </p:cNvPr>
            <p:cNvSpPr/>
            <p:nvPr/>
          </p:nvSpPr>
          <p:spPr>
            <a:xfrm>
              <a:off x="6445519" y="4091249"/>
              <a:ext cx="545776" cy="156118"/>
            </a:xfrm>
            <a:prstGeom prst="cube">
              <a:avLst>
                <a:gd name="adj" fmla="val 32673"/>
              </a:avLst>
            </a:prstGeom>
            <a:gradFill flip="none" rotWithShape="1">
              <a:gsLst>
                <a:gs pos="0">
                  <a:schemeClr val="accent5">
                    <a:lumMod val="67000"/>
                  </a:schemeClr>
                </a:gs>
                <a:gs pos="48000">
                  <a:schemeClr val="accent5">
                    <a:lumMod val="97000"/>
                    <a:lumOff val="3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sp>
        <p:nvSpPr>
          <p:cNvPr id="125" name="文本框 124">
            <a:extLst>
              <a:ext uri="{FF2B5EF4-FFF2-40B4-BE49-F238E27FC236}">
                <a16:creationId xmlns:a16="http://schemas.microsoft.com/office/drawing/2014/main" id="{1C1B3D20-1AAA-8DE9-7D13-5B7385E49AD9}"/>
              </a:ext>
            </a:extLst>
          </p:cNvPr>
          <p:cNvSpPr txBox="1"/>
          <p:nvPr/>
        </p:nvSpPr>
        <p:spPr>
          <a:xfrm>
            <a:off x="5154925" y="7182567"/>
            <a:ext cx="18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element-wise </a:t>
            </a:r>
            <a:r>
              <a:rPr lang="en-US" altLang="zh-CN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3E7EF486-6CC9-8A1B-9B8D-4C975116BBA2}"/>
              </a:ext>
            </a:extLst>
          </p:cNvPr>
          <p:cNvSpPr txBox="1"/>
          <p:nvPr/>
        </p:nvSpPr>
        <p:spPr>
          <a:xfrm>
            <a:off x="5154925" y="7513460"/>
            <a:ext cx="1528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element-wise add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7" name="连接符: 肘形 126">
            <a:extLst>
              <a:ext uri="{FF2B5EF4-FFF2-40B4-BE49-F238E27FC236}">
                <a16:creationId xmlns:a16="http://schemas.microsoft.com/office/drawing/2014/main" id="{4CC16E35-A992-5BF2-1475-7A252A31B2DD}"/>
              </a:ext>
            </a:extLst>
          </p:cNvPr>
          <p:cNvCxnSpPr>
            <a:cxnSpLocks/>
          </p:cNvCxnSpPr>
          <p:nvPr/>
        </p:nvCxnSpPr>
        <p:spPr>
          <a:xfrm flipH="1">
            <a:off x="1320921" y="6794469"/>
            <a:ext cx="1668498" cy="788143"/>
          </a:xfrm>
          <a:prstGeom prst="bentConnector3">
            <a:avLst>
              <a:gd name="adj1" fmla="val -142"/>
            </a:avLst>
          </a:prstGeom>
          <a:ln w="19050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DB6B0866-A935-4845-9854-95F195D7D9D6}"/>
              </a:ext>
            </a:extLst>
          </p:cNvPr>
          <p:cNvGrpSpPr/>
          <p:nvPr/>
        </p:nvGrpSpPr>
        <p:grpSpPr>
          <a:xfrm>
            <a:off x="4999966" y="7262372"/>
            <a:ext cx="180000" cy="180000"/>
            <a:chOff x="2860993" y="3897083"/>
            <a:chExt cx="135143" cy="135143"/>
          </a:xfrm>
        </p:grpSpPr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93EB1D6A-12C6-1AA6-3D85-261FA7330021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ABC5C6F2-4EAA-8FD0-E482-FC1718BE7481}"/>
                </a:ext>
              </a:extLst>
            </p:cNvPr>
            <p:cNvSpPr/>
            <p:nvPr/>
          </p:nvSpPr>
          <p:spPr>
            <a:xfrm>
              <a:off x="2899093" y="3935183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142DDBC7-57D5-02C7-BED6-BB8D1C0FFDB6}"/>
                  </a:ext>
                </a:extLst>
              </p:cNvPr>
              <p:cNvSpPr txBox="1"/>
              <p:nvPr/>
            </p:nvSpPr>
            <p:spPr>
              <a:xfrm>
                <a:off x="832422" y="3853260"/>
                <a:ext cx="19979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/>
              </a:p>
            </p:txBody>
          </p:sp>
        </mc:Choice>
        <mc:Fallback xmlns="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142DDBC7-57D5-02C7-BED6-BB8D1C0FF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422" y="3853260"/>
                <a:ext cx="199798" cy="215444"/>
              </a:xfrm>
              <a:prstGeom prst="rect">
                <a:avLst/>
              </a:prstGeom>
              <a:blipFill>
                <a:blip r:embed="rId19"/>
                <a:stretch>
                  <a:fillRect l="-15625" r="-9375" b="-1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矩形 131">
            <a:extLst>
              <a:ext uri="{FF2B5EF4-FFF2-40B4-BE49-F238E27FC236}">
                <a16:creationId xmlns:a16="http://schemas.microsoft.com/office/drawing/2014/main" id="{C3A30714-C0BE-07A3-0852-60E85ACC2844}"/>
              </a:ext>
            </a:extLst>
          </p:cNvPr>
          <p:cNvSpPr/>
          <p:nvPr/>
        </p:nvSpPr>
        <p:spPr>
          <a:xfrm>
            <a:off x="3395423" y="3294871"/>
            <a:ext cx="2053569" cy="1142962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endParaRPr lang="en-US" altLang="zh-CN" sz="14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2FFB3D1E-BACB-ABAE-96C3-D847181FDFAA}"/>
              </a:ext>
            </a:extLst>
          </p:cNvPr>
          <p:cNvSpPr/>
          <p:nvPr/>
        </p:nvSpPr>
        <p:spPr>
          <a:xfrm>
            <a:off x="5729627" y="2125834"/>
            <a:ext cx="1691882" cy="2332085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endParaRPr lang="en-US" altLang="zh-CN" sz="14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50C77156-9683-CD61-ED79-DCC86442AB3D}"/>
              </a:ext>
            </a:extLst>
          </p:cNvPr>
          <p:cNvCxnSpPr>
            <a:cxnSpLocks/>
          </p:cNvCxnSpPr>
          <p:nvPr/>
        </p:nvCxnSpPr>
        <p:spPr>
          <a:xfrm>
            <a:off x="1217296" y="3313426"/>
            <a:ext cx="29936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5411A14D-0095-0E78-E42D-FA4A2F22C4C4}"/>
              </a:ext>
            </a:extLst>
          </p:cNvPr>
          <p:cNvCxnSpPr>
            <a:cxnSpLocks/>
          </p:cNvCxnSpPr>
          <p:nvPr/>
        </p:nvCxnSpPr>
        <p:spPr>
          <a:xfrm>
            <a:off x="1896803" y="2458894"/>
            <a:ext cx="445831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13A6E8A3-D81E-9293-2C3C-B733F48DE723}"/>
              </a:ext>
            </a:extLst>
          </p:cNvPr>
          <p:cNvCxnSpPr>
            <a:cxnSpLocks/>
          </p:cNvCxnSpPr>
          <p:nvPr/>
        </p:nvCxnSpPr>
        <p:spPr>
          <a:xfrm>
            <a:off x="1894682" y="4033005"/>
            <a:ext cx="445831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立方体 136">
            <a:extLst>
              <a:ext uri="{FF2B5EF4-FFF2-40B4-BE49-F238E27FC236}">
                <a16:creationId xmlns:a16="http://schemas.microsoft.com/office/drawing/2014/main" id="{7559DC34-52DC-7CD5-F3EB-772CE292B852}"/>
              </a:ext>
            </a:extLst>
          </p:cNvPr>
          <p:cNvSpPr/>
          <p:nvPr/>
        </p:nvSpPr>
        <p:spPr>
          <a:xfrm>
            <a:off x="2418136" y="3093691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sp>
        <p:nvSpPr>
          <p:cNvPr id="138" name="立方体 137">
            <a:extLst>
              <a:ext uri="{FF2B5EF4-FFF2-40B4-BE49-F238E27FC236}">
                <a16:creationId xmlns:a16="http://schemas.microsoft.com/office/drawing/2014/main" id="{91242769-1103-9272-A820-9110DE997B85}"/>
              </a:ext>
            </a:extLst>
          </p:cNvPr>
          <p:cNvSpPr/>
          <p:nvPr/>
        </p:nvSpPr>
        <p:spPr>
          <a:xfrm>
            <a:off x="2340511" y="3714557"/>
            <a:ext cx="677192" cy="636896"/>
          </a:xfrm>
          <a:prstGeom prst="cube">
            <a:avLst>
              <a:gd name="adj" fmla="val 28528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9A1A9CED-21CA-FF44-F1D6-6BB98FDB0DA8}"/>
              </a:ext>
            </a:extLst>
          </p:cNvPr>
          <p:cNvCxnSpPr>
            <a:cxnSpLocks/>
          </p:cNvCxnSpPr>
          <p:nvPr/>
        </p:nvCxnSpPr>
        <p:spPr>
          <a:xfrm>
            <a:off x="2947625" y="4031977"/>
            <a:ext cx="413193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立方体 139">
            <a:extLst>
              <a:ext uri="{FF2B5EF4-FFF2-40B4-BE49-F238E27FC236}">
                <a16:creationId xmlns:a16="http://schemas.microsoft.com/office/drawing/2014/main" id="{47D1FA24-E885-A9B5-A30E-409BDCCB4103}"/>
              </a:ext>
            </a:extLst>
          </p:cNvPr>
          <p:cNvSpPr/>
          <p:nvPr/>
        </p:nvSpPr>
        <p:spPr>
          <a:xfrm>
            <a:off x="2418437" y="4633706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0396D794-AD33-6DE0-81B6-734C8470D6D4}"/>
              </a:ext>
            </a:extLst>
          </p:cNvPr>
          <p:cNvCxnSpPr>
            <a:cxnSpLocks/>
          </p:cNvCxnSpPr>
          <p:nvPr/>
        </p:nvCxnSpPr>
        <p:spPr>
          <a:xfrm>
            <a:off x="2677249" y="4351453"/>
            <a:ext cx="0" cy="285174"/>
          </a:xfrm>
          <a:prstGeom prst="line">
            <a:avLst/>
          </a:prstGeom>
          <a:ln w="19050">
            <a:solidFill>
              <a:srgbClr val="2E75B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立方体 141">
            <a:extLst>
              <a:ext uri="{FF2B5EF4-FFF2-40B4-BE49-F238E27FC236}">
                <a16:creationId xmlns:a16="http://schemas.microsoft.com/office/drawing/2014/main" id="{D8CD6439-FC1E-F046-D065-324628FEC9F2}"/>
              </a:ext>
            </a:extLst>
          </p:cNvPr>
          <p:cNvSpPr/>
          <p:nvPr/>
        </p:nvSpPr>
        <p:spPr>
          <a:xfrm>
            <a:off x="2342632" y="2143070"/>
            <a:ext cx="677192" cy="636896"/>
          </a:xfrm>
          <a:prstGeom prst="cube">
            <a:avLst>
              <a:gd name="adj" fmla="val 28528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25A711CE-33F6-A24A-CA52-E1E3D371B768}"/>
              </a:ext>
            </a:extLst>
          </p:cNvPr>
          <p:cNvCxnSpPr>
            <a:cxnSpLocks/>
          </p:cNvCxnSpPr>
          <p:nvPr/>
        </p:nvCxnSpPr>
        <p:spPr>
          <a:xfrm>
            <a:off x="2949746" y="2461518"/>
            <a:ext cx="413193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2F60FD45-B0E8-4220-5BEF-C48943843F19}"/>
                  </a:ext>
                </a:extLst>
              </p:cNvPr>
              <p:cNvSpPr txBox="1"/>
              <p:nvPr/>
            </p:nvSpPr>
            <p:spPr>
              <a:xfrm>
                <a:off x="1940834" y="4553676"/>
                <a:ext cx="459287" cy="2358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2F60FD45-B0E8-4220-5BEF-C48943843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834" y="4553676"/>
                <a:ext cx="459287" cy="235834"/>
              </a:xfrm>
              <a:prstGeom prst="rect">
                <a:avLst/>
              </a:prstGeom>
              <a:blipFill>
                <a:blip r:embed="rId2"/>
                <a:stretch>
                  <a:fillRect l="-6579" b="-205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5F7F767C-E8BF-C42E-4AAE-AA49300B682C}"/>
                  </a:ext>
                </a:extLst>
              </p:cNvPr>
              <p:cNvSpPr txBox="1"/>
              <p:nvPr/>
            </p:nvSpPr>
            <p:spPr>
              <a:xfrm>
                <a:off x="1994059" y="3037592"/>
                <a:ext cx="37063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5F7F767C-E8BF-C42E-4AAE-AA49300B6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4059" y="3037592"/>
                <a:ext cx="370638" cy="215444"/>
              </a:xfrm>
              <a:prstGeom prst="rect">
                <a:avLst/>
              </a:prstGeom>
              <a:blipFill>
                <a:blip r:embed="rId3"/>
                <a:stretch>
                  <a:fillRect l="-8197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64B6F961-F906-BD0C-EFDD-B131A4B6E058}"/>
                  </a:ext>
                </a:extLst>
              </p:cNvPr>
              <p:cNvSpPr txBox="1"/>
              <p:nvPr/>
            </p:nvSpPr>
            <p:spPr>
              <a:xfrm>
                <a:off x="1939738" y="4098465"/>
                <a:ext cx="435314" cy="2358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64B6F961-F906-BD0C-EFDD-B131A4B6E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738" y="4098465"/>
                <a:ext cx="435314" cy="235834"/>
              </a:xfrm>
              <a:prstGeom prst="rect">
                <a:avLst/>
              </a:prstGeom>
              <a:blipFill>
                <a:blip r:embed="rId20"/>
                <a:stretch>
                  <a:fillRect l="-6944" r="-4167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74A998C7-FBD8-7A6F-3B7F-5C9729E94189}"/>
                  </a:ext>
                </a:extLst>
              </p:cNvPr>
              <p:cNvSpPr txBox="1"/>
              <p:nvPr/>
            </p:nvSpPr>
            <p:spPr>
              <a:xfrm>
                <a:off x="1929354" y="2499610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74A998C7-FBD8-7A6F-3B7F-5C9729E94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9354" y="2499610"/>
                <a:ext cx="435314" cy="215444"/>
              </a:xfrm>
              <a:prstGeom prst="rect">
                <a:avLst/>
              </a:prstGeom>
              <a:blipFill>
                <a:blip r:embed="rId21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矩形 147">
            <a:extLst>
              <a:ext uri="{FF2B5EF4-FFF2-40B4-BE49-F238E27FC236}">
                <a16:creationId xmlns:a16="http://schemas.microsoft.com/office/drawing/2014/main" id="{D0A63DE9-564C-1860-298F-B1D0CCB48B5B}"/>
              </a:ext>
            </a:extLst>
          </p:cNvPr>
          <p:cNvSpPr/>
          <p:nvPr/>
        </p:nvSpPr>
        <p:spPr>
          <a:xfrm>
            <a:off x="3396087" y="2133112"/>
            <a:ext cx="2060917" cy="611759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endParaRPr lang="en-US" altLang="zh-CN" sz="14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51822488-6EE1-B7D9-0AA6-C49CA66FECAA}"/>
              </a:ext>
            </a:extLst>
          </p:cNvPr>
          <p:cNvSpPr/>
          <p:nvPr/>
        </p:nvSpPr>
        <p:spPr>
          <a:xfrm>
            <a:off x="561102" y="1674545"/>
            <a:ext cx="7066334" cy="361648"/>
          </a:xfrm>
          <a:prstGeom prst="rect">
            <a:avLst/>
          </a:prstGeom>
          <a:solidFill>
            <a:srgbClr val="EAF9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Framework of the CCIL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21B6D4A9-108D-7304-330E-B66B91F66DAB}"/>
              </a:ext>
            </a:extLst>
          </p:cNvPr>
          <p:cNvSpPr/>
          <p:nvPr/>
        </p:nvSpPr>
        <p:spPr>
          <a:xfrm>
            <a:off x="566369" y="1668221"/>
            <a:ext cx="12815677" cy="6625721"/>
          </a:xfrm>
          <a:prstGeom prst="rect">
            <a:avLst/>
          </a:prstGeom>
          <a:noFill/>
          <a:ln w="19050">
            <a:solidFill>
              <a:srgbClr val="00206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6557280E-6BBA-67B8-CF7E-E758B22335C9}"/>
              </a:ext>
            </a:extLst>
          </p:cNvPr>
          <p:cNvCxnSpPr>
            <a:cxnSpLocks/>
          </p:cNvCxnSpPr>
          <p:nvPr/>
        </p:nvCxnSpPr>
        <p:spPr>
          <a:xfrm>
            <a:off x="5560809" y="6682897"/>
            <a:ext cx="329239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矩形 151">
            <a:extLst>
              <a:ext uri="{FF2B5EF4-FFF2-40B4-BE49-F238E27FC236}">
                <a16:creationId xmlns:a16="http://schemas.microsoft.com/office/drawing/2014/main" id="{6A23AF7D-D216-6986-32FF-1F72A7F83CEB}"/>
              </a:ext>
            </a:extLst>
          </p:cNvPr>
          <p:cNvSpPr/>
          <p:nvPr/>
        </p:nvSpPr>
        <p:spPr>
          <a:xfrm>
            <a:off x="6959027" y="4965707"/>
            <a:ext cx="6410339" cy="375584"/>
          </a:xfrm>
          <a:prstGeom prst="rect">
            <a:avLst/>
          </a:prstGeom>
          <a:solidFill>
            <a:srgbClr val="EAF9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en-US" altLang="zh-CN" sz="16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Disentangle Regularization</a:t>
            </a:r>
          </a:p>
        </p:txBody>
      </p:sp>
      <p:sp>
        <p:nvSpPr>
          <p:cNvPr id="153" name="箭头: 右 152">
            <a:extLst>
              <a:ext uri="{FF2B5EF4-FFF2-40B4-BE49-F238E27FC236}">
                <a16:creationId xmlns:a16="http://schemas.microsoft.com/office/drawing/2014/main" id="{0CCA553F-5724-6EE8-C6CB-979B155C4B2B}"/>
              </a:ext>
            </a:extLst>
          </p:cNvPr>
          <p:cNvSpPr/>
          <p:nvPr/>
        </p:nvSpPr>
        <p:spPr>
          <a:xfrm rot="10800000">
            <a:off x="9999110" y="7305251"/>
            <a:ext cx="323416" cy="205250"/>
          </a:xfrm>
          <a:prstGeom prst="rightArrow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箭头: 右 153">
            <a:extLst>
              <a:ext uri="{FF2B5EF4-FFF2-40B4-BE49-F238E27FC236}">
                <a16:creationId xmlns:a16="http://schemas.microsoft.com/office/drawing/2014/main" id="{7215F03D-BFC2-4542-51B1-EC05C2B1CE6E}"/>
              </a:ext>
            </a:extLst>
          </p:cNvPr>
          <p:cNvSpPr/>
          <p:nvPr/>
        </p:nvSpPr>
        <p:spPr>
          <a:xfrm>
            <a:off x="10925563" y="7292398"/>
            <a:ext cx="323416" cy="205250"/>
          </a:xfrm>
          <a:prstGeom prst="rightArrow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箭头: 右 154">
            <a:extLst>
              <a:ext uri="{FF2B5EF4-FFF2-40B4-BE49-F238E27FC236}">
                <a16:creationId xmlns:a16="http://schemas.microsoft.com/office/drawing/2014/main" id="{406FF3EE-E920-7C96-93D9-BB6CC071A08A}"/>
              </a:ext>
            </a:extLst>
          </p:cNvPr>
          <p:cNvSpPr/>
          <p:nvPr/>
        </p:nvSpPr>
        <p:spPr>
          <a:xfrm rot="10800000">
            <a:off x="9204159" y="7658084"/>
            <a:ext cx="323416" cy="205250"/>
          </a:xfrm>
          <a:prstGeom prst="rightArrow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箭头: 右 155">
            <a:extLst>
              <a:ext uri="{FF2B5EF4-FFF2-40B4-BE49-F238E27FC236}">
                <a16:creationId xmlns:a16="http://schemas.microsoft.com/office/drawing/2014/main" id="{1FCCAA22-7B37-5888-CD46-4C8FB9B859DF}"/>
              </a:ext>
            </a:extLst>
          </p:cNvPr>
          <p:cNvSpPr/>
          <p:nvPr/>
        </p:nvSpPr>
        <p:spPr>
          <a:xfrm rot="10800000">
            <a:off x="9206319" y="6970226"/>
            <a:ext cx="323416" cy="205250"/>
          </a:xfrm>
          <a:prstGeom prst="rightArrow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8" name="图片 157">
            <a:extLst>
              <a:ext uri="{FF2B5EF4-FFF2-40B4-BE49-F238E27FC236}">
                <a16:creationId xmlns:a16="http://schemas.microsoft.com/office/drawing/2014/main" id="{9E8E9A51-72E5-8C26-1DE2-95715627D9EF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78" t="16425" r="25062" b="35359"/>
          <a:stretch/>
        </p:blipFill>
        <p:spPr>
          <a:xfrm>
            <a:off x="11113480" y="2501247"/>
            <a:ext cx="540000" cy="540000"/>
          </a:xfrm>
          <a:prstGeom prst="rect">
            <a:avLst/>
          </a:prstGeom>
        </p:spPr>
      </p:pic>
      <p:pic>
        <p:nvPicPr>
          <p:cNvPr id="159" name="图片 158">
            <a:extLst>
              <a:ext uri="{FF2B5EF4-FFF2-40B4-BE49-F238E27FC236}">
                <a16:creationId xmlns:a16="http://schemas.microsoft.com/office/drawing/2014/main" id="{80CED53C-103C-54C6-97F2-6D73720686EA}"/>
              </a:ext>
            </a:extLst>
          </p:cNvPr>
          <p:cNvPicPr preferRelativeResize="0">
            <a:picLocks/>
          </p:cNvPicPr>
          <p:nvPr/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865" y="2492687"/>
            <a:ext cx="523345" cy="540000"/>
          </a:xfrm>
          <a:prstGeom prst="rect">
            <a:avLst/>
          </a:prstGeom>
        </p:spPr>
      </p:pic>
      <p:pic>
        <p:nvPicPr>
          <p:cNvPr id="160" name="图片 159">
            <a:extLst>
              <a:ext uri="{FF2B5EF4-FFF2-40B4-BE49-F238E27FC236}">
                <a16:creationId xmlns:a16="http://schemas.microsoft.com/office/drawing/2014/main" id="{EA46E12C-2085-1660-2470-54FEA7FA28E3}"/>
              </a:ext>
            </a:extLst>
          </p:cNvPr>
          <p:cNvPicPr preferRelativeResize="0">
            <a:picLocks/>
          </p:cNvPicPr>
          <p:nvPr/>
        </p:nvPicPr>
        <p:blipFill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45" y="2482740"/>
            <a:ext cx="540000" cy="540000"/>
          </a:xfrm>
          <a:prstGeom prst="rect">
            <a:avLst/>
          </a:prstGeom>
        </p:spPr>
      </p:pic>
      <p:pic>
        <p:nvPicPr>
          <p:cNvPr id="161" name="图片 160">
            <a:extLst>
              <a:ext uri="{FF2B5EF4-FFF2-40B4-BE49-F238E27FC236}">
                <a16:creationId xmlns:a16="http://schemas.microsoft.com/office/drawing/2014/main" id="{B50C1C9D-8B3F-C053-D8B5-4C30D94FCCC6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5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2"/>
          <a:stretch/>
        </p:blipFill>
        <p:spPr>
          <a:xfrm>
            <a:off x="12581407" y="2501247"/>
            <a:ext cx="510777" cy="540000"/>
          </a:xfrm>
          <a:prstGeom prst="rect">
            <a:avLst/>
          </a:prstGeom>
        </p:spPr>
      </p:pic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5E589F9F-86AD-EF5F-FF07-77E06CCF3CC4}"/>
              </a:ext>
            </a:extLst>
          </p:cNvPr>
          <p:cNvCxnSpPr>
            <a:cxnSpLocks/>
          </p:cNvCxnSpPr>
          <p:nvPr/>
        </p:nvCxnSpPr>
        <p:spPr>
          <a:xfrm>
            <a:off x="7627436" y="1668221"/>
            <a:ext cx="0" cy="3298388"/>
          </a:xfrm>
          <a:prstGeom prst="line">
            <a:avLst/>
          </a:prstGeom>
          <a:ln w="19050"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object 237">
            <a:extLst>
              <a:ext uri="{FF2B5EF4-FFF2-40B4-BE49-F238E27FC236}">
                <a16:creationId xmlns:a16="http://schemas.microsoft.com/office/drawing/2014/main" id="{BA60F202-95DD-2454-26AD-F1FA04E31248}"/>
              </a:ext>
            </a:extLst>
          </p:cNvPr>
          <p:cNvSpPr txBox="1"/>
          <p:nvPr/>
        </p:nvSpPr>
        <p:spPr>
          <a:xfrm>
            <a:off x="11873901" y="2936878"/>
            <a:ext cx="375401" cy="385127"/>
          </a:xfrm>
          <a:prstGeom prst="rect">
            <a:avLst/>
          </a:prstGeom>
        </p:spPr>
        <p:txBody>
          <a:bodyPr vert="horz" wrap="square" lIns="0" tIns="15642" rIns="0" bIns="0" rtlCol="0">
            <a:spAutoFit/>
          </a:bodyPr>
          <a:lstStyle/>
          <a:p>
            <a:pPr marL="12033">
              <a:spcBef>
                <a:spcPts val="123"/>
              </a:spcBef>
            </a:pPr>
            <a:r>
              <a:rPr sz="2400" b="1" spc="28" dirty="0">
                <a:latin typeface="Times New Roman"/>
                <a:cs typeface="Times New Roman"/>
              </a:rPr>
              <a:t>…</a:t>
            </a:r>
            <a:endParaRPr sz="2400" b="1" dirty="0">
              <a:latin typeface="Times New Roman"/>
              <a:cs typeface="Times New Roman"/>
            </a:endParaRPr>
          </a:p>
        </p:txBody>
      </p: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3290D1C4-E967-7EC2-882E-B15F6D452196}"/>
              </a:ext>
            </a:extLst>
          </p:cNvPr>
          <p:cNvGrpSpPr/>
          <p:nvPr/>
        </p:nvGrpSpPr>
        <p:grpSpPr>
          <a:xfrm rot="18827285">
            <a:off x="5008929" y="7613214"/>
            <a:ext cx="180000" cy="180000"/>
            <a:chOff x="4892460" y="2186404"/>
            <a:chExt cx="142638" cy="142638"/>
          </a:xfrm>
        </p:grpSpPr>
        <p:sp>
          <p:nvSpPr>
            <p:cNvPr id="165" name="椭圆 164">
              <a:extLst>
                <a:ext uri="{FF2B5EF4-FFF2-40B4-BE49-F238E27FC236}">
                  <a16:creationId xmlns:a16="http://schemas.microsoft.com/office/drawing/2014/main" id="{DFC5EC05-EC76-83C9-1E74-C3AA2E80F518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C0B50EA1-5FA5-6F8D-CAC8-BFFA07394FB2}"/>
                </a:ext>
              </a:extLst>
            </p:cNvPr>
            <p:cNvCxnSpPr>
              <a:stCxn id="165" idx="1"/>
              <a:endCxn id="165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54AA9A0E-723C-71BB-3582-6ABFE238B1B9}"/>
                </a:ext>
              </a:extLst>
            </p:cNvPr>
            <p:cNvCxnSpPr>
              <a:cxnSpLocks/>
              <a:stCxn id="165" idx="3"/>
              <a:endCxn id="165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8" name="直接连接符 167">
            <a:extLst>
              <a:ext uri="{FF2B5EF4-FFF2-40B4-BE49-F238E27FC236}">
                <a16:creationId xmlns:a16="http://schemas.microsoft.com/office/drawing/2014/main" id="{866D4CAA-6DF0-06FB-E7CB-0D66958E4FB6}"/>
              </a:ext>
            </a:extLst>
          </p:cNvPr>
          <p:cNvCxnSpPr>
            <a:cxnSpLocks/>
          </p:cNvCxnSpPr>
          <p:nvPr/>
        </p:nvCxnSpPr>
        <p:spPr>
          <a:xfrm flipV="1">
            <a:off x="584898" y="4941504"/>
            <a:ext cx="12797148" cy="41137"/>
          </a:xfrm>
          <a:prstGeom prst="line">
            <a:avLst/>
          </a:prstGeom>
          <a:ln w="19050"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31699E34-C454-CFDB-F2FE-72F602551CEB}"/>
              </a:ext>
            </a:extLst>
          </p:cNvPr>
          <p:cNvGrpSpPr/>
          <p:nvPr/>
        </p:nvGrpSpPr>
        <p:grpSpPr>
          <a:xfrm>
            <a:off x="1819697" y="7065676"/>
            <a:ext cx="180000" cy="180000"/>
            <a:chOff x="2860993" y="3897083"/>
            <a:chExt cx="135143" cy="135143"/>
          </a:xfrm>
        </p:grpSpPr>
        <p:sp>
          <p:nvSpPr>
            <p:cNvPr id="170" name="椭圆 169">
              <a:extLst>
                <a:ext uri="{FF2B5EF4-FFF2-40B4-BE49-F238E27FC236}">
                  <a16:creationId xmlns:a16="http://schemas.microsoft.com/office/drawing/2014/main" id="{BFC2FE03-CDF4-38D1-5538-05FFE0D9A48D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71" name="椭圆 170">
              <a:extLst>
                <a:ext uri="{FF2B5EF4-FFF2-40B4-BE49-F238E27FC236}">
                  <a16:creationId xmlns:a16="http://schemas.microsoft.com/office/drawing/2014/main" id="{6FD08B64-168E-E2AA-8D44-273306AFEF7C}"/>
                </a:ext>
              </a:extLst>
            </p:cNvPr>
            <p:cNvSpPr/>
            <p:nvPr/>
          </p:nvSpPr>
          <p:spPr>
            <a:xfrm>
              <a:off x="2899093" y="3935183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4281A777-E7E8-751A-C084-8472E78BC3E0}"/>
              </a:ext>
            </a:extLst>
          </p:cNvPr>
          <p:cNvGrpSpPr/>
          <p:nvPr/>
        </p:nvGrpSpPr>
        <p:grpSpPr>
          <a:xfrm>
            <a:off x="1819697" y="6139040"/>
            <a:ext cx="180000" cy="180000"/>
            <a:chOff x="2860993" y="3897083"/>
            <a:chExt cx="135143" cy="135143"/>
          </a:xfrm>
        </p:grpSpPr>
        <p:sp>
          <p:nvSpPr>
            <p:cNvPr id="173" name="椭圆 172">
              <a:extLst>
                <a:ext uri="{FF2B5EF4-FFF2-40B4-BE49-F238E27FC236}">
                  <a16:creationId xmlns:a16="http://schemas.microsoft.com/office/drawing/2014/main" id="{B51B14A7-8B7B-A8C6-0975-BB50BAEE8C55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74" name="椭圆 173">
              <a:extLst>
                <a:ext uri="{FF2B5EF4-FFF2-40B4-BE49-F238E27FC236}">
                  <a16:creationId xmlns:a16="http://schemas.microsoft.com/office/drawing/2014/main" id="{F0AD79CF-D7AC-FCDC-9878-2EF314F2786D}"/>
                </a:ext>
              </a:extLst>
            </p:cNvPr>
            <p:cNvSpPr/>
            <p:nvPr/>
          </p:nvSpPr>
          <p:spPr>
            <a:xfrm>
              <a:off x="2899093" y="3935183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cxnSp>
        <p:nvCxnSpPr>
          <p:cNvPr id="175" name="连接符: 肘形 174">
            <a:extLst>
              <a:ext uri="{FF2B5EF4-FFF2-40B4-BE49-F238E27FC236}">
                <a16:creationId xmlns:a16="http://schemas.microsoft.com/office/drawing/2014/main" id="{F6D138BD-369B-3E5E-AB7A-AEF54EA8E546}"/>
              </a:ext>
            </a:extLst>
          </p:cNvPr>
          <p:cNvCxnSpPr>
            <a:cxnSpLocks/>
            <a:stCxn id="173" idx="4"/>
          </p:cNvCxnSpPr>
          <p:nvPr/>
        </p:nvCxnSpPr>
        <p:spPr>
          <a:xfrm rot="5400000">
            <a:off x="1435590" y="6241339"/>
            <a:ext cx="396406" cy="551809"/>
          </a:xfrm>
          <a:prstGeom prst="bentConnector2">
            <a:avLst/>
          </a:prstGeom>
          <a:ln w="19050">
            <a:solidFill>
              <a:schemeClr val="accent5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连接符: 肘形 175">
            <a:extLst>
              <a:ext uri="{FF2B5EF4-FFF2-40B4-BE49-F238E27FC236}">
                <a16:creationId xmlns:a16="http://schemas.microsoft.com/office/drawing/2014/main" id="{A9EBC9E6-8064-D5EF-7B5E-31F65511D522}"/>
              </a:ext>
            </a:extLst>
          </p:cNvPr>
          <p:cNvCxnSpPr>
            <a:cxnSpLocks/>
            <a:stCxn id="173" idx="0"/>
          </p:cNvCxnSpPr>
          <p:nvPr/>
        </p:nvCxnSpPr>
        <p:spPr>
          <a:xfrm rot="16200000" flipV="1">
            <a:off x="1459728" y="5689071"/>
            <a:ext cx="335378" cy="564560"/>
          </a:xfrm>
          <a:prstGeom prst="bentConnector2">
            <a:avLst/>
          </a:prstGeom>
          <a:ln w="19050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7" name="组合 176">
            <a:extLst>
              <a:ext uri="{FF2B5EF4-FFF2-40B4-BE49-F238E27FC236}">
                <a16:creationId xmlns:a16="http://schemas.microsoft.com/office/drawing/2014/main" id="{16ACD933-D49C-E2CA-048B-6391FDA1BE48}"/>
              </a:ext>
            </a:extLst>
          </p:cNvPr>
          <p:cNvGrpSpPr/>
          <p:nvPr/>
        </p:nvGrpSpPr>
        <p:grpSpPr>
          <a:xfrm rot="18827285">
            <a:off x="2403864" y="6613006"/>
            <a:ext cx="180000" cy="180000"/>
            <a:chOff x="4892460" y="2186404"/>
            <a:chExt cx="142638" cy="142638"/>
          </a:xfrm>
        </p:grpSpPr>
        <p:sp>
          <p:nvSpPr>
            <p:cNvPr id="178" name="椭圆 177">
              <a:extLst>
                <a:ext uri="{FF2B5EF4-FFF2-40B4-BE49-F238E27FC236}">
                  <a16:creationId xmlns:a16="http://schemas.microsoft.com/office/drawing/2014/main" id="{28BAC8CF-1FFE-F89C-BAD6-D27E5191234C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AABDB45C-9FB4-2795-2E63-1E7688EBCDA3}"/>
                </a:ext>
              </a:extLst>
            </p:cNvPr>
            <p:cNvCxnSpPr>
              <a:stCxn id="178" idx="1"/>
              <a:endCxn id="178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C8D6723E-2040-6E89-2356-3DB8FBC811BF}"/>
                </a:ext>
              </a:extLst>
            </p:cNvPr>
            <p:cNvCxnSpPr>
              <a:cxnSpLocks/>
              <a:stCxn id="178" idx="3"/>
              <a:endCxn id="178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1" name="连接符: 肘形 180">
            <a:extLst>
              <a:ext uri="{FF2B5EF4-FFF2-40B4-BE49-F238E27FC236}">
                <a16:creationId xmlns:a16="http://schemas.microsoft.com/office/drawing/2014/main" id="{64F2A20E-AD24-A160-E809-26C026008B29}"/>
              </a:ext>
            </a:extLst>
          </p:cNvPr>
          <p:cNvCxnSpPr>
            <a:cxnSpLocks/>
            <a:stCxn id="178" idx="7"/>
            <a:endCxn id="173" idx="6"/>
          </p:cNvCxnSpPr>
          <p:nvPr/>
        </p:nvCxnSpPr>
        <p:spPr>
          <a:xfrm rot="10800000">
            <a:off x="1999698" y="6229040"/>
            <a:ext cx="492263" cy="383986"/>
          </a:xfrm>
          <a:prstGeom prst="bentConnector3">
            <a:avLst>
              <a:gd name="adj1" fmla="val 337"/>
            </a:avLst>
          </a:prstGeom>
          <a:ln w="19050">
            <a:solidFill>
              <a:schemeClr val="accent5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连接符: 肘形 181">
            <a:extLst>
              <a:ext uri="{FF2B5EF4-FFF2-40B4-BE49-F238E27FC236}">
                <a16:creationId xmlns:a16="http://schemas.microsoft.com/office/drawing/2014/main" id="{D6BF5B1D-B97A-1ECF-EA61-0B1EA4C36752}"/>
              </a:ext>
            </a:extLst>
          </p:cNvPr>
          <p:cNvCxnSpPr>
            <a:cxnSpLocks/>
            <a:stCxn id="178" idx="3"/>
            <a:endCxn id="170" idx="6"/>
          </p:cNvCxnSpPr>
          <p:nvPr/>
        </p:nvCxnSpPr>
        <p:spPr>
          <a:xfrm flipH="1">
            <a:off x="1999697" y="6792986"/>
            <a:ext cx="496071" cy="362690"/>
          </a:xfrm>
          <a:prstGeom prst="bentConnector3">
            <a:avLst>
              <a:gd name="adj1" fmla="val -478"/>
            </a:avLst>
          </a:prstGeom>
          <a:ln w="19050">
            <a:solidFill>
              <a:schemeClr val="accent5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3" name="组合 182">
            <a:extLst>
              <a:ext uri="{FF2B5EF4-FFF2-40B4-BE49-F238E27FC236}">
                <a16:creationId xmlns:a16="http://schemas.microsoft.com/office/drawing/2014/main" id="{72ED38BB-4161-6BDC-EAD9-9F40D92243F9}"/>
              </a:ext>
            </a:extLst>
          </p:cNvPr>
          <p:cNvGrpSpPr/>
          <p:nvPr/>
        </p:nvGrpSpPr>
        <p:grpSpPr>
          <a:xfrm rot="18827285">
            <a:off x="2897515" y="6610256"/>
            <a:ext cx="180000" cy="180000"/>
            <a:chOff x="4892460" y="2186404"/>
            <a:chExt cx="142638" cy="142638"/>
          </a:xfrm>
        </p:grpSpPr>
        <p:sp>
          <p:nvSpPr>
            <p:cNvPr id="184" name="椭圆 183">
              <a:extLst>
                <a:ext uri="{FF2B5EF4-FFF2-40B4-BE49-F238E27FC236}">
                  <a16:creationId xmlns:a16="http://schemas.microsoft.com/office/drawing/2014/main" id="{3CAC9ECA-21E9-55E7-DF88-57C9288653AA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CE4848A6-3448-BF67-AAE5-8BB451D386E4}"/>
                </a:ext>
              </a:extLst>
            </p:cNvPr>
            <p:cNvCxnSpPr>
              <a:cxnSpLocks/>
              <a:stCxn id="184" idx="1"/>
              <a:endCxn id="184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>
              <a:extLst>
                <a:ext uri="{FF2B5EF4-FFF2-40B4-BE49-F238E27FC236}">
                  <a16:creationId xmlns:a16="http://schemas.microsoft.com/office/drawing/2014/main" id="{7687DF7F-D306-ADCE-E876-2DF85CF89573}"/>
                </a:ext>
              </a:extLst>
            </p:cNvPr>
            <p:cNvCxnSpPr>
              <a:cxnSpLocks/>
              <a:stCxn id="184" idx="3"/>
              <a:endCxn id="184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4CB9D566-2094-7194-7189-ED48A37FFAE5}"/>
              </a:ext>
            </a:extLst>
          </p:cNvPr>
          <p:cNvGrpSpPr/>
          <p:nvPr/>
        </p:nvGrpSpPr>
        <p:grpSpPr>
          <a:xfrm>
            <a:off x="4442919" y="6589352"/>
            <a:ext cx="179190" cy="204100"/>
            <a:chOff x="4170925" y="7389322"/>
            <a:chExt cx="179190" cy="204100"/>
          </a:xfrm>
        </p:grpSpPr>
        <p:sp>
          <p:nvSpPr>
            <p:cNvPr id="188" name="椭圆 187">
              <a:extLst>
                <a:ext uri="{FF2B5EF4-FFF2-40B4-BE49-F238E27FC236}">
                  <a16:creationId xmlns:a16="http://schemas.microsoft.com/office/drawing/2014/main" id="{DFB08C52-0A4B-D87C-1D55-1A0D3A1AC4AE}"/>
                </a:ext>
              </a:extLst>
            </p:cNvPr>
            <p:cNvSpPr/>
            <p:nvPr/>
          </p:nvSpPr>
          <p:spPr>
            <a:xfrm>
              <a:off x="4170925" y="7408261"/>
              <a:ext cx="179190" cy="17919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189" name="object 343">
              <a:extLst>
                <a:ext uri="{FF2B5EF4-FFF2-40B4-BE49-F238E27FC236}">
                  <a16:creationId xmlns:a16="http://schemas.microsoft.com/office/drawing/2014/main" id="{AD54E6D5-1602-5873-9C03-D7CE9721BF09}"/>
                </a:ext>
              </a:extLst>
            </p:cNvPr>
            <p:cNvSpPr txBox="1"/>
            <p:nvPr/>
          </p:nvSpPr>
          <p:spPr>
            <a:xfrm>
              <a:off x="4196563" y="7389322"/>
              <a:ext cx="133010" cy="204100"/>
            </a:xfrm>
            <a:prstGeom prst="rect">
              <a:avLst/>
            </a:prstGeom>
          </p:spPr>
          <p:txBody>
            <a:bodyPr vert="horz" wrap="square" lIns="0" tIns="19246" rIns="0" bIns="0" rtlCol="0">
              <a:spAutoFit/>
            </a:bodyPr>
            <a:lstStyle/>
            <a:p>
              <a:pPr marL="18330">
                <a:spcBef>
                  <a:spcPts val="152"/>
                </a:spcBef>
              </a:pPr>
              <a:r>
                <a:rPr lang="el-GR" sz="1200" b="1" spc="461" dirty="0">
                  <a:latin typeface="Cambria"/>
                  <a:cs typeface="Cambria"/>
                </a:rPr>
                <a:t>Σ</a:t>
              </a:r>
              <a:endParaRPr sz="948" b="1" dirty="0">
                <a:latin typeface="Cambria"/>
                <a:cs typeface="Cambria"/>
              </a:endParaRPr>
            </a:p>
          </p:txBody>
        </p:sp>
      </p:grp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B492A216-0F99-E677-F770-23B689E38C70}"/>
              </a:ext>
            </a:extLst>
          </p:cNvPr>
          <p:cNvCxnSpPr>
            <a:cxnSpLocks/>
            <a:endCxn id="188" idx="2"/>
          </p:cNvCxnSpPr>
          <p:nvPr/>
        </p:nvCxnSpPr>
        <p:spPr>
          <a:xfrm>
            <a:off x="3987590" y="6697757"/>
            <a:ext cx="455329" cy="131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文本框 190">
                <a:extLst>
                  <a:ext uri="{FF2B5EF4-FFF2-40B4-BE49-F238E27FC236}">
                    <a16:creationId xmlns:a16="http://schemas.microsoft.com/office/drawing/2014/main" id="{F8C42AA0-7D32-47BD-1926-33A9B1977A00}"/>
                  </a:ext>
                </a:extLst>
              </p:cNvPr>
              <p:cNvSpPr txBox="1"/>
              <p:nvPr/>
            </p:nvSpPr>
            <p:spPr>
              <a:xfrm>
                <a:off x="3037395" y="5723822"/>
                <a:ext cx="108494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1" name="文本框 190">
                <a:extLst>
                  <a:ext uri="{FF2B5EF4-FFF2-40B4-BE49-F238E27FC236}">
                    <a16:creationId xmlns:a16="http://schemas.microsoft.com/office/drawing/2014/main" id="{F8C42AA0-7D32-47BD-1926-33A9B1977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395" y="5723822"/>
                <a:ext cx="1084947" cy="215444"/>
              </a:xfrm>
              <a:prstGeom prst="rect">
                <a:avLst/>
              </a:prstGeom>
              <a:blipFill>
                <a:blip r:embed="rId27"/>
                <a:stretch>
                  <a:fillRect l="-2809" r="-5056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2" name="文本框 191">
            <a:extLst>
              <a:ext uri="{FF2B5EF4-FFF2-40B4-BE49-F238E27FC236}">
                <a16:creationId xmlns:a16="http://schemas.microsoft.com/office/drawing/2014/main" id="{59630D4F-3730-063F-0A42-1823BA9EF856}"/>
              </a:ext>
            </a:extLst>
          </p:cNvPr>
          <p:cNvSpPr txBox="1"/>
          <p:nvPr/>
        </p:nvSpPr>
        <p:spPr>
          <a:xfrm>
            <a:off x="3316124" y="4549615"/>
            <a:ext cx="94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A298C62C-952A-1A14-119E-2F346273C099}"/>
              </a:ext>
            </a:extLst>
          </p:cNvPr>
          <p:cNvGrpSpPr/>
          <p:nvPr/>
        </p:nvGrpSpPr>
        <p:grpSpPr>
          <a:xfrm>
            <a:off x="4148048" y="5512826"/>
            <a:ext cx="764819" cy="499923"/>
            <a:chOff x="5738984" y="9176560"/>
            <a:chExt cx="764819" cy="499923"/>
          </a:xfrm>
        </p:grpSpPr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36FD1AD1-06DD-A81A-9107-8DAA3F6F333A}"/>
                </a:ext>
              </a:extLst>
            </p:cNvPr>
            <p:cNvSpPr/>
            <p:nvPr/>
          </p:nvSpPr>
          <p:spPr>
            <a:xfrm>
              <a:off x="5738984" y="9383644"/>
              <a:ext cx="120401" cy="29283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矩形 194">
              <a:extLst>
                <a:ext uri="{FF2B5EF4-FFF2-40B4-BE49-F238E27FC236}">
                  <a16:creationId xmlns:a16="http://schemas.microsoft.com/office/drawing/2014/main" id="{077BE6BC-66DE-7E65-B409-C8A66B03F750}"/>
                </a:ext>
              </a:extLst>
            </p:cNvPr>
            <p:cNvSpPr/>
            <p:nvPr/>
          </p:nvSpPr>
          <p:spPr>
            <a:xfrm>
              <a:off x="6383402" y="9526877"/>
              <a:ext cx="120401" cy="14960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矩形 195">
              <a:extLst>
                <a:ext uri="{FF2B5EF4-FFF2-40B4-BE49-F238E27FC236}">
                  <a16:creationId xmlns:a16="http://schemas.microsoft.com/office/drawing/2014/main" id="{F3F554BB-E79C-B569-1178-1D7F476539A4}"/>
                </a:ext>
              </a:extLst>
            </p:cNvPr>
            <p:cNvSpPr/>
            <p:nvPr/>
          </p:nvSpPr>
          <p:spPr>
            <a:xfrm>
              <a:off x="5900088" y="9176560"/>
              <a:ext cx="120401" cy="49992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矩形 196">
              <a:extLst>
                <a:ext uri="{FF2B5EF4-FFF2-40B4-BE49-F238E27FC236}">
                  <a16:creationId xmlns:a16="http://schemas.microsoft.com/office/drawing/2014/main" id="{A6FB17EA-06A0-BAF5-E5D3-EDFF3E7E9408}"/>
                </a:ext>
              </a:extLst>
            </p:cNvPr>
            <p:cNvSpPr/>
            <p:nvPr/>
          </p:nvSpPr>
          <p:spPr>
            <a:xfrm>
              <a:off x="6061192" y="9347230"/>
              <a:ext cx="120401" cy="32925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286B7A6C-05F3-2D32-1A5A-FE6C608BB73E}"/>
                </a:ext>
              </a:extLst>
            </p:cNvPr>
            <p:cNvSpPr/>
            <p:nvPr/>
          </p:nvSpPr>
          <p:spPr>
            <a:xfrm>
              <a:off x="6222297" y="9247717"/>
              <a:ext cx="120401" cy="42876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99" name="直接连接符 198">
            <a:extLst>
              <a:ext uri="{FF2B5EF4-FFF2-40B4-BE49-F238E27FC236}">
                <a16:creationId xmlns:a16="http://schemas.microsoft.com/office/drawing/2014/main" id="{A646386C-5C1B-737D-3623-0FF88C9DEC55}"/>
              </a:ext>
            </a:extLst>
          </p:cNvPr>
          <p:cNvCxnSpPr>
            <a:cxnSpLocks/>
          </p:cNvCxnSpPr>
          <p:nvPr/>
        </p:nvCxnSpPr>
        <p:spPr>
          <a:xfrm>
            <a:off x="9516106" y="3396731"/>
            <a:ext cx="3592221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0" name="组合 199">
            <a:extLst>
              <a:ext uri="{FF2B5EF4-FFF2-40B4-BE49-F238E27FC236}">
                <a16:creationId xmlns:a16="http://schemas.microsoft.com/office/drawing/2014/main" id="{2280D1FD-2072-C2A6-2220-B12743BA7F48}"/>
              </a:ext>
            </a:extLst>
          </p:cNvPr>
          <p:cNvGrpSpPr/>
          <p:nvPr/>
        </p:nvGrpSpPr>
        <p:grpSpPr>
          <a:xfrm>
            <a:off x="10388190" y="3521164"/>
            <a:ext cx="428753" cy="540000"/>
            <a:chOff x="10514002" y="3655404"/>
            <a:chExt cx="428753" cy="540000"/>
          </a:xfrm>
        </p:grpSpPr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C9B0BB88-A29B-CD13-02FF-D84F1F741C5E}"/>
                </a:ext>
              </a:extLst>
            </p:cNvPr>
            <p:cNvSpPr/>
            <p:nvPr/>
          </p:nvSpPr>
          <p:spPr>
            <a:xfrm>
              <a:off x="10514002" y="3655404"/>
              <a:ext cx="428753" cy="54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矩形 201">
              <a:extLst>
                <a:ext uri="{FF2B5EF4-FFF2-40B4-BE49-F238E27FC236}">
                  <a16:creationId xmlns:a16="http://schemas.microsoft.com/office/drawing/2014/main" id="{E69C35B9-A666-254E-ACD9-35EBC052AB10}"/>
                </a:ext>
              </a:extLst>
            </p:cNvPr>
            <p:cNvSpPr/>
            <p:nvPr/>
          </p:nvSpPr>
          <p:spPr>
            <a:xfrm>
              <a:off x="10770846" y="3790764"/>
              <a:ext cx="86400" cy="45719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76FE45D6-5F46-3645-4FBF-809BB6A13C6A}"/>
                </a:ext>
              </a:extLst>
            </p:cNvPr>
            <p:cNvSpPr/>
            <p:nvPr/>
          </p:nvSpPr>
          <p:spPr>
            <a:xfrm>
              <a:off x="10770846" y="3880613"/>
              <a:ext cx="86400" cy="45719"/>
            </a:xfrm>
            <a:prstGeom prst="rect">
              <a:avLst/>
            </a:prstGeom>
            <a:solidFill>
              <a:srgbClr val="66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188C7A59-8E9C-4AB7-D505-54BECFD2418D}"/>
                </a:ext>
              </a:extLst>
            </p:cNvPr>
            <p:cNvSpPr/>
            <p:nvPr/>
          </p:nvSpPr>
          <p:spPr>
            <a:xfrm>
              <a:off x="10599526" y="3790764"/>
              <a:ext cx="86400" cy="4571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id="{96FC968E-3BEA-DF39-4A5F-90086C54FF3C}"/>
                </a:ext>
              </a:extLst>
            </p:cNvPr>
            <p:cNvSpPr/>
            <p:nvPr/>
          </p:nvSpPr>
          <p:spPr>
            <a:xfrm>
              <a:off x="10856355" y="3837501"/>
              <a:ext cx="86400" cy="45719"/>
            </a:xfrm>
            <a:prstGeom prst="rect">
              <a:avLst/>
            </a:prstGeom>
            <a:solidFill>
              <a:srgbClr val="66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矩形 205">
              <a:extLst>
                <a:ext uri="{FF2B5EF4-FFF2-40B4-BE49-F238E27FC236}">
                  <a16:creationId xmlns:a16="http://schemas.microsoft.com/office/drawing/2014/main" id="{8E671606-8810-047F-AD83-22304188C90E}"/>
                </a:ext>
              </a:extLst>
            </p:cNvPr>
            <p:cNvSpPr/>
            <p:nvPr/>
          </p:nvSpPr>
          <p:spPr>
            <a:xfrm>
              <a:off x="10599526" y="3836056"/>
              <a:ext cx="86400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E73D6BCD-528E-C4BF-286E-4401526A0953}"/>
                </a:ext>
              </a:extLst>
            </p:cNvPr>
            <p:cNvSpPr/>
            <p:nvPr/>
          </p:nvSpPr>
          <p:spPr>
            <a:xfrm>
              <a:off x="10685035" y="3790764"/>
              <a:ext cx="86400" cy="45719"/>
            </a:xfrm>
            <a:prstGeom prst="rect">
              <a:avLst/>
            </a:prstGeom>
            <a:solidFill>
              <a:srgbClr val="66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矩形 207">
              <a:extLst>
                <a:ext uri="{FF2B5EF4-FFF2-40B4-BE49-F238E27FC236}">
                  <a16:creationId xmlns:a16="http://schemas.microsoft.com/office/drawing/2014/main" id="{A8EB83A1-BE65-9176-66F2-61007B343937}"/>
                </a:ext>
              </a:extLst>
            </p:cNvPr>
            <p:cNvSpPr/>
            <p:nvPr/>
          </p:nvSpPr>
          <p:spPr>
            <a:xfrm>
              <a:off x="10770846" y="3836056"/>
              <a:ext cx="86400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矩形 208">
              <a:extLst>
                <a:ext uri="{FF2B5EF4-FFF2-40B4-BE49-F238E27FC236}">
                  <a16:creationId xmlns:a16="http://schemas.microsoft.com/office/drawing/2014/main" id="{8A5D8CA0-72C4-5E4A-45E9-D7790B33BE89}"/>
                </a:ext>
              </a:extLst>
            </p:cNvPr>
            <p:cNvSpPr/>
            <p:nvPr/>
          </p:nvSpPr>
          <p:spPr>
            <a:xfrm>
              <a:off x="10599526" y="3880613"/>
              <a:ext cx="86400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2237DDFB-C9F5-E1E7-A113-D1494B2A3071}"/>
                </a:ext>
              </a:extLst>
            </p:cNvPr>
            <p:cNvSpPr/>
            <p:nvPr/>
          </p:nvSpPr>
          <p:spPr>
            <a:xfrm>
              <a:off x="10685035" y="3836056"/>
              <a:ext cx="86400" cy="457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1" name="矩形 210">
              <a:extLst>
                <a:ext uri="{FF2B5EF4-FFF2-40B4-BE49-F238E27FC236}">
                  <a16:creationId xmlns:a16="http://schemas.microsoft.com/office/drawing/2014/main" id="{8547A925-A003-26DF-6F4E-18EA25818927}"/>
                </a:ext>
              </a:extLst>
            </p:cNvPr>
            <p:cNvSpPr/>
            <p:nvPr/>
          </p:nvSpPr>
          <p:spPr>
            <a:xfrm>
              <a:off x="10685035" y="3880613"/>
              <a:ext cx="86400" cy="45719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矩形 211">
              <a:extLst>
                <a:ext uri="{FF2B5EF4-FFF2-40B4-BE49-F238E27FC236}">
                  <a16:creationId xmlns:a16="http://schemas.microsoft.com/office/drawing/2014/main" id="{0BC8BC52-9D48-7C29-6829-76EB522935E6}"/>
                </a:ext>
              </a:extLst>
            </p:cNvPr>
            <p:cNvSpPr/>
            <p:nvPr/>
          </p:nvSpPr>
          <p:spPr>
            <a:xfrm>
              <a:off x="10685560" y="3926276"/>
              <a:ext cx="86400" cy="45719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矩形 212">
              <a:extLst>
                <a:ext uri="{FF2B5EF4-FFF2-40B4-BE49-F238E27FC236}">
                  <a16:creationId xmlns:a16="http://schemas.microsoft.com/office/drawing/2014/main" id="{90CE6094-8807-2A73-3ECE-752DF4B9CAD6}"/>
                </a:ext>
              </a:extLst>
            </p:cNvPr>
            <p:cNvSpPr/>
            <p:nvPr/>
          </p:nvSpPr>
          <p:spPr>
            <a:xfrm>
              <a:off x="10770846" y="3926276"/>
              <a:ext cx="86400" cy="457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矩形 213">
              <a:extLst>
                <a:ext uri="{FF2B5EF4-FFF2-40B4-BE49-F238E27FC236}">
                  <a16:creationId xmlns:a16="http://schemas.microsoft.com/office/drawing/2014/main" id="{1C2FD926-7A77-C6AF-6A18-6D69EA97297F}"/>
                </a:ext>
              </a:extLst>
            </p:cNvPr>
            <p:cNvSpPr/>
            <p:nvPr/>
          </p:nvSpPr>
          <p:spPr>
            <a:xfrm>
              <a:off x="10599087" y="3926276"/>
              <a:ext cx="86400" cy="4571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矩形 214">
              <a:extLst>
                <a:ext uri="{FF2B5EF4-FFF2-40B4-BE49-F238E27FC236}">
                  <a16:creationId xmlns:a16="http://schemas.microsoft.com/office/drawing/2014/main" id="{E245E6AB-A61D-38F6-58DF-D602B5E547C1}"/>
                </a:ext>
              </a:extLst>
            </p:cNvPr>
            <p:cNvSpPr/>
            <p:nvPr/>
          </p:nvSpPr>
          <p:spPr>
            <a:xfrm>
              <a:off x="10599544" y="3970591"/>
              <a:ext cx="86400" cy="4571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6" name="组合 215">
            <a:extLst>
              <a:ext uri="{FF2B5EF4-FFF2-40B4-BE49-F238E27FC236}">
                <a16:creationId xmlns:a16="http://schemas.microsoft.com/office/drawing/2014/main" id="{27083A6F-87C9-64C8-9143-8BAD17725333}"/>
              </a:ext>
            </a:extLst>
          </p:cNvPr>
          <p:cNvGrpSpPr/>
          <p:nvPr/>
        </p:nvGrpSpPr>
        <p:grpSpPr>
          <a:xfrm>
            <a:off x="11103275" y="3523581"/>
            <a:ext cx="428753" cy="540000"/>
            <a:chOff x="11229087" y="3657821"/>
            <a:chExt cx="428753" cy="540000"/>
          </a:xfrm>
        </p:grpSpPr>
        <p:sp>
          <p:nvSpPr>
            <p:cNvPr id="217" name="矩形 216">
              <a:extLst>
                <a:ext uri="{FF2B5EF4-FFF2-40B4-BE49-F238E27FC236}">
                  <a16:creationId xmlns:a16="http://schemas.microsoft.com/office/drawing/2014/main" id="{BCE8DD11-BB02-B103-9CDD-AE395EB15A53}"/>
                </a:ext>
              </a:extLst>
            </p:cNvPr>
            <p:cNvSpPr/>
            <p:nvPr/>
          </p:nvSpPr>
          <p:spPr>
            <a:xfrm>
              <a:off x="11229087" y="3657821"/>
              <a:ext cx="428753" cy="54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矩形 217">
              <a:extLst>
                <a:ext uri="{FF2B5EF4-FFF2-40B4-BE49-F238E27FC236}">
                  <a16:creationId xmlns:a16="http://schemas.microsoft.com/office/drawing/2014/main" id="{B81C111F-F06F-C7FA-5B31-0525269272B1}"/>
                </a:ext>
              </a:extLst>
            </p:cNvPr>
            <p:cNvSpPr/>
            <p:nvPr/>
          </p:nvSpPr>
          <p:spPr>
            <a:xfrm>
              <a:off x="11485931" y="3793181"/>
              <a:ext cx="86400" cy="45719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484E0EA8-8CCB-A925-D198-C0D2CAB1C902}"/>
                </a:ext>
              </a:extLst>
            </p:cNvPr>
            <p:cNvSpPr/>
            <p:nvPr/>
          </p:nvSpPr>
          <p:spPr>
            <a:xfrm>
              <a:off x="11485931" y="3883030"/>
              <a:ext cx="86400" cy="45719"/>
            </a:xfrm>
            <a:prstGeom prst="rect">
              <a:avLst/>
            </a:prstGeom>
            <a:solidFill>
              <a:srgbClr val="66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" name="矩形 219">
              <a:extLst>
                <a:ext uri="{FF2B5EF4-FFF2-40B4-BE49-F238E27FC236}">
                  <a16:creationId xmlns:a16="http://schemas.microsoft.com/office/drawing/2014/main" id="{279265EA-2397-1DAE-8350-B32AEFBDB948}"/>
                </a:ext>
              </a:extLst>
            </p:cNvPr>
            <p:cNvSpPr/>
            <p:nvPr/>
          </p:nvSpPr>
          <p:spPr>
            <a:xfrm>
              <a:off x="11314611" y="3793181"/>
              <a:ext cx="86400" cy="45719"/>
            </a:xfrm>
            <a:prstGeom prst="rect">
              <a:avLst/>
            </a:prstGeom>
            <a:solidFill>
              <a:srgbClr val="CCFF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4BE2215A-FE9D-C568-FF4B-517C2B2FD1CC}"/>
                </a:ext>
              </a:extLst>
            </p:cNvPr>
            <p:cNvSpPr/>
            <p:nvPr/>
          </p:nvSpPr>
          <p:spPr>
            <a:xfrm>
              <a:off x="11314611" y="3838473"/>
              <a:ext cx="86400" cy="4571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" name="矩形 221">
              <a:extLst>
                <a:ext uri="{FF2B5EF4-FFF2-40B4-BE49-F238E27FC236}">
                  <a16:creationId xmlns:a16="http://schemas.microsoft.com/office/drawing/2014/main" id="{B7098DB0-1AD9-2946-D834-912B8D720C97}"/>
                </a:ext>
              </a:extLst>
            </p:cNvPr>
            <p:cNvSpPr/>
            <p:nvPr/>
          </p:nvSpPr>
          <p:spPr>
            <a:xfrm>
              <a:off x="11400120" y="3793181"/>
              <a:ext cx="86400" cy="45719"/>
            </a:xfrm>
            <a:prstGeom prst="rect">
              <a:avLst/>
            </a:prstGeom>
            <a:solidFill>
              <a:srgbClr val="66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F9FA0A2F-EFF2-2886-34CE-B567A17BA10A}"/>
                </a:ext>
              </a:extLst>
            </p:cNvPr>
            <p:cNvSpPr/>
            <p:nvPr/>
          </p:nvSpPr>
          <p:spPr>
            <a:xfrm>
              <a:off x="11485931" y="3838473"/>
              <a:ext cx="86400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4" name="矩形 223">
              <a:extLst>
                <a:ext uri="{FF2B5EF4-FFF2-40B4-BE49-F238E27FC236}">
                  <a16:creationId xmlns:a16="http://schemas.microsoft.com/office/drawing/2014/main" id="{047498BD-6388-A073-27D8-19EFEFA2A9AA}"/>
                </a:ext>
              </a:extLst>
            </p:cNvPr>
            <p:cNvSpPr/>
            <p:nvPr/>
          </p:nvSpPr>
          <p:spPr>
            <a:xfrm>
              <a:off x="11314611" y="3883030"/>
              <a:ext cx="86400" cy="45719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" name="矩形 224">
              <a:extLst>
                <a:ext uri="{FF2B5EF4-FFF2-40B4-BE49-F238E27FC236}">
                  <a16:creationId xmlns:a16="http://schemas.microsoft.com/office/drawing/2014/main" id="{287075CC-5CED-503A-CFBA-868CACCD96C2}"/>
                </a:ext>
              </a:extLst>
            </p:cNvPr>
            <p:cNvSpPr/>
            <p:nvPr/>
          </p:nvSpPr>
          <p:spPr>
            <a:xfrm>
              <a:off x="11400120" y="3838473"/>
              <a:ext cx="86400" cy="457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C8D6FAE0-878C-3F09-3592-994A44406F3B}"/>
                </a:ext>
              </a:extLst>
            </p:cNvPr>
            <p:cNvSpPr/>
            <p:nvPr/>
          </p:nvSpPr>
          <p:spPr>
            <a:xfrm>
              <a:off x="11400120" y="3883030"/>
              <a:ext cx="86400" cy="45719"/>
            </a:xfrm>
            <a:prstGeom prst="rect">
              <a:avLst/>
            </a:prstGeom>
            <a:solidFill>
              <a:srgbClr val="99FF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7" name="矩形 226">
              <a:extLst>
                <a:ext uri="{FF2B5EF4-FFF2-40B4-BE49-F238E27FC236}">
                  <a16:creationId xmlns:a16="http://schemas.microsoft.com/office/drawing/2014/main" id="{F1D93292-A0AD-7669-AEC8-A06CF0708015}"/>
                </a:ext>
              </a:extLst>
            </p:cNvPr>
            <p:cNvSpPr/>
            <p:nvPr/>
          </p:nvSpPr>
          <p:spPr>
            <a:xfrm>
              <a:off x="11400645" y="3928693"/>
              <a:ext cx="86400" cy="45719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矩形 227">
              <a:extLst>
                <a:ext uri="{FF2B5EF4-FFF2-40B4-BE49-F238E27FC236}">
                  <a16:creationId xmlns:a16="http://schemas.microsoft.com/office/drawing/2014/main" id="{A08AC9F3-4091-8EA3-96A9-E7C135A19297}"/>
                </a:ext>
              </a:extLst>
            </p:cNvPr>
            <p:cNvSpPr/>
            <p:nvPr/>
          </p:nvSpPr>
          <p:spPr>
            <a:xfrm>
              <a:off x="11485931" y="3928693"/>
              <a:ext cx="86400" cy="45719"/>
            </a:xfrm>
            <a:prstGeom prst="rect">
              <a:avLst/>
            </a:prstGeom>
            <a:solidFill>
              <a:srgbClr val="00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6869BBA0-89A1-E82A-0733-E4C7FD85643E}"/>
                </a:ext>
              </a:extLst>
            </p:cNvPr>
            <p:cNvSpPr/>
            <p:nvPr/>
          </p:nvSpPr>
          <p:spPr>
            <a:xfrm>
              <a:off x="11314172" y="3928693"/>
              <a:ext cx="86400" cy="4571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矩形 229">
              <a:extLst>
                <a:ext uri="{FF2B5EF4-FFF2-40B4-BE49-F238E27FC236}">
                  <a16:creationId xmlns:a16="http://schemas.microsoft.com/office/drawing/2014/main" id="{99BFB5C0-23A5-FA7E-0F54-3AA5EAC5B1D8}"/>
                </a:ext>
              </a:extLst>
            </p:cNvPr>
            <p:cNvSpPr/>
            <p:nvPr/>
          </p:nvSpPr>
          <p:spPr>
            <a:xfrm>
              <a:off x="11314629" y="3973008"/>
              <a:ext cx="86400" cy="4571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矩形 230">
              <a:extLst>
                <a:ext uri="{FF2B5EF4-FFF2-40B4-BE49-F238E27FC236}">
                  <a16:creationId xmlns:a16="http://schemas.microsoft.com/office/drawing/2014/main" id="{69A5E3FD-0D7E-A04F-D201-0119FA4F9F9A}"/>
                </a:ext>
              </a:extLst>
            </p:cNvPr>
            <p:cNvSpPr/>
            <p:nvPr/>
          </p:nvSpPr>
          <p:spPr>
            <a:xfrm>
              <a:off x="11571421" y="3886294"/>
              <a:ext cx="86400" cy="45719"/>
            </a:xfrm>
            <a:prstGeom prst="rect">
              <a:avLst/>
            </a:prstGeom>
            <a:solidFill>
              <a:srgbClr val="00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矩形 231">
              <a:extLst>
                <a:ext uri="{FF2B5EF4-FFF2-40B4-BE49-F238E27FC236}">
                  <a16:creationId xmlns:a16="http://schemas.microsoft.com/office/drawing/2014/main" id="{474A1B69-D0CF-7B1F-A6E7-901B29A32DE5}"/>
                </a:ext>
              </a:extLst>
            </p:cNvPr>
            <p:cNvSpPr/>
            <p:nvPr/>
          </p:nvSpPr>
          <p:spPr>
            <a:xfrm>
              <a:off x="11569520" y="3931037"/>
              <a:ext cx="86400" cy="45719"/>
            </a:xfrm>
            <a:prstGeom prst="rect">
              <a:avLst/>
            </a:prstGeom>
            <a:solidFill>
              <a:srgbClr val="00C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矩形 232">
              <a:extLst>
                <a:ext uri="{FF2B5EF4-FFF2-40B4-BE49-F238E27FC236}">
                  <a16:creationId xmlns:a16="http://schemas.microsoft.com/office/drawing/2014/main" id="{A8A353FE-F42D-7728-FACE-A20CE14FAF45}"/>
                </a:ext>
              </a:extLst>
            </p:cNvPr>
            <p:cNvSpPr/>
            <p:nvPr/>
          </p:nvSpPr>
          <p:spPr>
            <a:xfrm>
              <a:off x="11569501" y="3975825"/>
              <a:ext cx="86400" cy="4571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4" name="矩形 233">
              <a:extLst>
                <a:ext uri="{FF2B5EF4-FFF2-40B4-BE49-F238E27FC236}">
                  <a16:creationId xmlns:a16="http://schemas.microsoft.com/office/drawing/2014/main" id="{66DDDCD8-6433-4D1A-22F5-4C730566EF92}"/>
                </a:ext>
              </a:extLst>
            </p:cNvPr>
            <p:cNvSpPr/>
            <p:nvPr/>
          </p:nvSpPr>
          <p:spPr>
            <a:xfrm>
              <a:off x="11230969" y="3837744"/>
              <a:ext cx="86400" cy="45719"/>
            </a:xfrm>
            <a:prstGeom prst="rect">
              <a:avLst/>
            </a:prstGeom>
            <a:solidFill>
              <a:srgbClr val="E2F0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" name="矩形 234">
              <a:extLst>
                <a:ext uri="{FF2B5EF4-FFF2-40B4-BE49-F238E27FC236}">
                  <a16:creationId xmlns:a16="http://schemas.microsoft.com/office/drawing/2014/main" id="{AEA55DC3-A42C-04AB-C56C-F8827D495DA4}"/>
                </a:ext>
              </a:extLst>
            </p:cNvPr>
            <p:cNvSpPr/>
            <p:nvPr/>
          </p:nvSpPr>
          <p:spPr>
            <a:xfrm>
              <a:off x="11230950" y="3882532"/>
              <a:ext cx="86400" cy="45719"/>
            </a:xfrm>
            <a:prstGeom prst="rect">
              <a:avLst/>
            </a:prstGeom>
            <a:solidFill>
              <a:srgbClr val="CCFF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6" name="组合 235">
            <a:extLst>
              <a:ext uri="{FF2B5EF4-FFF2-40B4-BE49-F238E27FC236}">
                <a16:creationId xmlns:a16="http://schemas.microsoft.com/office/drawing/2014/main" id="{7F4DB28C-1310-540A-2A0E-AAF82815D3C9}"/>
              </a:ext>
            </a:extLst>
          </p:cNvPr>
          <p:cNvGrpSpPr/>
          <p:nvPr/>
        </p:nvGrpSpPr>
        <p:grpSpPr>
          <a:xfrm>
            <a:off x="8502025" y="3472278"/>
            <a:ext cx="432809" cy="540000"/>
            <a:chOff x="8627837" y="3606518"/>
            <a:chExt cx="432809" cy="540000"/>
          </a:xfrm>
        </p:grpSpPr>
        <p:sp>
          <p:nvSpPr>
            <p:cNvPr id="237" name="矩形 236">
              <a:extLst>
                <a:ext uri="{FF2B5EF4-FFF2-40B4-BE49-F238E27FC236}">
                  <a16:creationId xmlns:a16="http://schemas.microsoft.com/office/drawing/2014/main" id="{E80F84E7-1FBA-45A1-5339-66CE014B07A3}"/>
                </a:ext>
              </a:extLst>
            </p:cNvPr>
            <p:cNvSpPr/>
            <p:nvPr/>
          </p:nvSpPr>
          <p:spPr>
            <a:xfrm>
              <a:off x="8628470" y="3606518"/>
              <a:ext cx="432176" cy="54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8" name="矩形 237">
              <a:extLst>
                <a:ext uri="{FF2B5EF4-FFF2-40B4-BE49-F238E27FC236}">
                  <a16:creationId xmlns:a16="http://schemas.microsoft.com/office/drawing/2014/main" id="{300ECDBC-CD41-A673-71B8-103884BFC409}"/>
                </a:ext>
              </a:extLst>
            </p:cNvPr>
            <p:cNvSpPr/>
            <p:nvPr/>
          </p:nvSpPr>
          <p:spPr>
            <a:xfrm>
              <a:off x="8885314" y="3741878"/>
              <a:ext cx="86400" cy="45719"/>
            </a:xfrm>
            <a:prstGeom prst="rect">
              <a:avLst/>
            </a:prstGeom>
            <a:solidFill>
              <a:srgbClr val="CCFF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" name="矩形 238">
              <a:extLst>
                <a:ext uri="{FF2B5EF4-FFF2-40B4-BE49-F238E27FC236}">
                  <a16:creationId xmlns:a16="http://schemas.microsoft.com/office/drawing/2014/main" id="{F51C169A-F6B9-442F-3FC0-19D3A62DBD47}"/>
                </a:ext>
              </a:extLst>
            </p:cNvPr>
            <p:cNvSpPr/>
            <p:nvPr/>
          </p:nvSpPr>
          <p:spPr>
            <a:xfrm>
              <a:off x="8885314" y="3831727"/>
              <a:ext cx="86400" cy="45719"/>
            </a:xfrm>
            <a:prstGeom prst="rect">
              <a:avLst/>
            </a:prstGeom>
            <a:solidFill>
              <a:srgbClr val="66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" name="矩形 239">
              <a:extLst>
                <a:ext uri="{FF2B5EF4-FFF2-40B4-BE49-F238E27FC236}">
                  <a16:creationId xmlns:a16="http://schemas.microsoft.com/office/drawing/2014/main" id="{E97EFA72-3AF6-CBDB-5084-D077365B1E57}"/>
                </a:ext>
              </a:extLst>
            </p:cNvPr>
            <p:cNvSpPr/>
            <p:nvPr/>
          </p:nvSpPr>
          <p:spPr>
            <a:xfrm>
              <a:off x="8713994" y="3741878"/>
              <a:ext cx="86400" cy="4571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1" name="矩形 240">
              <a:extLst>
                <a:ext uri="{FF2B5EF4-FFF2-40B4-BE49-F238E27FC236}">
                  <a16:creationId xmlns:a16="http://schemas.microsoft.com/office/drawing/2014/main" id="{D7BC20D0-A182-08BC-AE36-7687A0301A6F}"/>
                </a:ext>
              </a:extLst>
            </p:cNvPr>
            <p:cNvSpPr/>
            <p:nvPr/>
          </p:nvSpPr>
          <p:spPr>
            <a:xfrm>
              <a:off x="8971822" y="3788233"/>
              <a:ext cx="86400" cy="45719"/>
            </a:xfrm>
            <a:prstGeom prst="rect">
              <a:avLst/>
            </a:prstGeom>
            <a:solidFill>
              <a:srgbClr val="00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2" name="矩形 241">
              <a:extLst>
                <a:ext uri="{FF2B5EF4-FFF2-40B4-BE49-F238E27FC236}">
                  <a16:creationId xmlns:a16="http://schemas.microsoft.com/office/drawing/2014/main" id="{D45143A5-6D77-74B2-874F-123128791F01}"/>
                </a:ext>
              </a:extLst>
            </p:cNvPr>
            <p:cNvSpPr/>
            <p:nvPr/>
          </p:nvSpPr>
          <p:spPr>
            <a:xfrm>
              <a:off x="8713994" y="3787170"/>
              <a:ext cx="86400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3" name="矩形 242">
              <a:extLst>
                <a:ext uri="{FF2B5EF4-FFF2-40B4-BE49-F238E27FC236}">
                  <a16:creationId xmlns:a16="http://schemas.microsoft.com/office/drawing/2014/main" id="{D5E34EE2-EFBB-8B42-A142-D5280690A456}"/>
                </a:ext>
              </a:extLst>
            </p:cNvPr>
            <p:cNvSpPr/>
            <p:nvPr/>
          </p:nvSpPr>
          <p:spPr>
            <a:xfrm>
              <a:off x="8799503" y="3741878"/>
              <a:ext cx="86400" cy="45719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4" name="矩形 243">
              <a:extLst>
                <a:ext uri="{FF2B5EF4-FFF2-40B4-BE49-F238E27FC236}">
                  <a16:creationId xmlns:a16="http://schemas.microsoft.com/office/drawing/2014/main" id="{818ADB51-5C6F-F275-257E-9031924BFEE8}"/>
                </a:ext>
              </a:extLst>
            </p:cNvPr>
            <p:cNvSpPr/>
            <p:nvPr/>
          </p:nvSpPr>
          <p:spPr>
            <a:xfrm>
              <a:off x="8885314" y="3787170"/>
              <a:ext cx="86400" cy="4571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0BB4768C-1178-12DA-3CB1-9EF9FCCFE3D6}"/>
                </a:ext>
              </a:extLst>
            </p:cNvPr>
            <p:cNvSpPr/>
            <p:nvPr/>
          </p:nvSpPr>
          <p:spPr>
            <a:xfrm>
              <a:off x="8713994" y="3831727"/>
              <a:ext cx="86400" cy="45719"/>
            </a:xfrm>
            <a:prstGeom prst="rect">
              <a:avLst/>
            </a:prstGeom>
            <a:solidFill>
              <a:srgbClr val="66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6" name="矩形 245">
              <a:extLst>
                <a:ext uri="{FF2B5EF4-FFF2-40B4-BE49-F238E27FC236}">
                  <a16:creationId xmlns:a16="http://schemas.microsoft.com/office/drawing/2014/main" id="{B145AA64-D391-B810-74A2-E29982B6E951}"/>
                </a:ext>
              </a:extLst>
            </p:cNvPr>
            <p:cNvSpPr/>
            <p:nvPr/>
          </p:nvSpPr>
          <p:spPr>
            <a:xfrm>
              <a:off x="8799503" y="3787170"/>
              <a:ext cx="86400" cy="457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矩形 246">
              <a:extLst>
                <a:ext uri="{FF2B5EF4-FFF2-40B4-BE49-F238E27FC236}">
                  <a16:creationId xmlns:a16="http://schemas.microsoft.com/office/drawing/2014/main" id="{C448CEC1-B9C7-0E5A-803D-1860EFDF14FE}"/>
                </a:ext>
              </a:extLst>
            </p:cNvPr>
            <p:cNvSpPr/>
            <p:nvPr/>
          </p:nvSpPr>
          <p:spPr>
            <a:xfrm>
              <a:off x="8799503" y="3831727"/>
              <a:ext cx="86400" cy="4571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8" name="矩形 247">
              <a:extLst>
                <a:ext uri="{FF2B5EF4-FFF2-40B4-BE49-F238E27FC236}">
                  <a16:creationId xmlns:a16="http://schemas.microsoft.com/office/drawing/2014/main" id="{74F0F225-ABBE-2CB4-23CD-0E90812B28B4}"/>
                </a:ext>
              </a:extLst>
            </p:cNvPr>
            <p:cNvSpPr/>
            <p:nvPr/>
          </p:nvSpPr>
          <p:spPr>
            <a:xfrm>
              <a:off x="8800028" y="3877390"/>
              <a:ext cx="86400" cy="4571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矩形 248">
              <a:extLst>
                <a:ext uri="{FF2B5EF4-FFF2-40B4-BE49-F238E27FC236}">
                  <a16:creationId xmlns:a16="http://schemas.microsoft.com/office/drawing/2014/main" id="{715615F9-E413-5883-08BB-59EC95C72FFA}"/>
                </a:ext>
              </a:extLst>
            </p:cNvPr>
            <p:cNvSpPr/>
            <p:nvPr/>
          </p:nvSpPr>
          <p:spPr>
            <a:xfrm>
              <a:off x="8885314" y="3877390"/>
              <a:ext cx="86400" cy="45719"/>
            </a:xfrm>
            <a:prstGeom prst="rect">
              <a:avLst/>
            </a:prstGeom>
            <a:solidFill>
              <a:srgbClr val="00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" name="矩形 249">
              <a:extLst>
                <a:ext uri="{FF2B5EF4-FFF2-40B4-BE49-F238E27FC236}">
                  <a16:creationId xmlns:a16="http://schemas.microsoft.com/office/drawing/2014/main" id="{735A7D88-D0B0-386D-D737-B50B6A34E3AC}"/>
                </a:ext>
              </a:extLst>
            </p:cNvPr>
            <p:cNvSpPr/>
            <p:nvPr/>
          </p:nvSpPr>
          <p:spPr>
            <a:xfrm>
              <a:off x="8713555" y="3877390"/>
              <a:ext cx="86400" cy="4571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1" name="矩形 250">
              <a:extLst>
                <a:ext uri="{FF2B5EF4-FFF2-40B4-BE49-F238E27FC236}">
                  <a16:creationId xmlns:a16="http://schemas.microsoft.com/office/drawing/2014/main" id="{CCA1C2E8-B2E5-08AA-6254-22710C69C34C}"/>
                </a:ext>
              </a:extLst>
            </p:cNvPr>
            <p:cNvSpPr/>
            <p:nvPr/>
          </p:nvSpPr>
          <p:spPr>
            <a:xfrm>
              <a:off x="8627837" y="3787782"/>
              <a:ext cx="86400" cy="4571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2" name="组合 251">
            <a:extLst>
              <a:ext uri="{FF2B5EF4-FFF2-40B4-BE49-F238E27FC236}">
                <a16:creationId xmlns:a16="http://schemas.microsoft.com/office/drawing/2014/main" id="{EBEF92F4-B6E7-CBBC-30E1-42CE15B1EE04}"/>
              </a:ext>
            </a:extLst>
          </p:cNvPr>
          <p:cNvGrpSpPr/>
          <p:nvPr/>
        </p:nvGrpSpPr>
        <p:grpSpPr>
          <a:xfrm>
            <a:off x="9667636" y="3521164"/>
            <a:ext cx="432333" cy="540000"/>
            <a:chOff x="9793448" y="3655404"/>
            <a:chExt cx="432333" cy="540000"/>
          </a:xfrm>
        </p:grpSpPr>
        <p:sp>
          <p:nvSpPr>
            <p:cNvPr id="253" name="矩形 252">
              <a:extLst>
                <a:ext uri="{FF2B5EF4-FFF2-40B4-BE49-F238E27FC236}">
                  <a16:creationId xmlns:a16="http://schemas.microsoft.com/office/drawing/2014/main" id="{6CE60AC6-AA91-C49D-B736-53067A4B3263}"/>
                </a:ext>
              </a:extLst>
            </p:cNvPr>
            <p:cNvSpPr/>
            <p:nvPr/>
          </p:nvSpPr>
          <p:spPr>
            <a:xfrm>
              <a:off x="9793605" y="3655404"/>
              <a:ext cx="432176" cy="54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4" name="矩形 253">
              <a:extLst>
                <a:ext uri="{FF2B5EF4-FFF2-40B4-BE49-F238E27FC236}">
                  <a16:creationId xmlns:a16="http://schemas.microsoft.com/office/drawing/2014/main" id="{CF15420E-E63F-7CA0-2B62-F88589357AA4}"/>
                </a:ext>
              </a:extLst>
            </p:cNvPr>
            <p:cNvSpPr/>
            <p:nvPr/>
          </p:nvSpPr>
          <p:spPr>
            <a:xfrm>
              <a:off x="10050449" y="3790764"/>
              <a:ext cx="86400" cy="45719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5" name="矩形 254">
              <a:extLst>
                <a:ext uri="{FF2B5EF4-FFF2-40B4-BE49-F238E27FC236}">
                  <a16:creationId xmlns:a16="http://schemas.microsoft.com/office/drawing/2014/main" id="{3C92FCC4-B3DC-01AA-4DD2-8A41B5181AD2}"/>
                </a:ext>
              </a:extLst>
            </p:cNvPr>
            <p:cNvSpPr/>
            <p:nvPr/>
          </p:nvSpPr>
          <p:spPr>
            <a:xfrm>
              <a:off x="10050449" y="3880613"/>
              <a:ext cx="86400" cy="45719"/>
            </a:xfrm>
            <a:prstGeom prst="rect">
              <a:avLst/>
            </a:prstGeom>
            <a:solidFill>
              <a:srgbClr val="66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6" name="矩形 255">
              <a:extLst>
                <a:ext uri="{FF2B5EF4-FFF2-40B4-BE49-F238E27FC236}">
                  <a16:creationId xmlns:a16="http://schemas.microsoft.com/office/drawing/2014/main" id="{DD75EEA5-7BC0-8436-4746-1457B681A5F9}"/>
                </a:ext>
              </a:extLst>
            </p:cNvPr>
            <p:cNvSpPr/>
            <p:nvPr/>
          </p:nvSpPr>
          <p:spPr>
            <a:xfrm>
              <a:off x="9879129" y="3790764"/>
              <a:ext cx="86400" cy="4571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7" name="矩形 256">
              <a:extLst>
                <a:ext uri="{FF2B5EF4-FFF2-40B4-BE49-F238E27FC236}">
                  <a16:creationId xmlns:a16="http://schemas.microsoft.com/office/drawing/2014/main" id="{8C9A8C93-33D5-5234-4E62-89816FAECC00}"/>
                </a:ext>
              </a:extLst>
            </p:cNvPr>
            <p:cNvSpPr/>
            <p:nvPr/>
          </p:nvSpPr>
          <p:spPr>
            <a:xfrm>
              <a:off x="10136850" y="3790764"/>
              <a:ext cx="86400" cy="45719"/>
            </a:xfrm>
            <a:prstGeom prst="rect">
              <a:avLst/>
            </a:prstGeom>
            <a:solidFill>
              <a:srgbClr val="00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8" name="矩形 257">
              <a:extLst>
                <a:ext uri="{FF2B5EF4-FFF2-40B4-BE49-F238E27FC236}">
                  <a16:creationId xmlns:a16="http://schemas.microsoft.com/office/drawing/2014/main" id="{0D5D67E2-91BB-8467-73CE-78CCC7BDC3DB}"/>
                </a:ext>
              </a:extLst>
            </p:cNvPr>
            <p:cNvSpPr/>
            <p:nvPr/>
          </p:nvSpPr>
          <p:spPr>
            <a:xfrm>
              <a:off x="9879129" y="3836056"/>
              <a:ext cx="86400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9" name="矩形 258">
              <a:extLst>
                <a:ext uri="{FF2B5EF4-FFF2-40B4-BE49-F238E27FC236}">
                  <a16:creationId xmlns:a16="http://schemas.microsoft.com/office/drawing/2014/main" id="{359EFF4F-1DFC-77BB-4510-FDF5EAE0442E}"/>
                </a:ext>
              </a:extLst>
            </p:cNvPr>
            <p:cNvSpPr/>
            <p:nvPr/>
          </p:nvSpPr>
          <p:spPr>
            <a:xfrm>
              <a:off x="9964638" y="3790764"/>
              <a:ext cx="86400" cy="45719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0" name="矩形 259">
              <a:extLst>
                <a:ext uri="{FF2B5EF4-FFF2-40B4-BE49-F238E27FC236}">
                  <a16:creationId xmlns:a16="http://schemas.microsoft.com/office/drawing/2014/main" id="{1E7B4C15-C108-0B4F-A4C6-FDFB9252E492}"/>
                </a:ext>
              </a:extLst>
            </p:cNvPr>
            <p:cNvSpPr/>
            <p:nvPr/>
          </p:nvSpPr>
          <p:spPr>
            <a:xfrm>
              <a:off x="10050449" y="3836056"/>
              <a:ext cx="86400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1" name="矩形 260">
              <a:extLst>
                <a:ext uri="{FF2B5EF4-FFF2-40B4-BE49-F238E27FC236}">
                  <a16:creationId xmlns:a16="http://schemas.microsoft.com/office/drawing/2014/main" id="{707371D5-8FA3-0BAA-0A2E-9AC7D714C894}"/>
                </a:ext>
              </a:extLst>
            </p:cNvPr>
            <p:cNvSpPr/>
            <p:nvPr/>
          </p:nvSpPr>
          <p:spPr>
            <a:xfrm>
              <a:off x="9879129" y="3880613"/>
              <a:ext cx="86400" cy="4571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2" name="矩形 261">
              <a:extLst>
                <a:ext uri="{FF2B5EF4-FFF2-40B4-BE49-F238E27FC236}">
                  <a16:creationId xmlns:a16="http://schemas.microsoft.com/office/drawing/2014/main" id="{DA352368-B247-420D-1342-73C3B86466F0}"/>
                </a:ext>
              </a:extLst>
            </p:cNvPr>
            <p:cNvSpPr/>
            <p:nvPr/>
          </p:nvSpPr>
          <p:spPr>
            <a:xfrm>
              <a:off x="9964638" y="3836056"/>
              <a:ext cx="86400" cy="457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3" name="矩形 262">
              <a:extLst>
                <a:ext uri="{FF2B5EF4-FFF2-40B4-BE49-F238E27FC236}">
                  <a16:creationId xmlns:a16="http://schemas.microsoft.com/office/drawing/2014/main" id="{7288DDE2-EA18-AD86-4875-E824A22EC7D0}"/>
                </a:ext>
              </a:extLst>
            </p:cNvPr>
            <p:cNvSpPr/>
            <p:nvPr/>
          </p:nvSpPr>
          <p:spPr>
            <a:xfrm>
              <a:off x="9964638" y="3880613"/>
              <a:ext cx="86400" cy="457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4" name="矩形 263">
              <a:extLst>
                <a:ext uri="{FF2B5EF4-FFF2-40B4-BE49-F238E27FC236}">
                  <a16:creationId xmlns:a16="http://schemas.microsoft.com/office/drawing/2014/main" id="{D90602A6-3082-7B53-B9E7-8370F998C432}"/>
                </a:ext>
              </a:extLst>
            </p:cNvPr>
            <p:cNvSpPr/>
            <p:nvPr/>
          </p:nvSpPr>
          <p:spPr>
            <a:xfrm>
              <a:off x="9965163" y="3926276"/>
              <a:ext cx="86400" cy="45719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5" name="矩形 264">
              <a:extLst>
                <a:ext uri="{FF2B5EF4-FFF2-40B4-BE49-F238E27FC236}">
                  <a16:creationId xmlns:a16="http://schemas.microsoft.com/office/drawing/2014/main" id="{C40D18D2-F4A1-9C7F-52A8-E18BD2FAC8F1}"/>
                </a:ext>
              </a:extLst>
            </p:cNvPr>
            <p:cNvSpPr/>
            <p:nvPr/>
          </p:nvSpPr>
          <p:spPr>
            <a:xfrm>
              <a:off x="10050449" y="3926276"/>
              <a:ext cx="86400" cy="45719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6" name="矩形 265">
              <a:extLst>
                <a:ext uri="{FF2B5EF4-FFF2-40B4-BE49-F238E27FC236}">
                  <a16:creationId xmlns:a16="http://schemas.microsoft.com/office/drawing/2014/main" id="{F7913674-4CC5-3BDB-5526-B1E5B915CC2A}"/>
                </a:ext>
              </a:extLst>
            </p:cNvPr>
            <p:cNvSpPr/>
            <p:nvPr/>
          </p:nvSpPr>
          <p:spPr>
            <a:xfrm>
              <a:off x="9878690" y="3926276"/>
              <a:ext cx="86400" cy="4571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7" name="矩形 266">
              <a:extLst>
                <a:ext uri="{FF2B5EF4-FFF2-40B4-BE49-F238E27FC236}">
                  <a16:creationId xmlns:a16="http://schemas.microsoft.com/office/drawing/2014/main" id="{288AA210-3B94-7C09-EC1C-B43E6F5B5A9E}"/>
                </a:ext>
              </a:extLst>
            </p:cNvPr>
            <p:cNvSpPr/>
            <p:nvPr/>
          </p:nvSpPr>
          <p:spPr>
            <a:xfrm>
              <a:off x="9793448" y="3835142"/>
              <a:ext cx="86400" cy="4571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EB0F5DE1-DFA5-2089-9782-E7F84C052CA7}"/>
                </a:ext>
              </a:extLst>
            </p:cNvPr>
            <p:cNvSpPr/>
            <p:nvPr/>
          </p:nvSpPr>
          <p:spPr>
            <a:xfrm>
              <a:off x="9964111" y="3969627"/>
              <a:ext cx="86400" cy="45719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9" name="组合 268">
            <a:extLst>
              <a:ext uri="{FF2B5EF4-FFF2-40B4-BE49-F238E27FC236}">
                <a16:creationId xmlns:a16="http://schemas.microsoft.com/office/drawing/2014/main" id="{8772443A-CB4B-6A5B-BE39-87590EC01EF5}"/>
              </a:ext>
            </a:extLst>
          </p:cNvPr>
          <p:cNvGrpSpPr/>
          <p:nvPr/>
        </p:nvGrpSpPr>
        <p:grpSpPr>
          <a:xfrm>
            <a:off x="12541552" y="3523978"/>
            <a:ext cx="428753" cy="540000"/>
            <a:chOff x="12667364" y="3658218"/>
            <a:chExt cx="428753" cy="540000"/>
          </a:xfrm>
        </p:grpSpPr>
        <p:sp>
          <p:nvSpPr>
            <p:cNvPr id="270" name="矩形 269">
              <a:extLst>
                <a:ext uri="{FF2B5EF4-FFF2-40B4-BE49-F238E27FC236}">
                  <a16:creationId xmlns:a16="http://schemas.microsoft.com/office/drawing/2014/main" id="{610E5A81-56FD-2CA9-D4EE-2C32F9CB3E1F}"/>
                </a:ext>
              </a:extLst>
            </p:cNvPr>
            <p:cNvSpPr/>
            <p:nvPr/>
          </p:nvSpPr>
          <p:spPr>
            <a:xfrm>
              <a:off x="12667364" y="3658218"/>
              <a:ext cx="428753" cy="54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1" name="矩形 270">
              <a:extLst>
                <a:ext uri="{FF2B5EF4-FFF2-40B4-BE49-F238E27FC236}">
                  <a16:creationId xmlns:a16="http://schemas.microsoft.com/office/drawing/2014/main" id="{5AF8BD5B-BCE6-B2D3-FD52-3CFA5787235B}"/>
                </a:ext>
              </a:extLst>
            </p:cNvPr>
            <p:cNvSpPr/>
            <p:nvPr/>
          </p:nvSpPr>
          <p:spPr>
            <a:xfrm>
              <a:off x="12752449" y="4061184"/>
              <a:ext cx="86400" cy="45719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2" name="矩形 271">
              <a:extLst>
                <a:ext uri="{FF2B5EF4-FFF2-40B4-BE49-F238E27FC236}">
                  <a16:creationId xmlns:a16="http://schemas.microsoft.com/office/drawing/2014/main" id="{A8FCBFB5-C65E-BEA4-38B4-1BED859FAD3B}"/>
                </a:ext>
              </a:extLst>
            </p:cNvPr>
            <p:cNvSpPr/>
            <p:nvPr/>
          </p:nvSpPr>
          <p:spPr>
            <a:xfrm>
              <a:off x="12835825" y="3970080"/>
              <a:ext cx="86400" cy="4571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3" name="矩形 272">
              <a:extLst>
                <a:ext uri="{FF2B5EF4-FFF2-40B4-BE49-F238E27FC236}">
                  <a16:creationId xmlns:a16="http://schemas.microsoft.com/office/drawing/2014/main" id="{44716087-0D68-A83C-DDE3-062851E22B01}"/>
                </a:ext>
              </a:extLst>
            </p:cNvPr>
            <p:cNvSpPr/>
            <p:nvPr/>
          </p:nvSpPr>
          <p:spPr>
            <a:xfrm>
              <a:off x="12922620" y="4016854"/>
              <a:ext cx="86400" cy="45719"/>
            </a:xfrm>
            <a:prstGeom prst="rect">
              <a:avLst/>
            </a:prstGeom>
            <a:solidFill>
              <a:srgbClr val="00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4" name="矩形 273">
              <a:extLst>
                <a:ext uri="{FF2B5EF4-FFF2-40B4-BE49-F238E27FC236}">
                  <a16:creationId xmlns:a16="http://schemas.microsoft.com/office/drawing/2014/main" id="{4C70FA5E-2FCA-E512-EC09-57747FAD69CC}"/>
                </a:ext>
              </a:extLst>
            </p:cNvPr>
            <p:cNvSpPr/>
            <p:nvPr/>
          </p:nvSpPr>
          <p:spPr>
            <a:xfrm>
              <a:off x="12752449" y="4016854"/>
              <a:ext cx="86400" cy="45719"/>
            </a:xfrm>
            <a:prstGeom prst="rect">
              <a:avLst/>
            </a:prstGeom>
            <a:solidFill>
              <a:srgbClr val="66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5" name="矩形 274">
              <a:extLst>
                <a:ext uri="{FF2B5EF4-FFF2-40B4-BE49-F238E27FC236}">
                  <a16:creationId xmlns:a16="http://schemas.microsoft.com/office/drawing/2014/main" id="{14180BA5-FAD2-D5CA-A96D-0379777227F3}"/>
                </a:ext>
              </a:extLst>
            </p:cNvPr>
            <p:cNvSpPr/>
            <p:nvPr/>
          </p:nvSpPr>
          <p:spPr>
            <a:xfrm>
              <a:off x="12922620" y="3970080"/>
              <a:ext cx="86400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6" name="矩形 275">
              <a:extLst>
                <a:ext uri="{FF2B5EF4-FFF2-40B4-BE49-F238E27FC236}">
                  <a16:creationId xmlns:a16="http://schemas.microsoft.com/office/drawing/2014/main" id="{3756054A-AB1B-E1D4-DFF6-E234703B71D2}"/>
                </a:ext>
              </a:extLst>
            </p:cNvPr>
            <p:cNvSpPr/>
            <p:nvPr/>
          </p:nvSpPr>
          <p:spPr>
            <a:xfrm>
              <a:off x="12922620" y="4061184"/>
              <a:ext cx="86400" cy="45719"/>
            </a:xfrm>
            <a:prstGeom prst="rect">
              <a:avLst/>
            </a:prstGeom>
            <a:solidFill>
              <a:srgbClr val="00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7" name="矩形 276">
              <a:extLst>
                <a:ext uri="{FF2B5EF4-FFF2-40B4-BE49-F238E27FC236}">
                  <a16:creationId xmlns:a16="http://schemas.microsoft.com/office/drawing/2014/main" id="{85D03DDA-2BE9-E99D-4D7D-317E5CBE71EE}"/>
                </a:ext>
              </a:extLst>
            </p:cNvPr>
            <p:cNvSpPr/>
            <p:nvPr/>
          </p:nvSpPr>
          <p:spPr>
            <a:xfrm>
              <a:off x="12751296" y="3880346"/>
              <a:ext cx="86400" cy="457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8" name="矩形 277">
              <a:extLst>
                <a:ext uri="{FF2B5EF4-FFF2-40B4-BE49-F238E27FC236}">
                  <a16:creationId xmlns:a16="http://schemas.microsoft.com/office/drawing/2014/main" id="{FD3BEBF1-A5CB-FBA0-9C04-ADD3A343D637}"/>
                </a:ext>
              </a:extLst>
            </p:cNvPr>
            <p:cNvSpPr/>
            <p:nvPr/>
          </p:nvSpPr>
          <p:spPr>
            <a:xfrm>
              <a:off x="12835825" y="4016854"/>
              <a:ext cx="86400" cy="45719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9" name="矩形 278">
              <a:extLst>
                <a:ext uri="{FF2B5EF4-FFF2-40B4-BE49-F238E27FC236}">
                  <a16:creationId xmlns:a16="http://schemas.microsoft.com/office/drawing/2014/main" id="{210C9516-6515-1CEA-012E-226FF9728F7C}"/>
                </a:ext>
              </a:extLst>
            </p:cNvPr>
            <p:cNvSpPr/>
            <p:nvPr/>
          </p:nvSpPr>
          <p:spPr>
            <a:xfrm>
              <a:off x="12835825" y="3927502"/>
              <a:ext cx="86400" cy="45719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0" name="矩形 279">
              <a:extLst>
                <a:ext uri="{FF2B5EF4-FFF2-40B4-BE49-F238E27FC236}">
                  <a16:creationId xmlns:a16="http://schemas.microsoft.com/office/drawing/2014/main" id="{0D46C5F3-87DB-AA03-D3BC-C57EF7C1D343}"/>
                </a:ext>
              </a:extLst>
            </p:cNvPr>
            <p:cNvSpPr/>
            <p:nvPr/>
          </p:nvSpPr>
          <p:spPr>
            <a:xfrm>
              <a:off x="12922620" y="3929090"/>
              <a:ext cx="86400" cy="45719"/>
            </a:xfrm>
            <a:prstGeom prst="rect">
              <a:avLst/>
            </a:prstGeom>
            <a:solidFill>
              <a:srgbClr val="00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1" name="矩形 280">
              <a:extLst>
                <a:ext uri="{FF2B5EF4-FFF2-40B4-BE49-F238E27FC236}">
                  <a16:creationId xmlns:a16="http://schemas.microsoft.com/office/drawing/2014/main" id="{0CAC23CB-7B41-8293-1853-12E5D47364DF}"/>
                </a:ext>
              </a:extLst>
            </p:cNvPr>
            <p:cNvSpPr/>
            <p:nvPr/>
          </p:nvSpPr>
          <p:spPr>
            <a:xfrm>
              <a:off x="12752449" y="3929090"/>
              <a:ext cx="86400" cy="4571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2" name="矩形 281">
              <a:extLst>
                <a:ext uri="{FF2B5EF4-FFF2-40B4-BE49-F238E27FC236}">
                  <a16:creationId xmlns:a16="http://schemas.microsoft.com/office/drawing/2014/main" id="{35611D61-1DEB-3C1A-6F10-692F6FF71995}"/>
                </a:ext>
              </a:extLst>
            </p:cNvPr>
            <p:cNvSpPr/>
            <p:nvPr/>
          </p:nvSpPr>
          <p:spPr>
            <a:xfrm>
              <a:off x="12752449" y="3970080"/>
              <a:ext cx="86400" cy="4571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3" name="矩形 282">
            <a:extLst>
              <a:ext uri="{FF2B5EF4-FFF2-40B4-BE49-F238E27FC236}">
                <a16:creationId xmlns:a16="http://schemas.microsoft.com/office/drawing/2014/main" id="{0626D94B-8B29-0FAB-C4F3-F1E2214784A3}"/>
              </a:ext>
            </a:extLst>
          </p:cNvPr>
          <p:cNvSpPr/>
          <p:nvPr/>
        </p:nvSpPr>
        <p:spPr>
          <a:xfrm>
            <a:off x="11447095" y="3703866"/>
            <a:ext cx="86400" cy="45719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4" name="组合 283">
            <a:extLst>
              <a:ext uri="{FF2B5EF4-FFF2-40B4-BE49-F238E27FC236}">
                <a16:creationId xmlns:a16="http://schemas.microsoft.com/office/drawing/2014/main" id="{2C214731-4D6A-EF02-AD5C-4CE4594E4411}"/>
              </a:ext>
            </a:extLst>
          </p:cNvPr>
          <p:cNvGrpSpPr/>
          <p:nvPr/>
        </p:nvGrpSpPr>
        <p:grpSpPr>
          <a:xfrm>
            <a:off x="778693" y="5518693"/>
            <a:ext cx="428753" cy="540000"/>
            <a:chOff x="10514002" y="3655404"/>
            <a:chExt cx="428753" cy="540000"/>
          </a:xfrm>
          <a:scene3d>
            <a:camera prst="isometricOffAxis2Right"/>
            <a:lightRig rig="threePt" dir="t"/>
          </a:scene3d>
        </p:grpSpPr>
        <p:sp>
          <p:nvSpPr>
            <p:cNvPr id="285" name="矩形 284">
              <a:extLst>
                <a:ext uri="{FF2B5EF4-FFF2-40B4-BE49-F238E27FC236}">
                  <a16:creationId xmlns:a16="http://schemas.microsoft.com/office/drawing/2014/main" id="{DCEC98B6-0917-210C-676B-2FD0A0989CA4}"/>
                </a:ext>
              </a:extLst>
            </p:cNvPr>
            <p:cNvSpPr/>
            <p:nvPr/>
          </p:nvSpPr>
          <p:spPr>
            <a:xfrm>
              <a:off x="10514002" y="3655404"/>
              <a:ext cx="428753" cy="54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6" name="矩形 285">
              <a:extLst>
                <a:ext uri="{FF2B5EF4-FFF2-40B4-BE49-F238E27FC236}">
                  <a16:creationId xmlns:a16="http://schemas.microsoft.com/office/drawing/2014/main" id="{2C5BE082-883B-C9CD-BEC8-0C671EFEE269}"/>
                </a:ext>
              </a:extLst>
            </p:cNvPr>
            <p:cNvSpPr/>
            <p:nvPr/>
          </p:nvSpPr>
          <p:spPr>
            <a:xfrm>
              <a:off x="10770846" y="3790764"/>
              <a:ext cx="86400" cy="45719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7" name="矩形 286">
              <a:extLst>
                <a:ext uri="{FF2B5EF4-FFF2-40B4-BE49-F238E27FC236}">
                  <a16:creationId xmlns:a16="http://schemas.microsoft.com/office/drawing/2014/main" id="{93FED3EF-7FE5-8553-A317-935A4A1EAAF4}"/>
                </a:ext>
              </a:extLst>
            </p:cNvPr>
            <p:cNvSpPr/>
            <p:nvPr/>
          </p:nvSpPr>
          <p:spPr>
            <a:xfrm>
              <a:off x="10770846" y="3880613"/>
              <a:ext cx="86400" cy="45719"/>
            </a:xfrm>
            <a:prstGeom prst="rect">
              <a:avLst/>
            </a:prstGeom>
            <a:solidFill>
              <a:srgbClr val="66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8" name="矩形 287">
              <a:extLst>
                <a:ext uri="{FF2B5EF4-FFF2-40B4-BE49-F238E27FC236}">
                  <a16:creationId xmlns:a16="http://schemas.microsoft.com/office/drawing/2014/main" id="{97482472-A985-5D1E-E339-CB6913D01078}"/>
                </a:ext>
              </a:extLst>
            </p:cNvPr>
            <p:cNvSpPr/>
            <p:nvPr/>
          </p:nvSpPr>
          <p:spPr>
            <a:xfrm>
              <a:off x="10599526" y="3790764"/>
              <a:ext cx="86400" cy="4571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9" name="矩形 288">
              <a:extLst>
                <a:ext uri="{FF2B5EF4-FFF2-40B4-BE49-F238E27FC236}">
                  <a16:creationId xmlns:a16="http://schemas.microsoft.com/office/drawing/2014/main" id="{B5A03274-DCF2-1D20-D7AA-695172494A72}"/>
                </a:ext>
              </a:extLst>
            </p:cNvPr>
            <p:cNvSpPr/>
            <p:nvPr/>
          </p:nvSpPr>
          <p:spPr>
            <a:xfrm>
              <a:off x="10856355" y="3837501"/>
              <a:ext cx="86400" cy="45719"/>
            </a:xfrm>
            <a:prstGeom prst="rect">
              <a:avLst/>
            </a:prstGeom>
            <a:solidFill>
              <a:srgbClr val="66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0" name="矩形 289">
              <a:extLst>
                <a:ext uri="{FF2B5EF4-FFF2-40B4-BE49-F238E27FC236}">
                  <a16:creationId xmlns:a16="http://schemas.microsoft.com/office/drawing/2014/main" id="{18A8B225-B402-B002-A41C-896711D79494}"/>
                </a:ext>
              </a:extLst>
            </p:cNvPr>
            <p:cNvSpPr/>
            <p:nvPr/>
          </p:nvSpPr>
          <p:spPr>
            <a:xfrm>
              <a:off x="10599526" y="3836056"/>
              <a:ext cx="86400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1" name="矩形 290">
              <a:extLst>
                <a:ext uri="{FF2B5EF4-FFF2-40B4-BE49-F238E27FC236}">
                  <a16:creationId xmlns:a16="http://schemas.microsoft.com/office/drawing/2014/main" id="{C938FA5B-37B6-0B06-575B-0C139029A966}"/>
                </a:ext>
              </a:extLst>
            </p:cNvPr>
            <p:cNvSpPr/>
            <p:nvPr/>
          </p:nvSpPr>
          <p:spPr>
            <a:xfrm>
              <a:off x="10685035" y="3790764"/>
              <a:ext cx="86400" cy="45719"/>
            </a:xfrm>
            <a:prstGeom prst="rect">
              <a:avLst/>
            </a:prstGeom>
            <a:solidFill>
              <a:srgbClr val="66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2" name="矩形 291">
              <a:extLst>
                <a:ext uri="{FF2B5EF4-FFF2-40B4-BE49-F238E27FC236}">
                  <a16:creationId xmlns:a16="http://schemas.microsoft.com/office/drawing/2014/main" id="{29C38A24-A32F-F202-5D51-E8F0A7EC5465}"/>
                </a:ext>
              </a:extLst>
            </p:cNvPr>
            <p:cNvSpPr/>
            <p:nvPr/>
          </p:nvSpPr>
          <p:spPr>
            <a:xfrm>
              <a:off x="10770846" y="3836056"/>
              <a:ext cx="86400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3" name="矩形 292">
              <a:extLst>
                <a:ext uri="{FF2B5EF4-FFF2-40B4-BE49-F238E27FC236}">
                  <a16:creationId xmlns:a16="http://schemas.microsoft.com/office/drawing/2014/main" id="{24D011DC-B34B-81C7-6D16-3A58662C19FF}"/>
                </a:ext>
              </a:extLst>
            </p:cNvPr>
            <p:cNvSpPr/>
            <p:nvPr/>
          </p:nvSpPr>
          <p:spPr>
            <a:xfrm>
              <a:off x="10599526" y="3880613"/>
              <a:ext cx="86400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4" name="矩形 293">
              <a:extLst>
                <a:ext uri="{FF2B5EF4-FFF2-40B4-BE49-F238E27FC236}">
                  <a16:creationId xmlns:a16="http://schemas.microsoft.com/office/drawing/2014/main" id="{65716851-57F7-CEEF-3C99-0B011039AD06}"/>
                </a:ext>
              </a:extLst>
            </p:cNvPr>
            <p:cNvSpPr/>
            <p:nvPr/>
          </p:nvSpPr>
          <p:spPr>
            <a:xfrm>
              <a:off x="10685035" y="3836056"/>
              <a:ext cx="86400" cy="457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5" name="矩形 294">
              <a:extLst>
                <a:ext uri="{FF2B5EF4-FFF2-40B4-BE49-F238E27FC236}">
                  <a16:creationId xmlns:a16="http://schemas.microsoft.com/office/drawing/2014/main" id="{AE5F79E2-0FA5-890C-5513-36EDF215728F}"/>
                </a:ext>
              </a:extLst>
            </p:cNvPr>
            <p:cNvSpPr/>
            <p:nvPr/>
          </p:nvSpPr>
          <p:spPr>
            <a:xfrm>
              <a:off x="10685035" y="3880613"/>
              <a:ext cx="86400" cy="45719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6" name="矩形 295">
              <a:extLst>
                <a:ext uri="{FF2B5EF4-FFF2-40B4-BE49-F238E27FC236}">
                  <a16:creationId xmlns:a16="http://schemas.microsoft.com/office/drawing/2014/main" id="{AEB7544D-20CD-89A8-8104-769C2F76E5CD}"/>
                </a:ext>
              </a:extLst>
            </p:cNvPr>
            <p:cNvSpPr/>
            <p:nvPr/>
          </p:nvSpPr>
          <p:spPr>
            <a:xfrm>
              <a:off x="10685560" y="3926276"/>
              <a:ext cx="86400" cy="45719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7" name="矩形 296">
              <a:extLst>
                <a:ext uri="{FF2B5EF4-FFF2-40B4-BE49-F238E27FC236}">
                  <a16:creationId xmlns:a16="http://schemas.microsoft.com/office/drawing/2014/main" id="{29A62824-B5E6-8189-BA92-E7659F31F60F}"/>
                </a:ext>
              </a:extLst>
            </p:cNvPr>
            <p:cNvSpPr/>
            <p:nvPr/>
          </p:nvSpPr>
          <p:spPr>
            <a:xfrm>
              <a:off x="10770846" y="3926276"/>
              <a:ext cx="86400" cy="457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" name="矩形 297">
              <a:extLst>
                <a:ext uri="{FF2B5EF4-FFF2-40B4-BE49-F238E27FC236}">
                  <a16:creationId xmlns:a16="http://schemas.microsoft.com/office/drawing/2014/main" id="{BA0DA343-2DAA-DC29-78D3-C4BF8BCFB16C}"/>
                </a:ext>
              </a:extLst>
            </p:cNvPr>
            <p:cNvSpPr/>
            <p:nvPr/>
          </p:nvSpPr>
          <p:spPr>
            <a:xfrm>
              <a:off x="10599087" y="3926276"/>
              <a:ext cx="86400" cy="4571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9" name="矩形 298">
              <a:extLst>
                <a:ext uri="{FF2B5EF4-FFF2-40B4-BE49-F238E27FC236}">
                  <a16:creationId xmlns:a16="http://schemas.microsoft.com/office/drawing/2014/main" id="{D407CCD7-F779-8410-9F3E-031624CA35CF}"/>
                </a:ext>
              </a:extLst>
            </p:cNvPr>
            <p:cNvSpPr/>
            <p:nvPr/>
          </p:nvSpPr>
          <p:spPr>
            <a:xfrm>
              <a:off x="10599544" y="3970591"/>
              <a:ext cx="86400" cy="4571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0" name="组合 299">
            <a:extLst>
              <a:ext uri="{FF2B5EF4-FFF2-40B4-BE49-F238E27FC236}">
                <a16:creationId xmlns:a16="http://schemas.microsoft.com/office/drawing/2014/main" id="{F8B70B5D-2F33-F3E0-C045-DFD16C1108A7}"/>
              </a:ext>
            </a:extLst>
          </p:cNvPr>
          <p:cNvGrpSpPr/>
          <p:nvPr/>
        </p:nvGrpSpPr>
        <p:grpSpPr>
          <a:xfrm>
            <a:off x="1001806" y="5518693"/>
            <a:ext cx="428753" cy="540000"/>
            <a:chOff x="11229087" y="3657821"/>
            <a:chExt cx="428753" cy="540000"/>
          </a:xfrm>
          <a:scene3d>
            <a:camera prst="isometricOffAxis2Right"/>
            <a:lightRig rig="threePt" dir="t"/>
          </a:scene3d>
        </p:grpSpPr>
        <p:sp>
          <p:nvSpPr>
            <p:cNvPr id="301" name="矩形 300">
              <a:extLst>
                <a:ext uri="{FF2B5EF4-FFF2-40B4-BE49-F238E27FC236}">
                  <a16:creationId xmlns:a16="http://schemas.microsoft.com/office/drawing/2014/main" id="{F1237F92-D008-0EBE-EFCD-8706545D27DC}"/>
                </a:ext>
              </a:extLst>
            </p:cNvPr>
            <p:cNvSpPr/>
            <p:nvPr/>
          </p:nvSpPr>
          <p:spPr>
            <a:xfrm>
              <a:off x="11229087" y="3657821"/>
              <a:ext cx="428753" cy="54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2" name="矩形 301">
              <a:extLst>
                <a:ext uri="{FF2B5EF4-FFF2-40B4-BE49-F238E27FC236}">
                  <a16:creationId xmlns:a16="http://schemas.microsoft.com/office/drawing/2014/main" id="{F6E20DE1-FA54-90C6-E706-126CBFD47B1B}"/>
                </a:ext>
              </a:extLst>
            </p:cNvPr>
            <p:cNvSpPr/>
            <p:nvPr/>
          </p:nvSpPr>
          <p:spPr>
            <a:xfrm>
              <a:off x="11485931" y="3793181"/>
              <a:ext cx="86400" cy="45719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3" name="矩形 302">
              <a:extLst>
                <a:ext uri="{FF2B5EF4-FFF2-40B4-BE49-F238E27FC236}">
                  <a16:creationId xmlns:a16="http://schemas.microsoft.com/office/drawing/2014/main" id="{8BF27894-A6FE-12F0-6CEF-7A2CE7043721}"/>
                </a:ext>
              </a:extLst>
            </p:cNvPr>
            <p:cNvSpPr/>
            <p:nvPr/>
          </p:nvSpPr>
          <p:spPr>
            <a:xfrm>
              <a:off x="11485931" y="3883030"/>
              <a:ext cx="86400" cy="45719"/>
            </a:xfrm>
            <a:prstGeom prst="rect">
              <a:avLst/>
            </a:prstGeom>
            <a:solidFill>
              <a:srgbClr val="66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4" name="矩形 303">
              <a:extLst>
                <a:ext uri="{FF2B5EF4-FFF2-40B4-BE49-F238E27FC236}">
                  <a16:creationId xmlns:a16="http://schemas.microsoft.com/office/drawing/2014/main" id="{30D66F6A-C458-6005-FF34-DA6FCEAFFC2E}"/>
                </a:ext>
              </a:extLst>
            </p:cNvPr>
            <p:cNvSpPr/>
            <p:nvPr/>
          </p:nvSpPr>
          <p:spPr>
            <a:xfrm>
              <a:off x="11314611" y="3793181"/>
              <a:ext cx="86400" cy="45719"/>
            </a:xfrm>
            <a:prstGeom prst="rect">
              <a:avLst/>
            </a:prstGeom>
            <a:solidFill>
              <a:srgbClr val="CCFF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5" name="矩形 304">
              <a:extLst>
                <a:ext uri="{FF2B5EF4-FFF2-40B4-BE49-F238E27FC236}">
                  <a16:creationId xmlns:a16="http://schemas.microsoft.com/office/drawing/2014/main" id="{770C8ADD-BC46-87A8-9A4C-496D8E4ABCC3}"/>
                </a:ext>
              </a:extLst>
            </p:cNvPr>
            <p:cNvSpPr/>
            <p:nvPr/>
          </p:nvSpPr>
          <p:spPr>
            <a:xfrm>
              <a:off x="11314611" y="3838473"/>
              <a:ext cx="86400" cy="4571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6" name="矩形 305">
              <a:extLst>
                <a:ext uri="{FF2B5EF4-FFF2-40B4-BE49-F238E27FC236}">
                  <a16:creationId xmlns:a16="http://schemas.microsoft.com/office/drawing/2014/main" id="{BE888609-872C-F007-495D-E3FD38549C9D}"/>
                </a:ext>
              </a:extLst>
            </p:cNvPr>
            <p:cNvSpPr/>
            <p:nvPr/>
          </p:nvSpPr>
          <p:spPr>
            <a:xfrm>
              <a:off x="11400120" y="3793181"/>
              <a:ext cx="86400" cy="45719"/>
            </a:xfrm>
            <a:prstGeom prst="rect">
              <a:avLst/>
            </a:prstGeom>
            <a:solidFill>
              <a:srgbClr val="66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7" name="矩形 306">
              <a:extLst>
                <a:ext uri="{FF2B5EF4-FFF2-40B4-BE49-F238E27FC236}">
                  <a16:creationId xmlns:a16="http://schemas.microsoft.com/office/drawing/2014/main" id="{F5BB33BA-9C89-4320-B75B-940BA3AFBA3D}"/>
                </a:ext>
              </a:extLst>
            </p:cNvPr>
            <p:cNvSpPr/>
            <p:nvPr/>
          </p:nvSpPr>
          <p:spPr>
            <a:xfrm>
              <a:off x="11485931" y="3838473"/>
              <a:ext cx="86400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8" name="矩形 307">
              <a:extLst>
                <a:ext uri="{FF2B5EF4-FFF2-40B4-BE49-F238E27FC236}">
                  <a16:creationId xmlns:a16="http://schemas.microsoft.com/office/drawing/2014/main" id="{BD3187C7-38A3-2473-FBC5-2071CDA635AE}"/>
                </a:ext>
              </a:extLst>
            </p:cNvPr>
            <p:cNvSpPr/>
            <p:nvPr/>
          </p:nvSpPr>
          <p:spPr>
            <a:xfrm>
              <a:off x="11314611" y="3883030"/>
              <a:ext cx="86400" cy="45719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9" name="矩形 308">
              <a:extLst>
                <a:ext uri="{FF2B5EF4-FFF2-40B4-BE49-F238E27FC236}">
                  <a16:creationId xmlns:a16="http://schemas.microsoft.com/office/drawing/2014/main" id="{71E5ADA9-9762-F832-7495-1E6719C9BCD7}"/>
                </a:ext>
              </a:extLst>
            </p:cNvPr>
            <p:cNvSpPr/>
            <p:nvPr/>
          </p:nvSpPr>
          <p:spPr>
            <a:xfrm>
              <a:off x="11400120" y="3838473"/>
              <a:ext cx="86400" cy="457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0" name="矩形 309">
              <a:extLst>
                <a:ext uri="{FF2B5EF4-FFF2-40B4-BE49-F238E27FC236}">
                  <a16:creationId xmlns:a16="http://schemas.microsoft.com/office/drawing/2014/main" id="{07F1EB35-D0D1-D3E1-86E1-C8E77A463241}"/>
                </a:ext>
              </a:extLst>
            </p:cNvPr>
            <p:cNvSpPr/>
            <p:nvPr/>
          </p:nvSpPr>
          <p:spPr>
            <a:xfrm>
              <a:off x="11400120" y="3883030"/>
              <a:ext cx="86400" cy="45719"/>
            </a:xfrm>
            <a:prstGeom prst="rect">
              <a:avLst/>
            </a:prstGeom>
            <a:solidFill>
              <a:srgbClr val="99FF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1" name="矩形 310">
              <a:extLst>
                <a:ext uri="{FF2B5EF4-FFF2-40B4-BE49-F238E27FC236}">
                  <a16:creationId xmlns:a16="http://schemas.microsoft.com/office/drawing/2014/main" id="{23DFB1ED-337A-790E-0C17-5545910A0253}"/>
                </a:ext>
              </a:extLst>
            </p:cNvPr>
            <p:cNvSpPr/>
            <p:nvPr/>
          </p:nvSpPr>
          <p:spPr>
            <a:xfrm>
              <a:off x="11400645" y="3928693"/>
              <a:ext cx="86400" cy="45719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2" name="矩形 311">
              <a:extLst>
                <a:ext uri="{FF2B5EF4-FFF2-40B4-BE49-F238E27FC236}">
                  <a16:creationId xmlns:a16="http://schemas.microsoft.com/office/drawing/2014/main" id="{438ADA9B-9DC8-D590-5B42-1A1546D738D0}"/>
                </a:ext>
              </a:extLst>
            </p:cNvPr>
            <p:cNvSpPr/>
            <p:nvPr/>
          </p:nvSpPr>
          <p:spPr>
            <a:xfrm>
              <a:off x="11485931" y="3928693"/>
              <a:ext cx="86400" cy="45719"/>
            </a:xfrm>
            <a:prstGeom prst="rect">
              <a:avLst/>
            </a:prstGeom>
            <a:solidFill>
              <a:srgbClr val="00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3" name="矩形 312">
              <a:extLst>
                <a:ext uri="{FF2B5EF4-FFF2-40B4-BE49-F238E27FC236}">
                  <a16:creationId xmlns:a16="http://schemas.microsoft.com/office/drawing/2014/main" id="{8698C2A4-6076-9FF3-0CF7-E5A2E590A08D}"/>
                </a:ext>
              </a:extLst>
            </p:cNvPr>
            <p:cNvSpPr/>
            <p:nvPr/>
          </p:nvSpPr>
          <p:spPr>
            <a:xfrm>
              <a:off x="11314172" y="3928693"/>
              <a:ext cx="86400" cy="4571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4" name="矩形 313">
              <a:extLst>
                <a:ext uri="{FF2B5EF4-FFF2-40B4-BE49-F238E27FC236}">
                  <a16:creationId xmlns:a16="http://schemas.microsoft.com/office/drawing/2014/main" id="{E45CDE2E-8FBC-EC3B-5AE4-2FED2A0A3B17}"/>
                </a:ext>
              </a:extLst>
            </p:cNvPr>
            <p:cNvSpPr/>
            <p:nvPr/>
          </p:nvSpPr>
          <p:spPr>
            <a:xfrm>
              <a:off x="11314629" y="3973008"/>
              <a:ext cx="86400" cy="4571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5" name="矩形 314">
              <a:extLst>
                <a:ext uri="{FF2B5EF4-FFF2-40B4-BE49-F238E27FC236}">
                  <a16:creationId xmlns:a16="http://schemas.microsoft.com/office/drawing/2014/main" id="{CDEEA9D8-C3C5-B0BC-73A9-5AE4D8D9E06F}"/>
                </a:ext>
              </a:extLst>
            </p:cNvPr>
            <p:cNvSpPr/>
            <p:nvPr/>
          </p:nvSpPr>
          <p:spPr>
            <a:xfrm>
              <a:off x="11571421" y="3886294"/>
              <a:ext cx="86400" cy="45719"/>
            </a:xfrm>
            <a:prstGeom prst="rect">
              <a:avLst/>
            </a:prstGeom>
            <a:solidFill>
              <a:srgbClr val="00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6" name="矩形 315">
              <a:extLst>
                <a:ext uri="{FF2B5EF4-FFF2-40B4-BE49-F238E27FC236}">
                  <a16:creationId xmlns:a16="http://schemas.microsoft.com/office/drawing/2014/main" id="{BFC29374-98B4-FEE6-E330-86941C21ABCC}"/>
                </a:ext>
              </a:extLst>
            </p:cNvPr>
            <p:cNvSpPr/>
            <p:nvPr/>
          </p:nvSpPr>
          <p:spPr>
            <a:xfrm>
              <a:off x="11569520" y="3931037"/>
              <a:ext cx="86400" cy="45719"/>
            </a:xfrm>
            <a:prstGeom prst="rect">
              <a:avLst/>
            </a:prstGeom>
            <a:solidFill>
              <a:srgbClr val="00C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7" name="矩形 316">
              <a:extLst>
                <a:ext uri="{FF2B5EF4-FFF2-40B4-BE49-F238E27FC236}">
                  <a16:creationId xmlns:a16="http://schemas.microsoft.com/office/drawing/2014/main" id="{870BAE7C-D393-AD0D-25E6-273214FB9B1D}"/>
                </a:ext>
              </a:extLst>
            </p:cNvPr>
            <p:cNvSpPr/>
            <p:nvPr/>
          </p:nvSpPr>
          <p:spPr>
            <a:xfrm>
              <a:off x="11569501" y="3975825"/>
              <a:ext cx="86400" cy="4571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8" name="矩形 317">
              <a:extLst>
                <a:ext uri="{FF2B5EF4-FFF2-40B4-BE49-F238E27FC236}">
                  <a16:creationId xmlns:a16="http://schemas.microsoft.com/office/drawing/2014/main" id="{E85BD811-C473-1A7B-7EA8-08EA540A006F}"/>
                </a:ext>
              </a:extLst>
            </p:cNvPr>
            <p:cNvSpPr/>
            <p:nvPr/>
          </p:nvSpPr>
          <p:spPr>
            <a:xfrm>
              <a:off x="11230969" y="3837744"/>
              <a:ext cx="86400" cy="45719"/>
            </a:xfrm>
            <a:prstGeom prst="rect">
              <a:avLst/>
            </a:prstGeom>
            <a:solidFill>
              <a:srgbClr val="E2F0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9" name="矩形 318">
              <a:extLst>
                <a:ext uri="{FF2B5EF4-FFF2-40B4-BE49-F238E27FC236}">
                  <a16:creationId xmlns:a16="http://schemas.microsoft.com/office/drawing/2014/main" id="{99B61A77-09BC-AF1C-2748-87C4CEB4EF92}"/>
                </a:ext>
              </a:extLst>
            </p:cNvPr>
            <p:cNvSpPr/>
            <p:nvPr/>
          </p:nvSpPr>
          <p:spPr>
            <a:xfrm>
              <a:off x="11230950" y="3882532"/>
              <a:ext cx="86400" cy="45719"/>
            </a:xfrm>
            <a:prstGeom prst="rect">
              <a:avLst/>
            </a:prstGeom>
            <a:solidFill>
              <a:srgbClr val="CCFF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0" name="组合 319">
            <a:extLst>
              <a:ext uri="{FF2B5EF4-FFF2-40B4-BE49-F238E27FC236}">
                <a16:creationId xmlns:a16="http://schemas.microsoft.com/office/drawing/2014/main" id="{4C986497-BA5A-AEFA-EA20-6BDE42146F0D}"/>
              </a:ext>
            </a:extLst>
          </p:cNvPr>
          <p:cNvGrpSpPr/>
          <p:nvPr/>
        </p:nvGrpSpPr>
        <p:grpSpPr>
          <a:xfrm>
            <a:off x="552000" y="5518693"/>
            <a:ext cx="432333" cy="540000"/>
            <a:chOff x="9793448" y="3655404"/>
            <a:chExt cx="432333" cy="540000"/>
          </a:xfrm>
          <a:scene3d>
            <a:camera prst="isometricOffAxis2Right"/>
            <a:lightRig rig="threePt" dir="t"/>
          </a:scene3d>
        </p:grpSpPr>
        <p:sp>
          <p:nvSpPr>
            <p:cNvPr id="321" name="矩形 320">
              <a:extLst>
                <a:ext uri="{FF2B5EF4-FFF2-40B4-BE49-F238E27FC236}">
                  <a16:creationId xmlns:a16="http://schemas.microsoft.com/office/drawing/2014/main" id="{6F4F9344-BE02-B720-CC88-28F0865BED9E}"/>
                </a:ext>
              </a:extLst>
            </p:cNvPr>
            <p:cNvSpPr/>
            <p:nvPr/>
          </p:nvSpPr>
          <p:spPr>
            <a:xfrm>
              <a:off x="9793605" y="3655404"/>
              <a:ext cx="432176" cy="54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2" name="矩形 321">
              <a:extLst>
                <a:ext uri="{FF2B5EF4-FFF2-40B4-BE49-F238E27FC236}">
                  <a16:creationId xmlns:a16="http://schemas.microsoft.com/office/drawing/2014/main" id="{08B5DBE6-CE8C-7444-F1CC-763DA8E35B32}"/>
                </a:ext>
              </a:extLst>
            </p:cNvPr>
            <p:cNvSpPr/>
            <p:nvPr/>
          </p:nvSpPr>
          <p:spPr>
            <a:xfrm>
              <a:off x="10050449" y="3790764"/>
              <a:ext cx="86400" cy="45719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3" name="矩形 322">
              <a:extLst>
                <a:ext uri="{FF2B5EF4-FFF2-40B4-BE49-F238E27FC236}">
                  <a16:creationId xmlns:a16="http://schemas.microsoft.com/office/drawing/2014/main" id="{42BC1A6B-B9DF-8585-6EDF-8428FC8D147A}"/>
                </a:ext>
              </a:extLst>
            </p:cNvPr>
            <p:cNvSpPr/>
            <p:nvPr/>
          </p:nvSpPr>
          <p:spPr>
            <a:xfrm>
              <a:off x="10050449" y="3880613"/>
              <a:ext cx="86400" cy="45719"/>
            </a:xfrm>
            <a:prstGeom prst="rect">
              <a:avLst/>
            </a:prstGeom>
            <a:solidFill>
              <a:srgbClr val="66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4" name="矩形 323">
              <a:extLst>
                <a:ext uri="{FF2B5EF4-FFF2-40B4-BE49-F238E27FC236}">
                  <a16:creationId xmlns:a16="http://schemas.microsoft.com/office/drawing/2014/main" id="{5D452973-0035-CA84-A8E9-5D33529D699C}"/>
                </a:ext>
              </a:extLst>
            </p:cNvPr>
            <p:cNvSpPr/>
            <p:nvPr/>
          </p:nvSpPr>
          <p:spPr>
            <a:xfrm>
              <a:off x="9879129" y="3790764"/>
              <a:ext cx="86400" cy="4571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5" name="矩形 324">
              <a:extLst>
                <a:ext uri="{FF2B5EF4-FFF2-40B4-BE49-F238E27FC236}">
                  <a16:creationId xmlns:a16="http://schemas.microsoft.com/office/drawing/2014/main" id="{AB2B280F-EF6E-FDFF-75A4-4BA56CA3E190}"/>
                </a:ext>
              </a:extLst>
            </p:cNvPr>
            <p:cNvSpPr/>
            <p:nvPr/>
          </p:nvSpPr>
          <p:spPr>
            <a:xfrm>
              <a:off x="10136850" y="3790764"/>
              <a:ext cx="86400" cy="45719"/>
            </a:xfrm>
            <a:prstGeom prst="rect">
              <a:avLst/>
            </a:prstGeom>
            <a:solidFill>
              <a:srgbClr val="00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6" name="矩形 325">
              <a:extLst>
                <a:ext uri="{FF2B5EF4-FFF2-40B4-BE49-F238E27FC236}">
                  <a16:creationId xmlns:a16="http://schemas.microsoft.com/office/drawing/2014/main" id="{F0162B26-EF32-97A7-871F-094A11A4CE18}"/>
                </a:ext>
              </a:extLst>
            </p:cNvPr>
            <p:cNvSpPr/>
            <p:nvPr/>
          </p:nvSpPr>
          <p:spPr>
            <a:xfrm>
              <a:off x="9879129" y="3836056"/>
              <a:ext cx="86400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7" name="矩形 326">
              <a:extLst>
                <a:ext uri="{FF2B5EF4-FFF2-40B4-BE49-F238E27FC236}">
                  <a16:creationId xmlns:a16="http://schemas.microsoft.com/office/drawing/2014/main" id="{4E6D95C5-499D-607E-5D75-BD47201286DB}"/>
                </a:ext>
              </a:extLst>
            </p:cNvPr>
            <p:cNvSpPr/>
            <p:nvPr/>
          </p:nvSpPr>
          <p:spPr>
            <a:xfrm>
              <a:off x="9964638" y="3790764"/>
              <a:ext cx="86400" cy="45719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8" name="矩形 327">
              <a:extLst>
                <a:ext uri="{FF2B5EF4-FFF2-40B4-BE49-F238E27FC236}">
                  <a16:creationId xmlns:a16="http://schemas.microsoft.com/office/drawing/2014/main" id="{9594CE70-5229-DEB3-1515-6E599E858737}"/>
                </a:ext>
              </a:extLst>
            </p:cNvPr>
            <p:cNvSpPr/>
            <p:nvPr/>
          </p:nvSpPr>
          <p:spPr>
            <a:xfrm>
              <a:off x="10050449" y="3836056"/>
              <a:ext cx="86400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9" name="矩形 328">
              <a:extLst>
                <a:ext uri="{FF2B5EF4-FFF2-40B4-BE49-F238E27FC236}">
                  <a16:creationId xmlns:a16="http://schemas.microsoft.com/office/drawing/2014/main" id="{5F8EEADD-68D7-D4EA-1319-D31A247D8FF2}"/>
                </a:ext>
              </a:extLst>
            </p:cNvPr>
            <p:cNvSpPr/>
            <p:nvPr/>
          </p:nvSpPr>
          <p:spPr>
            <a:xfrm>
              <a:off x="9879129" y="3880613"/>
              <a:ext cx="86400" cy="4571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0" name="矩形 329">
              <a:extLst>
                <a:ext uri="{FF2B5EF4-FFF2-40B4-BE49-F238E27FC236}">
                  <a16:creationId xmlns:a16="http://schemas.microsoft.com/office/drawing/2014/main" id="{26A683CB-3ED4-2059-4D14-4BB98F7D4FBB}"/>
                </a:ext>
              </a:extLst>
            </p:cNvPr>
            <p:cNvSpPr/>
            <p:nvPr/>
          </p:nvSpPr>
          <p:spPr>
            <a:xfrm>
              <a:off x="9964638" y="3836056"/>
              <a:ext cx="86400" cy="457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1" name="矩形 330">
              <a:extLst>
                <a:ext uri="{FF2B5EF4-FFF2-40B4-BE49-F238E27FC236}">
                  <a16:creationId xmlns:a16="http://schemas.microsoft.com/office/drawing/2014/main" id="{5E83DDA3-4BDE-8A9C-108E-DDA1DA3A9045}"/>
                </a:ext>
              </a:extLst>
            </p:cNvPr>
            <p:cNvSpPr/>
            <p:nvPr/>
          </p:nvSpPr>
          <p:spPr>
            <a:xfrm>
              <a:off x="9964638" y="3880613"/>
              <a:ext cx="86400" cy="457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2" name="矩形 331">
              <a:extLst>
                <a:ext uri="{FF2B5EF4-FFF2-40B4-BE49-F238E27FC236}">
                  <a16:creationId xmlns:a16="http://schemas.microsoft.com/office/drawing/2014/main" id="{93AAFD4A-41E5-463E-23AE-8E2B4DB1CCA4}"/>
                </a:ext>
              </a:extLst>
            </p:cNvPr>
            <p:cNvSpPr/>
            <p:nvPr/>
          </p:nvSpPr>
          <p:spPr>
            <a:xfrm>
              <a:off x="9965163" y="3926276"/>
              <a:ext cx="86400" cy="45719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3" name="矩形 332">
              <a:extLst>
                <a:ext uri="{FF2B5EF4-FFF2-40B4-BE49-F238E27FC236}">
                  <a16:creationId xmlns:a16="http://schemas.microsoft.com/office/drawing/2014/main" id="{2F13C7F4-2082-55A4-C2CF-9B4DF6C547EC}"/>
                </a:ext>
              </a:extLst>
            </p:cNvPr>
            <p:cNvSpPr/>
            <p:nvPr/>
          </p:nvSpPr>
          <p:spPr>
            <a:xfrm>
              <a:off x="10050449" y="3926276"/>
              <a:ext cx="86400" cy="45719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4" name="矩形 333">
              <a:extLst>
                <a:ext uri="{FF2B5EF4-FFF2-40B4-BE49-F238E27FC236}">
                  <a16:creationId xmlns:a16="http://schemas.microsoft.com/office/drawing/2014/main" id="{9432B76B-4E19-FA28-E35B-EA50DC54FD64}"/>
                </a:ext>
              </a:extLst>
            </p:cNvPr>
            <p:cNvSpPr/>
            <p:nvPr/>
          </p:nvSpPr>
          <p:spPr>
            <a:xfrm>
              <a:off x="9878690" y="3926276"/>
              <a:ext cx="86400" cy="4571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5" name="矩形 334">
              <a:extLst>
                <a:ext uri="{FF2B5EF4-FFF2-40B4-BE49-F238E27FC236}">
                  <a16:creationId xmlns:a16="http://schemas.microsoft.com/office/drawing/2014/main" id="{D1A81BDE-8481-2E71-5B2F-9EB36EC7F1E3}"/>
                </a:ext>
              </a:extLst>
            </p:cNvPr>
            <p:cNvSpPr/>
            <p:nvPr/>
          </p:nvSpPr>
          <p:spPr>
            <a:xfrm>
              <a:off x="9793448" y="3835142"/>
              <a:ext cx="86400" cy="4571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6" name="矩形 335">
              <a:extLst>
                <a:ext uri="{FF2B5EF4-FFF2-40B4-BE49-F238E27FC236}">
                  <a16:creationId xmlns:a16="http://schemas.microsoft.com/office/drawing/2014/main" id="{8BB8B65C-9B71-44E9-E24B-19D67C4E27EE}"/>
                </a:ext>
              </a:extLst>
            </p:cNvPr>
            <p:cNvSpPr/>
            <p:nvPr/>
          </p:nvSpPr>
          <p:spPr>
            <a:xfrm>
              <a:off x="9964111" y="3969627"/>
              <a:ext cx="86400" cy="45719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7" name="组合 336">
            <a:extLst>
              <a:ext uri="{FF2B5EF4-FFF2-40B4-BE49-F238E27FC236}">
                <a16:creationId xmlns:a16="http://schemas.microsoft.com/office/drawing/2014/main" id="{D5A10677-A535-EA11-D638-3EB5D9B03F5F}"/>
              </a:ext>
            </a:extLst>
          </p:cNvPr>
          <p:cNvGrpSpPr/>
          <p:nvPr/>
        </p:nvGrpSpPr>
        <p:grpSpPr>
          <a:xfrm>
            <a:off x="1224919" y="5518693"/>
            <a:ext cx="428753" cy="540000"/>
            <a:chOff x="12667364" y="3658218"/>
            <a:chExt cx="428753" cy="540000"/>
          </a:xfrm>
          <a:scene3d>
            <a:camera prst="isometricOffAxis2Right"/>
            <a:lightRig rig="threePt" dir="t"/>
          </a:scene3d>
        </p:grpSpPr>
        <p:sp>
          <p:nvSpPr>
            <p:cNvPr id="338" name="矩形 337">
              <a:extLst>
                <a:ext uri="{FF2B5EF4-FFF2-40B4-BE49-F238E27FC236}">
                  <a16:creationId xmlns:a16="http://schemas.microsoft.com/office/drawing/2014/main" id="{150EF0F2-C93C-85CF-07ED-4D4EAC6A60EC}"/>
                </a:ext>
              </a:extLst>
            </p:cNvPr>
            <p:cNvSpPr/>
            <p:nvPr/>
          </p:nvSpPr>
          <p:spPr>
            <a:xfrm>
              <a:off x="12667364" y="3658218"/>
              <a:ext cx="428753" cy="540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9" name="矩形 338">
              <a:extLst>
                <a:ext uri="{FF2B5EF4-FFF2-40B4-BE49-F238E27FC236}">
                  <a16:creationId xmlns:a16="http://schemas.microsoft.com/office/drawing/2014/main" id="{7B5A7DC1-34A9-88D0-51DA-758F5F98BEF1}"/>
                </a:ext>
              </a:extLst>
            </p:cNvPr>
            <p:cNvSpPr/>
            <p:nvPr/>
          </p:nvSpPr>
          <p:spPr>
            <a:xfrm>
              <a:off x="12752449" y="4061184"/>
              <a:ext cx="86400" cy="45719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0" name="矩形 339">
              <a:extLst>
                <a:ext uri="{FF2B5EF4-FFF2-40B4-BE49-F238E27FC236}">
                  <a16:creationId xmlns:a16="http://schemas.microsoft.com/office/drawing/2014/main" id="{B25D766E-8AC7-2602-FECA-92EF260A5A33}"/>
                </a:ext>
              </a:extLst>
            </p:cNvPr>
            <p:cNvSpPr/>
            <p:nvPr/>
          </p:nvSpPr>
          <p:spPr>
            <a:xfrm>
              <a:off x="12835825" y="3970080"/>
              <a:ext cx="86400" cy="4571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1" name="矩形 340">
              <a:extLst>
                <a:ext uri="{FF2B5EF4-FFF2-40B4-BE49-F238E27FC236}">
                  <a16:creationId xmlns:a16="http://schemas.microsoft.com/office/drawing/2014/main" id="{ACC03397-3C48-BEEE-B567-AD5C5E9F4EAF}"/>
                </a:ext>
              </a:extLst>
            </p:cNvPr>
            <p:cNvSpPr/>
            <p:nvPr/>
          </p:nvSpPr>
          <p:spPr>
            <a:xfrm>
              <a:off x="12922620" y="4016854"/>
              <a:ext cx="86400" cy="45719"/>
            </a:xfrm>
            <a:prstGeom prst="rect">
              <a:avLst/>
            </a:prstGeom>
            <a:solidFill>
              <a:srgbClr val="00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2" name="矩形 341">
              <a:extLst>
                <a:ext uri="{FF2B5EF4-FFF2-40B4-BE49-F238E27FC236}">
                  <a16:creationId xmlns:a16="http://schemas.microsoft.com/office/drawing/2014/main" id="{6B005D88-01A3-F573-AB66-0745AFDB2F52}"/>
                </a:ext>
              </a:extLst>
            </p:cNvPr>
            <p:cNvSpPr/>
            <p:nvPr/>
          </p:nvSpPr>
          <p:spPr>
            <a:xfrm>
              <a:off x="12752449" y="4016854"/>
              <a:ext cx="86400" cy="45719"/>
            </a:xfrm>
            <a:prstGeom prst="rect">
              <a:avLst/>
            </a:prstGeom>
            <a:solidFill>
              <a:srgbClr val="66FF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3" name="矩形 342">
              <a:extLst>
                <a:ext uri="{FF2B5EF4-FFF2-40B4-BE49-F238E27FC236}">
                  <a16:creationId xmlns:a16="http://schemas.microsoft.com/office/drawing/2014/main" id="{2FDC6BDC-4D82-394C-4F0B-C11AB4D20529}"/>
                </a:ext>
              </a:extLst>
            </p:cNvPr>
            <p:cNvSpPr/>
            <p:nvPr/>
          </p:nvSpPr>
          <p:spPr>
            <a:xfrm>
              <a:off x="12922620" y="3970080"/>
              <a:ext cx="86400" cy="4571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4" name="矩形 343">
              <a:extLst>
                <a:ext uri="{FF2B5EF4-FFF2-40B4-BE49-F238E27FC236}">
                  <a16:creationId xmlns:a16="http://schemas.microsoft.com/office/drawing/2014/main" id="{1E2D9887-28C8-0C08-8F53-00F207DDF3FC}"/>
                </a:ext>
              </a:extLst>
            </p:cNvPr>
            <p:cNvSpPr/>
            <p:nvPr/>
          </p:nvSpPr>
          <p:spPr>
            <a:xfrm>
              <a:off x="12922620" y="4061184"/>
              <a:ext cx="86400" cy="45719"/>
            </a:xfrm>
            <a:prstGeom prst="rect">
              <a:avLst/>
            </a:prstGeom>
            <a:solidFill>
              <a:srgbClr val="00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5" name="矩形 344">
              <a:extLst>
                <a:ext uri="{FF2B5EF4-FFF2-40B4-BE49-F238E27FC236}">
                  <a16:creationId xmlns:a16="http://schemas.microsoft.com/office/drawing/2014/main" id="{3FF87796-4443-1A43-1CC3-6242AD6A708C}"/>
                </a:ext>
              </a:extLst>
            </p:cNvPr>
            <p:cNvSpPr/>
            <p:nvPr/>
          </p:nvSpPr>
          <p:spPr>
            <a:xfrm>
              <a:off x="12751296" y="3880346"/>
              <a:ext cx="86400" cy="457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6" name="矩形 345">
              <a:extLst>
                <a:ext uri="{FF2B5EF4-FFF2-40B4-BE49-F238E27FC236}">
                  <a16:creationId xmlns:a16="http://schemas.microsoft.com/office/drawing/2014/main" id="{929306D1-A597-44EC-2B08-713720A1814D}"/>
                </a:ext>
              </a:extLst>
            </p:cNvPr>
            <p:cNvSpPr/>
            <p:nvPr/>
          </p:nvSpPr>
          <p:spPr>
            <a:xfrm>
              <a:off x="12835825" y="4016854"/>
              <a:ext cx="86400" cy="45719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7" name="矩形 346">
              <a:extLst>
                <a:ext uri="{FF2B5EF4-FFF2-40B4-BE49-F238E27FC236}">
                  <a16:creationId xmlns:a16="http://schemas.microsoft.com/office/drawing/2014/main" id="{08C9DCB3-7D63-A583-D26F-019E617643CB}"/>
                </a:ext>
              </a:extLst>
            </p:cNvPr>
            <p:cNvSpPr/>
            <p:nvPr/>
          </p:nvSpPr>
          <p:spPr>
            <a:xfrm>
              <a:off x="12835825" y="3927502"/>
              <a:ext cx="86400" cy="45719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8" name="矩形 347">
              <a:extLst>
                <a:ext uri="{FF2B5EF4-FFF2-40B4-BE49-F238E27FC236}">
                  <a16:creationId xmlns:a16="http://schemas.microsoft.com/office/drawing/2014/main" id="{6ACE798B-4C84-DB08-E021-1745BF824DA4}"/>
                </a:ext>
              </a:extLst>
            </p:cNvPr>
            <p:cNvSpPr/>
            <p:nvPr/>
          </p:nvSpPr>
          <p:spPr>
            <a:xfrm>
              <a:off x="12922620" y="3929090"/>
              <a:ext cx="86400" cy="45719"/>
            </a:xfrm>
            <a:prstGeom prst="rect">
              <a:avLst/>
            </a:prstGeom>
            <a:solidFill>
              <a:srgbClr val="00CC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9" name="矩形 348">
              <a:extLst>
                <a:ext uri="{FF2B5EF4-FFF2-40B4-BE49-F238E27FC236}">
                  <a16:creationId xmlns:a16="http://schemas.microsoft.com/office/drawing/2014/main" id="{97B371DE-6502-5AEB-26CF-E63C0DB4A045}"/>
                </a:ext>
              </a:extLst>
            </p:cNvPr>
            <p:cNvSpPr/>
            <p:nvPr/>
          </p:nvSpPr>
          <p:spPr>
            <a:xfrm>
              <a:off x="12752449" y="3929090"/>
              <a:ext cx="86400" cy="4571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0" name="矩形 349">
              <a:extLst>
                <a:ext uri="{FF2B5EF4-FFF2-40B4-BE49-F238E27FC236}">
                  <a16:creationId xmlns:a16="http://schemas.microsoft.com/office/drawing/2014/main" id="{7A25F893-83E1-3E31-67D5-09D64B9B8824}"/>
                </a:ext>
              </a:extLst>
            </p:cNvPr>
            <p:cNvSpPr/>
            <p:nvPr/>
          </p:nvSpPr>
          <p:spPr>
            <a:xfrm>
              <a:off x="12752449" y="3970080"/>
              <a:ext cx="86400" cy="4571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1" name="组合 350">
            <a:extLst>
              <a:ext uri="{FF2B5EF4-FFF2-40B4-BE49-F238E27FC236}">
                <a16:creationId xmlns:a16="http://schemas.microsoft.com/office/drawing/2014/main" id="{6CC1931D-407F-764C-8A76-36C96CD4EE1D}"/>
              </a:ext>
            </a:extLst>
          </p:cNvPr>
          <p:cNvGrpSpPr/>
          <p:nvPr/>
        </p:nvGrpSpPr>
        <p:grpSpPr>
          <a:xfrm>
            <a:off x="7055431" y="5444777"/>
            <a:ext cx="2160000" cy="2160000"/>
            <a:chOff x="8688808" y="8065089"/>
            <a:chExt cx="2160000" cy="2160000"/>
          </a:xfrm>
        </p:grpSpPr>
        <p:grpSp>
          <p:nvGrpSpPr>
            <p:cNvPr id="352" name="组合 351">
              <a:extLst>
                <a:ext uri="{FF2B5EF4-FFF2-40B4-BE49-F238E27FC236}">
                  <a16:creationId xmlns:a16="http://schemas.microsoft.com/office/drawing/2014/main" id="{6F64469D-25AD-120D-65E8-4BCB7A3A644F}"/>
                </a:ext>
              </a:extLst>
            </p:cNvPr>
            <p:cNvGrpSpPr/>
            <p:nvPr/>
          </p:nvGrpSpPr>
          <p:grpSpPr>
            <a:xfrm>
              <a:off x="8688808" y="8065089"/>
              <a:ext cx="2160000" cy="2160000"/>
              <a:chOff x="4390359" y="6930569"/>
              <a:chExt cx="2160000" cy="2160000"/>
            </a:xfrm>
            <a:scene3d>
              <a:camera prst="orthographicFront">
                <a:rot lat="0" lon="21599973" rev="0"/>
              </a:camera>
              <a:lightRig rig="threePt" dir="t"/>
            </a:scene3d>
          </p:grpSpPr>
          <p:sp>
            <p:nvSpPr>
              <p:cNvPr id="361" name="不完整圆 360">
                <a:extLst>
                  <a:ext uri="{FF2B5EF4-FFF2-40B4-BE49-F238E27FC236}">
                    <a16:creationId xmlns:a16="http://schemas.microsoft.com/office/drawing/2014/main" id="{E99506B1-0E56-F125-75A5-AF79E84805D2}"/>
                  </a:ext>
                </a:extLst>
              </p:cNvPr>
              <p:cNvSpPr/>
              <p:nvPr/>
            </p:nvSpPr>
            <p:spPr>
              <a:xfrm>
                <a:off x="4390359" y="6930569"/>
                <a:ext cx="2160000" cy="2160000"/>
              </a:xfrm>
              <a:prstGeom prst="pie">
                <a:avLst>
                  <a:gd name="adj1" fmla="val 16199733"/>
                  <a:gd name="adj2" fmla="val 21588680"/>
                </a:avLst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  <a:ln>
                <a:noFill/>
              </a:ln>
              <a:sp3d prstMaterial="matt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2" name="椭圆 361">
                <a:extLst>
                  <a:ext uri="{FF2B5EF4-FFF2-40B4-BE49-F238E27FC236}">
                    <a16:creationId xmlns:a16="http://schemas.microsoft.com/office/drawing/2014/main" id="{F277FD46-A98F-04D7-9F73-FA8E11D53526}"/>
                  </a:ext>
                </a:extLst>
              </p:cNvPr>
              <p:cNvSpPr/>
              <p:nvPr/>
            </p:nvSpPr>
            <p:spPr>
              <a:xfrm>
                <a:off x="4390359" y="6930569"/>
                <a:ext cx="2160000" cy="2160000"/>
              </a:xfrm>
              <a:prstGeom prst="ellipse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  <a:sp3d prstMaterial="matt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  <p:grpSp>
          <p:nvGrpSpPr>
            <p:cNvPr id="353" name="组合 352">
              <a:extLst>
                <a:ext uri="{FF2B5EF4-FFF2-40B4-BE49-F238E27FC236}">
                  <a16:creationId xmlns:a16="http://schemas.microsoft.com/office/drawing/2014/main" id="{4E938143-E5EE-CD78-C8CC-DD6B2C2B6ABB}"/>
                </a:ext>
              </a:extLst>
            </p:cNvPr>
            <p:cNvGrpSpPr/>
            <p:nvPr/>
          </p:nvGrpSpPr>
          <p:grpSpPr>
            <a:xfrm>
              <a:off x="8688808" y="8065089"/>
              <a:ext cx="2160000" cy="2160000"/>
              <a:chOff x="8623706" y="7495466"/>
              <a:chExt cx="2160000" cy="2160000"/>
            </a:xfrm>
            <a:scene3d>
              <a:camera prst="orthographicFront">
                <a:rot lat="0" lon="17999980" rev="0"/>
              </a:camera>
              <a:lightRig rig="threePt" dir="t"/>
            </a:scene3d>
          </p:grpSpPr>
          <p:sp>
            <p:nvSpPr>
              <p:cNvPr id="357" name="不完整圆 356">
                <a:extLst>
                  <a:ext uri="{FF2B5EF4-FFF2-40B4-BE49-F238E27FC236}">
                    <a16:creationId xmlns:a16="http://schemas.microsoft.com/office/drawing/2014/main" id="{5D826F7B-B8F8-AFAA-F94F-EE0DDEA699D0}"/>
                  </a:ext>
                </a:extLst>
              </p:cNvPr>
              <p:cNvSpPr/>
              <p:nvPr/>
            </p:nvSpPr>
            <p:spPr>
              <a:xfrm>
                <a:off x="8623706" y="7495466"/>
                <a:ext cx="2160000" cy="2160000"/>
              </a:xfrm>
              <a:prstGeom prst="pie">
                <a:avLst>
                  <a:gd name="adj1" fmla="val 9375623"/>
                  <a:gd name="adj2" fmla="val 16202834"/>
                </a:avLst>
              </a:prstGeom>
              <a:solidFill>
                <a:srgbClr val="E2F0D9"/>
              </a:solidFill>
              <a:ln>
                <a:noFill/>
              </a:ln>
              <a:sp3d prstMaterial="matt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358" name="组合 357">
                <a:extLst>
                  <a:ext uri="{FF2B5EF4-FFF2-40B4-BE49-F238E27FC236}">
                    <a16:creationId xmlns:a16="http://schemas.microsoft.com/office/drawing/2014/main" id="{503B49C4-A506-F848-6680-88978BC3F5C3}"/>
                  </a:ext>
                </a:extLst>
              </p:cNvPr>
              <p:cNvGrpSpPr/>
              <p:nvPr/>
            </p:nvGrpSpPr>
            <p:grpSpPr>
              <a:xfrm>
                <a:off x="8623706" y="7495466"/>
                <a:ext cx="2160000" cy="2160000"/>
                <a:chOff x="8609659" y="7269479"/>
                <a:chExt cx="2168122" cy="2160000"/>
              </a:xfrm>
            </p:grpSpPr>
            <p:sp>
              <p:nvSpPr>
                <p:cNvPr id="359" name="弧形 358">
                  <a:extLst>
                    <a:ext uri="{FF2B5EF4-FFF2-40B4-BE49-F238E27FC236}">
                      <a16:creationId xmlns:a16="http://schemas.microsoft.com/office/drawing/2014/main" id="{547DC2E5-8B52-21C1-466F-C04327A41440}"/>
                    </a:ext>
                  </a:extLst>
                </p:cNvPr>
                <p:cNvSpPr/>
                <p:nvPr/>
              </p:nvSpPr>
              <p:spPr>
                <a:xfrm>
                  <a:off x="8609659" y="7269479"/>
                  <a:ext cx="2168122" cy="2160000"/>
                </a:xfrm>
                <a:prstGeom prst="arc">
                  <a:avLst>
                    <a:gd name="adj1" fmla="val 16192233"/>
                    <a:gd name="adj2" fmla="val 5405127"/>
                  </a:avLst>
                </a:prstGeom>
                <a:ln w="19050">
                  <a:solidFill>
                    <a:schemeClr val="accent4">
                      <a:lumMod val="75000"/>
                    </a:schemeClr>
                  </a:solidFill>
                  <a:prstDash val="lgDash"/>
                </a:ln>
                <a:sp3d prstMaterial="matte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60" name="弧形 359">
                  <a:extLst>
                    <a:ext uri="{FF2B5EF4-FFF2-40B4-BE49-F238E27FC236}">
                      <a16:creationId xmlns:a16="http://schemas.microsoft.com/office/drawing/2014/main" id="{185654BB-3B7B-746F-FF9C-1E23CAD1AC2E}"/>
                    </a:ext>
                  </a:extLst>
                </p:cNvPr>
                <p:cNvSpPr/>
                <p:nvPr/>
              </p:nvSpPr>
              <p:spPr>
                <a:xfrm>
                  <a:off x="8609659" y="7269479"/>
                  <a:ext cx="2168122" cy="2160000"/>
                </a:xfrm>
                <a:prstGeom prst="arc">
                  <a:avLst>
                    <a:gd name="adj1" fmla="val 5404803"/>
                    <a:gd name="adj2" fmla="val 16198381"/>
                  </a:avLst>
                </a:prstGeom>
                <a:ln w="19050">
                  <a:solidFill>
                    <a:schemeClr val="accent4">
                      <a:lumMod val="75000"/>
                    </a:schemeClr>
                  </a:solidFill>
                </a:ln>
                <a:sp3d prstMaterial="matte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354" name="组合 353">
              <a:extLst>
                <a:ext uri="{FF2B5EF4-FFF2-40B4-BE49-F238E27FC236}">
                  <a16:creationId xmlns:a16="http://schemas.microsoft.com/office/drawing/2014/main" id="{67FDF3EC-CAAE-D2F6-B235-6B6014DC4118}"/>
                </a:ext>
              </a:extLst>
            </p:cNvPr>
            <p:cNvGrpSpPr/>
            <p:nvPr/>
          </p:nvGrpSpPr>
          <p:grpSpPr>
            <a:xfrm>
              <a:off x="8688808" y="8065089"/>
              <a:ext cx="2160000" cy="2160000"/>
              <a:chOff x="8609659" y="7269479"/>
              <a:chExt cx="2168122" cy="2160000"/>
            </a:xfrm>
            <a:scene3d>
              <a:camera prst="orthographicFront">
                <a:rot lat="3780000" lon="0" rev="0"/>
              </a:camera>
              <a:lightRig rig="threePt" dir="t"/>
            </a:scene3d>
          </p:grpSpPr>
          <p:sp>
            <p:nvSpPr>
              <p:cNvPr id="355" name="弧形 354">
                <a:extLst>
                  <a:ext uri="{FF2B5EF4-FFF2-40B4-BE49-F238E27FC236}">
                    <a16:creationId xmlns:a16="http://schemas.microsoft.com/office/drawing/2014/main" id="{ED2DF674-5389-DBCF-7CDE-ECEA30C34218}"/>
                  </a:ext>
                </a:extLst>
              </p:cNvPr>
              <p:cNvSpPr/>
              <p:nvPr/>
            </p:nvSpPr>
            <p:spPr>
              <a:xfrm>
                <a:off x="8609659" y="7269479"/>
                <a:ext cx="2168122" cy="2160000"/>
              </a:xfrm>
              <a:prstGeom prst="arc">
                <a:avLst>
                  <a:gd name="adj1" fmla="val 21596058"/>
                  <a:gd name="adj2" fmla="val 10803008"/>
                </a:avLst>
              </a:prstGeom>
              <a:ln w="19050">
                <a:solidFill>
                  <a:schemeClr val="accent4">
                    <a:lumMod val="75000"/>
                  </a:schemeClr>
                </a:solidFill>
              </a:ln>
              <a:sp3d prstMaterial="matte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6" name="弧形 355">
                <a:extLst>
                  <a:ext uri="{FF2B5EF4-FFF2-40B4-BE49-F238E27FC236}">
                    <a16:creationId xmlns:a16="http://schemas.microsoft.com/office/drawing/2014/main" id="{E0C5FC37-FE70-66D2-AA92-95CB769E82C4}"/>
                  </a:ext>
                </a:extLst>
              </p:cNvPr>
              <p:cNvSpPr/>
              <p:nvPr/>
            </p:nvSpPr>
            <p:spPr>
              <a:xfrm>
                <a:off x="8609659" y="7269479"/>
                <a:ext cx="2168122" cy="2160000"/>
              </a:xfrm>
              <a:prstGeom prst="arc">
                <a:avLst>
                  <a:gd name="adj1" fmla="val 10806643"/>
                  <a:gd name="adj2" fmla="val 21594557"/>
                </a:avLst>
              </a:prstGeom>
              <a:ln w="19050">
                <a:solidFill>
                  <a:schemeClr val="accent4">
                    <a:lumMod val="75000"/>
                  </a:schemeClr>
                </a:solidFill>
                <a:prstDash val="lgDash"/>
              </a:ln>
              <a:sp3d prstMaterial="matte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63" name="组合 362">
            <a:extLst>
              <a:ext uri="{FF2B5EF4-FFF2-40B4-BE49-F238E27FC236}">
                <a16:creationId xmlns:a16="http://schemas.microsoft.com/office/drawing/2014/main" id="{B8540FCF-7DAC-AD0F-7A22-0058A58DAEF3}"/>
              </a:ext>
            </a:extLst>
          </p:cNvPr>
          <p:cNvGrpSpPr/>
          <p:nvPr/>
        </p:nvGrpSpPr>
        <p:grpSpPr>
          <a:xfrm>
            <a:off x="7441841" y="6724615"/>
            <a:ext cx="449332" cy="446361"/>
            <a:chOff x="8227585" y="7146262"/>
            <a:chExt cx="449332" cy="446361"/>
          </a:xfrm>
          <a:scene3d>
            <a:camera prst="orthographicFront">
              <a:rot lat="0" lon="20399970" rev="0"/>
            </a:camera>
            <a:lightRig rig="threePt" dir="t"/>
          </a:scene3d>
        </p:grpSpPr>
        <p:sp>
          <p:nvSpPr>
            <p:cNvPr id="364" name="椭圆 363">
              <a:extLst>
                <a:ext uri="{FF2B5EF4-FFF2-40B4-BE49-F238E27FC236}">
                  <a16:creationId xmlns:a16="http://schemas.microsoft.com/office/drawing/2014/main" id="{AF45A682-8E37-3C81-BD01-8B40C6BBDA6B}"/>
                </a:ext>
              </a:extLst>
            </p:cNvPr>
            <p:cNvSpPr/>
            <p:nvPr/>
          </p:nvSpPr>
          <p:spPr>
            <a:xfrm rot="1764146">
              <a:off x="8422630" y="7146262"/>
              <a:ext cx="125622" cy="125622"/>
            </a:xfrm>
            <a:prstGeom prst="ellipse">
              <a:avLst/>
            </a:prstGeom>
            <a:solidFill>
              <a:srgbClr val="5482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5" name="椭圆 364">
              <a:extLst>
                <a:ext uri="{FF2B5EF4-FFF2-40B4-BE49-F238E27FC236}">
                  <a16:creationId xmlns:a16="http://schemas.microsoft.com/office/drawing/2014/main" id="{D784B2AD-C664-B163-C35F-258ACCC978C9}"/>
                </a:ext>
              </a:extLst>
            </p:cNvPr>
            <p:cNvSpPr/>
            <p:nvPr/>
          </p:nvSpPr>
          <p:spPr>
            <a:xfrm rot="1764146">
              <a:off x="8472459" y="7467000"/>
              <a:ext cx="125622" cy="125622"/>
            </a:xfrm>
            <a:prstGeom prst="ellipse">
              <a:avLst/>
            </a:prstGeom>
            <a:solidFill>
              <a:srgbClr val="548235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6" name="椭圆 365">
              <a:extLst>
                <a:ext uri="{FF2B5EF4-FFF2-40B4-BE49-F238E27FC236}">
                  <a16:creationId xmlns:a16="http://schemas.microsoft.com/office/drawing/2014/main" id="{26EBD995-12B9-4A6B-E953-723D9C8D95EE}"/>
                </a:ext>
              </a:extLst>
            </p:cNvPr>
            <p:cNvSpPr/>
            <p:nvPr/>
          </p:nvSpPr>
          <p:spPr>
            <a:xfrm rot="1764146">
              <a:off x="8258589" y="7467001"/>
              <a:ext cx="125622" cy="125622"/>
            </a:xfrm>
            <a:prstGeom prst="ellipse">
              <a:avLst/>
            </a:prstGeom>
            <a:solidFill>
              <a:srgbClr val="5482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7" name="椭圆 366">
              <a:extLst>
                <a:ext uri="{FF2B5EF4-FFF2-40B4-BE49-F238E27FC236}">
                  <a16:creationId xmlns:a16="http://schemas.microsoft.com/office/drawing/2014/main" id="{2F9FC5D0-369B-BAD7-AE9C-82B1FAFD6ABC}"/>
                </a:ext>
              </a:extLst>
            </p:cNvPr>
            <p:cNvSpPr/>
            <p:nvPr/>
          </p:nvSpPr>
          <p:spPr>
            <a:xfrm rot="1764146">
              <a:off x="8227585" y="7229235"/>
              <a:ext cx="125622" cy="125622"/>
            </a:xfrm>
            <a:prstGeom prst="ellipse">
              <a:avLst/>
            </a:prstGeom>
            <a:solidFill>
              <a:srgbClr val="5482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8" name="椭圆 367">
              <a:extLst>
                <a:ext uri="{FF2B5EF4-FFF2-40B4-BE49-F238E27FC236}">
                  <a16:creationId xmlns:a16="http://schemas.microsoft.com/office/drawing/2014/main" id="{5DDB3B20-8179-CE5E-9767-D0404E61EBCF}"/>
                </a:ext>
              </a:extLst>
            </p:cNvPr>
            <p:cNvSpPr/>
            <p:nvPr/>
          </p:nvSpPr>
          <p:spPr>
            <a:xfrm rot="1764146">
              <a:off x="8551295" y="7286948"/>
              <a:ext cx="125622" cy="125622"/>
            </a:xfrm>
            <a:prstGeom prst="ellipse">
              <a:avLst/>
            </a:prstGeom>
            <a:solidFill>
              <a:srgbClr val="548235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69" name="直接箭头连接符 368">
            <a:extLst>
              <a:ext uri="{FF2B5EF4-FFF2-40B4-BE49-F238E27FC236}">
                <a16:creationId xmlns:a16="http://schemas.microsoft.com/office/drawing/2014/main" id="{40B5D899-118C-7E0D-C5CF-4509594ECE3A}"/>
              </a:ext>
            </a:extLst>
          </p:cNvPr>
          <p:cNvCxnSpPr>
            <a:cxnSpLocks/>
          </p:cNvCxnSpPr>
          <p:nvPr/>
        </p:nvCxnSpPr>
        <p:spPr>
          <a:xfrm flipH="1">
            <a:off x="7501069" y="6524777"/>
            <a:ext cx="634362" cy="559296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直接箭头连接符 369">
            <a:extLst>
              <a:ext uri="{FF2B5EF4-FFF2-40B4-BE49-F238E27FC236}">
                <a16:creationId xmlns:a16="http://schemas.microsoft.com/office/drawing/2014/main" id="{FE25106B-036C-70B4-21A1-BBBD899C9EF6}"/>
              </a:ext>
            </a:extLst>
          </p:cNvPr>
          <p:cNvCxnSpPr>
            <a:cxnSpLocks/>
          </p:cNvCxnSpPr>
          <p:nvPr/>
        </p:nvCxnSpPr>
        <p:spPr>
          <a:xfrm flipV="1">
            <a:off x="8140407" y="5371007"/>
            <a:ext cx="571550" cy="1155523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1" name="组合 370">
            <a:extLst>
              <a:ext uri="{FF2B5EF4-FFF2-40B4-BE49-F238E27FC236}">
                <a16:creationId xmlns:a16="http://schemas.microsoft.com/office/drawing/2014/main" id="{BB262D6C-A36F-06E2-8DEC-0860C6CA1D47}"/>
              </a:ext>
            </a:extLst>
          </p:cNvPr>
          <p:cNvGrpSpPr/>
          <p:nvPr/>
        </p:nvGrpSpPr>
        <p:grpSpPr>
          <a:xfrm rot="2631682">
            <a:off x="8366275" y="5515843"/>
            <a:ext cx="449332" cy="446361"/>
            <a:chOff x="8227585" y="7146262"/>
            <a:chExt cx="449332" cy="446361"/>
          </a:xfrm>
          <a:scene3d>
            <a:camera prst="orthographicFront">
              <a:rot lat="2400000" lon="21599983" rev="21599992"/>
            </a:camera>
            <a:lightRig rig="threePt" dir="t"/>
          </a:scene3d>
        </p:grpSpPr>
        <p:sp>
          <p:nvSpPr>
            <p:cNvPr id="372" name="椭圆 371">
              <a:extLst>
                <a:ext uri="{FF2B5EF4-FFF2-40B4-BE49-F238E27FC236}">
                  <a16:creationId xmlns:a16="http://schemas.microsoft.com/office/drawing/2014/main" id="{05E00646-E500-506E-A710-B729D24A043F}"/>
                </a:ext>
              </a:extLst>
            </p:cNvPr>
            <p:cNvSpPr/>
            <p:nvPr/>
          </p:nvSpPr>
          <p:spPr>
            <a:xfrm rot="1764146">
              <a:off x="8422630" y="7146262"/>
              <a:ext cx="125622" cy="12562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3" name="椭圆 372">
              <a:extLst>
                <a:ext uri="{FF2B5EF4-FFF2-40B4-BE49-F238E27FC236}">
                  <a16:creationId xmlns:a16="http://schemas.microsoft.com/office/drawing/2014/main" id="{D74C115F-6AC3-D0A1-4779-E063724BC949}"/>
                </a:ext>
              </a:extLst>
            </p:cNvPr>
            <p:cNvSpPr/>
            <p:nvPr/>
          </p:nvSpPr>
          <p:spPr>
            <a:xfrm rot="1764146">
              <a:off x="8472459" y="7467000"/>
              <a:ext cx="125622" cy="125622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4" name="椭圆 373">
              <a:extLst>
                <a:ext uri="{FF2B5EF4-FFF2-40B4-BE49-F238E27FC236}">
                  <a16:creationId xmlns:a16="http://schemas.microsoft.com/office/drawing/2014/main" id="{7AECFA0F-CEB8-8239-C090-BB5023B4B338}"/>
                </a:ext>
              </a:extLst>
            </p:cNvPr>
            <p:cNvSpPr/>
            <p:nvPr/>
          </p:nvSpPr>
          <p:spPr>
            <a:xfrm rot="1764146">
              <a:off x="8258589" y="7467001"/>
              <a:ext cx="125622" cy="12562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5" name="椭圆 374">
              <a:extLst>
                <a:ext uri="{FF2B5EF4-FFF2-40B4-BE49-F238E27FC236}">
                  <a16:creationId xmlns:a16="http://schemas.microsoft.com/office/drawing/2014/main" id="{B569B8ED-C361-31BF-3184-4C555BE44087}"/>
                </a:ext>
              </a:extLst>
            </p:cNvPr>
            <p:cNvSpPr/>
            <p:nvPr/>
          </p:nvSpPr>
          <p:spPr>
            <a:xfrm rot="1764146">
              <a:off x="8227585" y="7229235"/>
              <a:ext cx="125622" cy="12562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6" name="椭圆 375">
              <a:extLst>
                <a:ext uri="{FF2B5EF4-FFF2-40B4-BE49-F238E27FC236}">
                  <a16:creationId xmlns:a16="http://schemas.microsoft.com/office/drawing/2014/main" id="{CDE75F4A-2211-BA67-C732-01FADA65952E}"/>
                </a:ext>
              </a:extLst>
            </p:cNvPr>
            <p:cNvSpPr/>
            <p:nvPr/>
          </p:nvSpPr>
          <p:spPr>
            <a:xfrm rot="1764146">
              <a:off x="8551295" y="7286948"/>
              <a:ext cx="125622" cy="125622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77" name="直接箭头连接符 376">
            <a:extLst>
              <a:ext uri="{FF2B5EF4-FFF2-40B4-BE49-F238E27FC236}">
                <a16:creationId xmlns:a16="http://schemas.microsoft.com/office/drawing/2014/main" id="{DE9894A3-3784-5ED1-C766-032AC065B18D}"/>
              </a:ext>
            </a:extLst>
          </p:cNvPr>
          <p:cNvCxnSpPr>
            <a:cxnSpLocks/>
          </p:cNvCxnSpPr>
          <p:nvPr/>
        </p:nvCxnSpPr>
        <p:spPr>
          <a:xfrm flipV="1">
            <a:off x="8135953" y="6196657"/>
            <a:ext cx="1225161" cy="327903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8" name="组合 377">
            <a:extLst>
              <a:ext uri="{FF2B5EF4-FFF2-40B4-BE49-F238E27FC236}">
                <a16:creationId xmlns:a16="http://schemas.microsoft.com/office/drawing/2014/main" id="{B2531864-7DB8-A9E7-4D61-1E7BB2BD92BF}"/>
              </a:ext>
            </a:extLst>
          </p:cNvPr>
          <p:cNvGrpSpPr/>
          <p:nvPr/>
        </p:nvGrpSpPr>
        <p:grpSpPr>
          <a:xfrm rot="2631682">
            <a:off x="8781237" y="6083608"/>
            <a:ext cx="449332" cy="446361"/>
            <a:chOff x="8227585" y="7146262"/>
            <a:chExt cx="449332" cy="446361"/>
          </a:xfrm>
          <a:scene3d>
            <a:camera prst="orthographicFront">
              <a:rot lat="1140246" lon="1788333" rev="1651704"/>
            </a:camera>
            <a:lightRig rig="threePt" dir="t"/>
          </a:scene3d>
        </p:grpSpPr>
        <p:sp>
          <p:nvSpPr>
            <p:cNvPr id="379" name="椭圆 378">
              <a:extLst>
                <a:ext uri="{FF2B5EF4-FFF2-40B4-BE49-F238E27FC236}">
                  <a16:creationId xmlns:a16="http://schemas.microsoft.com/office/drawing/2014/main" id="{7EA75F27-A894-FDE2-5651-1486B5A7B3A8}"/>
                </a:ext>
              </a:extLst>
            </p:cNvPr>
            <p:cNvSpPr/>
            <p:nvPr/>
          </p:nvSpPr>
          <p:spPr>
            <a:xfrm rot="1764146">
              <a:off x="8422630" y="7146262"/>
              <a:ext cx="125622" cy="125622"/>
            </a:xfrm>
            <a:prstGeom prst="ellipse">
              <a:avLst/>
            </a:prstGeom>
            <a:solidFill>
              <a:srgbClr val="337D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0" name="椭圆 379">
              <a:extLst>
                <a:ext uri="{FF2B5EF4-FFF2-40B4-BE49-F238E27FC236}">
                  <a16:creationId xmlns:a16="http://schemas.microsoft.com/office/drawing/2014/main" id="{80488443-C1E0-8619-CD2D-EE8A9BA1B560}"/>
                </a:ext>
              </a:extLst>
            </p:cNvPr>
            <p:cNvSpPr/>
            <p:nvPr/>
          </p:nvSpPr>
          <p:spPr>
            <a:xfrm rot="1764146">
              <a:off x="8472459" y="7467000"/>
              <a:ext cx="125622" cy="125622"/>
            </a:xfrm>
            <a:prstGeom prst="ellipse">
              <a:avLst/>
            </a:prstGeom>
            <a:solidFill>
              <a:srgbClr val="337DC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1" name="椭圆 380">
              <a:extLst>
                <a:ext uri="{FF2B5EF4-FFF2-40B4-BE49-F238E27FC236}">
                  <a16:creationId xmlns:a16="http://schemas.microsoft.com/office/drawing/2014/main" id="{8116344A-61A2-9FD9-0DDC-6A2AA8FAEF91}"/>
                </a:ext>
              </a:extLst>
            </p:cNvPr>
            <p:cNvSpPr/>
            <p:nvPr/>
          </p:nvSpPr>
          <p:spPr>
            <a:xfrm rot="1764146">
              <a:off x="8258589" y="7467001"/>
              <a:ext cx="125622" cy="125622"/>
            </a:xfrm>
            <a:prstGeom prst="ellipse">
              <a:avLst/>
            </a:prstGeom>
            <a:solidFill>
              <a:srgbClr val="337D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2" name="椭圆 381">
              <a:extLst>
                <a:ext uri="{FF2B5EF4-FFF2-40B4-BE49-F238E27FC236}">
                  <a16:creationId xmlns:a16="http://schemas.microsoft.com/office/drawing/2014/main" id="{679C5C9F-7F28-C53C-B339-BA3B6A94A435}"/>
                </a:ext>
              </a:extLst>
            </p:cNvPr>
            <p:cNvSpPr/>
            <p:nvPr/>
          </p:nvSpPr>
          <p:spPr>
            <a:xfrm rot="1764146">
              <a:off x="8227585" y="7229235"/>
              <a:ext cx="125622" cy="125622"/>
            </a:xfrm>
            <a:prstGeom prst="ellipse">
              <a:avLst/>
            </a:prstGeom>
            <a:solidFill>
              <a:srgbClr val="337D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3" name="椭圆 382">
              <a:extLst>
                <a:ext uri="{FF2B5EF4-FFF2-40B4-BE49-F238E27FC236}">
                  <a16:creationId xmlns:a16="http://schemas.microsoft.com/office/drawing/2014/main" id="{0A5AFC38-9811-BBB6-CB18-69ED55CB4463}"/>
                </a:ext>
              </a:extLst>
            </p:cNvPr>
            <p:cNvSpPr/>
            <p:nvPr/>
          </p:nvSpPr>
          <p:spPr>
            <a:xfrm rot="1764146">
              <a:off x="8551295" y="7286948"/>
              <a:ext cx="125622" cy="125622"/>
            </a:xfrm>
            <a:prstGeom prst="ellipse">
              <a:avLst/>
            </a:prstGeom>
            <a:solidFill>
              <a:srgbClr val="337DC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4" name="组合 383">
            <a:extLst>
              <a:ext uri="{FF2B5EF4-FFF2-40B4-BE49-F238E27FC236}">
                <a16:creationId xmlns:a16="http://schemas.microsoft.com/office/drawing/2014/main" id="{15D551AA-A062-4BB0-E2FE-68E8B25A5E3E}"/>
              </a:ext>
            </a:extLst>
          </p:cNvPr>
          <p:cNvGrpSpPr/>
          <p:nvPr/>
        </p:nvGrpSpPr>
        <p:grpSpPr>
          <a:xfrm>
            <a:off x="7515174" y="5735059"/>
            <a:ext cx="449332" cy="446361"/>
            <a:chOff x="8227585" y="7146262"/>
            <a:chExt cx="449332" cy="446361"/>
          </a:xfrm>
          <a:scene3d>
            <a:camera prst="orthographicFront">
              <a:rot lat="1056731" lon="20027169" rev="20051933"/>
            </a:camera>
            <a:lightRig rig="threePt" dir="t"/>
          </a:scene3d>
        </p:grpSpPr>
        <p:sp>
          <p:nvSpPr>
            <p:cNvPr id="385" name="椭圆 384">
              <a:extLst>
                <a:ext uri="{FF2B5EF4-FFF2-40B4-BE49-F238E27FC236}">
                  <a16:creationId xmlns:a16="http://schemas.microsoft.com/office/drawing/2014/main" id="{9BC405B2-E26A-C4B2-7115-06A899186974}"/>
                </a:ext>
              </a:extLst>
            </p:cNvPr>
            <p:cNvSpPr/>
            <p:nvPr/>
          </p:nvSpPr>
          <p:spPr>
            <a:xfrm rot="1764146">
              <a:off x="8422630" y="7146262"/>
              <a:ext cx="125622" cy="12562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6" name="椭圆 385">
              <a:extLst>
                <a:ext uri="{FF2B5EF4-FFF2-40B4-BE49-F238E27FC236}">
                  <a16:creationId xmlns:a16="http://schemas.microsoft.com/office/drawing/2014/main" id="{640CB790-86B7-6B4E-898C-C86533C2B0EE}"/>
                </a:ext>
              </a:extLst>
            </p:cNvPr>
            <p:cNvSpPr/>
            <p:nvPr/>
          </p:nvSpPr>
          <p:spPr>
            <a:xfrm rot="1764146">
              <a:off x="8472459" y="7467000"/>
              <a:ext cx="125622" cy="125622"/>
            </a:xfrm>
            <a:prstGeom prst="ellipse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7" name="椭圆 386">
              <a:extLst>
                <a:ext uri="{FF2B5EF4-FFF2-40B4-BE49-F238E27FC236}">
                  <a16:creationId xmlns:a16="http://schemas.microsoft.com/office/drawing/2014/main" id="{CD67C149-86FE-179D-B91E-C2E1724A3394}"/>
                </a:ext>
              </a:extLst>
            </p:cNvPr>
            <p:cNvSpPr/>
            <p:nvPr/>
          </p:nvSpPr>
          <p:spPr>
            <a:xfrm rot="1764146">
              <a:off x="8258589" y="7467001"/>
              <a:ext cx="125622" cy="12562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8" name="椭圆 387">
              <a:extLst>
                <a:ext uri="{FF2B5EF4-FFF2-40B4-BE49-F238E27FC236}">
                  <a16:creationId xmlns:a16="http://schemas.microsoft.com/office/drawing/2014/main" id="{CB2BAD4F-E4E6-06F9-F8F7-2E4E57FC714A}"/>
                </a:ext>
              </a:extLst>
            </p:cNvPr>
            <p:cNvSpPr/>
            <p:nvPr/>
          </p:nvSpPr>
          <p:spPr>
            <a:xfrm rot="1764146">
              <a:off x="8227585" y="7229235"/>
              <a:ext cx="125622" cy="12562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9" name="椭圆 388">
              <a:extLst>
                <a:ext uri="{FF2B5EF4-FFF2-40B4-BE49-F238E27FC236}">
                  <a16:creationId xmlns:a16="http://schemas.microsoft.com/office/drawing/2014/main" id="{09346109-5DC2-99BB-4AFF-6F2B8396F846}"/>
                </a:ext>
              </a:extLst>
            </p:cNvPr>
            <p:cNvSpPr/>
            <p:nvPr/>
          </p:nvSpPr>
          <p:spPr>
            <a:xfrm rot="1764146">
              <a:off x="8551295" y="7286948"/>
              <a:ext cx="125622" cy="125622"/>
            </a:xfrm>
            <a:prstGeom prst="ellipse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90" name="直接箭头连接符 389">
            <a:extLst>
              <a:ext uri="{FF2B5EF4-FFF2-40B4-BE49-F238E27FC236}">
                <a16:creationId xmlns:a16="http://schemas.microsoft.com/office/drawing/2014/main" id="{19D31C4A-807E-7468-091B-79106F208CA9}"/>
              </a:ext>
            </a:extLst>
          </p:cNvPr>
          <p:cNvCxnSpPr>
            <a:cxnSpLocks/>
          </p:cNvCxnSpPr>
          <p:nvPr/>
        </p:nvCxnSpPr>
        <p:spPr>
          <a:xfrm flipH="1" flipV="1">
            <a:off x="7582014" y="5747582"/>
            <a:ext cx="553417" cy="777195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直接连接符 390">
            <a:extLst>
              <a:ext uri="{FF2B5EF4-FFF2-40B4-BE49-F238E27FC236}">
                <a16:creationId xmlns:a16="http://schemas.microsoft.com/office/drawing/2014/main" id="{66DC11BE-D2B9-4BE7-09EF-F562299F81B8}"/>
              </a:ext>
            </a:extLst>
          </p:cNvPr>
          <p:cNvCxnSpPr>
            <a:cxnSpLocks/>
          </p:cNvCxnSpPr>
          <p:nvPr/>
        </p:nvCxnSpPr>
        <p:spPr>
          <a:xfrm>
            <a:off x="6957119" y="4990900"/>
            <a:ext cx="0" cy="3332983"/>
          </a:xfrm>
          <a:prstGeom prst="line">
            <a:avLst/>
          </a:prstGeom>
          <a:ln w="19050"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2" name="文本框 391">
            <a:extLst>
              <a:ext uri="{FF2B5EF4-FFF2-40B4-BE49-F238E27FC236}">
                <a16:creationId xmlns:a16="http://schemas.microsoft.com/office/drawing/2014/main" id="{FA65AEA8-6271-00A4-46F9-DDDC0A9F7655}"/>
              </a:ext>
            </a:extLst>
          </p:cNvPr>
          <p:cNvSpPr txBox="1"/>
          <p:nvPr/>
        </p:nvSpPr>
        <p:spPr>
          <a:xfrm>
            <a:off x="5154031" y="7843835"/>
            <a:ext cx="1528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sum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3" name="文本框 392">
                <a:extLst>
                  <a:ext uri="{FF2B5EF4-FFF2-40B4-BE49-F238E27FC236}">
                    <a16:creationId xmlns:a16="http://schemas.microsoft.com/office/drawing/2014/main" id="{B573B20F-7B55-0D57-A2F0-3A13237A573E}"/>
                  </a:ext>
                </a:extLst>
              </p:cNvPr>
              <p:cNvSpPr txBox="1"/>
              <p:nvPr/>
            </p:nvSpPr>
            <p:spPr>
              <a:xfrm>
                <a:off x="1912241" y="5817913"/>
                <a:ext cx="37670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b="1" i="1" smtClean="0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393" name="文本框 392">
                <a:extLst>
                  <a:ext uri="{FF2B5EF4-FFF2-40B4-BE49-F238E27FC236}">
                    <a16:creationId xmlns:a16="http://schemas.microsoft.com/office/drawing/2014/main" id="{B573B20F-7B55-0D57-A2F0-3A13237A5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2241" y="5817913"/>
                <a:ext cx="376706" cy="215444"/>
              </a:xfrm>
              <a:prstGeom prst="rect">
                <a:avLst/>
              </a:prstGeom>
              <a:blipFill>
                <a:blip r:embed="rId28"/>
                <a:stretch>
                  <a:fillRect l="-16393" r="-16393" b="-30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4" name="文本框 393">
                <a:extLst>
                  <a:ext uri="{FF2B5EF4-FFF2-40B4-BE49-F238E27FC236}">
                    <a16:creationId xmlns:a16="http://schemas.microsoft.com/office/drawing/2014/main" id="{267DCF83-01AF-1AF4-00D4-7F74FFCC522F}"/>
                  </a:ext>
                </a:extLst>
              </p:cNvPr>
              <p:cNvSpPr txBox="1"/>
              <p:nvPr/>
            </p:nvSpPr>
            <p:spPr>
              <a:xfrm>
                <a:off x="1924893" y="7303919"/>
                <a:ext cx="46583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394" name="文本框 393">
                <a:extLst>
                  <a:ext uri="{FF2B5EF4-FFF2-40B4-BE49-F238E27FC236}">
                    <a16:creationId xmlns:a16="http://schemas.microsoft.com/office/drawing/2014/main" id="{267DCF83-01AF-1AF4-00D4-7F74FFCC5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893" y="7303919"/>
                <a:ext cx="465832" cy="215444"/>
              </a:xfrm>
              <a:prstGeom prst="rect">
                <a:avLst/>
              </a:prstGeom>
              <a:blipFill>
                <a:blip r:embed="rId29"/>
                <a:stretch>
                  <a:fillRect l="-13158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5" name="文本框 394">
                <a:extLst>
                  <a:ext uri="{FF2B5EF4-FFF2-40B4-BE49-F238E27FC236}">
                    <a16:creationId xmlns:a16="http://schemas.microsoft.com/office/drawing/2014/main" id="{37087AEC-AA1B-E3D2-F587-819F944E783F}"/>
                  </a:ext>
                </a:extLst>
              </p:cNvPr>
              <p:cNvSpPr txBox="1"/>
              <p:nvPr/>
            </p:nvSpPr>
            <p:spPr>
              <a:xfrm>
                <a:off x="3031067" y="7303919"/>
                <a:ext cx="46583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395" name="文本框 394">
                <a:extLst>
                  <a:ext uri="{FF2B5EF4-FFF2-40B4-BE49-F238E27FC236}">
                    <a16:creationId xmlns:a16="http://schemas.microsoft.com/office/drawing/2014/main" id="{37087AEC-AA1B-E3D2-F587-819F944E7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067" y="7303919"/>
                <a:ext cx="465832" cy="215444"/>
              </a:xfrm>
              <a:prstGeom prst="rect">
                <a:avLst/>
              </a:prstGeom>
              <a:blipFill>
                <a:blip r:embed="rId30"/>
                <a:stretch>
                  <a:fillRect l="-11688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6" name="文本框 395">
            <a:extLst>
              <a:ext uri="{FF2B5EF4-FFF2-40B4-BE49-F238E27FC236}">
                <a16:creationId xmlns:a16="http://schemas.microsoft.com/office/drawing/2014/main" id="{BDCC4946-13D1-8AD2-28B2-078DB415D34F}"/>
              </a:ext>
            </a:extLst>
          </p:cNvPr>
          <p:cNvSpPr txBox="1"/>
          <p:nvPr/>
        </p:nvSpPr>
        <p:spPr>
          <a:xfrm>
            <a:off x="3352054" y="3305749"/>
            <a:ext cx="1140943" cy="531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Intervention </a:t>
            </a:r>
          </a:p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Module</a:t>
            </a:r>
            <a:endParaRPr lang="en-US" altLang="zh-CN" sz="14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84C592EF-A158-98CB-9236-CE6D15BE5A8E}"/>
              </a:ext>
            </a:extLst>
          </p:cNvPr>
          <p:cNvSpPr txBox="1"/>
          <p:nvPr/>
        </p:nvSpPr>
        <p:spPr>
          <a:xfrm>
            <a:off x="5697924" y="2158915"/>
            <a:ext cx="1662139" cy="531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b="1" spc="-9" dirty="0">
                <a:latin typeface="Times New Roman"/>
                <a:cs typeface="Times New Roman"/>
              </a:rPr>
              <a:t>Disentangle </a:t>
            </a:r>
          </a:p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b="1" spc="-9" dirty="0">
                <a:latin typeface="Times New Roman"/>
                <a:cs typeface="Times New Roman"/>
              </a:rPr>
              <a:t>Regularization</a:t>
            </a:r>
            <a:endParaRPr lang="en-US" altLang="zh-CN" sz="1400" b="1" dirty="0">
              <a:latin typeface="Times New Roman"/>
              <a:cs typeface="Times New Roman"/>
            </a:endParaRPr>
          </a:p>
        </p:txBody>
      </p:sp>
      <p:sp>
        <p:nvSpPr>
          <p:cNvPr id="398" name="文本框 397">
            <a:extLst>
              <a:ext uri="{FF2B5EF4-FFF2-40B4-BE49-F238E27FC236}">
                <a16:creationId xmlns:a16="http://schemas.microsoft.com/office/drawing/2014/main" id="{891AB1E7-9DFC-3BAA-AF7A-61CE296E481E}"/>
              </a:ext>
            </a:extLst>
          </p:cNvPr>
          <p:cNvSpPr txBox="1"/>
          <p:nvPr/>
        </p:nvSpPr>
        <p:spPr>
          <a:xfrm>
            <a:off x="3352942" y="2174386"/>
            <a:ext cx="1160383" cy="531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Confounder </a:t>
            </a:r>
          </a:p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Dictionary</a:t>
            </a:r>
            <a:endParaRPr lang="en-US" altLang="zh-CN" sz="14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grpSp>
        <p:nvGrpSpPr>
          <p:cNvPr id="400" name="组合 399">
            <a:extLst>
              <a:ext uri="{FF2B5EF4-FFF2-40B4-BE49-F238E27FC236}">
                <a16:creationId xmlns:a16="http://schemas.microsoft.com/office/drawing/2014/main" id="{9DE23386-23D7-80ED-ACE5-AC215C6709A5}"/>
              </a:ext>
            </a:extLst>
          </p:cNvPr>
          <p:cNvGrpSpPr/>
          <p:nvPr/>
        </p:nvGrpSpPr>
        <p:grpSpPr>
          <a:xfrm>
            <a:off x="5815432" y="3936399"/>
            <a:ext cx="428983" cy="399276"/>
            <a:chOff x="4641125" y="3353521"/>
            <a:chExt cx="428983" cy="399276"/>
          </a:xfrm>
        </p:grpSpPr>
        <p:sp>
          <p:nvSpPr>
            <p:cNvPr id="401" name="矩形: 圆角 400">
              <a:extLst>
                <a:ext uri="{FF2B5EF4-FFF2-40B4-BE49-F238E27FC236}">
                  <a16:creationId xmlns:a16="http://schemas.microsoft.com/office/drawing/2014/main" id="{7A41EEB6-15A1-5E04-0F09-38C35595809D}"/>
                </a:ext>
              </a:extLst>
            </p:cNvPr>
            <p:cNvSpPr/>
            <p:nvPr/>
          </p:nvSpPr>
          <p:spPr>
            <a:xfrm>
              <a:off x="4661200" y="3353521"/>
              <a:ext cx="408908" cy="39927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BF9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2" name="文本框 401">
                  <a:extLst>
                    <a:ext uri="{FF2B5EF4-FFF2-40B4-BE49-F238E27FC236}">
                      <a16:creationId xmlns:a16="http://schemas.microsoft.com/office/drawing/2014/main" id="{769A6E58-4545-1847-0FCF-516A40413180}"/>
                    </a:ext>
                  </a:extLst>
                </p:cNvPr>
                <p:cNvSpPr txBox="1"/>
                <p:nvPr/>
              </p:nvSpPr>
              <p:spPr>
                <a:xfrm>
                  <a:off x="4641125" y="3387358"/>
                  <a:ext cx="389333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𝒑𝒐</m:t>
                            </m:r>
                          </m:sub>
                        </m:sSub>
                      </m:oMath>
                    </m:oMathPara>
                  </a14:m>
                  <a:endParaRPr lang="zh-CN" altLang="en-US" sz="105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01" name="文本框 1700">
                  <a:extLst>
                    <a:ext uri="{FF2B5EF4-FFF2-40B4-BE49-F238E27FC236}">
                      <a16:creationId xmlns:a16="http://schemas.microsoft.com/office/drawing/2014/main" id="{9DC0D68B-5D16-8E3D-CAF1-5E043AB89A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1125" y="3387358"/>
                  <a:ext cx="389333" cy="32707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3" name="组合 402">
            <a:extLst>
              <a:ext uri="{FF2B5EF4-FFF2-40B4-BE49-F238E27FC236}">
                <a16:creationId xmlns:a16="http://schemas.microsoft.com/office/drawing/2014/main" id="{A8A616A3-708C-A6D6-D2E2-0CE2AB3F9397}"/>
              </a:ext>
            </a:extLst>
          </p:cNvPr>
          <p:cNvGrpSpPr/>
          <p:nvPr/>
        </p:nvGrpSpPr>
        <p:grpSpPr>
          <a:xfrm>
            <a:off x="6916228" y="3936399"/>
            <a:ext cx="453089" cy="399276"/>
            <a:chOff x="5100474" y="3353521"/>
            <a:chExt cx="453089" cy="399276"/>
          </a:xfrm>
        </p:grpSpPr>
        <p:sp>
          <p:nvSpPr>
            <p:cNvPr id="404" name="矩形: 圆角 403">
              <a:extLst>
                <a:ext uri="{FF2B5EF4-FFF2-40B4-BE49-F238E27FC236}">
                  <a16:creationId xmlns:a16="http://schemas.microsoft.com/office/drawing/2014/main" id="{425903B9-DB81-1CA5-39D2-85774798A894}"/>
                </a:ext>
              </a:extLst>
            </p:cNvPr>
            <p:cNvSpPr/>
            <p:nvPr/>
          </p:nvSpPr>
          <p:spPr>
            <a:xfrm>
              <a:off x="5103781" y="3353521"/>
              <a:ext cx="408908" cy="39927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BF9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5" name="文本框 404">
                  <a:extLst>
                    <a:ext uri="{FF2B5EF4-FFF2-40B4-BE49-F238E27FC236}">
                      <a16:creationId xmlns:a16="http://schemas.microsoft.com/office/drawing/2014/main" id="{67C5ABB8-581D-BE89-E8EA-7B73FC8C7A82}"/>
                    </a:ext>
                  </a:extLst>
                </p:cNvPr>
                <p:cNvSpPr txBox="1"/>
                <p:nvPr/>
              </p:nvSpPr>
              <p:spPr>
                <a:xfrm>
                  <a:off x="5100474" y="3371394"/>
                  <a:ext cx="453089" cy="3281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𝒇𝒐</m:t>
                            </m:r>
                          </m:sub>
                        </m:sSub>
                      </m:oMath>
                    </m:oMathPara>
                  </a14:m>
                  <a:endParaRPr lang="zh-CN" altLang="en-US" sz="105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61" name="文本框 1360">
                  <a:extLst>
                    <a:ext uri="{FF2B5EF4-FFF2-40B4-BE49-F238E27FC236}">
                      <a16:creationId xmlns:a16="http://schemas.microsoft.com/office/drawing/2014/main" id="{A48D31FD-B71D-7B36-A859-6AD92EE56B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0474" y="3371394"/>
                  <a:ext cx="453089" cy="328167"/>
                </a:xfrm>
                <a:prstGeom prst="rect">
                  <a:avLst/>
                </a:prstGeom>
                <a:blipFill>
                  <a:blip r:embed="rId35"/>
                  <a:stretch>
                    <a:fillRect b="-377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6" name="组合 405">
            <a:extLst>
              <a:ext uri="{FF2B5EF4-FFF2-40B4-BE49-F238E27FC236}">
                <a16:creationId xmlns:a16="http://schemas.microsoft.com/office/drawing/2014/main" id="{88EC7DCF-C865-4E15-4F54-D97B42813558}"/>
              </a:ext>
            </a:extLst>
          </p:cNvPr>
          <p:cNvGrpSpPr/>
          <p:nvPr/>
        </p:nvGrpSpPr>
        <p:grpSpPr>
          <a:xfrm>
            <a:off x="6375868" y="3936399"/>
            <a:ext cx="408908" cy="399276"/>
            <a:chOff x="5901749" y="3393350"/>
            <a:chExt cx="408908" cy="399276"/>
          </a:xfrm>
        </p:grpSpPr>
        <p:sp>
          <p:nvSpPr>
            <p:cNvPr id="407" name="矩形: 圆角 406">
              <a:extLst>
                <a:ext uri="{FF2B5EF4-FFF2-40B4-BE49-F238E27FC236}">
                  <a16:creationId xmlns:a16="http://schemas.microsoft.com/office/drawing/2014/main" id="{F4832395-F2EC-E672-A724-2C1C9F53B441}"/>
                </a:ext>
              </a:extLst>
            </p:cNvPr>
            <p:cNvSpPr/>
            <p:nvPr/>
          </p:nvSpPr>
          <p:spPr>
            <a:xfrm>
              <a:off x="5901749" y="3393350"/>
              <a:ext cx="408908" cy="39927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BF9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8" name="文本框 407">
                  <a:extLst>
                    <a:ext uri="{FF2B5EF4-FFF2-40B4-BE49-F238E27FC236}">
                      <a16:creationId xmlns:a16="http://schemas.microsoft.com/office/drawing/2014/main" id="{237D9A2B-5B37-A683-8552-32BD2244CC2A}"/>
                    </a:ext>
                  </a:extLst>
                </p:cNvPr>
                <p:cNvSpPr txBox="1"/>
                <p:nvPr/>
              </p:nvSpPr>
              <p:spPr>
                <a:xfrm>
                  <a:off x="5908422" y="3436406"/>
                  <a:ext cx="37597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kl</m:t>
                            </m:r>
                          </m:sub>
                        </m:sSub>
                      </m:oMath>
                    </m:oMathPara>
                  </a14:m>
                  <a:endParaRPr lang="zh-CN" altLang="en-US" sz="105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83" name="文本框 1182">
                  <a:extLst>
                    <a:ext uri="{FF2B5EF4-FFF2-40B4-BE49-F238E27FC236}">
                      <a16:creationId xmlns:a16="http://schemas.microsoft.com/office/drawing/2014/main" id="{F69C7BFC-704A-58D8-06BB-2FAD822A94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8422" y="3436406"/>
                  <a:ext cx="375979" cy="307777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9" name="组合 408">
            <a:extLst>
              <a:ext uri="{FF2B5EF4-FFF2-40B4-BE49-F238E27FC236}">
                <a16:creationId xmlns:a16="http://schemas.microsoft.com/office/drawing/2014/main" id="{BDEF4659-7A06-1646-54E2-BE889A52C4D8}"/>
              </a:ext>
            </a:extLst>
          </p:cNvPr>
          <p:cNvGrpSpPr/>
          <p:nvPr/>
        </p:nvGrpSpPr>
        <p:grpSpPr>
          <a:xfrm>
            <a:off x="4113467" y="3886578"/>
            <a:ext cx="308123" cy="440780"/>
            <a:chOff x="10715589" y="1290080"/>
            <a:chExt cx="590413" cy="1079341"/>
          </a:xfrm>
        </p:grpSpPr>
        <p:sp>
          <p:nvSpPr>
            <p:cNvPr id="410" name="矩形 409">
              <a:extLst>
                <a:ext uri="{FF2B5EF4-FFF2-40B4-BE49-F238E27FC236}">
                  <a16:creationId xmlns:a16="http://schemas.microsoft.com/office/drawing/2014/main" id="{C730A3D1-7D5A-511B-5802-401E6ED9030B}"/>
                </a:ext>
              </a:extLst>
            </p:cNvPr>
            <p:cNvSpPr/>
            <p:nvPr/>
          </p:nvSpPr>
          <p:spPr>
            <a:xfrm>
              <a:off x="10715589" y="1290080"/>
              <a:ext cx="590413" cy="10793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6"/>
            </a:p>
          </p:txBody>
        </p:sp>
        <p:pic>
          <p:nvPicPr>
            <p:cNvPr id="411" name="图片 410">
              <a:extLst>
                <a:ext uri="{FF2B5EF4-FFF2-40B4-BE49-F238E27FC236}">
                  <a16:creationId xmlns:a16="http://schemas.microsoft.com/office/drawing/2014/main" id="{9A47CC28-2CB0-5B40-EE34-DD1243366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0780900" y="1339095"/>
              <a:ext cx="476729" cy="990768"/>
            </a:xfrm>
            <a:prstGeom prst="rect">
              <a:avLst/>
            </a:prstGeom>
          </p:spPr>
        </p:pic>
      </p:grpSp>
      <p:sp>
        <p:nvSpPr>
          <p:cNvPr id="413" name="文本框 412">
            <a:extLst>
              <a:ext uri="{FF2B5EF4-FFF2-40B4-BE49-F238E27FC236}">
                <a16:creationId xmlns:a16="http://schemas.microsoft.com/office/drawing/2014/main" id="{74118CE7-0F9F-5A84-6A61-1230C4B7BB7D}"/>
              </a:ext>
            </a:extLst>
          </p:cNvPr>
          <p:cNvSpPr txBox="1"/>
          <p:nvPr/>
        </p:nvSpPr>
        <p:spPr>
          <a:xfrm>
            <a:off x="5085512" y="4028121"/>
            <a:ext cx="403126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ID</a:t>
            </a:r>
            <a:endParaRPr lang="en-US" altLang="zh-CN" sz="14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cxnSp>
        <p:nvCxnSpPr>
          <p:cNvPr id="414" name="直接箭头连接符 413">
            <a:extLst>
              <a:ext uri="{FF2B5EF4-FFF2-40B4-BE49-F238E27FC236}">
                <a16:creationId xmlns:a16="http://schemas.microsoft.com/office/drawing/2014/main" id="{1902F536-9BBD-F8EF-1D0F-91566B0E1AF8}"/>
              </a:ext>
            </a:extLst>
          </p:cNvPr>
          <p:cNvCxnSpPr>
            <a:cxnSpLocks/>
          </p:cNvCxnSpPr>
          <p:nvPr/>
        </p:nvCxnSpPr>
        <p:spPr>
          <a:xfrm flipV="1">
            <a:off x="4471720" y="4196023"/>
            <a:ext cx="645122" cy="1718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直接箭头连接符 414">
            <a:extLst>
              <a:ext uri="{FF2B5EF4-FFF2-40B4-BE49-F238E27FC236}">
                <a16:creationId xmlns:a16="http://schemas.microsoft.com/office/drawing/2014/main" id="{5A750DE6-1F28-9526-3577-85213DB3D7A1}"/>
              </a:ext>
            </a:extLst>
          </p:cNvPr>
          <p:cNvCxnSpPr>
            <a:cxnSpLocks/>
          </p:cNvCxnSpPr>
          <p:nvPr/>
        </p:nvCxnSpPr>
        <p:spPr>
          <a:xfrm>
            <a:off x="4849281" y="3799665"/>
            <a:ext cx="281099" cy="307816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直接箭头连接符 415">
            <a:extLst>
              <a:ext uri="{FF2B5EF4-FFF2-40B4-BE49-F238E27FC236}">
                <a16:creationId xmlns:a16="http://schemas.microsoft.com/office/drawing/2014/main" id="{2B395AFE-ACA9-8903-BB8A-498C45D4E53E}"/>
              </a:ext>
            </a:extLst>
          </p:cNvPr>
          <p:cNvCxnSpPr>
            <a:cxnSpLocks/>
          </p:cNvCxnSpPr>
          <p:nvPr/>
        </p:nvCxnSpPr>
        <p:spPr>
          <a:xfrm flipH="1">
            <a:off x="4471964" y="3801038"/>
            <a:ext cx="235636" cy="330456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7" name="组合 416">
            <a:extLst>
              <a:ext uri="{FF2B5EF4-FFF2-40B4-BE49-F238E27FC236}">
                <a16:creationId xmlns:a16="http://schemas.microsoft.com/office/drawing/2014/main" id="{001673E0-120C-1A10-8ADB-542EA4512CEB}"/>
              </a:ext>
            </a:extLst>
          </p:cNvPr>
          <p:cNvGrpSpPr/>
          <p:nvPr/>
        </p:nvGrpSpPr>
        <p:grpSpPr>
          <a:xfrm rot="1972072">
            <a:off x="4557494" y="3845521"/>
            <a:ext cx="49937" cy="201801"/>
            <a:chOff x="6196576" y="883153"/>
            <a:chExt cx="13616" cy="229675"/>
          </a:xfrm>
        </p:grpSpPr>
        <p:sp>
          <p:nvSpPr>
            <p:cNvPr id="418" name="矩形 417">
              <a:extLst>
                <a:ext uri="{FF2B5EF4-FFF2-40B4-BE49-F238E27FC236}">
                  <a16:creationId xmlns:a16="http://schemas.microsoft.com/office/drawing/2014/main" id="{11C84583-AA87-36D3-8AE6-D59141885B2D}"/>
                </a:ext>
              </a:extLst>
            </p:cNvPr>
            <p:cNvSpPr/>
            <p:nvPr/>
          </p:nvSpPr>
          <p:spPr>
            <a:xfrm rot="18870730" flipH="1">
              <a:off x="6089080" y="990649"/>
              <a:ext cx="227457" cy="1246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9" name="矩形 418">
              <a:extLst>
                <a:ext uri="{FF2B5EF4-FFF2-40B4-BE49-F238E27FC236}">
                  <a16:creationId xmlns:a16="http://schemas.microsoft.com/office/drawing/2014/main" id="{A5A5551E-1BC4-2EC0-FF7F-E932308E64AE}"/>
                </a:ext>
              </a:extLst>
            </p:cNvPr>
            <p:cNvSpPr/>
            <p:nvPr/>
          </p:nvSpPr>
          <p:spPr>
            <a:xfrm rot="13555562" flipH="1">
              <a:off x="6089646" y="992282"/>
              <a:ext cx="228626" cy="1246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0" name="组合 419">
            <a:extLst>
              <a:ext uri="{FF2B5EF4-FFF2-40B4-BE49-F238E27FC236}">
                <a16:creationId xmlns:a16="http://schemas.microsoft.com/office/drawing/2014/main" id="{CAE0D63D-F98E-9959-3C74-ED2DAC05E94C}"/>
              </a:ext>
            </a:extLst>
          </p:cNvPr>
          <p:cNvGrpSpPr/>
          <p:nvPr/>
        </p:nvGrpSpPr>
        <p:grpSpPr>
          <a:xfrm>
            <a:off x="3493326" y="3914191"/>
            <a:ext cx="428983" cy="399276"/>
            <a:chOff x="4641125" y="3353521"/>
            <a:chExt cx="428983" cy="399276"/>
          </a:xfrm>
        </p:grpSpPr>
        <p:sp>
          <p:nvSpPr>
            <p:cNvPr id="421" name="矩形: 圆角 420">
              <a:extLst>
                <a:ext uri="{FF2B5EF4-FFF2-40B4-BE49-F238E27FC236}">
                  <a16:creationId xmlns:a16="http://schemas.microsoft.com/office/drawing/2014/main" id="{190C7DE3-7136-D4BA-1E0E-6884F2498D82}"/>
                </a:ext>
              </a:extLst>
            </p:cNvPr>
            <p:cNvSpPr/>
            <p:nvPr/>
          </p:nvSpPr>
          <p:spPr>
            <a:xfrm>
              <a:off x="4661200" y="3353521"/>
              <a:ext cx="408908" cy="399276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2" name="文本框 421">
                  <a:extLst>
                    <a:ext uri="{FF2B5EF4-FFF2-40B4-BE49-F238E27FC236}">
                      <a16:creationId xmlns:a16="http://schemas.microsoft.com/office/drawing/2014/main" id="{FEE2E74A-52C7-4ED9-5822-AA20A92FAF98}"/>
                    </a:ext>
                  </a:extLst>
                </p:cNvPr>
                <p:cNvSpPr txBox="1"/>
                <p:nvPr/>
              </p:nvSpPr>
              <p:spPr>
                <a:xfrm>
                  <a:off x="4641125" y="3387358"/>
                  <a:ext cx="389333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int</m:t>
                            </m:r>
                          </m:sub>
                        </m:sSub>
                      </m:oMath>
                    </m:oMathPara>
                  </a14:m>
                  <a:endParaRPr lang="zh-CN" altLang="en-US" sz="105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43" name="文本框 1742">
                  <a:extLst>
                    <a:ext uri="{FF2B5EF4-FFF2-40B4-BE49-F238E27FC236}">
                      <a16:creationId xmlns:a16="http://schemas.microsoft.com/office/drawing/2014/main" id="{F29006E9-311B-CE1A-3EF3-0B09F9BDDA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1125" y="3387358"/>
                  <a:ext cx="389333" cy="307777"/>
                </a:xfrm>
                <a:prstGeom prst="rect">
                  <a:avLst/>
                </a:prstGeom>
                <a:blipFill>
                  <a:blip r:embed="rId38"/>
                  <a:stretch>
                    <a:fillRect r="-468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3" name="组合 422">
            <a:extLst>
              <a:ext uri="{FF2B5EF4-FFF2-40B4-BE49-F238E27FC236}">
                <a16:creationId xmlns:a16="http://schemas.microsoft.com/office/drawing/2014/main" id="{2AC39B3B-008B-474E-2657-0F4E0C45D974}"/>
              </a:ext>
            </a:extLst>
          </p:cNvPr>
          <p:cNvGrpSpPr/>
          <p:nvPr/>
        </p:nvGrpSpPr>
        <p:grpSpPr>
          <a:xfrm>
            <a:off x="5944755" y="2737927"/>
            <a:ext cx="308123" cy="440780"/>
            <a:chOff x="10715589" y="1290080"/>
            <a:chExt cx="590413" cy="1079341"/>
          </a:xfrm>
        </p:grpSpPr>
        <p:sp>
          <p:nvSpPr>
            <p:cNvPr id="424" name="矩形 423">
              <a:extLst>
                <a:ext uri="{FF2B5EF4-FFF2-40B4-BE49-F238E27FC236}">
                  <a16:creationId xmlns:a16="http://schemas.microsoft.com/office/drawing/2014/main" id="{47DBD757-85F4-2D22-7C13-6E386D9731FC}"/>
                </a:ext>
              </a:extLst>
            </p:cNvPr>
            <p:cNvSpPr/>
            <p:nvPr/>
          </p:nvSpPr>
          <p:spPr>
            <a:xfrm>
              <a:off x="10715589" y="1290080"/>
              <a:ext cx="590413" cy="10793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6"/>
            </a:p>
          </p:txBody>
        </p:sp>
        <p:pic>
          <p:nvPicPr>
            <p:cNvPr id="425" name="图片 424">
              <a:extLst>
                <a:ext uri="{FF2B5EF4-FFF2-40B4-BE49-F238E27FC236}">
                  <a16:creationId xmlns:a16="http://schemas.microsoft.com/office/drawing/2014/main" id="{6C960F2E-A351-C438-2AD9-E8AB8C06D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0780900" y="1339095"/>
              <a:ext cx="476729" cy="990768"/>
            </a:xfrm>
            <a:prstGeom prst="rect">
              <a:avLst/>
            </a:prstGeom>
          </p:spPr>
        </p:pic>
      </p:grpSp>
      <p:sp>
        <p:nvSpPr>
          <p:cNvPr id="427" name="立方体 426">
            <a:extLst>
              <a:ext uri="{FF2B5EF4-FFF2-40B4-BE49-F238E27FC236}">
                <a16:creationId xmlns:a16="http://schemas.microsoft.com/office/drawing/2014/main" id="{FDD924AB-B6E8-09C8-84D6-0FFD997BFE10}"/>
              </a:ext>
            </a:extLst>
          </p:cNvPr>
          <p:cNvSpPr/>
          <p:nvPr/>
        </p:nvSpPr>
        <p:spPr>
          <a:xfrm>
            <a:off x="5813487" y="3224804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428" name="立方体 427">
            <a:extLst>
              <a:ext uri="{FF2B5EF4-FFF2-40B4-BE49-F238E27FC236}">
                <a16:creationId xmlns:a16="http://schemas.microsoft.com/office/drawing/2014/main" id="{AB748D7C-13BD-729D-5B85-E4303613D7E5}"/>
              </a:ext>
            </a:extLst>
          </p:cNvPr>
          <p:cNvSpPr/>
          <p:nvPr/>
        </p:nvSpPr>
        <p:spPr>
          <a:xfrm>
            <a:off x="5813487" y="3443903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429" name="立方体 428">
            <a:extLst>
              <a:ext uri="{FF2B5EF4-FFF2-40B4-BE49-F238E27FC236}">
                <a16:creationId xmlns:a16="http://schemas.microsoft.com/office/drawing/2014/main" id="{EDBCE729-1A9F-1854-5AA5-2C51569B0198}"/>
              </a:ext>
            </a:extLst>
          </p:cNvPr>
          <p:cNvSpPr/>
          <p:nvPr/>
        </p:nvSpPr>
        <p:spPr>
          <a:xfrm>
            <a:off x="5813487" y="3663001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430" name="立方体 429">
            <a:extLst>
              <a:ext uri="{FF2B5EF4-FFF2-40B4-BE49-F238E27FC236}">
                <a16:creationId xmlns:a16="http://schemas.microsoft.com/office/drawing/2014/main" id="{5F3FCF45-DAEE-3600-6AAE-17F823C7EB32}"/>
              </a:ext>
            </a:extLst>
          </p:cNvPr>
          <p:cNvSpPr/>
          <p:nvPr/>
        </p:nvSpPr>
        <p:spPr>
          <a:xfrm>
            <a:off x="6803315" y="3224804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sp>
        <p:nvSpPr>
          <p:cNvPr id="431" name="立方体 430">
            <a:extLst>
              <a:ext uri="{FF2B5EF4-FFF2-40B4-BE49-F238E27FC236}">
                <a16:creationId xmlns:a16="http://schemas.microsoft.com/office/drawing/2014/main" id="{EC922E8A-B66C-B57F-5040-A87A70EB0AD1}"/>
              </a:ext>
            </a:extLst>
          </p:cNvPr>
          <p:cNvSpPr/>
          <p:nvPr/>
        </p:nvSpPr>
        <p:spPr>
          <a:xfrm>
            <a:off x="6803315" y="3443903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sp>
        <p:nvSpPr>
          <p:cNvPr id="432" name="立方体 431">
            <a:extLst>
              <a:ext uri="{FF2B5EF4-FFF2-40B4-BE49-F238E27FC236}">
                <a16:creationId xmlns:a16="http://schemas.microsoft.com/office/drawing/2014/main" id="{99B94012-E3AD-C438-B244-11206FAEC406}"/>
              </a:ext>
            </a:extLst>
          </p:cNvPr>
          <p:cNvSpPr/>
          <p:nvPr/>
        </p:nvSpPr>
        <p:spPr>
          <a:xfrm>
            <a:off x="6803315" y="3663001"/>
            <a:ext cx="545776" cy="156118"/>
          </a:xfrm>
          <a:prstGeom prst="cube">
            <a:avLst>
              <a:gd name="adj" fmla="val 32673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 w="190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cxnSp>
        <p:nvCxnSpPr>
          <p:cNvPr id="433" name="直接箭头连接符 432">
            <a:extLst>
              <a:ext uri="{FF2B5EF4-FFF2-40B4-BE49-F238E27FC236}">
                <a16:creationId xmlns:a16="http://schemas.microsoft.com/office/drawing/2014/main" id="{B99FD394-C138-98C4-A7AE-F86A30E4DBDA}"/>
              </a:ext>
            </a:extLst>
          </p:cNvPr>
          <p:cNvCxnSpPr>
            <a:cxnSpLocks/>
          </p:cNvCxnSpPr>
          <p:nvPr/>
        </p:nvCxnSpPr>
        <p:spPr>
          <a:xfrm>
            <a:off x="6612869" y="2937146"/>
            <a:ext cx="299361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直接箭头连接符 433">
            <a:extLst>
              <a:ext uri="{FF2B5EF4-FFF2-40B4-BE49-F238E27FC236}">
                <a16:creationId xmlns:a16="http://schemas.microsoft.com/office/drawing/2014/main" id="{3590F510-2FE0-BFED-573C-06C1FCC42B8B}"/>
              </a:ext>
            </a:extLst>
          </p:cNvPr>
          <p:cNvCxnSpPr>
            <a:cxnSpLocks/>
          </p:cNvCxnSpPr>
          <p:nvPr/>
        </p:nvCxnSpPr>
        <p:spPr>
          <a:xfrm>
            <a:off x="6246699" y="2937146"/>
            <a:ext cx="299361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" name="箭头: 右 434">
            <a:extLst>
              <a:ext uri="{FF2B5EF4-FFF2-40B4-BE49-F238E27FC236}">
                <a16:creationId xmlns:a16="http://schemas.microsoft.com/office/drawing/2014/main" id="{8F782F3D-2D18-F6CF-BAFD-6063F00B85C0}"/>
              </a:ext>
            </a:extLst>
          </p:cNvPr>
          <p:cNvSpPr/>
          <p:nvPr/>
        </p:nvSpPr>
        <p:spPr>
          <a:xfrm rot="5400000">
            <a:off x="4218379" y="2862729"/>
            <a:ext cx="422615" cy="308344"/>
          </a:xfrm>
          <a:prstGeom prst="rightArrow">
            <a:avLst/>
          </a:prstGeom>
          <a:noFill/>
          <a:ln w="28575">
            <a:solidFill>
              <a:srgbClr val="5482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6" name="直接连接符 435">
            <a:extLst>
              <a:ext uri="{FF2B5EF4-FFF2-40B4-BE49-F238E27FC236}">
                <a16:creationId xmlns:a16="http://schemas.microsoft.com/office/drawing/2014/main" id="{994D3903-7419-0AD2-B772-6E0B1836787C}"/>
              </a:ext>
            </a:extLst>
          </p:cNvPr>
          <p:cNvCxnSpPr>
            <a:cxnSpLocks/>
          </p:cNvCxnSpPr>
          <p:nvPr/>
        </p:nvCxnSpPr>
        <p:spPr>
          <a:xfrm>
            <a:off x="2677249" y="2782201"/>
            <a:ext cx="0" cy="320515"/>
          </a:xfrm>
          <a:prstGeom prst="line">
            <a:avLst/>
          </a:prstGeom>
          <a:ln w="19050">
            <a:solidFill>
              <a:srgbClr val="548235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直接箭头连接符 436">
            <a:extLst>
              <a:ext uri="{FF2B5EF4-FFF2-40B4-BE49-F238E27FC236}">
                <a16:creationId xmlns:a16="http://schemas.microsoft.com/office/drawing/2014/main" id="{9169CDD4-B32E-F422-37B6-099E330BFC86}"/>
              </a:ext>
            </a:extLst>
          </p:cNvPr>
          <p:cNvCxnSpPr>
            <a:cxnSpLocks/>
          </p:cNvCxnSpPr>
          <p:nvPr/>
        </p:nvCxnSpPr>
        <p:spPr>
          <a:xfrm>
            <a:off x="2949592" y="4715409"/>
            <a:ext cx="445831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8" name="组合 437">
            <a:extLst>
              <a:ext uri="{FF2B5EF4-FFF2-40B4-BE49-F238E27FC236}">
                <a16:creationId xmlns:a16="http://schemas.microsoft.com/office/drawing/2014/main" id="{6396BD2E-FB3A-C564-F960-5B491DE855B4}"/>
              </a:ext>
            </a:extLst>
          </p:cNvPr>
          <p:cNvGrpSpPr/>
          <p:nvPr/>
        </p:nvGrpSpPr>
        <p:grpSpPr>
          <a:xfrm>
            <a:off x="6221982" y="5834619"/>
            <a:ext cx="428983" cy="399276"/>
            <a:chOff x="4641125" y="3353521"/>
            <a:chExt cx="428983" cy="399276"/>
          </a:xfrm>
        </p:grpSpPr>
        <p:sp>
          <p:nvSpPr>
            <p:cNvPr id="439" name="矩形: 圆角 438">
              <a:extLst>
                <a:ext uri="{FF2B5EF4-FFF2-40B4-BE49-F238E27FC236}">
                  <a16:creationId xmlns:a16="http://schemas.microsoft.com/office/drawing/2014/main" id="{1463D1AA-F923-9EED-820E-68747AD147A7}"/>
                </a:ext>
              </a:extLst>
            </p:cNvPr>
            <p:cNvSpPr/>
            <p:nvPr/>
          </p:nvSpPr>
          <p:spPr>
            <a:xfrm>
              <a:off x="4661200" y="3353521"/>
              <a:ext cx="408908" cy="399276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0" name="文本框 439">
                  <a:extLst>
                    <a:ext uri="{FF2B5EF4-FFF2-40B4-BE49-F238E27FC236}">
                      <a16:creationId xmlns:a16="http://schemas.microsoft.com/office/drawing/2014/main" id="{C202B438-3822-63B5-BEAB-4AD1465DF6D8}"/>
                    </a:ext>
                  </a:extLst>
                </p:cNvPr>
                <p:cNvSpPr txBox="1"/>
                <p:nvPr/>
              </p:nvSpPr>
              <p:spPr>
                <a:xfrm>
                  <a:off x="4641125" y="3387358"/>
                  <a:ext cx="389333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int</m:t>
                            </m:r>
                          </m:sub>
                        </m:sSub>
                      </m:oMath>
                    </m:oMathPara>
                  </a14:m>
                  <a:endParaRPr lang="zh-CN" altLang="en-US" sz="105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75" name="文本框 1774">
                  <a:extLst>
                    <a:ext uri="{FF2B5EF4-FFF2-40B4-BE49-F238E27FC236}">
                      <a16:creationId xmlns:a16="http://schemas.microsoft.com/office/drawing/2014/main" id="{A82AE891-EC57-986F-C9B2-637124219E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1125" y="3387358"/>
                  <a:ext cx="389333" cy="307777"/>
                </a:xfrm>
                <a:prstGeom prst="rect">
                  <a:avLst/>
                </a:prstGeom>
                <a:blipFill>
                  <a:blip r:embed="rId39"/>
                  <a:stretch>
                    <a:fillRect r="-312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41" name="直接箭头连接符 440">
            <a:extLst>
              <a:ext uri="{FF2B5EF4-FFF2-40B4-BE49-F238E27FC236}">
                <a16:creationId xmlns:a16="http://schemas.microsoft.com/office/drawing/2014/main" id="{4EE8996D-8718-EB7E-896B-02C131982304}"/>
              </a:ext>
            </a:extLst>
          </p:cNvPr>
          <p:cNvCxnSpPr>
            <a:cxnSpLocks/>
            <a:stCxn id="115" idx="0"/>
            <a:endCxn id="439" idx="2"/>
          </p:cNvCxnSpPr>
          <p:nvPr/>
        </p:nvCxnSpPr>
        <p:spPr>
          <a:xfrm flipV="1">
            <a:off x="6445198" y="6233895"/>
            <a:ext cx="1313" cy="332651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2" name="组合 441">
            <a:extLst>
              <a:ext uri="{FF2B5EF4-FFF2-40B4-BE49-F238E27FC236}">
                <a16:creationId xmlns:a16="http://schemas.microsoft.com/office/drawing/2014/main" id="{F3E54B19-D143-9859-774E-A1D4AC588C94}"/>
              </a:ext>
            </a:extLst>
          </p:cNvPr>
          <p:cNvGrpSpPr/>
          <p:nvPr/>
        </p:nvGrpSpPr>
        <p:grpSpPr>
          <a:xfrm>
            <a:off x="7923982" y="7111550"/>
            <a:ext cx="428983" cy="399276"/>
            <a:chOff x="4641125" y="3353521"/>
            <a:chExt cx="428983" cy="399276"/>
          </a:xfrm>
        </p:grpSpPr>
        <p:sp>
          <p:nvSpPr>
            <p:cNvPr id="443" name="矩形: 圆角 442">
              <a:extLst>
                <a:ext uri="{FF2B5EF4-FFF2-40B4-BE49-F238E27FC236}">
                  <a16:creationId xmlns:a16="http://schemas.microsoft.com/office/drawing/2014/main" id="{05FF43A8-61D7-221C-5D3C-FF7CB5C5767D}"/>
                </a:ext>
              </a:extLst>
            </p:cNvPr>
            <p:cNvSpPr/>
            <p:nvPr/>
          </p:nvSpPr>
          <p:spPr>
            <a:xfrm>
              <a:off x="4661200" y="3353521"/>
              <a:ext cx="408908" cy="39927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BF9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4" name="文本框 443">
                  <a:extLst>
                    <a:ext uri="{FF2B5EF4-FFF2-40B4-BE49-F238E27FC236}">
                      <a16:creationId xmlns:a16="http://schemas.microsoft.com/office/drawing/2014/main" id="{6CD6CFC2-E793-A6F0-9206-13A4896C80E2}"/>
                    </a:ext>
                  </a:extLst>
                </p:cNvPr>
                <p:cNvSpPr txBox="1"/>
                <p:nvPr/>
              </p:nvSpPr>
              <p:spPr>
                <a:xfrm>
                  <a:off x="4641125" y="3387358"/>
                  <a:ext cx="389333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𝒑𝒐</m:t>
                            </m:r>
                          </m:sub>
                        </m:sSub>
                      </m:oMath>
                    </m:oMathPara>
                  </a14:m>
                  <a:endParaRPr lang="zh-CN" altLang="en-US" sz="105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85" name="文本框 1784">
                  <a:extLst>
                    <a:ext uri="{FF2B5EF4-FFF2-40B4-BE49-F238E27FC236}">
                      <a16:creationId xmlns:a16="http://schemas.microsoft.com/office/drawing/2014/main" id="{1135908D-3CCE-FD99-ED6B-AC35F991B9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1125" y="3387358"/>
                  <a:ext cx="389333" cy="32707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5" name="组合 444">
            <a:extLst>
              <a:ext uri="{FF2B5EF4-FFF2-40B4-BE49-F238E27FC236}">
                <a16:creationId xmlns:a16="http://schemas.microsoft.com/office/drawing/2014/main" id="{77A1E0F6-C8DE-18FB-97EA-6F5ECA82EED4}"/>
              </a:ext>
            </a:extLst>
          </p:cNvPr>
          <p:cNvGrpSpPr/>
          <p:nvPr/>
        </p:nvGrpSpPr>
        <p:grpSpPr>
          <a:xfrm>
            <a:off x="8679747" y="7558384"/>
            <a:ext cx="408908" cy="399276"/>
            <a:chOff x="5901749" y="3393350"/>
            <a:chExt cx="408908" cy="399276"/>
          </a:xfrm>
        </p:grpSpPr>
        <p:sp>
          <p:nvSpPr>
            <p:cNvPr id="446" name="矩形: 圆角 445">
              <a:extLst>
                <a:ext uri="{FF2B5EF4-FFF2-40B4-BE49-F238E27FC236}">
                  <a16:creationId xmlns:a16="http://schemas.microsoft.com/office/drawing/2014/main" id="{E458A6BC-E472-8816-0388-056E59FAA20D}"/>
                </a:ext>
              </a:extLst>
            </p:cNvPr>
            <p:cNvSpPr/>
            <p:nvPr/>
          </p:nvSpPr>
          <p:spPr>
            <a:xfrm>
              <a:off x="5901749" y="3393350"/>
              <a:ext cx="408908" cy="39927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BF9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7" name="文本框 446">
                  <a:extLst>
                    <a:ext uri="{FF2B5EF4-FFF2-40B4-BE49-F238E27FC236}">
                      <a16:creationId xmlns:a16="http://schemas.microsoft.com/office/drawing/2014/main" id="{F194DD13-9F43-3CFA-86E6-3D73BBB8552E}"/>
                    </a:ext>
                  </a:extLst>
                </p:cNvPr>
                <p:cNvSpPr txBox="1"/>
                <p:nvPr/>
              </p:nvSpPr>
              <p:spPr>
                <a:xfrm>
                  <a:off x="5908422" y="3436406"/>
                  <a:ext cx="37597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kl</m:t>
                            </m:r>
                          </m:sub>
                        </m:sSub>
                      </m:oMath>
                    </m:oMathPara>
                  </a14:m>
                  <a:endParaRPr lang="zh-CN" altLang="en-US" sz="105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88" name="文本框 1787">
                  <a:extLst>
                    <a:ext uri="{FF2B5EF4-FFF2-40B4-BE49-F238E27FC236}">
                      <a16:creationId xmlns:a16="http://schemas.microsoft.com/office/drawing/2014/main" id="{788334C1-F5BE-1919-FB91-35F8C6F35B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8422" y="3436406"/>
                  <a:ext cx="375979" cy="307777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48" name="矩形: 圆角 447">
            <a:extLst>
              <a:ext uri="{FF2B5EF4-FFF2-40B4-BE49-F238E27FC236}">
                <a16:creationId xmlns:a16="http://schemas.microsoft.com/office/drawing/2014/main" id="{4FD3F778-71A4-20DC-9A7A-4D0F3D55274D}"/>
              </a:ext>
            </a:extLst>
          </p:cNvPr>
          <p:cNvSpPr/>
          <p:nvPr/>
        </p:nvSpPr>
        <p:spPr>
          <a:xfrm>
            <a:off x="11403319" y="5492830"/>
            <a:ext cx="1823530" cy="2541712"/>
          </a:xfrm>
          <a:prstGeom prst="roundRect">
            <a:avLst/>
          </a:prstGeom>
          <a:noFill/>
          <a:ln w="19050">
            <a:solidFill>
              <a:srgbClr val="D0A8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49" name="组合 448">
            <a:extLst>
              <a:ext uri="{FF2B5EF4-FFF2-40B4-BE49-F238E27FC236}">
                <a16:creationId xmlns:a16="http://schemas.microsoft.com/office/drawing/2014/main" id="{44529090-40E9-47DD-8EC1-64C2B0DC8939}"/>
              </a:ext>
            </a:extLst>
          </p:cNvPr>
          <p:cNvGrpSpPr/>
          <p:nvPr/>
        </p:nvGrpSpPr>
        <p:grpSpPr>
          <a:xfrm>
            <a:off x="12143093" y="7531617"/>
            <a:ext cx="453089" cy="399276"/>
            <a:chOff x="5100474" y="3353521"/>
            <a:chExt cx="453089" cy="399276"/>
          </a:xfrm>
        </p:grpSpPr>
        <p:sp>
          <p:nvSpPr>
            <p:cNvPr id="450" name="矩形: 圆角 449">
              <a:extLst>
                <a:ext uri="{FF2B5EF4-FFF2-40B4-BE49-F238E27FC236}">
                  <a16:creationId xmlns:a16="http://schemas.microsoft.com/office/drawing/2014/main" id="{0106A64B-3738-BF3A-0669-9A520508234B}"/>
                </a:ext>
              </a:extLst>
            </p:cNvPr>
            <p:cNvSpPr/>
            <p:nvPr/>
          </p:nvSpPr>
          <p:spPr>
            <a:xfrm>
              <a:off x="5103781" y="3353521"/>
              <a:ext cx="408908" cy="39927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BF9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1" name="文本框 450">
                  <a:extLst>
                    <a:ext uri="{FF2B5EF4-FFF2-40B4-BE49-F238E27FC236}">
                      <a16:creationId xmlns:a16="http://schemas.microsoft.com/office/drawing/2014/main" id="{0A345B98-EF21-D728-DA8A-FA182C2488B3}"/>
                    </a:ext>
                  </a:extLst>
                </p:cNvPr>
                <p:cNvSpPr txBox="1"/>
                <p:nvPr/>
              </p:nvSpPr>
              <p:spPr>
                <a:xfrm>
                  <a:off x="5100474" y="3371394"/>
                  <a:ext cx="453089" cy="3281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𝒇𝒐</m:t>
                            </m:r>
                          </m:sub>
                        </m:sSub>
                      </m:oMath>
                    </m:oMathPara>
                  </a14:m>
                  <a:endParaRPr lang="zh-CN" altLang="en-US" sz="105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03" name="文本框 1802">
                  <a:extLst>
                    <a:ext uri="{FF2B5EF4-FFF2-40B4-BE49-F238E27FC236}">
                      <a16:creationId xmlns:a16="http://schemas.microsoft.com/office/drawing/2014/main" id="{CED3B5A7-3CCF-5E15-CA74-1FB857D4D9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0474" y="3371394"/>
                  <a:ext cx="453089" cy="328167"/>
                </a:xfrm>
                <a:prstGeom prst="rect">
                  <a:avLst/>
                </a:prstGeom>
                <a:blipFill>
                  <a:blip r:embed="rId40"/>
                  <a:stretch>
                    <a:fillRect b="-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52" name="直接箭头连接符 451">
            <a:extLst>
              <a:ext uri="{FF2B5EF4-FFF2-40B4-BE49-F238E27FC236}">
                <a16:creationId xmlns:a16="http://schemas.microsoft.com/office/drawing/2014/main" id="{A8839D64-B9FD-7204-0E46-7B1958CE30AB}"/>
              </a:ext>
            </a:extLst>
          </p:cNvPr>
          <p:cNvCxnSpPr>
            <a:cxnSpLocks/>
          </p:cNvCxnSpPr>
          <p:nvPr/>
        </p:nvCxnSpPr>
        <p:spPr>
          <a:xfrm flipV="1">
            <a:off x="11765665" y="5953509"/>
            <a:ext cx="8789" cy="563734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直接箭头连接符 452">
            <a:extLst>
              <a:ext uri="{FF2B5EF4-FFF2-40B4-BE49-F238E27FC236}">
                <a16:creationId xmlns:a16="http://schemas.microsoft.com/office/drawing/2014/main" id="{19BADCAA-8999-8475-FB19-E63766686404}"/>
              </a:ext>
            </a:extLst>
          </p:cNvPr>
          <p:cNvCxnSpPr>
            <a:cxnSpLocks/>
          </p:cNvCxnSpPr>
          <p:nvPr/>
        </p:nvCxnSpPr>
        <p:spPr>
          <a:xfrm>
            <a:off x="11765665" y="6608291"/>
            <a:ext cx="0" cy="604949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直接箭头连接符 453">
            <a:extLst>
              <a:ext uri="{FF2B5EF4-FFF2-40B4-BE49-F238E27FC236}">
                <a16:creationId xmlns:a16="http://schemas.microsoft.com/office/drawing/2014/main" id="{E8286379-6349-F63F-DCC0-24DCFCDD124C}"/>
              </a:ext>
            </a:extLst>
          </p:cNvPr>
          <p:cNvCxnSpPr>
            <a:cxnSpLocks/>
          </p:cNvCxnSpPr>
          <p:nvPr/>
        </p:nvCxnSpPr>
        <p:spPr>
          <a:xfrm flipH="1" flipV="1">
            <a:off x="11807498" y="5961506"/>
            <a:ext cx="487762" cy="660634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直接箭头连接符 454">
            <a:extLst>
              <a:ext uri="{FF2B5EF4-FFF2-40B4-BE49-F238E27FC236}">
                <a16:creationId xmlns:a16="http://schemas.microsoft.com/office/drawing/2014/main" id="{8EB71104-4BB3-2B3A-422E-D82CE039FBC5}"/>
              </a:ext>
            </a:extLst>
          </p:cNvPr>
          <p:cNvCxnSpPr>
            <a:cxnSpLocks/>
          </p:cNvCxnSpPr>
          <p:nvPr/>
        </p:nvCxnSpPr>
        <p:spPr>
          <a:xfrm>
            <a:off x="12321444" y="6686213"/>
            <a:ext cx="414323" cy="553851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直接箭头连接符 455">
            <a:extLst>
              <a:ext uri="{FF2B5EF4-FFF2-40B4-BE49-F238E27FC236}">
                <a16:creationId xmlns:a16="http://schemas.microsoft.com/office/drawing/2014/main" id="{E98A73F9-62C8-2C1B-4B5B-B80AF76D032F}"/>
              </a:ext>
            </a:extLst>
          </p:cNvPr>
          <p:cNvCxnSpPr>
            <a:cxnSpLocks/>
          </p:cNvCxnSpPr>
          <p:nvPr/>
        </p:nvCxnSpPr>
        <p:spPr>
          <a:xfrm flipH="1" flipV="1">
            <a:off x="11838666" y="5949649"/>
            <a:ext cx="417300" cy="208394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直接箭头连接符 456">
            <a:extLst>
              <a:ext uri="{FF2B5EF4-FFF2-40B4-BE49-F238E27FC236}">
                <a16:creationId xmlns:a16="http://schemas.microsoft.com/office/drawing/2014/main" id="{A9F91A7A-57E7-591C-E770-D1A873929BDC}"/>
              </a:ext>
            </a:extLst>
          </p:cNvPr>
          <p:cNvCxnSpPr>
            <a:cxnSpLocks/>
          </p:cNvCxnSpPr>
          <p:nvPr/>
        </p:nvCxnSpPr>
        <p:spPr>
          <a:xfrm>
            <a:off x="12347504" y="6204165"/>
            <a:ext cx="378555" cy="216868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17B1D004-0019-9ACA-6F72-11B563E288C3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9278" b="89691" l="7547" r="89623">
                        <a14:foregroundMark x1="23585" y1="18557" x2="7547" y2="76289"/>
                        <a14:foregroundMark x1="8491" y1="77320" x2="16981" y2="79381"/>
                        <a14:foregroundMark x1="16981" y1="79381" x2="31132" y2="39175"/>
                        <a14:foregroundMark x1="32075" y1="39175" x2="30189" y2="85567"/>
                        <a14:foregroundMark x1="30189" y1="85567" x2="66038" y2="84536"/>
                        <a14:foregroundMark x1="66038" y1="84536" x2="67925" y2="39175"/>
                        <a14:foregroundMark x1="68868" y1="39175" x2="80189" y2="80412"/>
                        <a14:foregroundMark x1="81132" y1="79381" x2="88679" y2="74227"/>
                        <a14:foregroundMark x1="86792" y1="72165" x2="75472" y2="21649"/>
                        <a14:foregroundMark x1="75472" y1="21649" x2="61321" y2="12371"/>
                        <a14:foregroundMark x1="59434" y1="14433" x2="38679" y2="14433"/>
                        <a14:foregroundMark x1="39623" y1="14433" x2="23585" y2="19588"/>
                        <a14:foregroundMark x1="23585" y1="19588" x2="20755" y2="45361"/>
                        <a14:foregroundMark x1="22642" y1="43299" x2="50000" y2="28866"/>
                        <a14:foregroundMark x1="33962" y1="28866" x2="48113" y2="54639"/>
                        <a14:foregroundMark x1="58491" y1="37113" x2="47170" y2="72165"/>
                        <a14:foregroundMark x1="50000" y1="39175" x2="50000" y2="39175"/>
                        <a14:foregroundMark x1="58491" y1="60825" x2="58491" y2="64948"/>
                        <a14:foregroundMark x1="50943" y1="76289" x2="44340" y2="43299"/>
                        <a14:foregroundMark x1="42453" y1="67010" x2="42453" y2="670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93990" y="2284790"/>
            <a:ext cx="380481" cy="39001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B95CC4F-8977-3AA3-98F4-08A7472C0A71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9278" b="89691" l="7547" r="89623">
                        <a14:foregroundMark x1="23585" y1="18557" x2="7547" y2="76289"/>
                        <a14:foregroundMark x1="8491" y1="77320" x2="16981" y2="79381"/>
                        <a14:foregroundMark x1="16981" y1="79381" x2="31132" y2="39175"/>
                        <a14:foregroundMark x1="32075" y1="39175" x2="30189" y2="85567"/>
                        <a14:foregroundMark x1="30189" y1="85567" x2="66038" y2="84536"/>
                        <a14:foregroundMark x1="66038" y1="84536" x2="67925" y2="39175"/>
                        <a14:foregroundMark x1="68868" y1="39175" x2="80189" y2="80412"/>
                        <a14:foregroundMark x1="81132" y1="79381" x2="88679" y2="74227"/>
                        <a14:foregroundMark x1="86792" y1="72165" x2="75472" y2="21649"/>
                        <a14:foregroundMark x1="75472" y1="21649" x2="61321" y2="12371"/>
                        <a14:foregroundMark x1="59434" y1="14433" x2="38679" y2="14433"/>
                        <a14:foregroundMark x1="39623" y1="14433" x2="23585" y2="19588"/>
                        <a14:foregroundMark x1="23585" y1="19588" x2="20755" y2="45361"/>
                        <a14:foregroundMark x1="22642" y1="43299" x2="50000" y2="28866"/>
                        <a14:foregroundMark x1="33962" y1="28866" x2="48113" y2="54639"/>
                        <a14:foregroundMark x1="58491" y1="37113" x2="47170" y2="72165"/>
                        <a14:foregroundMark x1="50000" y1="39175" x2="50000" y2="39175"/>
                        <a14:foregroundMark x1="58491" y1="60825" x2="58491" y2="64948"/>
                        <a14:foregroundMark x1="50943" y1="76289" x2="44340" y2="43299"/>
                        <a14:foregroundMark x1="42453" y1="67010" x2="42453" y2="670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98687" y="3389460"/>
            <a:ext cx="380481" cy="390019"/>
          </a:xfrm>
          <a:prstGeom prst="rect">
            <a:avLst/>
          </a:prstGeom>
        </p:spPr>
      </p:pic>
      <p:pic>
        <p:nvPicPr>
          <p:cNvPr id="458" name="图片 457">
            <a:extLst>
              <a:ext uri="{FF2B5EF4-FFF2-40B4-BE49-F238E27FC236}">
                <a16:creationId xmlns:a16="http://schemas.microsoft.com/office/drawing/2014/main" id="{44CC8E39-FA24-DAEB-018A-DEB9BCE81F30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9278" b="89691" l="7547" r="89623">
                        <a14:foregroundMark x1="23585" y1="18557" x2="7547" y2="76289"/>
                        <a14:foregroundMark x1="8491" y1="77320" x2="16981" y2="79381"/>
                        <a14:foregroundMark x1="16981" y1="79381" x2="31132" y2="39175"/>
                        <a14:foregroundMark x1="32075" y1="39175" x2="30189" y2="85567"/>
                        <a14:foregroundMark x1="30189" y1="85567" x2="66038" y2="84536"/>
                        <a14:foregroundMark x1="66038" y1="84536" x2="67925" y2="39175"/>
                        <a14:foregroundMark x1="68868" y1="39175" x2="80189" y2="80412"/>
                        <a14:foregroundMark x1="81132" y1="79381" x2="88679" y2="74227"/>
                        <a14:foregroundMark x1="86792" y1="72165" x2="75472" y2="21649"/>
                        <a14:foregroundMark x1="75472" y1="21649" x2="61321" y2="12371"/>
                        <a14:foregroundMark x1="59434" y1="14433" x2="38679" y2="14433"/>
                        <a14:foregroundMark x1="39623" y1="14433" x2="23585" y2="19588"/>
                        <a14:foregroundMark x1="23585" y1="19588" x2="20755" y2="45361"/>
                        <a14:foregroundMark x1="22642" y1="43299" x2="50000" y2="28866"/>
                        <a14:foregroundMark x1="33962" y1="28866" x2="48113" y2="54639"/>
                        <a14:foregroundMark x1="58491" y1="37113" x2="47170" y2="72165"/>
                        <a14:foregroundMark x1="50000" y1="39175" x2="50000" y2="39175"/>
                        <a14:foregroundMark x1="58491" y1="60825" x2="58491" y2="64948"/>
                        <a14:foregroundMark x1="50943" y1="76289" x2="44340" y2="43299"/>
                        <a14:foregroundMark x1="42453" y1="67010" x2="42453" y2="670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54010" y="2728457"/>
            <a:ext cx="380481" cy="390019"/>
          </a:xfrm>
          <a:prstGeom prst="rect">
            <a:avLst/>
          </a:prstGeom>
        </p:spPr>
      </p:pic>
      <p:pic>
        <p:nvPicPr>
          <p:cNvPr id="459" name="图片 458">
            <a:extLst>
              <a:ext uri="{FF2B5EF4-FFF2-40B4-BE49-F238E27FC236}">
                <a16:creationId xmlns:a16="http://schemas.microsoft.com/office/drawing/2014/main" id="{BA7DE3DD-D1F7-5D34-C2DF-F3F9F929E262}"/>
              </a:ext>
            </a:extLst>
          </p:cNvPr>
          <p:cNvPicPr preferRelativeResize="0">
            <a:picLocks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19" y="2702240"/>
            <a:ext cx="540000" cy="1080000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sp>
        <p:nvSpPr>
          <p:cNvPr id="460" name="文本框 459">
            <a:extLst>
              <a:ext uri="{FF2B5EF4-FFF2-40B4-BE49-F238E27FC236}">
                <a16:creationId xmlns:a16="http://schemas.microsoft.com/office/drawing/2014/main" id="{E61A0462-6E57-A461-CFDA-07A664A06E44}"/>
              </a:ext>
            </a:extLst>
          </p:cNvPr>
          <p:cNvSpPr txBox="1"/>
          <p:nvPr/>
        </p:nvSpPr>
        <p:spPr>
          <a:xfrm>
            <a:off x="533405" y="8514154"/>
            <a:ext cx="128462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4</a:t>
            </a:r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框布局不错，进一步调色</a:t>
            </a:r>
          </a:p>
        </p:txBody>
      </p:sp>
    </p:spTree>
    <p:extLst>
      <p:ext uri="{BB962C8B-B14F-4D97-AF65-F5344CB8AC3E}">
        <p14:creationId xmlns:p14="http://schemas.microsoft.com/office/powerpoint/2010/main" val="2893289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矩形 473">
            <a:extLst>
              <a:ext uri="{FF2B5EF4-FFF2-40B4-BE49-F238E27FC236}">
                <a16:creationId xmlns:a16="http://schemas.microsoft.com/office/drawing/2014/main" id="{E9F18511-487D-AA36-C8D9-794FC0588B86}"/>
              </a:ext>
            </a:extLst>
          </p:cNvPr>
          <p:cNvSpPr/>
          <p:nvPr/>
        </p:nvSpPr>
        <p:spPr>
          <a:xfrm>
            <a:off x="12073467" y="7815594"/>
            <a:ext cx="1875365" cy="3924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5" name="椭圆 474">
            <a:extLst>
              <a:ext uri="{FF2B5EF4-FFF2-40B4-BE49-F238E27FC236}">
                <a16:creationId xmlns:a16="http://schemas.microsoft.com/office/drawing/2014/main" id="{33833D54-AF32-5A3B-6589-934D926DA6B8}"/>
              </a:ext>
            </a:extLst>
          </p:cNvPr>
          <p:cNvSpPr/>
          <p:nvPr/>
        </p:nvSpPr>
        <p:spPr>
          <a:xfrm rot="5400000">
            <a:off x="12637808" y="6393257"/>
            <a:ext cx="767137" cy="14790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381000">
              <a:schemeClr val="accent5">
                <a:lumMod val="40000"/>
                <a:lumOff val="60000"/>
                <a:alpha val="50000"/>
              </a:schemeClr>
            </a:glow>
            <a:softEdge rad="76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6" name="椭圆 475">
            <a:extLst>
              <a:ext uri="{FF2B5EF4-FFF2-40B4-BE49-F238E27FC236}">
                <a16:creationId xmlns:a16="http://schemas.microsoft.com/office/drawing/2014/main" id="{B900D78A-8194-EF15-64AE-FF56D0970DB2}"/>
              </a:ext>
            </a:extLst>
          </p:cNvPr>
          <p:cNvSpPr/>
          <p:nvPr/>
        </p:nvSpPr>
        <p:spPr>
          <a:xfrm rot="5400000">
            <a:off x="12580984" y="5218562"/>
            <a:ext cx="767137" cy="147902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glow rad="381000">
              <a:schemeClr val="accent6">
                <a:lumMod val="40000"/>
                <a:lumOff val="60000"/>
                <a:alpha val="50000"/>
              </a:schemeClr>
            </a:glow>
            <a:softEdge rad="76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7" name="椭圆 476">
            <a:extLst>
              <a:ext uri="{FF2B5EF4-FFF2-40B4-BE49-F238E27FC236}">
                <a16:creationId xmlns:a16="http://schemas.microsoft.com/office/drawing/2014/main" id="{A5DF7C17-D289-1C18-D74D-0E31C9428316}"/>
              </a:ext>
            </a:extLst>
          </p:cNvPr>
          <p:cNvSpPr/>
          <p:nvPr/>
        </p:nvSpPr>
        <p:spPr>
          <a:xfrm>
            <a:off x="6646016" y="2712930"/>
            <a:ext cx="767137" cy="147902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glow rad="381000">
              <a:schemeClr val="accent6">
                <a:lumMod val="40000"/>
                <a:lumOff val="60000"/>
                <a:alpha val="50000"/>
              </a:schemeClr>
            </a:glow>
            <a:softEdge rad="76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8" name="椭圆 477">
            <a:extLst>
              <a:ext uri="{FF2B5EF4-FFF2-40B4-BE49-F238E27FC236}">
                <a16:creationId xmlns:a16="http://schemas.microsoft.com/office/drawing/2014/main" id="{9385F9EF-63EE-CB89-0047-3BD2E28A2346}"/>
              </a:ext>
            </a:extLst>
          </p:cNvPr>
          <p:cNvSpPr/>
          <p:nvPr/>
        </p:nvSpPr>
        <p:spPr>
          <a:xfrm>
            <a:off x="5667259" y="2712930"/>
            <a:ext cx="767137" cy="14790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381000">
              <a:schemeClr val="accent5">
                <a:lumMod val="40000"/>
                <a:lumOff val="60000"/>
                <a:alpha val="50000"/>
              </a:schemeClr>
            </a:glow>
            <a:softEdge rad="76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9" name="立方体 478">
            <a:extLst>
              <a:ext uri="{FF2B5EF4-FFF2-40B4-BE49-F238E27FC236}">
                <a16:creationId xmlns:a16="http://schemas.microsoft.com/office/drawing/2014/main" id="{10F8B51E-56D8-B024-9F15-AA8001CD1F13}"/>
              </a:ext>
            </a:extLst>
          </p:cNvPr>
          <p:cNvSpPr/>
          <p:nvPr/>
        </p:nvSpPr>
        <p:spPr>
          <a:xfrm>
            <a:off x="2493749" y="2951321"/>
            <a:ext cx="396730" cy="395047"/>
          </a:xfrm>
          <a:prstGeom prst="cube">
            <a:avLst>
              <a:gd name="adj" fmla="val 6650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480" name="矩形 479">
            <a:extLst>
              <a:ext uri="{FF2B5EF4-FFF2-40B4-BE49-F238E27FC236}">
                <a16:creationId xmlns:a16="http://schemas.microsoft.com/office/drawing/2014/main" id="{E0282167-6B12-33ED-81C9-F7A44A5AB9E0}"/>
              </a:ext>
            </a:extLst>
          </p:cNvPr>
          <p:cNvSpPr/>
          <p:nvPr/>
        </p:nvSpPr>
        <p:spPr>
          <a:xfrm rot="16200000">
            <a:off x="534834" y="3137522"/>
            <a:ext cx="2358460" cy="34963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2000">
                <a:schemeClr val="bg1"/>
              </a:gs>
              <a:gs pos="52000">
                <a:srgbClr val="F9FCF7"/>
              </a:gs>
              <a:gs pos="73000">
                <a:schemeClr val="accent6">
                  <a:lumMod val="20000"/>
                  <a:lumOff val="80000"/>
                </a:schemeClr>
              </a:gs>
              <a:gs pos="49000">
                <a:srgbClr val="F4F9FC"/>
              </a:gs>
              <a:gs pos="30000">
                <a:schemeClr val="accent5">
                  <a:lumMod val="20000"/>
                  <a:lumOff val="8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Two-stream Network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1" name="矩形 480">
            <a:extLst>
              <a:ext uri="{FF2B5EF4-FFF2-40B4-BE49-F238E27FC236}">
                <a16:creationId xmlns:a16="http://schemas.microsoft.com/office/drawing/2014/main" id="{A8601872-49E8-5557-3D41-D47A004055B3}"/>
              </a:ext>
            </a:extLst>
          </p:cNvPr>
          <p:cNvSpPr/>
          <p:nvPr/>
        </p:nvSpPr>
        <p:spPr>
          <a:xfrm>
            <a:off x="584897" y="4978888"/>
            <a:ext cx="7027471" cy="361648"/>
          </a:xfrm>
          <a:prstGeom prst="rect">
            <a:avLst/>
          </a:prstGeom>
          <a:solidFill>
            <a:srgbClr val="EAF9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en-US" altLang="zh-CN" sz="16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Intervention Module</a:t>
            </a:r>
            <a:endParaRPr lang="en-US" altLang="zh-CN" sz="16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82" name="矩形 481">
            <a:extLst>
              <a:ext uri="{FF2B5EF4-FFF2-40B4-BE49-F238E27FC236}">
                <a16:creationId xmlns:a16="http://schemas.microsoft.com/office/drawing/2014/main" id="{AFA99C57-0E9F-7636-43C6-97A3B46B9EDC}"/>
              </a:ext>
            </a:extLst>
          </p:cNvPr>
          <p:cNvSpPr/>
          <p:nvPr/>
        </p:nvSpPr>
        <p:spPr>
          <a:xfrm>
            <a:off x="5559527" y="7165708"/>
            <a:ext cx="1965653" cy="1064505"/>
          </a:xfrm>
          <a:prstGeom prst="rect">
            <a:avLst/>
          </a:prstGeom>
          <a:solidFill>
            <a:srgbClr val="EAF9FB"/>
          </a:solidFill>
          <a:ln w="19050">
            <a:solidFill>
              <a:schemeClr val="accent5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3" name="组合 482">
            <a:extLst>
              <a:ext uri="{FF2B5EF4-FFF2-40B4-BE49-F238E27FC236}">
                <a16:creationId xmlns:a16="http://schemas.microsoft.com/office/drawing/2014/main" id="{E163BBAE-C646-E143-5933-BB3357EB2583}"/>
              </a:ext>
            </a:extLst>
          </p:cNvPr>
          <p:cNvGrpSpPr/>
          <p:nvPr/>
        </p:nvGrpSpPr>
        <p:grpSpPr>
          <a:xfrm>
            <a:off x="10212745" y="2214850"/>
            <a:ext cx="3602731" cy="2434022"/>
            <a:chOff x="9644369" y="2470233"/>
            <a:chExt cx="3602731" cy="2434022"/>
          </a:xfrm>
          <a:solidFill>
            <a:schemeClr val="bg1"/>
          </a:solidFill>
        </p:grpSpPr>
        <p:sp>
          <p:nvSpPr>
            <p:cNvPr id="484" name="矩形 483">
              <a:extLst>
                <a:ext uri="{FF2B5EF4-FFF2-40B4-BE49-F238E27FC236}">
                  <a16:creationId xmlns:a16="http://schemas.microsoft.com/office/drawing/2014/main" id="{1F3AAC33-8361-4804-2190-0011D57147F1}"/>
                </a:ext>
              </a:extLst>
            </p:cNvPr>
            <p:cNvSpPr/>
            <p:nvPr/>
          </p:nvSpPr>
          <p:spPr>
            <a:xfrm>
              <a:off x="9644369" y="2478936"/>
              <a:ext cx="3596025" cy="2425319"/>
            </a:xfrm>
            <a:prstGeom prst="rect">
              <a:avLst/>
            </a:prstGeom>
            <a:grpFill/>
            <a:ln w="28575">
              <a:solidFill>
                <a:schemeClr val="accent6">
                  <a:lumMod val="75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cxnSp>
          <p:nvCxnSpPr>
            <p:cNvPr id="485" name="直接连接符 484">
              <a:extLst>
                <a:ext uri="{FF2B5EF4-FFF2-40B4-BE49-F238E27FC236}">
                  <a16:creationId xmlns:a16="http://schemas.microsoft.com/office/drawing/2014/main" id="{61A70A4C-E080-310F-167E-8A13AF7A6F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2951" y="2470234"/>
              <a:ext cx="0" cy="2421688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直接连接符 485">
              <a:extLst>
                <a:ext uri="{FF2B5EF4-FFF2-40B4-BE49-F238E27FC236}">
                  <a16:creationId xmlns:a16="http://schemas.microsoft.com/office/drawing/2014/main" id="{BCB144AE-AB6C-C067-A91C-42B819A37F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54000" y="2470233"/>
              <a:ext cx="0" cy="2421777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直接连接符 486">
              <a:extLst>
                <a:ext uri="{FF2B5EF4-FFF2-40B4-BE49-F238E27FC236}">
                  <a16:creationId xmlns:a16="http://schemas.microsoft.com/office/drawing/2014/main" id="{70D15088-DCB2-F52D-6B16-3505B0A902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05468" y="2478936"/>
              <a:ext cx="16383" cy="2412986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直接连接符 487">
              <a:extLst>
                <a:ext uri="{FF2B5EF4-FFF2-40B4-BE49-F238E27FC236}">
                  <a16:creationId xmlns:a16="http://schemas.microsoft.com/office/drawing/2014/main" id="{9F5AACA0-C2CD-C4A6-ED69-300AC9EBA6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0317" y="2470234"/>
              <a:ext cx="0" cy="2428689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直接连接符 488">
              <a:extLst>
                <a:ext uri="{FF2B5EF4-FFF2-40B4-BE49-F238E27FC236}">
                  <a16:creationId xmlns:a16="http://schemas.microsoft.com/office/drawing/2014/main" id="{734F194A-7D4D-40C1-8E1B-9CB5BD75CD8A}"/>
                </a:ext>
              </a:extLst>
            </p:cNvPr>
            <p:cNvCxnSpPr>
              <a:cxnSpLocks/>
            </p:cNvCxnSpPr>
            <p:nvPr/>
          </p:nvCxnSpPr>
          <p:spPr>
            <a:xfrm>
              <a:off x="9654879" y="3187661"/>
              <a:ext cx="3592221" cy="0"/>
            </a:xfrm>
            <a:prstGeom prst="line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0" name="组合 489">
            <a:extLst>
              <a:ext uri="{FF2B5EF4-FFF2-40B4-BE49-F238E27FC236}">
                <a16:creationId xmlns:a16="http://schemas.microsoft.com/office/drawing/2014/main" id="{7332DCA0-2179-E531-06D1-BFE44BAB3CA9}"/>
              </a:ext>
            </a:extLst>
          </p:cNvPr>
          <p:cNvGrpSpPr/>
          <p:nvPr/>
        </p:nvGrpSpPr>
        <p:grpSpPr>
          <a:xfrm rot="12963071">
            <a:off x="12702834" y="5461061"/>
            <a:ext cx="474362" cy="464113"/>
            <a:chOff x="5922096" y="1883181"/>
            <a:chExt cx="474362" cy="464113"/>
          </a:xfrm>
        </p:grpSpPr>
        <p:sp>
          <p:nvSpPr>
            <p:cNvPr id="491" name="椭圆 490">
              <a:extLst>
                <a:ext uri="{FF2B5EF4-FFF2-40B4-BE49-F238E27FC236}">
                  <a16:creationId xmlns:a16="http://schemas.microsoft.com/office/drawing/2014/main" id="{DFB13236-7B88-B1DF-75CC-F0DD33B18A63}"/>
                </a:ext>
              </a:extLst>
            </p:cNvPr>
            <p:cNvSpPr/>
            <p:nvPr/>
          </p:nvSpPr>
          <p:spPr>
            <a:xfrm>
              <a:off x="5922096" y="1883181"/>
              <a:ext cx="125622" cy="12562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2" name="椭圆 491">
              <a:extLst>
                <a:ext uri="{FF2B5EF4-FFF2-40B4-BE49-F238E27FC236}">
                  <a16:creationId xmlns:a16="http://schemas.microsoft.com/office/drawing/2014/main" id="{82818882-8651-BAD5-37AA-FD02FD770B3A}"/>
                </a:ext>
              </a:extLst>
            </p:cNvPr>
            <p:cNvSpPr/>
            <p:nvPr/>
          </p:nvSpPr>
          <p:spPr>
            <a:xfrm>
              <a:off x="5989178" y="2221672"/>
              <a:ext cx="125622" cy="12562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3" name="椭圆 492">
              <a:extLst>
                <a:ext uri="{FF2B5EF4-FFF2-40B4-BE49-F238E27FC236}">
                  <a16:creationId xmlns:a16="http://schemas.microsoft.com/office/drawing/2014/main" id="{0492844C-CCB6-DBEB-3D10-0480CE47FC95}"/>
                </a:ext>
              </a:extLst>
            </p:cNvPr>
            <p:cNvSpPr/>
            <p:nvPr/>
          </p:nvSpPr>
          <p:spPr>
            <a:xfrm>
              <a:off x="6270836" y="2018655"/>
              <a:ext cx="125622" cy="12562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4" name="椭圆 493">
              <a:extLst>
                <a:ext uri="{FF2B5EF4-FFF2-40B4-BE49-F238E27FC236}">
                  <a16:creationId xmlns:a16="http://schemas.microsoft.com/office/drawing/2014/main" id="{36ECCB4E-0E29-33AF-4B90-EFCEE2631228}"/>
                </a:ext>
              </a:extLst>
            </p:cNvPr>
            <p:cNvSpPr/>
            <p:nvPr/>
          </p:nvSpPr>
          <p:spPr>
            <a:xfrm>
              <a:off x="6071784" y="2019673"/>
              <a:ext cx="125622" cy="12562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95" name="直接连接符 494">
              <a:extLst>
                <a:ext uri="{FF2B5EF4-FFF2-40B4-BE49-F238E27FC236}">
                  <a16:creationId xmlns:a16="http://schemas.microsoft.com/office/drawing/2014/main" id="{56A86416-9171-9F46-4BA4-8C5CF748786C}"/>
                </a:ext>
              </a:extLst>
            </p:cNvPr>
            <p:cNvCxnSpPr>
              <a:cxnSpLocks/>
              <a:stCxn id="491" idx="5"/>
              <a:endCxn id="494" idx="1"/>
            </p:cNvCxnSpPr>
            <p:nvPr/>
          </p:nvCxnSpPr>
          <p:spPr>
            <a:xfrm>
              <a:off x="6029321" y="1990406"/>
              <a:ext cx="60860" cy="476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直接连接符 495">
              <a:extLst>
                <a:ext uri="{FF2B5EF4-FFF2-40B4-BE49-F238E27FC236}">
                  <a16:creationId xmlns:a16="http://schemas.microsoft.com/office/drawing/2014/main" id="{9131EB59-7499-1393-B280-8C20369F0B19}"/>
                </a:ext>
              </a:extLst>
            </p:cNvPr>
            <p:cNvCxnSpPr>
              <a:cxnSpLocks/>
              <a:stCxn id="494" idx="6"/>
              <a:endCxn id="493" idx="2"/>
            </p:cNvCxnSpPr>
            <p:nvPr/>
          </p:nvCxnSpPr>
          <p:spPr>
            <a:xfrm flipV="1">
              <a:off x="6197406" y="2081466"/>
              <a:ext cx="73430" cy="101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直接连接符 496">
              <a:extLst>
                <a:ext uri="{FF2B5EF4-FFF2-40B4-BE49-F238E27FC236}">
                  <a16:creationId xmlns:a16="http://schemas.microsoft.com/office/drawing/2014/main" id="{6D03EC02-F391-20B4-224E-1BA23642C15B}"/>
                </a:ext>
              </a:extLst>
            </p:cNvPr>
            <p:cNvCxnSpPr>
              <a:cxnSpLocks/>
              <a:stCxn id="492" idx="0"/>
              <a:endCxn id="494" idx="3"/>
            </p:cNvCxnSpPr>
            <p:nvPr/>
          </p:nvCxnSpPr>
          <p:spPr>
            <a:xfrm rot="19835854" flipV="1">
              <a:off x="6031184" y="2142377"/>
              <a:ext cx="79801" cy="638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8" name="组合 497">
            <a:extLst>
              <a:ext uri="{FF2B5EF4-FFF2-40B4-BE49-F238E27FC236}">
                <a16:creationId xmlns:a16="http://schemas.microsoft.com/office/drawing/2014/main" id="{79ADC3FB-42E4-D294-1A86-04FF2C41294E}"/>
              </a:ext>
            </a:extLst>
          </p:cNvPr>
          <p:cNvGrpSpPr/>
          <p:nvPr/>
        </p:nvGrpSpPr>
        <p:grpSpPr>
          <a:xfrm rot="959030">
            <a:off x="12263970" y="5637436"/>
            <a:ext cx="535907" cy="509452"/>
            <a:chOff x="6737036" y="1559761"/>
            <a:chExt cx="535907" cy="509452"/>
          </a:xfrm>
        </p:grpSpPr>
        <p:sp>
          <p:nvSpPr>
            <p:cNvPr id="499" name="椭圆 498">
              <a:extLst>
                <a:ext uri="{FF2B5EF4-FFF2-40B4-BE49-F238E27FC236}">
                  <a16:creationId xmlns:a16="http://schemas.microsoft.com/office/drawing/2014/main" id="{8D6A3545-1730-EC46-A188-0328E5F8E469}"/>
                </a:ext>
              </a:extLst>
            </p:cNvPr>
            <p:cNvSpPr/>
            <p:nvPr/>
          </p:nvSpPr>
          <p:spPr>
            <a:xfrm>
              <a:off x="7147321" y="1688918"/>
              <a:ext cx="125622" cy="12562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0" name="椭圆 499">
              <a:extLst>
                <a:ext uri="{FF2B5EF4-FFF2-40B4-BE49-F238E27FC236}">
                  <a16:creationId xmlns:a16="http://schemas.microsoft.com/office/drawing/2014/main" id="{D964687C-4FDE-AF44-553D-6E7714906971}"/>
                </a:ext>
              </a:extLst>
            </p:cNvPr>
            <p:cNvSpPr/>
            <p:nvPr/>
          </p:nvSpPr>
          <p:spPr>
            <a:xfrm>
              <a:off x="6737036" y="1943591"/>
              <a:ext cx="125622" cy="12562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1" name="椭圆 500">
              <a:extLst>
                <a:ext uri="{FF2B5EF4-FFF2-40B4-BE49-F238E27FC236}">
                  <a16:creationId xmlns:a16="http://schemas.microsoft.com/office/drawing/2014/main" id="{9218A791-2005-327D-8899-33C9566D24EA}"/>
                </a:ext>
              </a:extLst>
            </p:cNvPr>
            <p:cNvSpPr/>
            <p:nvPr/>
          </p:nvSpPr>
          <p:spPr>
            <a:xfrm>
              <a:off x="6767731" y="1559761"/>
              <a:ext cx="125622" cy="12562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2" name="椭圆 501">
              <a:extLst>
                <a:ext uri="{FF2B5EF4-FFF2-40B4-BE49-F238E27FC236}">
                  <a16:creationId xmlns:a16="http://schemas.microsoft.com/office/drawing/2014/main" id="{556E9E63-1013-3FD5-23B5-0045622C4C45}"/>
                </a:ext>
              </a:extLst>
            </p:cNvPr>
            <p:cNvSpPr/>
            <p:nvPr/>
          </p:nvSpPr>
          <p:spPr>
            <a:xfrm>
              <a:off x="6835116" y="1745174"/>
              <a:ext cx="125622" cy="12562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3" name="直接连接符 502">
              <a:extLst>
                <a:ext uri="{FF2B5EF4-FFF2-40B4-BE49-F238E27FC236}">
                  <a16:creationId xmlns:a16="http://schemas.microsoft.com/office/drawing/2014/main" id="{3FBD6706-5CB2-AB0E-4B70-E41277EE76CD}"/>
                </a:ext>
              </a:extLst>
            </p:cNvPr>
            <p:cNvCxnSpPr>
              <a:cxnSpLocks/>
              <a:stCxn id="501" idx="4"/>
              <a:endCxn id="502" idx="1"/>
            </p:cNvCxnSpPr>
            <p:nvPr/>
          </p:nvCxnSpPr>
          <p:spPr>
            <a:xfrm rot="19835854" flipH="1">
              <a:off x="6832841" y="1684781"/>
              <a:ext cx="18374" cy="7939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直接连接符 503">
              <a:extLst>
                <a:ext uri="{FF2B5EF4-FFF2-40B4-BE49-F238E27FC236}">
                  <a16:creationId xmlns:a16="http://schemas.microsoft.com/office/drawing/2014/main" id="{636A0D8F-03FD-BBF4-305D-327123C479B1}"/>
                </a:ext>
              </a:extLst>
            </p:cNvPr>
            <p:cNvCxnSpPr>
              <a:cxnSpLocks/>
              <a:stCxn id="502" idx="3"/>
              <a:endCxn id="500" idx="0"/>
            </p:cNvCxnSpPr>
            <p:nvPr/>
          </p:nvCxnSpPr>
          <p:spPr>
            <a:xfrm flipH="1">
              <a:off x="6799847" y="1852399"/>
              <a:ext cx="53666" cy="9119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直接连接符 504">
              <a:extLst>
                <a:ext uri="{FF2B5EF4-FFF2-40B4-BE49-F238E27FC236}">
                  <a16:creationId xmlns:a16="http://schemas.microsoft.com/office/drawing/2014/main" id="{88E1EE25-F9EC-B6DB-6E13-F475AA3400A0}"/>
                </a:ext>
              </a:extLst>
            </p:cNvPr>
            <p:cNvCxnSpPr>
              <a:cxnSpLocks/>
              <a:stCxn id="502" idx="6"/>
              <a:endCxn id="499" idx="2"/>
            </p:cNvCxnSpPr>
            <p:nvPr/>
          </p:nvCxnSpPr>
          <p:spPr>
            <a:xfrm rot="19835854">
              <a:off x="6958946" y="1758561"/>
              <a:ext cx="190167" cy="4259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6" name="直接箭头连接符 505">
            <a:extLst>
              <a:ext uri="{FF2B5EF4-FFF2-40B4-BE49-F238E27FC236}">
                <a16:creationId xmlns:a16="http://schemas.microsoft.com/office/drawing/2014/main" id="{EBF943DE-D87F-5018-F225-AAE2A8AD5738}"/>
              </a:ext>
            </a:extLst>
          </p:cNvPr>
          <p:cNvCxnSpPr>
            <a:cxnSpLocks/>
          </p:cNvCxnSpPr>
          <p:nvPr/>
        </p:nvCxnSpPr>
        <p:spPr>
          <a:xfrm flipV="1">
            <a:off x="12430461" y="5785294"/>
            <a:ext cx="235182" cy="66876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直接箭头连接符 506">
            <a:extLst>
              <a:ext uri="{FF2B5EF4-FFF2-40B4-BE49-F238E27FC236}">
                <a16:creationId xmlns:a16="http://schemas.microsoft.com/office/drawing/2014/main" id="{FF4D316F-202B-E5EA-8F30-725A1DE6448E}"/>
              </a:ext>
            </a:extLst>
          </p:cNvPr>
          <p:cNvCxnSpPr>
            <a:cxnSpLocks/>
          </p:cNvCxnSpPr>
          <p:nvPr/>
        </p:nvCxnSpPr>
        <p:spPr>
          <a:xfrm flipH="1">
            <a:off x="12717498" y="5694045"/>
            <a:ext cx="224289" cy="63325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8" name="组合 507">
            <a:extLst>
              <a:ext uri="{FF2B5EF4-FFF2-40B4-BE49-F238E27FC236}">
                <a16:creationId xmlns:a16="http://schemas.microsoft.com/office/drawing/2014/main" id="{70B6B78C-7EED-6318-2FE9-D71A521245BA}"/>
              </a:ext>
            </a:extLst>
          </p:cNvPr>
          <p:cNvGrpSpPr/>
          <p:nvPr/>
        </p:nvGrpSpPr>
        <p:grpSpPr>
          <a:xfrm rot="20903513">
            <a:off x="13315500" y="6943334"/>
            <a:ext cx="475917" cy="553171"/>
            <a:chOff x="6697923" y="1514690"/>
            <a:chExt cx="475917" cy="553171"/>
          </a:xfrm>
        </p:grpSpPr>
        <p:sp>
          <p:nvSpPr>
            <p:cNvPr id="509" name="椭圆 508">
              <a:extLst>
                <a:ext uri="{FF2B5EF4-FFF2-40B4-BE49-F238E27FC236}">
                  <a16:creationId xmlns:a16="http://schemas.microsoft.com/office/drawing/2014/main" id="{FE19A50B-A20C-02CA-74C7-0663EE81263D}"/>
                </a:ext>
              </a:extLst>
            </p:cNvPr>
            <p:cNvSpPr/>
            <p:nvPr/>
          </p:nvSpPr>
          <p:spPr>
            <a:xfrm>
              <a:off x="7048218" y="1719974"/>
              <a:ext cx="125622" cy="12562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0" name="椭圆 509">
              <a:extLst>
                <a:ext uri="{FF2B5EF4-FFF2-40B4-BE49-F238E27FC236}">
                  <a16:creationId xmlns:a16="http://schemas.microsoft.com/office/drawing/2014/main" id="{28386B1E-F974-3D37-C222-6B14F2308F3A}"/>
                </a:ext>
              </a:extLst>
            </p:cNvPr>
            <p:cNvSpPr/>
            <p:nvPr/>
          </p:nvSpPr>
          <p:spPr>
            <a:xfrm>
              <a:off x="6697923" y="1942239"/>
              <a:ext cx="125622" cy="12562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1" name="椭圆 510">
              <a:extLst>
                <a:ext uri="{FF2B5EF4-FFF2-40B4-BE49-F238E27FC236}">
                  <a16:creationId xmlns:a16="http://schemas.microsoft.com/office/drawing/2014/main" id="{AEAB9327-3A4C-D037-A7BC-C7AE19224081}"/>
                </a:ext>
              </a:extLst>
            </p:cNvPr>
            <p:cNvSpPr/>
            <p:nvPr/>
          </p:nvSpPr>
          <p:spPr>
            <a:xfrm>
              <a:off x="6846289" y="1514690"/>
              <a:ext cx="125622" cy="12562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2" name="椭圆 511">
              <a:extLst>
                <a:ext uri="{FF2B5EF4-FFF2-40B4-BE49-F238E27FC236}">
                  <a16:creationId xmlns:a16="http://schemas.microsoft.com/office/drawing/2014/main" id="{3FA3E6F3-1231-AFE3-0127-B3BBA1348F9C}"/>
                </a:ext>
              </a:extLst>
            </p:cNvPr>
            <p:cNvSpPr/>
            <p:nvPr/>
          </p:nvSpPr>
          <p:spPr>
            <a:xfrm>
              <a:off x="6835116" y="1745174"/>
              <a:ext cx="125622" cy="12562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13" name="直接连接符 512">
              <a:extLst>
                <a:ext uri="{FF2B5EF4-FFF2-40B4-BE49-F238E27FC236}">
                  <a16:creationId xmlns:a16="http://schemas.microsoft.com/office/drawing/2014/main" id="{C260327C-1B3E-C677-E4A7-10F82FCFE9FE}"/>
                </a:ext>
              </a:extLst>
            </p:cNvPr>
            <p:cNvCxnSpPr>
              <a:cxnSpLocks/>
              <a:stCxn id="511" idx="4"/>
              <a:endCxn id="512" idx="0"/>
            </p:cNvCxnSpPr>
            <p:nvPr/>
          </p:nvCxnSpPr>
          <p:spPr>
            <a:xfrm rot="19835854" flipH="1">
              <a:off x="6872906" y="1649809"/>
              <a:ext cx="61215" cy="8586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直接连接符 513">
              <a:extLst>
                <a:ext uri="{FF2B5EF4-FFF2-40B4-BE49-F238E27FC236}">
                  <a16:creationId xmlns:a16="http://schemas.microsoft.com/office/drawing/2014/main" id="{9A52D04F-34CB-044F-C515-5603BD3B0CDD}"/>
                </a:ext>
              </a:extLst>
            </p:cNvPr>
            <p:cNvCxnSpPr>
              <a:cxnSpLocks/>
              <a:stCxn id="512" idx="3"/>
              <a:endCxn id="510" idx="7"/>
            </p:cNvCxnSpPr>
            <p:nvPr/>
          </p:nvCxnSpPr>
          <p:spPr>
            <a:xfrm rot="19835854" flipH="1">
              <a:off x="6781694" y="1871243"/>
              <a:ext cx="95273" cy="705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直接连接符 514">
              <a:extLst>
                <a:ext uri="{FF2B5EF4-FFF2-40B4-BE49-F238E27FC236}">
                  <a16:creationId xmlns:a16="http://schemas.microsoft.com/office/drawing/2014/main" id="{D88D209D-369D-7D5D-9F20-2AECC6371BAD}"/>
                </a:ext>
              </a:extLst>
            </p:cNvPr>
            <p:cNvCxnSpPr>
              <a:cxnSpLocks/>
              <a:stCxn id="512" idx="6"/>
              <a:endCxn id="509" idx="2"/>
            </p:cNvCxnSpPr>
            <p:nvPr/>
          </p:nvCxnSpPr>
          <p:spPr>
            <a:xfrm rot="19835854">
              <a:off x="6960186" y="1784888"/>
              <a:ext cx="88583" cy="209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6" name="组合 515">
            <a:extLst>
              <a:ext uri="{FF2B5EF4-FFF2-40B4-BE49-F238E27FC236}">
                <a16:creationId xmlns:a16="http://schemas.microsoft.com/office/drawing/2014/main" id="{78EDA55A-0C41-F1B2-2B2D-183843C4C1FB}"/>
              </a:ext>
            </a:extLst>
          </p:cNvPr>
          <p:cNvGrpSpPr/>
          <p:nvPr/>
        </p:nvGrpSpPr>
        <p:grpSpPr>
          <a:xfrm>
            <a:off x="13414890" y="5984640"/>
            <a:ext cx="412485" cy="534886"/>
            <a:chOff x="6747045" y="1514656"/>
            <a:chExt cx="412485" cy="534886"/>
          </a:xfrm>
        </p:grpSpPr>
        <p:sp>
          <p:nvSpPr>
            <p:cNvPr id="517" name="椭圆 516">
              <a:extLst>
                <a:ext uri="{FF2B5EF4-FFF2-40B4-BE49-F238E27FC236}">
                  <a16:creationId xmlns:a16="http://schemas.microsoft.com/office/drawing/2014/main" id="{513EF4A1-9A40-4ED5-52E9-83F7D6B0B017}"/>
                </a:ext>
              </a:extLst>
            </p:cNvPr>
            <p:cNvSpPr/>
            <p:nvPr/>
          </p:nvSpPr>
          <p:spPr>
            <a:xfrm>
              <a:off x="7033908" y="1786533"/>
              <a:ext cx="125622" cy="12562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8" name="椭圆 517">
              <a:extLst>
                <a:ext uri="{FF2B5EF4-FFF2-40B4-BE49-F238E27FC236}">
                  <a16:creationId xmlns:a16="http://schemas.microsoft.com/office/drawing/2014/main" id="{7ECB6CDF-FFF2-F8A9-DC66-6DAA6B643554}"/>
                </a:ext>
              </a:extLst>
            </p:cNvPr>
            <p:cNvSpPr/>
            <p:nvPr/>
          </p:nvSpPr>
          <p:spPr>
            <a:xfrm>
              <a:off x="6747045" y="1923920"/>
              <a:ext cx="125622" cy="12562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9" name="椭圆 518">
              <a:extLst>
                <a:ext uri="{FF2B5EF4-FFF2-40B4-BE49-F238E27FC236}">
                  <a16:creationId xmlns:a16="http://schemas.microsoft.com/office/drawing/2014/main" id="{520817C1-B57C-28F8-312B-E1C5DBFA8F66}"/>
                </a:ext>
              </a:extLst>
            </p:cNvPr>
            <p:cNvSpPr/>
            <p:nvPr/>
          </p:nvSpPr>
          <p:spPr>
            <a:xfrm>
              <a:off x="6799050" y="1514656"/>
              <a:ext cx="125622" cy="12562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0" name="椭圆 519">
              <a:extLst>
                <a:ext uri="{FF2B5EF4-FFF2-40B4-BE49-F238E27FC236}">
                  <a16:creationId xmlns:a16="http://schemas.microsoft.com/office/drawing/2014/main" id="{3FA632A2-7FBB-9447-0EBF-6C4223ADD5AA}"/>
                </a:ext>
              </a:extLst>
            </p:cNvPr>
            <p:cNvSpPr/>
            <p:nvPr/>
          </p:nvSpPr>
          <p:spPr>
            <a:xfrm>
              <a:off x="6835116" y="1745174"/>
              <a:ext cx="125622" cy="12562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1" name="直接连接符 520">
              <a:extLst>
                <a:ext uri="{FF2B5EF4-FFF2-40B4-BE49-F238E27FC236}">
                  <a16:creationId xmlns:a16="http://schemas.microsoft.com/office/drawing/2014/main" id="{3218EB94-FCCE-12A1-5793-D9AED1FA2114}"/>
                </a:ext>
              </a:extLst>
            </p:cNvPr>
            <p:cNvCxnSpPr>
              <a:cxnSpLocks/>
              <a:stCxn id="519" idx="4"/>
              <a:endCxn id="520" idx="0"/>
            </p:cNvCxnSpPr>
            <p:nvPr/>
          </p:nvCxnSpPr>
          <p:spPr>
            <a:xfrm rot="19835854" flipH="1">
              <a:off x="6869855" y="1638181"/>
              <a:ext cx="20079" cy="1090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直接连接符 521">
              <a:extLst>
                <a:ext uri="{FF2B5EF4-FFF2-40B4-BE49-F238E27FC236}">
                  <a16:creationId xmlns:a16="http://schemas.microsoft.com/office/drawing/2014/main" id="{455269AF-1AAD-251D-4884-913C541567DA}"/>
                </a:ext>
              </a:extLst>
            </p:cNvPr>
            <p:cNvCxnSpPr>
              <a:cxnSpLocks/>
              <a:stCxn id="520" idx="4"/>
              <a:endCxn id="518" idx="7"/>
            </p:cNvCxnSpPr>
            <p:nvPr/>
          </p:nvCxnSpPr>
          <p:spPr>
            <a:xfrm rot="19835854" flipH="1">
              <a:off x="6839526" y="1886119"/>
              <a:ext cx="73146" cy="408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直接连接符 522">
              <a:extLst>
                <a:ext uri="{FF2B5EF4-FFF2-40B4-BE49-F238E27FC236}">
                  <a16:creationId xmlns:a16="http://schemas.microsoft.com/office/drawing/2014/main" id="{1213CE86-C42F-9BE4-28EC-63A76DDA3CDC}"/>
                </a:ext>
              </a:extLst>
            </p:cNvPr>
            <p:cNvCxnSpPr>
              <a:cxnSpLocks/>
              <a:stCxn id="520" idx="6"/>
              <a:endCxn id="517" idx="2"/>
            </p:cNvCxnSpPr>
            <p:nvPr/>
          </p:nvCxnSpPr>
          <p:spPr>
            <a:xfrm rot="19835854">
              <a:off x="6975604" y="1792687"/>
              <a:ext cx="43439" cy="719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4" name="组合 523">
            <a:extLst>
              <a:ext uri="{FF2B5EF4-FFF2-40B4-BE49-F238E27FC236}">
                <a16:creationId xmlns:a16="http://schemas.microsoft.com/office/drawing/2014/main" id="{B6658C5C-4694-964F-DABB-D50796B14CD1}"/>
              </a:ext>
            </a:extLst>
          </p:cNvPr>
          <p:cNvGrpSpPr/>
          <p:nvPr/>
        </p:nvGrpSpPr>
        <p:grpSpPr>
          <a:xfrm rot="3403763">
            <a:off x="12184606" y="7003852"/>
            <a:ext cx="493864" cy="464563"/>
            <a:chOff x="6617749" y="1585285"/>
            <a:chExt cx="493864" cy="464563"/>
          </a:xfrm>
        </p:grpSpPr>
        <p:sp>
          <p:nvSpPr>
            <p:cNvPr id="525" name="椭圆 524">
              <a:extLst>
                <a:ext uri="{FF2B5EF4-FFF2-40B4-BE49-F238E27FC236}">
                  <a16:creationId xmlns:a16="http://schemas.microsoft.com/office/drawing/2014/main" id="{37D1D6B4-DD61-A9DB-3D26-5A5811148A9C}"/>
                </a:ext>
              </a:extLst>
            </p:cNvPr>
            <p:cNvSpPr/>
            <p:nvPr/>
          </p:nvSpPr>
          <p:spPr>
            <a:xfrm>
              <a:off x="6985991" y="1924226"/>
              <a:ext cx="125622" cy="125622"/>
            </a:xfrm>
            <a:prstGeom prst="ellipse">
              <a:avLst/>
            </a:prstGeom>
            <a:solidFill>
              <a:srgbClr val="337D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6" name="椭圆 525">
              <a:extLst>
                <a:ext uri="{FF2B5EF4-FFF2-40B4-BE49-F238E27FC236}">
                  <a16:creationId xmlns:a16="http://schemas.microsoft.com/office/drawing/2014/main" id="{B895FAB5-C908-4060-D791-3F98DC08C22D}"/>
                </a:ext>
              </a:extLst>
            </p:cNvPr>
            <p:cNvSpPr/>
            <p:nvPr/>
          </p:nvSpPr>
          <p:spPr>
            <a:xfrm>
              <a:off x="6617749" y="1839891"/>
              <a:ext cx="125622" cy="125622"/>
            </a:xfrm>
            <a:prstGeom prst="ellipse">
              <a:avLst/>
            </a:prstGeom>
            <a:solidFill>
              <a:srgbClr val="337D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7" name="椭圆 526">
              <a:extLst>
                <a:ext uri="{FF2B5EF4-FFF2-40B4-BE49-F238E27FC236}">
                  <a16:creationId xmlns:a16="http://schemas.microsoft.com/office/drawing/2014/main" id="{273132B2-6DDC-C811-7EBC-943C44C85E95}"/>
                </a:ext>
              </a:extLst>
            </p:cNvPr>
            <p:cNvSpPr/>
            <p:nvPr/>
          </p:nvSpPr>
          <p:spPr>
            <a:xfrm>
              <a:off x="6973426" y="1585285"/>
              <a:ext cx="125622" cy="125622"/>
            </a:xfrm>
            <a:prstGeom prst="ellipse">
              <a:avLst/>
            </a:prstGeom>
            <a:solidFill>
              <a:srgbClr val="337D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8" name="椭圆 527">
              <a:extLst>
                <a:ext uri="{FF2B5EF4-FFF2-40B4-BE49-F238E27FC236}">
                  <a16:creationId xmlns:a16="http://schemas.microsoft.com/office/drawing/2014/main" id="{0A9E31BE-9E93-AE2C-C526-03B4E226B598}"/>
                </a:ext>
              </a:extLst>
            </p:cNvPr>
            <p:cNvSpPr/>
            <p:nvPr/>
          </p:nvSpPr>
          <p:spPr>
            <a:xfrm>
              <a:off x="6835116" y="1745174"/>
              <a:ext cx="125622" cy="12562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9" name="直接连接符 528">
              <a:extLst>
                <a:ext uri="{FF2B5EF4-FFF2-40B4-BE49-F238E27FC236}">
                  <a16:creationId xmlns:a16="http://schemas.microsoft.com/office/drawing/2014/main" id="{EE416197-F1DA-45C6-705F-9A68043DFD0B}"/>
                </a:ext>
              </a:extLst>
            </p:cNvPr>
            <p:cNvCxnSpPr>
              <a:cxnSpLocks/>
              <a:stCxn id="527" idx="3"/>
              <a:endCxn id="528" idx="7"/>
            </p:cNvCxnSpPr>
            <p:nvPr/>
          </p:nvCxnSpPr>
          <p:spPr>
            <a:xfrm rot="19835854" flipH="1">
              <a:off x="6928085" y="1709234"/>
              <a:ext cx="77994" cy="376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直接连接符 529">
              <a:extLst>
                <a:ext uri="{FF2B5EF4-FFF2-40B4-BE49-F238E27FC236}">
                  <a16:creationId xmlns:a16="http://schemas.microsoft.com/office/drawing/2014/main" id="{286F47F5-0E8B-330C-C049-C48E4372E7CB}"/>
                </a:ext>
              </a:extLst>
            </p:cNvPr>
            <p:cNvCxnSpPr>
              <a:cxnSpLocks/>
              <a:stCxn id="528" idx="3"/>
              <a:endCxn id="526" idx="6"/>
            </p:cNvCxnSpPr>
            <p:nvPr/>
          </p:nvCxnSpPr>
          <p:spPr>
            <a:xfrm rot="19835854" flipH="1" flipV="1">
              <a:off x="6738117" y="1872425"/>
              <a:ext cx="120650" cy="102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直接连接符 530">
              <a:extLst>
                <a:ext uri="{FF2B5EF4-FFF2-40B4-BE49-F238E27FC236}">
                  <a16:creationId xmlns:a16="http://schemas.microsoft.com/office/drawing/2014/main" id="{AB9E971B-8648-A5A0-CDC8-4460EFB7D93F}"/>
                </a:ext>
              </a:extLst>
            </p:cNvPr>
            <p:cNvCxnSpPr>
              <a:cxnSpLocks/>
              <a:stCxn id="528" idx="5"/>
              <a:endCxn id="525" idx="1"/>
            </p:cNvCxnSpPr>
            <p:nvPr/>
          </p:nvCxnSpPr>
          <p:spPr>
            <a:xfrm rot="19835854">
              <a:off x="6968485" y="1842979"/>
              <a:ext cx="9759" cy="1090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2" name="组合 531">
            <a:extLst>
              <a:ext uri="{FF2B5EF4-FFF2-40B4-BE49-F238E27FC236}">
                <a16:creationId xmlns:a16="http://schemas.microsoft.com/office/drawing/2014/main" id="{CBB89E20-52BA-4584-7FB9-3C2AB6088461}"/>
              </a:ext>
            </a:extLst>
          </p:cNvPr>
          <p:cNvGrpSpPr/>
          <p:nvPr/>
        </p:nvGrpSpPr>
        <p:grpSpPr>
          <a:xfrm>
            <a:off x="10354239" y="6866943"/>
            <a:ext cx="236522" cy="1259873"/>
            <a:chOff x="5482684" y="4006656"/>
            <a:chExt cx="236522" cy="1259873"/>
          </a:xfrm>
        </p:grpSpPr>
        <p:sp>
          <p:nvSpPr>
            <p:cNvPr id="533" name="矩形: 圆角 532">
              <a:extLst>
                <a:ext uri="{FF2B5EF4-FFF2-40B4-BE49-F238E27FC236}">
                  <a16:creationId xmlns:a16="http://schemas.microsoft.com/office/drawing/2014/main" id="{991B8E0F-836D-1A55-C1E5-5040FEB51770}"/>
                </a:ext>
              </a:extLst>
            </p:cNvPr>
            <p:cNvSpPr/>
            <p:nvPr/>
          </p:nvSpPr>
          <p:spPr>
            <a:xfrm>
              <a:off x="5482684" y="4006656"/>
              <a:ext cx="236522" cy="1259873"/>
            </a:xfrm>
            <a:prstGeom prst="roundRect">
              <a:avLst>
                <a:gd name="adj" fmla="val 0"/>
              </a:avLst>
            </a:prstGeom>
            <a:solidFill>
              <a:srgbClr val="F6F6F7"/>
            </a:solidFill>
            <a:ln w="190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6350" h="63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48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4" name="椭圆 533">
              <a:extLst>
                <a:ext uri="{FF2B5EF4-FFF2-40B4-BE49-F238E27FC236}">
                  <a16:creationId xmlns:a16="http://schemas.microsoft.com/office/drawing/2014/main" id="{E7C39A6B-9A4E-121C-AAF4-D9D06074FE1E}"/>
                </a:ext>
              </a:extLst>
            </p:cNvPr>
            <p:cNvSpPr/>
            <p:nvPr/>
          </p:nvSpPr>
          <p:spPr>
            <a:xfrm>
              <a:off x="5526327" y="4264019"/>
              <a:ext cx="144000" cy="144000"/>
            </a:xfrm>
            <a:prstGeom prst="ellipse">
              <a:avLst/>
            </a:prstGeom>
            <a:solidFill>
              <a:srgbClr val="79B94F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535" name="椭圆 534">
              <a:extLst>
                <a:ext uri="{FF2B5EF4-FFF2-40B4-BE49-F238E27FC236}">
                  <a16:creationId xmlns:a16="http://schemas.microsoft.com/office/drawing/2014/main" id="{756BA73B-D44E-B76E-A10C-8056473051A3}"/>
                </a:ext>
              </a:extLst>
            </p:cNvPr>
            <p:cNvSpPr/>
            <p:nvPr/>
          </p:nvSpPr>
          <p:spPr>
            <a:xfrm>
              <a:off x="5526327" y="4463692"/>
              <a:ext cx="144000" cy="144000"/>
            </a:xfrm>
            <a:prstGeom prst="ellipse">
              <a:avLst/>
            </a:prstGeom>
            <a:solidFill>
              <a:srgbClr val="B5DE99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536" name="椭圆 535">
              <a:extLst>
                <a:ext uri="{FF2B5EF4-FFF2-40B4-BE49-F238E27FC236}">
                  <a16:creationId xmlns:a16="http://schemas.microsoft.com/office/drawing/2014/main" id="{E1492D82-DD3B-D9D1-E35D-00F4D8DE911B}"/>
                </a:ext>
              </a:extLst>
            </p:cNvPr>
            <p:cNvSpPr/>
            <p:nvPr/>
          </p:nvSpPr>
          <p:spPr>
            <a:xfrm>
              <a:off x="5526327" y="4663365"/>
              <a:ext cx="144000" cy="144000"/>
            </a:xfrm>
            <a:prstGeom prst="ellipse">
              <a:avLst/>
            </a:prstGeom>
            <a:solidFill>
              <a:srgbClr val="A8D0F4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537" name="椭圆 536">
              <a:extLst>
                <a:ext uri="{FF2B5EF4-FFF2-40B4-BE49-F238E27FC236}">
                  <a16:creationId xmlns:a16="http://schemas.microsoft.com/office/drawing/2014/main" id="{88A0E75F-B299-5CAC-7AB5-43FA394A2CB8}"/>
                </a:ext>
              </a:extLst>
            </p:cNvPr>
            <p:cNvSpPr/>
            <p:nvPr/>
          </p:nvSpPr>
          <p:spPr>
            <a:xfrm>
              <a:off x="5526327" y="4863038"/>
              <a:ext cx="144000" cy="144000"/>
            </a:xfrm>
            <a:prstGeom prst="ellipse">
              <a:avLst/>
            </a:prstGeom>
            <a:solidFill>
              <a:srgbClr val="64A6E2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538" name="椭圆 537">
              <a:extLst>
                <a:ext uri="{FF2B5EF4-FFF2-40B4-BE49-F238E27FC236}">
                  <a16:creationId xmlns:a16="http://schemas.microsoft.com/office/drawing/2014/main" id="{26A0B32B-CC53-2BA2-406C-DA2C6C9F57F8}"/>
                </a:ext>
              </a:extLst>
            </p:cNvPr>
            <p:cNvSpPr/>
            <p:nvPr/>
          </p:nvSpPr>
          <p:spPr>
            <a:xfrm>
              <a:off x="5526327" y="5062711"/>
              <a:ext cx="144000" cy="144000"/>
            </a:xfrm>
            <a:prstGeom prst="ellipse">
              <a:avLst/>
            </a:prstGeom>
            <a:solidFill>
              <a:srgbClr val="337DC0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539" name="椭圆 538">
              <a:extLst>
                <a:ext uri="{FF2B5EF4-FFF2-40B4-BE49-F238E27FC236}">
                  <a16:creationId xmlns:a16="http://schemas.microsoft.com/office/drawing/2014/main" id="{1F97591F-BD3E-DDAF-2FAA-EEF6F8F05494}"/>
                </a:ext>
              </a:extLst>
            </p:cNvPr>
            <p:cNvSpPr/>
            <p:nvPr/>
          </p:nvSpPr>
          <p:spPr>
            <a:xfrm>
              <a:off x="5526327" y="4064346"/>
              <a:ext cx="144000" cy="144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0" name="文本框 539">
                <a:extLst>
                  <a:ext uri="{FF2B5EF4-FFF2-40B4-BE49-F238E27FC236}">
                    <a16:creationId xmlns:a16="http://schemas.microsoft.com/office/drawing/2014/main" id="{AC8DD1E4-4A02-A96C-2F2B-A945A52DF11E}"/>
                  </a:ext>
                </a:extLst>
              </p:cNvPr>
              <p:cNvSpPr txBox="1"/>
              <p:nvPr/>
            </p:nvSpPr>
            <p:spPr>
              <a:xfrm>
                <a:off x="11118577" y="7815534"/>
                <a:ext cx="459287" cy="2358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0" name="文本框 539">
                <a:extLst>
                  <a:ext uri="{FF2B5EF4-FFF2-40B4-BE49-F238E27FC236}">
                    <a16:creationId xmlns:a16="http://schemas.microsoft.com/office/drawing/2014/main" id="{AC8DD1E4-4A02-A96C-2F2B-A945A52DF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8577" y="7815534"/>
                <a:ext cx="459287" cy="235834"/>
              </a:xfrm>
              <a:prstGeom prst="rect">
                <a:avLst/>
              </a:prstGeom>
              <a:blipFill>
                <a:blip r:embed="rId2"/>
                <a:stretch>
                  <a:fillRect l="-8000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1" name="文本框 540">
                <a:extLst>
                  <a:ext uri="{FF2B5EF4-FFF2-40B4-BE49-F238E27FC236}">
                    <a16:creationId xmlns:a16="http://schemas.microsoft.com/office/drawing/2014/main" id="{E2379D6D-E527-25F9-460E-D8DF53ADB47A}"/>
                  </a:ext>
                </a:extLst>
              </p:cNvPr>
              <p:cNvSpPr txBox="1"/>
              <p:nvPr/>
            </p:nvSpPr>
            <p:spPr>
              <a:xfrm>
                <a:off x="11167306" y="6663791"/>
                <a:ext cx="37063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1" name="文本框 540">
                <a:extLst>
                  <a:ext uri="{FF2B5EF4-FFF2-40B4-BE49-F238E27FC236}">
                    <a16:creationId xmlns:a16="http://schemas.microsoft.com/office/drawing/2014/main" id="{E2379D6D-E527-25F9-460E-D8DF53ADB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7306" y="6663791"/>
                <a:ext cx="370638" cy="215444"/>
              </a:xfrm>
              <a:prstGeom prst="rect">
                <a:avLst/>
              </a:prstGeom>
              <a:blipFill>
                <a:blip r:embed="rId3"/>
                <a:stretch>
                  <a:fillRect l="-9836" b="-3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2" name="文本框 541">
            <a:extLst>
              <a:ext uri="{FF2B5EF4-FFF2-40B4-BE49-F238E27FC236}">
                <a16:creationId xmlns:a16="http://schemas.microsoft.com/office/drawing/2014/main" id="{A46099AB-1621-CC21-95A1-D488C581D576}"/>
              </a:ext>
            </a:extLst>
          </p:cNvPr>
          <p:cNvSpPr txBox="1"/>
          <p:nvPr/>
        </p:nvSpPr>
        <p:spPr>
          <a:xfrm>
            <a:off x="10004403" y="6327066"/>
            <a:ext cx="923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ID-Clothe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3" name="文本框 542">
                <a:extLst>
                  <a:ext uri="{FF2B5EF4-FFF2-40B4-BE49-F238E27FC236}">
                    <a16:creationId xmlns:a16="http://schemas.microsoft.com/office/drawing/2014/main" id="{83EC26C4-4E47-80B1-DD8C-739578D8BD43}"/>
                  </a:ext>
                </a:extLst>
              </p:cNvPr>
              <p:cNvSpPr txBox="1"/>
              <p:nvPr/>
            </p:nvSpPr>
            <p:spPr>
              <a:xfrm>
                <a:off x="9242685" y="4535818"/>
                <a:ext cx="37063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3" name="文本框 542">
                <a:extLst>
                  <a:ext uri="{FF2B5EF4-FFF2-40B4-BE49-F238E27FC236}">
                    <a16:creationId xmlns:a16="http://schemas.microsoft.com/office/drawing/2014/main" id="{83EC26C4-4E47-80B1-DD8C-739578D8B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2685" y="4535818"/>
                <a:ext cx="370638" cy="215444"/>
              </a:xfrm>
              <a:prstGeom prst="rect">
                <a:avLst/>
              </a:prstGeom>
              <a:blipFill>
                <a:blip r:embed="rId4"/>
                <a:stretch>
                  <a:fillRect l="-8197" b="-3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4" name="文本框 543">
                <a:extLst>
                  <a:ext uri="{FF2B5EF4-FFF2-40B4-BE49-F238E27FC236}">
                    <a16:creationId xmlns:a16="http://schemas.microsoft.com/office/drawing/2014/main" id="{A4A3A280-AADB-BED0-B686-0803C1F1F27C}"/>
                  </a:ext>
                </a:extLst>
              </p:cNvPr>
              <p:cNvSpPr txBox="1"/>
              <p:nvPr/>
            </p:nvSpPr>
            <p:spPr>
              <a:xfrm>
                <a:off x="7936194" y="4310022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4" name="文本框 543">
                <a:extLst>
                  <a:ext uri="{FF2B5EF4-FFF2-40B4-BE49-F238E27FC236}">
                    <a16:creationId xmlns:a16="http://schemas.microsoft.com/office/drawing/2014/main" id="{A4A3A280-AADB-BED0-B686-0803C1F1F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194" y="4310022"/>
                <a:ext cx="435314" cy="215444"/>
              </a:xfrm>
              <a:prstGeom prst="rect">
                <a:avLst/>
              </a:prstGeom>
              <a:blipFill>
                <a:blip r:embed="rId5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5" name="文本框 544">
                <a:extLst>
                  <a:ext uri="{FF2B5EF4-FFF2-40B4-BE49-F238E27FC236}">
                    <a16:creationId xmlns:a16="http://schemas.microsoft.com/office/drawing/2014/main" id="{16CBD14F-E354-DB6A-C782-BF32A2333CDF}"/>
                  </a:ext>
                </a:extLst>
              </p:cNvPr>
              <p:cNvSpPr txBox="1"/>
              <p:nvPr/>
            </p:nvSpPr>
            <p:spPr>
              <a:xfrm>
                <a:off x="9241412" y="3743550"/>
                <a:ext cx="37063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5" name="文本框 544">
                <a:extLst>
                  <a:ext uri="{FF2B5EF4-FFF2-40B4-BE49-F238E27FC236}">
                    <a16:creationId xmlns:a16="http://schemas.microsoft.com/office/drawing/2014/main" id="{16CBD14F-E354-DB6A-C782-BF32A2333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1412" y="3743550"/>
                <a:ext cx="370638" cy="215444"/>
              </a:xfrm>
              <a:prstGeom prst="rect">
                <a:avLst/>
              </a:prstGeom>
              <a:blipFill>
                <a:blip r:embed="rId6"/>
                <a:stretch>
                  <a:fillRect l="-11475" r="-6557" b="-2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6" name="文本框 545">
            <a:extLst>
              <a:ext uri="{FF2B5EF4-FFF2-40B4-BE49-F238E27FC236}">
                <a16:creationId xmlns:a16="http://schemas.microsoft.com/office/drawing/2014/main" id="{4E8B88F3-0C44-51CE-9EC4-D515CDA0775C}"/>
              </a:ext>
            </a:extLst>
          </p:cNvPr>
          <p:cNvSpPr txBox="1"/>
          <p:nvPr/>
        </p:nvSpPr>
        <p:spPr>
          <a:xfrm>
            <a:off x="9587680" y="4042122"/>
            <a:ext cx="667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7" name="文本框 546">
                <a:extLst>
                  <a:ext uri="{FF2B5EF4-FFF2-40B4-BE49-F238E27FC236}">
                    <a16:creationId xmlns:a16="http://schemas.microsoft.com/office/drawing/2014/main" id="{3C14261B-8635-0C27-56A0-A66B92CC2889}"/>
                  </a:ext>
                </a:extLst>
              </p:cNvPr>
              <p:cNvSpPr txBox="1"/>
              <p:nvPr/>
            </p:nvSpPr>
            <p:spPr>
              <a:xfrm>
                <a:off x="10354876" y="2987218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7" name="文本框 546">
                <a:extLst>
                  <a:ext uri="{FF2B5EF4-FFF2-40B4-BE49-F238E27FC236}">
                    <a16:creationId xmlns:a16="http://schemas.microsoft.com/office/drawing/2014/main" id="{3C14261B-8635-0C27-56A0-A66B92CC2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4876" y="2987218"/>
                <a:ext cx="435314" cy="215444"/>
              </a:xfrm>
              <a:prstGeom prst="rect">
                <a:avLst/>
              </a:prstGeom>
              <a:blipFill>
                <a:blip r:embed="rId7"/>
                <a:stretch>
                  <a:fillRect l="-14085" r="-21127" b="-3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8" name="矩形 547">
            <a:extLst>
              <a:ext uri="{FF2B5EF4-FFF2-40B4-BE49-F238E27FC236}">
                <a16:creationId xmlns:a16="http://schemas.microsoft.com/office/drawing/2014/main" id="{E6D9D891-5AE2-102B-EF03-22F7EDA1F0F2}"/>
              </a:ext>
            </a:extLst>
          </p:cNvPr>
          <p:cNvSpPr/>
          <p:nvPr/>
        </p:nvSpPr>
        <p:spPr>
          <a:xfrm>
            <a:off x="7612370" y="1668221"/>
            <a:ext cx="6421264" cy="375584"/>
          </a:xfrm>
          <a:prstGeom prst="rect">
            <a:avLst/>
          </a:prstGeom>
          <a:solidFill>
            <a:srgbClr val="EAF9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en-US" altLang="zh-CN" sz="16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Confounder Dictionary</a:t>
            </a:r>
            <a:endParaRPr lang="en-US" altLang="zh-CN" sz="16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49" name="object 237">
            <a:extLst>
              <a:ext uri="{FF2B5EF4-FFF2-40B4-BE49-F238E27FC236}">
                <a16:creationId xmlns:a16="http://schemas.microsoft.com/office/drawing/2014/main" id="{1D8B6217-4F2F-D48C-914F-4E46304E4BC8}"/>
              </a:ext>
            </a:extLst>
          </p:cNvPr>
          <p:cNvSpPr txBox="1"/>
          <p:nvPr/>
        </p:nvSpPr>
        <p:spPr>
          <a:xfrm>
            <a:off x="12556960" y="2296502"/>
            <a:ext cx="375401" cy="385127"/>
          </a:xfrm>
          <a:prstGeom prst="rect">
            <a:avLst/>
          </a:prstGeom>
        </p:spPr>
        <p:txBody>
          <a:bodyPr vert="horz" wrap="square" lIns="0" tIns="15642" rIns="0" bIns="0" rtlCol="0">
            <a:spAutoFit/>
          </a:bodyPr>
          <a:lstStyle/>
          <a:p>
            <a:pPr marL="12033">
              <a:spcBef>
                <a:spcPts val="123"/>
              </a:spcBef>
            </a:pPr>
            <a:r>
              <a:rPr sz="2400" b="1" spc="28" dirty="0">
                <a:latin typeface="Times New Roman"/>
                <a:cs typeface="Times New Roman"/>
              </a:rPr>
              <a:t>…</a:t>
            </a:r>
            <a:endParaRPr sz="2400" b="1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0" name="文本框 549">
                <a:extLst>
                  <a:ext uri="{FF2B5EF4-FFF2-40B4-BE49-F238E27FC236}">
                    <a16:creationId xmlns:a16="http://schemas.microsoft.com/office/drawing/2014/main" id="{EE46C14B-B34A-111F-AA35-74D7D360A137}"/>
                  </a:ext>
                </a:extLst>
              </p:cNvPr>
              <p:cNvSpPr txBox="1"/>
              <p:nvPr/>
            </p:nvSpPr>
            <p:spPr>
              <a:xfrm>
                <a:off x="10127701" y="2257217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0" name="文本框 549">
                <a:extLst>
                  <a:ext uri="{FF2B5EF4-FFF2-40B4-BE49-F238E27FC236}">
                    <a16:creationId xmlns:a16="http://schemas.microsoft.com/office/drawing/2014/main" id="{EE46C14B-B34A-111F-AA35-74D7D360A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7701" y="2257217"/>
                <a:ext cx="435314" cy="215444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1" name="文本框 550">
                <a:extLst>
                  <a:ext uri="{FF2B5EF4-FFF2-40B4-BE49-F238E27FC236}">
                    <a16:creationId xmlns:a16="http://schemas.microsoft.com/office/drawing/2014/main" id="{381444A4-180E-91E0-E1D2-D86FF08789F6}"/>
                  </a:ext>
                </a:extLst>
              </p:cNvPr>
              <p:cNvSpPr txBox="1"/>
              <p:nvPr/>
            </p:nvSpPr>
            <p:spPr>
              <a:xfrm>
                <a:off x="10863156" y="2260931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1" name="文本框 550">
                <a:extLst>
                  <a:ext uri="{FF2B5EF4-FFF2-40B4-BE49-F238E27FC236}">
                    <a16:creationId xmlns:a16="http://schemas.microsoft.com/office/drawing/2014/main" id="{381444A4-180E-91E0-E1D2-D86FF0878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3156" y="2260931"/>
                <a:ext cx="435314" cy="215444"/>
              </a:xfrm>
              <a:prstGeom prst="rect">
                <a:avLst/>
              </a:prstGeom>
              <a:blipFill>
                <a:blip r:embed="rId9"/>
                <a:stretch>
                  <a:fillRect b="-1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2" name="文本框 551">
                <a:extLst>
                  <a:ext uri="{FF2B5EF4-FFF2-40B4-BE49-F238E27FC236}">
                    <a16:creationId xmlns:a16="http://schemas.microsoft.com/office/drawing/2014/main" id="{D9974F37-9AD1-963F-3EE5-57AB63E30633}"/>
                  </a:ext>
                </a:extLst>
              </p:cNvPr>
              <p:cNvSpPr txBox="1"/>
              <p:nvPr/>
            </p:nvSpPr>
            <p:spPr>
              <a:xfrm>
                <a:off x="11605412" y="2264611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2" name="文本框 551">
                <a:extLst>
                  <a:ext uri="{FF2B5EF4-FFF2-40B4-BE49-F238E27FC236}">
                    <a16:creationId xmlns:a16="http://schemas.microsoft.com/office/drawing/2014/main" id="{D9974F37-9AD1-963F-3EE5-57AB63E30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5412" y="2264611"/>
                <a:ext cx="435314" cy="215444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3" name="文本框 552">
                <a:extLst>
                  <a:ext uri="{FF2B5EF4-FFF2-40B4-BE49-F238E27FC236}">
                    <a16:creationId xmlns:a16="http://schemas.microsoft.com/office/drawing/2014/main" id="{5E3A1BF6-96DC-EC2A-7956-AB1407B7B6E9}"/>
                  </a:ext>
                </a:extLst>
              </p:cNvPr>
              <p:cNvSpPr txBox="1"/>
              <p:nvPr/>
            </p:nvSpPr>
            <p:spPr>
              <a:xfrm>
                <a:off x="13000124" y="2257217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3" name="文本框 552">
                <a:extLst>
                  <a:ext uri="{FF2B5EF4-FFF2-40B4-BE49-F238E27FC236}">
                    <a16:creationId xmlns:a16="http://schemas.microsoft.com/office/drawing/2014/main" id="{5E3A1BF6-96DC-EC2A-7956-AB1407B7B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0124" y="2257217"/>
                <a:ext cx="435314" cy="215444"/>
              </a:xfrm>
              <a:prstGeom prst="rect">
                <a:avLst/>
              </a:prstGeom>
              <a:blipFill>
                <a:blip r:embed="rId11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4" name="文本框 553">
                <a:extLst>
                  <a:ext uri="{FF2B5EF4-FFF2-40B4-BE49-F238E27FC236}">
                    <a16:creationId xmlns:a16="http://schemas.microsoft.com/office/drawing/2014/main" id="{59B13D94-FAC3-660D-09EC-44503209E76D}"/>
                  </a:ext>
                </a:extLst>
              </p:cNvPr>
              <p:cNvSpPr txBox="1"/>
              <p:nvPr/>
            </p:nvSpPr>
            <p:spPr>
              <a:xfrm>
                <a:off x="11089725" y="2983477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4" name="文本框 553">
                <a:extLst>
                  <a:ext uri="{FF2B5EF4-FFF2-40B4-BE49-F238E27FC236}">
                    <a16:creationId xmlns:a16="http://schemas.microsoft.com/office/drawing/2014/main" id="{59B13D94-FAC3-660D-09EC-44503209E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9725" y="2983477"/>
                <a:ext cx="435314" cy="215444"/>
              </a:xfrm>
              <a:prstGeom prst="rect">
                <a:avLst/>
              </a:prstGeom>
              <a:blipFill>
                <a:blip r:embed="rId12"/>
                <a:stretch>
                  <a:fillRect l="-13889" r="-20833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5" name="文本框 554">
                <a:extLst>
                  <a:ext uri="{FF2B5EF4-FFF2-40B4-BE49-F238E27FC236}">
                    <a16:creationId xmlns:a16="http://schemas.microsoft.com/office/drawing/2014/main" id="{88108C31-A588-552A-33D3-0767512FF937}"/>
                  </a:ext>
                </a:extLst>
              </p:cNvPr>
              <p:cNvSpPr txBox="1"/>
              <p:nvPr/>
            </p:nvSpPr>
            <p:spPr>
              <a:xfrm>
                <a:off x="13238631" y="2987218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5" name="文本框 554">
                <a:extLst>
                  <a:ext uri="{FF2B5EF4-FFF2-40B4-BE49-F238E27FC236}">
                    <a16:creationId xmlns:a16="http://schemas.microsoft.com/office/drawing/2014/main" id="{88108C31-A588-552A-33D3-0767512FF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8631" y="2987218"/>
                <a:ext cx="435314" cy="215444"/>
              </a:xfrm>
              <a:prstGeom prst="rect">
                <a:avLst/>
              </a:prstGeom>
              <a:blipFill>
                <a:blip r:embed="rId13"/>
                <a:stretch>
                  <a:fillRect l="-14085" r="-22535" b="-3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6" name="文本框 555">
                <a:extLst>
                  <a:ext uri="{FF2B5EF4-FFF2-40B4-BE49-F238E27FC236}">
                    <a16:creationId xmlns:a16="http://schemas.microsoft.com/office/drawing/2014/main" id="{1C79069C-D39E-750F-6D38-9BA14D8B5F44}"/>
                  </a:ext>
                </a:extLst>
              </p:cNvPr>
              <p:cNvSpPr txBox="1"/>
              <p:nvPr/>
            </p:nvSpPr>
            <p:spPr>
              <a:xfrm>
                <a:off x="11797463" y="2997333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6" name="文本框 555">
                <a:extLst>
                  <a:ext uri="{FF2B5EF4-FFF2-40B4-BE49-F238E27FC236}">
                    <a16:creationId xmlns:a16="http://schemas.microsoft.com/office/drawing/2014/main" id="{1C79069C-D39E-750F-6D38-9BA14D8B5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7463" y="2997333"/>
                <a:ext cx="435314" cy="215444"/>
              </a:xfrm>
              <a:prstGeom prst="rect">
                <a:avLst/>
              </a:prstGeom>
              <a:blipFill>
                <a:blip r:embed="rId14"/>
                <a:stretch>
                  <a:fillRect l="-13889" r="-20833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7" name="object 237">
            <a:extLst>
              <a:ext uri="{FF2B5EF4-FFF2-40B4-BE49-F238E27FC236}">
                <a16:creationId xmlns:a16="http://schemas.microsoft.com/office/drawing/2014/main" id="{92F52777-6E21-7E42-0640-E7DA4C35C0E5}"/>
              </a:ext>
            </a:extLst>
          </p:cNvPr>
          <p:cNvSpPr txBox="1"/>
          <p:nvPr/>
        </p:nvSpPr>
        <p:spPr>
          <a:xfrm>
            <a:off x="12569752" y="3356484"/>
            <a:ext cx="375401" cy="385127"/>
          </a:xfrm>
          <a:prstGeom prst="rect">
            <a:avLst/>
          </a:prstGeom>
        </p:spPr>
        <p:txBody>
          <a:bodyPr vert="horz" wrap="square" lIns="0" tIns="15642" rIns="0" bIns="0" rtlCol="0">
            <a:spAutoFit/>
          </a:bodyPr>
          <a:lstStyle/>
          <a:p>
            <a:pPr marL="12033">
              <a:spcBef>
                <a:spcPts val="123"/>
              </a:spcBef>
            </a:pPr>
            <a:r>
              <a:rPr sz="2400" b="1" spc="28" dirty="0">
                <a:latin typeface="Times New Roman"/>
                <a:cs typeface="Times New Roman"/>
              </a:rPr>
              <a:t>…</a:t>
            </a:r>
            <a:endParaRPr sz="2400" b="1" dirty="0">
              <a:latin typeface="Times New Roman"/>
              <a:cs typeface="Times New Roman"/>
            </a:endParaRPr>
          </a:p>
        </p:txBody>
      </p:sp>
      <p:cxnSp>
        <p:nvCxnSpPr>
          <p:cNvPr id="558" name="连接符: 肘形 557">
            <a:extLst>
              <a:ext uri="{FF2B5EF4-FFF2-40B4-BE49-F238E27FC236}">
                <a16:creationId xmlns:a16="http://schemas.microsoft.com/office/drawing/2014/main" id="{FEBB8DF1-24BF-9457-A818-93C5D53046D7}"/>
              </a:ext>
            </a:extLst>
          </p:cNvPr>
          <p:cNvCxnSpPr>
            <a:cxnSpLocks/>
            <a:endCxn id="615" idx="0"/>
          </p:cNvCxnSpPr>
          <p:nvPr/>
        </p:nvCxnSpPr>
        <p:spPr>
          <a:xfrm>
            <a:off x="1572112" y="6733109"/>
            <a:ext cx="554296" cy="350229"/>
          </a:xfrm>
          <a:prstGeom prst="bentConnector2">
            <a:avLst/>
          </a:prstGeom>
          <a:ln w="19050">
            <a:solidFill>
              <a:schemeClr val="accent5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直接箭头连接符 558">
            <a:extLst>
              <a:ext uri="{FF2B5EF4-FFF2-40B4-BE49-F238E27FC236}">
                <a16:creationId xmlns:a16="http://schemas.microsoft.com/office/drawing/2014/main" id="{5B8ABDB1-3E80-1924-E47D-A67EB0F075A7}"/>
              </a:ext>
            </a:extLst>
          </p:cNvPr>
          <p:cNvCxnSpPr>
            <a:cxnSpLocks/>
            <a:stCxn id="622" idx="5"/>
            <a:endCxn id="628" idx="1"/>
          </p:cNvCxnSpPr>
          <p:nvPr/>
        </p:nvCxnSpPr>
        <p:spPr>
          <a:xfrm>
            <a:off x="2800555" y="6718764"/>
            <a:ext cx="313691" cy="1058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连接符: 肘形 559">
            <a:extLst>
              <a:ext uri="{FF2B5EF4-FFF2-40B4-BE49-F238E27FC236}">
                <a16:creationId xmlns:a16="http://schemas.microsoft.com/office/drawing/2014/main" id="{21BAA7F4-1F76-BA1D-04A0-5F4702607C3C}"/>
              </a:ext>
            </a:extLst>
          </p:cNvPr>
          <p:cNvCxnSpPr>
            <a:cxnSpLocks/>
            <a:stCxn id="615" idx="4"/>
          </p:cNvCxnSpPr>
          <p:nvPr/>
        </p:nvCxnSpPr>
        <p:spPr>
          <a:xfrm rot="5400000">
            <a:off x="1691023" y="7177929"/>
            <a:ext cx="349977" cy="520794"/>
          </a:xfrm>
          <a:prstGeom prst="bentConnector2">
            <a:avLst/>
          </a:prstGeom>
          <a:ln w="19050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直接箭头连接符 560">
            <a:extLst>
              <a:ext uri="{FF2B5EF4-FFF2-40B4-BE49-F238E27FC236}">
                <a16:creationId xmlns:a16="http://schemas.microsoft.com/office/drawing/2014/main" id="{BEB9B229-BA82-108A-14D1-0436CD638A75}"/>
              </a:ext>
            </a:extLst>
          </p:cNvPr>
          <p:cNvCxnSpPr>
            <a:cxnSpLocks/>
          </p:cNvCxnSpPr>
          <p:nvPr/>
        </p:nvCxnSpPr>
        <p:spPr>
          <a:xfrm>
            <a:off x="3294206" y="6716014"/>
            <a:ext cx="361788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2" name="组合 561">
            <a:extLst>
              <a:ext uri="{FF2B5EF4-FFF2-40B4-BE49-F238E27FC236}">
                <a16:creationId xmlns:a16="http://schemas.microsoft.com/office/drawing/2014/main" id="{E4683B94-9F38-C017-AC04-DEDE41917164}"/>
              </a:ext>
            </a:extLst>
          </p:cNvPr>
          <p:cNvGrpSpPr/>
          <p:nvPr/>
        </p:nvGrpSpPr>
        <p:grpSpPr>
          <a:xfrm>
            <a:off x="5652506" y="7928019"/>
            <a:ext cx="179190" cy="206073"/>
            <a:chOff x="4170925" y="7381382"/>
            <a:chExt cx="179190" cy="206073"/>
          </a:xfrm>
        </p:grpSpPr>
        <p:sp>
          <p:nvSpPr>
            <p:cNvPr id="563" name="椭圆 562">
              <a:extLst>
                <a:ext uri="{FF2B5EF4-FFF2-40B4-BE49-F238E27FC236}">
                  <a16:creationId xmlns:a16="http://schemas.microsoft.com/office/drawing/2014/main" id="{1945471D-83BE-BA82-F31C-A76608589189}"/>
                </a:ext>
              </a:extLst>
            </p:cNvPr>
            <p:cNvSpPr/>
            <p:nvPr/>
          </p:nvSpPr>
          <p:spPr>
            <a:xfrm>
              <a:off x="4170925" y="7408261"/>
              <a:ext cx="179190" cy="17919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564" name="object 343">
              <a:extLst>
                <a:ext uri="{FF2B5EF4-FFF2-40B4-BE49-F238E27FC236}">
                  <a16:creationId xmlns:a16="http://schemas.microsoft.com/office/drawing/2014/main" id="{8BAFA3BC-D751-4498-AF26-70BED5855533}"/>
                </a:ext>
              </a:extLst>
            </p:cNvPr>
            <p:cNvSpPr txBox="1"/>
            <p:nvPr/>
          </p:nvSpPr>
          <p:spPr>
            <a:xfrm>
              <a:off x="4196563" y="7381382"/>
              <a:ext cx="133010" cy="204100"/>
            </a:xfrm>
            <a:prstGeom prst="rect">
              <a:avLst/>
            </a:prstGeom>
          </p:spPr>
          <p:txBody>
            <a:bodyPr vert="horz" wrap="square" lIns="0" tIns="19246" rIns="0" bIns="0" rtlCol="0">
              <a:spAutoFit/>
            </a:bodyPr>
            <a:lstStyle/>
            <a:p>
              <a:pPr marL="18330">
                <a:spcBef>
                  <a:spcPts val="152"/>
                </a:spcBef>
              </a:pPr>
              <a:r>
                <a:rPr lang="el-GR" sz="1200" b="1" spc="461" dirty="0">
                  <a:latin typeface="Cambria"/>
                  <a:cs typeface="Cambria"/>
                </a:rPr>
                <a:t>Σ</a:t>
              </a:r>
              <a:endParaRPr sz="948" b="1" dirty="0">
                <a:latin typeface="Cambria"/>
                <a:cs typeface="Cambria"/>
              </a:endParaRPr>
            </a:p>
          </p:txBody>
        </p:sp>
      </p:grpSp>
      <p:cxnSp>
        <p:nvCxnSpPr>
          <p:cNvPr id="565" name="直接连接符 564">
            <a:extLst>
              <a:ext uri="{FF2B5EF4-FFF2-40B4-BE49-F238E27FC236}">
                <a16:creationId xmlns:a16="http://schemas.microsoft.com/office/drawing/2014/main" id="{23ADFF9E-8FA1-8930-C81F-5C382730CB66}"/>
              </a:ext>
            </a:extLst>
          </p:cNvPr>
          <p:cNvCxnSpPr>
            <a:cxnSpLocks/>
          </p:cNvCxnSpPr>
          <p:nvPr/>
        </p:nvCxnSpPr>
        <p:spPr>
          <a:xfrm>
            <a:off x="5107474" y="6105068"/>
            <a:ext cx="0" cy="545471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6" name="组合 565">
            <a:extLst>
              <a:ext uri="{FF2B5EF4-FFF2-40B4-BE49-F238E27FC236}">
                <a16:creationId xmlns:a16="http://schemas.microsoft.com/office/drawing/2014/main" id="{09971379-C77D-FF35-570D-42660E013314}"/>
              </a:ext>
            </a:extLst>
          </p:cNvPr>
          <p:cNvGrpSpPr/>
          <p:nvPr/>
        </p:nvGrpSpPr>
        <p:grpSpPr>
          <a:xfrm>
            <a:off x="5823159" y="6392601"/>
            <a:ext cx="236522" cy="683909"/>
            <a:chOff x="6975272" y="1775697"/>
            <a:chExt cx="236522" cy="683909"/>
          </a:xfrm>
        </p:grpSpPr>
        <p:sp>
          <p:nvSpPr>
            <p:cNvPr id="567" name="矩形: 圆角 566">
              <a:extLst>
                <a:ext uri="{FF2B5EF4-FFF2-40B4-BE49-F238E27FC236}">
                  <a16:creationId xmlns:a16="http://schemas.microsoft.com/office/drawing/2014/main" id="{FDDAD73C-22C7-92E5-3C09-A2BDF0A1232B}"/>
                </a:ext>
              </a:extLst>
            </p:cNvPr>
            <p:cNvSpPr/>
            <p:nvPr/>
          </p:nvSpPr>
          <p:spPr>
            <a:xfrm>
              <a:off x="6975272" y="1775697"/>
              <a:ext cx="236522" cy="683909"/>
            </a:xfrm>
            <a:prstGeom prst="roundRect">
              <a:avLst>
                <a:gd name="adj" fmla="val 0"/>
              </a:avLst>
            </a:prstGeom>
            <a:solidFill>
              <a:srgbClr val="F6F6F7"/>
            </a:solidFill>
            <a:ln w="190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6350" h="63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48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8" name="椭圆 567">
              <a:extLst>
                <a:ext uri="{FF2B5EF4-FFF2-40B4-BE49-F238E27FC236}">
                  <a16:creationId xmlns:a16="http://schemas.microsoft.com/office/drawing/2014/main" id="{7F3103C9-E66E-AAB6-55E5-3712DE4A955B}"/>
                </a:ext>
              </a:extLst>
            </p:cNvPr>
            <p:cNvSpPr/>
            <p:nvPr/>
          </p:nvSpPr>
          <p:spPr>
            <a:xfrm>
              <a:off x="7021533" y="1849219"/>
              <a:ext cx="144000" cy="144000"/>
            </a:xfrm>
            <a:prstGeom prst="ellipse">
              <a:avLst/>
            </a:prstGeom>
            <a:solidFill>
              <a:srgbClr val="A8D0F4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569" name="椭圆 568">
              <a:extLst>
                <a:ext uri="{FF2B5EF4-FFF2-40B4-BE49-F238E27FC236}">
                  <a16:creationId xmlns:a16="http://schemas.microsoft.com/office/drawing/2014/main" id="{96633B69-5776-7CE3-9171-9E47D87D53D5}"/>
                </a:ext>
              </a:extLst>
            </p:cNvPr>
            <p:cNvSpPr/>
            <p:nvPr/>
          </p:nvSpPr>
          <p:spPr>
            <a:xfrm>
              <a:off x="7021533" y="2053305"/>
              <a:ext cx="144000" cy="144000"/>
            </a:xfrm>
            <a:prstGeom prst="ellipse">
              <a:avLst/>
            </a:prstGeom>
            <a:solidFill>
              <a:srgbClr val="64A6E2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570" name="椭圆 569">
              <a:extLst>
                <a:ext uri="{FF2B5EF4-FFF2-40B4-BE49-F238E27FC236}">
                  <a16:creationId xmlns:a16="http://schemas.microsoft.com/office/drawing/2014/main" id="{FDEC024C-D018-E3FA-B43A-C0B29999A645}"/>
                </a:ext>
              </a:extLst>
            </p:cNvPr>
            <p:cNvSpPr/>
            <p:nvPr/>
          </p:nvSpPr>
          <p:spPr>
            <a:xfrm>
              <a:off x="7021533" y="2257391"/>
              <a:ext cx="144000" cy="144000"/>
            </a:xfrm>
            <a:prstGeom prst="ellipse">
              <a:avLst/>
            </a:prstGeom>
            <a:solidFill>
              <a:srgbClr val="337DC0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cxnSp>
        <p:nvCxnSpPr>
          <p:cNvPr id="571" name="直接箭头连接符 570">
            <a:extLst>
              <a:ext uri="{FF2B5EF4-FFF2-40B4-BE49-F238E27FC236}">
                <a16:creationId xmlns:a16="http://schemas.microsoft.com/office/drawing/2014/main" id="{9096D4CB-16B9-FCC6-07F1-987DDFA4CFF2}"/>
              </a:ext>
            </a:extLst>
          </p:cNvPr>
          <p:cNvCxnSpPr>
            <a:cxnSpLocks/>
          </p:cNvCxnSpPr>
          <p:nvPr/>
        </p:nvCxnSpPr>
        <p:spPr>
          <a:xfrm>
            <a:off x="5203150" y="6740491"/>
            <a:ext cx="533454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2" name="文本框 571">
                <a:extLst>
                  <a:ext uri="{FF2B5EF4-FFF2-40B4-BE49-F238E27FC236}">
                    <a16:creationId xmlns:a16="http://schemas.microsoft.com/office/drawing/2014/main" id="{C37C9D59-7C85-6BB1-61A9-F94C71191B53}"/>
                  </a:ext>
                </a:extLst>
              </p:cNvPr>
              <p:cNvSpPr txBox="1"/>
              <p:nvPr/>
            </p:nvSpPr>
            <p:spPr>
              <a:xfrm>
                <a:off x="6470129" y="6632769"/>
                <a:ext cx="97937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4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1400" b="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400" b="0" i="1">
                          <a:latin typeface="Cambria Math" panose="02040503050406030204" pitchFamily="18" charset="0"/>
                        </a:rPr>
                        <m:t>𝑑𝑜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14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2" name="文本框 571">
                <a:extLst>
                  <a:ext uri="{FF2B5EF4-FFF2-40B4-BE49-F238E27FC236}">
                    <a16:creationId xmlns:a16="http://schemas.microsoft.com/office/drawing/2014/main" id="{C37C9D59-7C85-6BB1-61A9-F94C71191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129" y="6632769"/>
                <a:ext cx="979371" cy="215444"/>
              </a:xfrm>
              <a:prstGeom prst="rect">
                <a:avLst/>
              </a:prstGeom>
              <a:blipFill>
                <a:blip r:embed="rId15"/>
                <a:stretch>
                  <a:fillRect l="-1863" r="-4348" b="-3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3" name="文本框 572">
            <a:extLst>
              <a:ext uri="{FF2B5EF4-FFF2-40B4-BE49-F238E27FC236}">
                <a16:creationId xmlns:a16="http://schemas.microsoft.com/office/drawing/2014/main" id="{94DACD36-266D-51C2-AE6C-77154EA3B943}"/>
              </a:ext>
            </a:extLst>
          </p:cNvPr>
          <p:cNvSpPr txBox="1"/>
          <p:nvPr/>
        </p:nvSpPr>
        <p:spPr>
          <a:xfrm>
            <a:off x="5105820" y="5838268"/>
            <a:ext cx="1555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Causal 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4" name="文本框 573">
                <a:extLst>
                  <a:ext uri="{FF2B5EF4-FFF2-40B4-BE49-F238E27FC236}">
                    <a16:creationId xmlns:a16="http://schemas.microsoft.com/office/drawing/2014/main" id="{B2FD0375-88E8-D5E4-22E7-CF40DE3BAF27}"/>
                  </a:ext>
                </a:extLst>
              </p:cNvPr>
              <p:cNvSpPr txBox="1"/>
              <p:nvPr/>
            </p:nvSpPr>
            <p:spPr>
              <a:xfrm>
                <a:off x="914078" y="7777184"/>
                <a:ext cx="648081" cy="2347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4" name="文本框 573">
                <a:extLst>
                  <a:ext uri="{FF2B5EF4-FFF2-40B4-BE49-F238E27FC236}">
                    <a16:creationId xmlns:a16="http://schemas.microsoft.com/office/drawing/2014/main" id="{B2FD0375-88E8-D5E4-22E7-CF40DE3BA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078" y="7777184"/>
                <a:ext cx="648081" cy="234744"/>
              </a:xfrm>
              <a:prstGeom prst="rect">
                <a:avLst/>
              </a:prstGeom>
              <a:blipFill>
                <a:blip r:embed="rId16"/>
                <a:stretch>
                  <a:fillRect l="-10377" r="-943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5" name="文本框 574">
                <a:extLst>
                  <a:ext uri="{FF2B5EF4-FFF2-40B4-BE49-F238E27FC236}">
                    <a16:creationId xmlns:a16="http://schemas.microsoft.com/office/drawing/2014/main" id="{5BB56717-5474-5497-CB47-4F3ACB8FEF42}"/>
                  </a:ext>
                </a:extLst>
              </p:cNvPr>
              <p:cNvSpPr txBox="1"/>
              <p:nvPr/>
            </p:nvSpPr>
            <p:spPr>
              <a:xfrm>
                <a:off x="1119091" y="7152275"/>
                <a:ext cx="435314" cy="2358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5" name="文本框 574">
                <a:extLst>
                  <a:ext uri="{FF2B5EF4-FFF2-40B4-BE49-F238E27FC236}">
                    <a16:creationId xmlns:a16="http://schemas.microsoft.com/office/drawing/2014/main" id="{5BB56717-5474-5497-CB47-4F3ACB8FE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091" y="7152275"/>
                <a:ext cx="435314" cy="235834"/>
              </a:xfrm>
              <a:prstGeom prst="rect">
                <a:avLst/>
              </a:prstGeom>
              <a:blipFill>
                <a:blip r:embed="rId17"/>
                <a:stretch>
                  <a:fillRect l="-7042" r="-4225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6" name="文本框 575">
                <a:extLst>
                  <a:ext uri="{FF2B5EF4-FFF2-40B4-BE49-F238E27FC236}">
                    <a16:creationId xmlns:a16="http://schemas.microsoft.com/office/drawing/2014/main" id="{421AFCDA-19B7-23F9-0C97-CA7A9079DDA0}"/>
                  </a:ext>
                </a:extLst>
              </p:cNvPr>
              <p:cNvSpPr txBox="1"/>
              <p:nvPr/>
            </p:nvSpPr>
            <p:spPr>
              <a:xfrm>
                <a:off x="919199" y="6028009"/>
                <a:ext cx="813044" cy="243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6" name="文本框 575">
                <a:extLst>
                  <a:ext uri="{FF2B5EF4-FFF2-40B4-BE49-F238E27FC236}">
                    <a16:creationId xmlns:a16="http://schemas.microsoft.com/office/drawing/2014/main" id="{421AFCDA-19B7-23F9-0C97-CA7A9079D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99" y="6028009"/>
                <a:ext cx="813044" cy="243999"/>
              </a:xfrm>
              <a:prstGeom prst="rect">
                <a:avLst/>
              </a:prstGeom>
              <a:blipFill>
                <a:blip r:embed="rId18"/>
                <a:stretch>
                  <a:fillRect l="-3008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7" name="文本框 576">
            <a:extLst>
              <a:ext uri="{FF2B5EF4-FFF2-40B4-BE49-F238E27FC236}">
                <a16:creationId xmlns:a16="http://schemas.microsoft.com/office/drawing/2014/main" id="{0905F621-4ABF-9F8F-23C9-BF74F1FDE0B4}"/>
              </a:ext>
            </a:extLst>
          </p:cNvPr>
          <p:cNvSpPr txBox="1"/>
          <p:nvPr/>
        </p:nvSpPr>
        <p:spPr>
          <a:xfrm>
            <a:off x="5796807" y="7190041"/>
            <a:ext cx="18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element-wise </a:t>
            </a:r>
            <a:r>
              <a:rPr lang="en-US" altLang="zh-CN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8" name="文本框 577">
            <a:extLst>
              <a:ext uri="{FF2B5EF4-FFF2-40B4-BE49-F238E27FC236}">
                <a16:creationId xmlns:a16="http://schemas.microsoft.com/office/drawing/2014/main" id="{7878AB4F-B388-0CE8-BDF2-A0CA7D3EC5A5}"/>
              </a:ext>
            </a:extLst>
          </p:cNvPr>
          <p:cNvSpPr txBox="1"/>
          <p:nvPr/>
        </p:nvSpPr>
        <p:spPr>
          <a:xfrm>
            <a:off x="5796807" y="7520934"/>
            <a:ext cx="1528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element-wise add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79" name="组合 578">
            <a:extLst>
              <a:ext uri="{FF2B5EF4-FFF2-40B4-BE49-F238E27FC236}">
                <a16:creationId xmlns:a16="http://schemas.microsoft.com/office/drawing/2014/main" id="{07CADC59-3308-FB90-8484-B2222F059592}"/>
              </a:ext>
            </a:extLst>
          </p:cNvPr>
          <p:cNvGrpSpPr/>
          <p:nvPr/>
        </p:nvGrpSpPr>
        <p:grpSpPr>
          <a:xfrm>
            <a:off x="5641848" y="7269846"/>
            <a:ext cx="180000" cy="180000"/>
            <a:chOff x="2860993" y="3897083"/>
            <a:chExt cx="135143" cy="135143"/>
          </a:xfrm>
        </p:grpSpPr>
        <p:sp>
          <p:nvSpPr>
            <p:cNvPr id="580" name="椭圆 579">
              <a:extLst>
                <a:ext uri="{FF2B5EF4-FFF2-40B4-BE49-F238E27FC236}">
                  <a16:creationId xmlns:a16="http://schemas.microsoft.com/office/drawing/2014/main" id="{70BEAFC3-DBF3-6D2D-9526-408DCC71BBF2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581" name="椭圆 580">
              <a:extLst>
                <a:ext uri="{FF2B5EF4-FFF2-40B4-BE49-F238E27FC236}">
                  <a16:creationId xmlns:a16="http://schemas.microsoft.com/office/drawing/2014/main" id="{584DA523-786B-BF63-631D-3E3430F5E57E}"/>
                </a:ext>
              </a:extLst>
            </p:cNvPr>
            <p:cNvSpPr/>
            <p:nvPr/>
          </p:nvSpPr>
          <p:spPr>
            <a:xfrm>
              <a:off x="2899093" y="3935183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2" name="文本框 581">
                <a:extLst>
                  <a:ext uri="{FF2B5EF4-FFF2-40B4-BE49-F238E27FC236}">
                    <a16:creationId xmlns:a16="http://schemas.microsoft.com/office/drawing/2014/main" id="{C34A41E9-D07A-CF80-3A72-2FFDC50BF3C4}"/>
                  </a:ext>
                </a:extLst>
              </p:cNvPr>
              <p:cNvSpPr txBox="1"/>
              <p:nvPr/>
            </p:nvSpPr>
            <p:spPr>
              <a:xfrm>
                <a:off x="832422" y="3853260"/>
                <a:ext cx="19979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/>
              </a:p>
            </p:txBody>
          </p:sp>
        </mc:Choice>
        <mc:Fallback xmlns="">
          <p:sp>
            <p:nvSpPr>
              <p:cNvPr id="582" name="文本框 581">
                <a:extLst>
                  <a:ext uri="{FF2B5EF4-FFF2-40B4-BE49-F238E27FC236}">
                    <a16:creationId xmlns:a16="http://schemas.microsoft.com/office/drawing/2014/main" id="{C34A41E9-D07A-CF80-3A72-2FFDC50BF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422" y="3853260"/>
                <a:ext cx="199798" cy="215444"/>
              </a:xfrm>
              <a:prstGeom prst="rect">
                <a:avLst/>
              </a:prstGeom>
              <a:blipFill>
                <a:blip r:embed="rId19"/>
                <a:stretch>
                  <a:fillRect l="-15625" r="-9375" b="-1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3" name="矩形 582">
            <a:extLst>
              <a:ext uri="{FF2B5EF4-FFF2-40B4-BE49-F238E27FC236}">
                <a16:creationId xmlns:a16="http://schemas.microsoft.com/office/drawing/2014/main" id="{08DE655D-0763-FEFB-945A-1E00570492FE}"/>
              </a:ext>
            </a:extLst>
          </p:cNvPr>
          <p:cNvSpPr/>
          <p:nvPr/>
        </p:nvSpPr>
        <p:spPr>
          <a:xfrm>
            <a:off x="3395423" y="3294871"/>
            <a:ext cx="2053569" cy="1193980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endParaRPr lang="en-US" altLang="zh-CN" sz="14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84" name="矩形 583">
            <a:extLst>
              <a:ext uri="{FF2B5EF4-FFF2-40B4-BE49-F238E27FC236}">
                <a16:creationId xmlns:a16="http://schemas.microsoft.com/office/drawing/2014/main" id="{2E7A8DBA-DD35-7E1A-493C-54F2E3BE908B}"/>
              </a:ext>
            </a:extLst>
          </p:cNvPr>
          <p:cNvSpPr/>
          <p:nvPr/>
        </p:nvSpPr>
        <p:spPr>
          <a:xfrm>
            <a:off x="5604632" y="2125834"/>
            <a:ext cx="1816877" cy="2680764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endParaRPr lang="en-US" altLang="zh-CN" sz="14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cxnSp>
        <p:nvCxnSpPr>
          <p:cNvPr id="585" name="直接箭头连接符 584">
            <a:extLst>
              <a:ext uri="{FF2B5EF4-FFF2-40B4-BE49-F238E27FC236}">
                <a16:creationId xmlns:a16="http://schemas.microsoft.com/office/drawing/2014/main" id="{B4B18340-6D18-279C-1A62-5FA565250D3F}"/>
              </a:ext>
            </a:extLst>
          </p:cNvPr>
          <p:cNvCxnSpPr>
            <a:cxnSpLocks/>
          </p:cNvCxnSpPr>
          <p:nvPr/>
        </p:nvCxnSpPr>
        <p:spPr>
          <a:xfrm>
            <a:off x="1217296" y="3313426"/>
            <a:ext cx="29936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直接箭头连接符 585">
            <a:extLst>
              <a:ext uri="{FF2B5EF4-FFF2-40B4-BE49-F238E27FC236}">
                <a16:creationId xmlns:a16="http://schemas.microsoft.com/office/drawing/2014/main" id="{7B6E66AF-5ED9-8D44-A8E9-E35CF5E0068E}"/>
              </a:ext>
            </a:extLst>
          </p:cNvPr>
          <p:cNvCxnSpPr>
            <a:cxnSpLocks/>
          </p:cNvCxnSpPr>
          <p:nvPr/>
        </p:nvCxnSpPr>
        <p:spPr>
          <a:xfrm>
            <a:off x="1896803" y="2458894"/>
            <a:ext cx="445831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直接箭头连接符 586">
            <a:extLst>
              <a:ext uri="{FF2B5EF4-FFF2-40B4-BE49-F238E27FC236}">
                <a16:creationId xmlns:a16="http://schemas.microsoft.com/office/drawing/2014/main" id="{0D832AEC-173F-8C10-7167-05515AAAA87F}"/>
              </a:ext>
            </a:extLst>
          </p:cNvPr>
          <p:cNvCxnSpPr>
            <a:cxnSpLocks/>
          </p:cNvCxnSpPr>
          <p:nvPr/>
        </p:nvCxnSpPr>
        <p:spPr>
          <a:xfrm>
            <a:off x="1894682" y="4033005"/>
            <a:ext cx="445831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立方体 587">
            <a:extLst>
              <a:ext uri="{FF2B5EF4-FFF2-40B4-BE49-F238E27FC236}">
                <a16:creationId xmlns:a16="http://schemas.microsoft.com/office/drawing/2014/main" id="{43DD3218-6013-49FB-60FF-A98808FEC9BF}"/>
              </a:ext>
            </a:extLst>
          </p:cNvPr>
          <p:cNvSpPr/>
          <p:nvPr/>
        </p:nvSpPr>
        <p:spPr>
          <a:xfrm>
            <a:off x="2499478" y="4491572"/>
            <a:ext cx="396730" cy="395047"/>
          </a:xfrm>
          <a:prstGeom prst="cube">
            <a:avLst>
              <a:gd name="adj" fmla="val 66500"/>
            </a:avLst>
          </a:prstGeom>
          <a:solidFill>
            <a:srgbClr val="E0E8F5"/>
          </a:solidFill>
          <a:ln w="19050">
            <a:solidFill>
              <a:srgbClr val="20386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cxnSp>
        <p:nvCxnSpPr>
          <p:cNvPr id="589" name="直接连接符 588">
            <a:extLst>
              <a:ext uri="{FF2B5EF4-FFF2-40B4-BE49-F238E27FC236}">
                <a16:creationId xmlns:a16="http://schemas.microsoft.com/office/drawing/2014/main" id="{2FAF1F8D-7686-60BF-5890-7D72C2550B17}"/>
              </a:ext>
            </a:extLst>
          </p:cNvPr>
          <p:cNvCxnSpPr>
            <a:cxnSpLocks/>
          </p:cNvCxnSpPr>
          <p:nvPr/>
        </p:nvCxnSpPr>
        <p:spPr>
          <a:xfrm>
            <a:off x="2677249" y="4205823"/>
            <a:ext cx="0" cy="430804"/>
          </a:xfrm>
          <a:prstGeom prst="line">
            <a:avLst/>
          </a:prstGeom>
          <a:ln w="19050">
            <a:solidFill>
              <a:srgbClr val="2E75B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0" name="文本框 589">
                <a:extLst>
                  <a:ext uri="{FF2B5EF4-FFF2-40B4-BE49-F238E27FC236}">
                    <a16:creationId xmlns:a16="http://schemas.microsoft.com/office/drawing/2014/main" id="{27B95B01-F806-1BD7-6EA4-D72A0B5AE8E0}"/>
                  </a:ext>
                </a:extLst>
              </p:cNvPr>
              <p:cNvSpPr txBox="1"/>
              <p:nvPr/>
            </p:nvSpPr>
            <p:spPr>
              <a:xfrm>
                <a:off x="2025814" y="4609192"/>
                <a:ext cx="459287" cy="2358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0" name="文本框 589">
                <a:extLst>
                  <a:ext uri="{FF2B5EF4-FFF2-40B4-BE49-F238E27FC236}">
                    <a16:creationId xmlns:a16="http://schemas.microsoft.com/office/drawing/2014/main" id="{27B95B01-F806-1BD7-6EA4-D72A0B5AE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814" y="4609192"/>
                <a:ext cx="459287" cy="235834"/>
              </a:xfrm>
              <a:prstGeom prst="rect">
                <a:avLst/>
              </a:prstGeom>
              <a:blipFill>
                <a:blip r:embed="rId20"/>
                <a:stretch>
                  <a:fillRect l="-6579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1" name="文本框 590">
                <a:extLst>
                  <a:ext uri="{FF2B5EF4-FFF2-40B4-BE49-F238E27FC236}">
                    <a16:creationId xmlns:a16="http://schemas.microsoft.com/office/drawing/2014/main" id="{4E1BF258-C963-E231-8DC9-68966D3B9AAD}"/>
                  </a:ext>
                </a:extLst>
              </p:cNvPr>
              <p:cNvSpPr txBox="1"/>
              <p:nvPr/>
            </p:nvSpPr>
            <p:spPr>
              <a:xfrm>
                <a:off x="2094811" y="3127382"/>
                <a:ext cx="37063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1" name="文本框 590">
                <a:extLst>
                  <a:ext uri="{FF2B5EF4-FFF2-40B4-BE49-F238E27FC236}">
                    <a16:creationId xmlns:a16="http://schemas.microsoft.com/office/drawing/2014/main" id="{4E1BF258-C963-E231-8DC9-68966D3B9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811" y="3127382"/>
                <a:ext cx="370638" cy="215444"/>
              </a:xfrm>
              <a:prstGeom prst="rect">
                <a:avLst/>
              </a:prstGeom>
              <a:blipFill>
                <a:blip r:embed="rId21"/>
                <a:stretch>
                  <a:fillRect l="-10000" b="-3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2" name="文本框 591">
                <a:extLst>
                  <a:ext uri="{FF2B5EF4-FFF2-40B4-BE49-F238E27FC236}">
                    <a16:creationId xmlns:a16="http://schemas.microsoft.com/office/drawing/2014/main" id="{4E69E7CF-BFBC-4873-66CC-683498E9C6BE}"/>
                  </a:ext>
                </a:extLst>
              </p:cNvPr>
              <p:cNvSpPr txBox="1"/>
              <p:nvPr/>
            </p:nvSpPr>
            <p:spPr>
              <a:xfrm>
                <a:off x="1929354" y="2499610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2" name="文本框 591">
                <a:extLst>
                  <a:ext uri="{FF2B5EF4-FFF2-40B4-BE49-F238E27FC236}">
                    <a16:creationId xmlns:a16="http://schemas.microsoft.com/office/drawing/2014/main" id="{4E69E7CF-BFBC-4873-66CC-683498E9C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9354" y="2499610"/>
                <a:ext cx="435314" cy="215444"/>
              </a:xfrm>
              <a:prstGeom prst="rect">
                <a:avLst/>
              </a:prstGeom>
              <a:blipFill>
                <a:blip r:embed="rId22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3" name="矩形 592">
            <a:extLst>
              <a:ext uri="{FF2B5EF4-FFF2-40B4-BE49-F238E27FC236}">
                <a16:creationId xmlns:a16="http://schemas.microsoft.com/office/drawing/2014/main" id="{C2DE3FDB-7AB2-08CD-EF3A-D5B718784446}"/>
              </a:ext>
            </a:extLst>
          </p:cNvPr>
          <p:cNvSpPr/>
          <p:nvPr/>
        </p:nvSpPr>
        <p:spPr>
          <a:xfrm>
            <a:off x="3396087" y="2133112"/>
            <a:ext cx="2060917" cy="611759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endParaRPr lang="en-US" altLang="zh-CN" sz="14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94" name="矩形 593">
            <a:extLst>
              <a:ext uri="{FF2B5EF4-FFF2-40B4-BE49-F238E27FC236}">
                <a16:creationId xmlns:a16="http://schemas.microsoft.com/office/drawing/2014/main" id="{3B920935-D661-93ED-34A7-97170B7B99B6}"/>
              </a:ext>
            </a:extLst>
          </p:cNvPr>
          <p:cNvSpPr/>
          <p:nvPr/>
        </p:nvSpPr>
        <p:spPr>
          <a:xfrm>
            <a:off x="561102" y="1674545"/>
            <a:ext cx="7066334" cy="361648"/>
          </a:xfrm>
          <a:prstGeom prst="rect">
            <a:avLst/>
          </a:prstGeom>
          <a:solidFill>
            <a:srgbClr val="EAF9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Framework of the CCIL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5" name="矩形 594">
            <a:extLst>
              <a:ext uri="{FF2B5EF4-FFF2-40B4-BE49-F238E27FC236}">
                <a16:creationId xmlns:a16="http://schemas.microsoft.com/office/drawing/2014/main" id="{47094073-2FEC-80BD-E345-A4DA768B6819}"/>
              </a:ext>
            </a:extLst>
          </p:cNvPr>
          <p:cNvSpPr/>
          <p:nvPr/>
        </p:nvSpPr>
        <p:spPr>
          <a:xfrm>
            <a:off x="566369" y="1668221"/>
            <a:ext cx="13467265" cy="6625721"/>
          </a:xfrm>
          <a:prstGeom prst="rect">
            <a:avLst/>
          </a:prstGeom>
          <a:noFill/>
          <a:ln w="19050">
            <a:solidFill>
              <a:srgbClr val="00206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96" name="直接箭头连接符 595">
            <a:extLst>
              <a:ext uri="{FF2B5EF4-FFF2-40B4-BE49-F238E27FC236}">
                <a16:creationId xmlns:a16="http://schemas.microsoft.com/office/drawing/2014/main" id="{B4B44B7A-EAE5-95FD-7CBB-576934105DA4}"/>
              </a:ext>
            </a:extLst>
          </p:cNvPr>
          <p:cNvCxnSpPr>
            <a:cxnSpLocks/>
          </p:cNvCxnSpPr>
          <p:nvPr/>
        </p:nvCxnSpPr>
        <p:spPr>
          <a:xfrm>
            <a:off x="6135781" y="6730966"/>
            <a:ext cx="329239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7" name="矩形 596">
            <a:extLst>
              <a:ext uri="{FF2B5EF4-FFF2-40B4-BE49-F238E27FC236}">
                <a16:creationId xmlns:a16="http://schemas.microsoft.com/office/drawing/2014/main" id="{562B81B0-5E4D-5C9B-F073-11C4D53F0BE1}"/>
              </a:ext>
            </a:extLst>
          </p:cNvPr>
          <p:cNvSpPr/>
          <p:nvPr/>
        </p:nvSpPr>
        <p:spPr>
          <a:xfrm>
            <a:off x="7640733" y="4965707"/>
            <a:ext cx="6392901" cy="375584"/>
          </a:xfrm>
          <a:prstGeom prst="rect">
            <a:avLst/>
          </a:prstGeom>
          <a:solidFill>
            <a:srgbClr val="EAF9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en-US" altLang="zh-CN" sz="16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Disentangle Regularization</a:t>
            </a:r>
          </a:p>
        </p:txBody>
      </p:sp>
      <p:sp>
        <p:nvSpPr>
          <p:cNvPr id="598" name="箭头: 右 597">
            <a:extLst>
              <a:ext uri="{FF2B5EF4-FFF2-40B4-BE49-F238E27FC236}">
                <a16:creationId xmlns:a16="http://schemas.microsoft.com/office/drawing/2014/main" id="{763195B6-2883-A6D8-7D54-D04CA0F0F3B5}"/>
              </a:ext>
            </a:extLst>
          </p:cNvPr>
          <p:cNvSpPr/>
          <p:nvPr/>
        </p:nvSpPr>
        <p:spPr>
          <a:xfrm rot="10800000">
            <a:off x="10684931" y="7305251"/>
            <a:ext cx="323416" cy="205250"/>
          </a:xfrm>
          <a:prstGeom prst="rightArrow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箭头: 右 598">
            <a:extLst>
              <a:ext uri="{FF2B5EF4-FFF2-40B4-BE49-F238E27FC236}">
                <a16:creationId xmlns:a16="http://schemas.microsoft.com/office/drawing/2014/main" id="{95021110-7C25-9FB0-5463-62B6D2A42CBD}"/>
              </a:ext>
            </a:extLst>
          </p:cNvPr>
          <p:cNvSpPr/>
          <p:nvPr/>
        </p:nvSpPr>
        <p:spPr>
          <a:xfrm>
            <a:off x="11611384" y="7292398"/>
            <a:ext cx="323416" cy="205250"/>
          </a:xfrm>
          <a:prstGeom prst="rightArrow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0" name="箭头: 右 599">
            <a:extLst>
              <a:ext uri="{FF2B5EF4-FFF2-40B4-BE49-F238E27FC236}">
                <a16:creationId xmlns:a16="http://schemas.microsoft.com/office/drawing/2014/main" id="{C66A1DA4-540D-7D9F-FCAE-1264AD1D5164}"/>
              </a:ext>
            </a:extLst>
          </p:cNvPr>
          <p:cNvSpPr/>
          <p:nvPr/>
        </p:nvSpPr>
        <p:spPr>
          <a:xfrm rot="10800000">
            <a:off x="9889980" y="7658084"/>
            <a:ext cx="323416" cy="205250"/>
          </a:xfrm>
          <a:prstGeom prst="rightArrow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1" name="箭头: 右 600">
            <a:extLst>
              <a:ext uri="{FF2B5EF4-FFF2-40B4-BE49-F238E27FC236}">
                <a16:creationId xmlns:a16="http://schemas.microsoft.com/office/drawing/2014/main" id="{67C2A4F5-3A52-FBD0-06C6-805251E14DD7}"/>
              </a:ext>
            </a:extLst>
          </p:cNvPr>
          <p:cNvSpPr/>
          <p:nvPr/>
        </p:nvSpPr>
        <p:spPr>
          <a:xfrm rot="10800000">
            <a:off x="9892140" y="6970226"/>
            <a:ext cx="323416" cy="205250"/>
          </a:xfrm>
          <a:prstGeom prst="rightArrow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2" name="图片 601">
            <a:extLst>
              <a:ext uri="{FF2B5EF4-FFF2-40B4-BE49-F238E27FC236}">
                <a16:creationId xmlns:a16="http://schemas.microsoft.com/office/drawing/2014/main" id="{C8C19D5D-9F96-2821-51B5-5CFE9A1ABB3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7070" y="2781155"/>
            <a:ext cx="542591" cy="1079086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603" name="图片 602">
            <a:extLst>
              <a:ext uri="{FF2B5EF4-FFF2-40B4-BE49-F238E27FC236}">
                <a16:creationId xmlns:a16="http://schemas.microsoft.com/office/drawing/2014/main" id="{8CEB473F-2430-69DD-6241-407F49BC78F9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78" t="16425" r="25062" b="35359"/>
          <a:stretch/>
        </p:blipFill>
        <p:spPr>
          <a:xfrm>
            <a:off x="11807668" y="2380104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04" name="图片 603">
            <a:extLst>
              <a:ext uri="{FF2B5EF4-FFF2-40B4-BE49-F238E27FC236}">
                <a16:creationId xmlns:a16="http://schemas.microsoft.com/office/drawing/2014/main" id="{EB80F5CD-EE60-67B7-391E-59BC2D0C9956}"/>
              </a:ext>
            </a:extLst>
          </p:cNvPr>
          <p:cNvPicPr preferRelativeResize="0">
            <a:picLocks/>
          </p:cNvPicPr>
          <p:nvPr/>
        </p:nvPicPr>
        <p:blipFill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5053" y="2371544"/>
            <a:ext cx="523345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05" name="图片 604">
            <a:extLst>
              <a:ext uri="{FF2B5EF4-FFF2-40B4-BE49-F238E27FC236}">
                <a16:creationId xmlns:a16="http://schemas.microsoft.com/office/drawing/2014/main" id="{9C48671E-3B61-4F62-1C01-75154604083A}"/>
              </a:ext>
            </a:extLst>
          </p:cNvPr>
          <p:cNvPicPr preferRelativeResize="0">
            <a:picLocks/>
          </p:cNvPicPr>
          <p:nvPr/>
        </p:nvPicPr>
        <p:blipFill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133" y="2361597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06" name="图片 605">
            <a:extLst>
              <a:ext uri="{FF2B5EF4-FFF2-40B4-BE49-F238E27FC236}">
                <a16:creationId xmlns:a16="http://schemas.microsoft.com/office/drawing/2014/main" id="{5DD5DD2A-23AD-BE08-2551-8E382D78B418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9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412"/>
          <a:stretch/>
        </p:blipFill>
        <p:spPr>
          <a:xfrm>
            <a:off x="13275595" y="2380104"/>
            <a:ext cx="510777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607" name="直接连接符 606">
            <a:extLst>
              <a:ext uri="{FF2B5EF4-FFF2-40B4-BE49-F238E27FC236}">
                <a16:creationId xmlns:a16="http://schemas.microsoft.com/office/drawing/2014/main" id="{BA26CEEE-C11B-8B2F-D524-0B4956CC8AF1}"/>
              </a:ext>
            </a:extLst>
          </p:cNvPr>
          <p:cNvCxnSpPr>
            <a:cxnSpLocks/>
          </p:cNvCxnSpPr>
          <p:nvPr/>
        </p:nvCxnSpPr>
        <p:spPr>
          <a:xfrm>
            <a:off x="7627436" y="1668221"/>
            <a:ext cx="0" cy="6625721"/>
          </a:xfrm>
          <a:prstGeom prst="line">
            <a:avLst/>
          </a:prstGeom>
          <a:ln w="19050"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8" name="object 237">
            <a:extLst>
              <a:ext uri="{FF2B5EF4-FFF2-40B4-BE49-F238E27FC236}">
                <a16:creationId xmlns:a16="http://schemas.microsoft.com/office/drawing/2014/main" id="{A3E2B1DB-4445-4990-98C0-E2C36D9DC518}"/>
              </a:ext>
            </a:extLst>
          </p:cNvPr>
          <p:cNvSpPr txBox="1"/>
          <p:nvPr/>
        </p:nvSpPr>
        <p:spPr>
          <a:xfrm>
            <a:off x="12568089" y="2815735"/>
            <a:ext cx="375401" cy="385127"/>
          </a:xfrm>
          <a:prstGeom prst="rect">
            <a:avLst/>
          </a:prstGeom>
        </p:spPr>
        <p:txBody>
          <a:bodyPr vert="horz" wrap="square" lIns="0" tIns="15642" rIns="0" bIns="0" rtlCol="0">
            <a:spAutoFit/>
          </a:bodyPr>
          <a:lstStyle/>
          <a:p>
            <a:pPr marL="12033">
              <a:spcBef>
                <a:spcPts val="123"/>
              </a:spcBef>
            </a:pPr>
            <a:r>
              <a:rPr sz="2400" b="1" spc="28" dirty="0">
                <a:latin typeface="Times New Roman"/>
                <a:cs typeface="Times New Roman"/>
              </a:rPr>
              <a:t>…</a:t>
            </a:r>
            <a:endParaRPr sz="2400" b="1" dirty="0">
              <a:latin typeface="Times New Roman"/>
              <a:cs typeface="Times New Roman"/>
            </a:endParaRPr>
          </a:p>
        </p:txBody>
      </p:sp>
      <p:grpSp>
        <p:nvGrpSpPr>
          <p:cNvPr id="609" name="组合 608">
            <a:extLst>
              <a:ext uri="{FF2B5EF4-FFF2-40B4-BE49-F238E27FC236}">
                <a16:creationId xmlns:a16="http://schemas.microsoft.com/office/drawing/2014/main" id="{D6AA20BE-F3CD-0D6A-FFFB-6EBAE2037690}"/>
              </a:ext>
            </a:extLst>
          </p:cNvPr>
          <p:cNvGrpSpPr/>
          <p:nvPr/>
        </p:nvGrpSpPr>
        <p:grpSpPr>
          <a:xfrm rot="18827285">
            <a:off x="5650811" y="7620688"/>
            <a:ext cx="180000" cy="180000"/>
            <a:chOff x="4892460" y="2186404"/>
            <a:chExt cx="142638" cy="142638"/>
          </a:xfrm>
        </p:grpSpPr>
        <p:sp>
          <p:nvSpPr>
            <p:cNvPr id="610" name="椭圆 609">
              <a:extLst>
                <a:ext uri="{FF2B5EF4-FFF2-40B4-BE49-F238E27FC236}">
                  <a16:creationId xmlns:a16="http://schemas.microsoft.com/office/drawing/2014/main" id="{48795215-AE3B-8761-F0E2-3A95614FEE46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611" name="直接连接符 610">
              <a:extLst>
                <a:ext uri="{FF2B5EF4-FFF2-40B4-BE49-F238E27FC236}">
                  <a16:creationId xmlns:a16="http://schemas.microsoft.com/office/drawing/2014/main" id="{74B5BEE8-5DA1-DE8F-B17B-1719C0D99491}"/>
                </a:ext>
              </a:extLst>
            </p:cNvPr>
            <p:cNvCxnSpPr>
              <a:stCxn id="610" idx="1"/>
              <a:endCxn id="610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直接连接符 611">
              <a:extLst>
                <a:ext uri="{FF2B5EF4-FFF2-40B4-BE49-F238E27FC236}">
                  <a16:creationId xmlns:a16="http://schemas.microsoft.com/office/drawing/2014/main" id="{4F6ABC6A-7792-D9C3-3C63-7E4BC3406A75}"/>
                </a:ext>
              </a:extLst>
            </p:cNvPr>
            <p:cNvCxnSpPr>
              <a:cxnSpLocks/>
              <a:stCxn id="610" idx="3"/>
              <a:endCxn id="610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3" name="直接连接符 612">
            <a:extLst>
              <a:ext uri="{FF2B5EF4-FFF2-40B4-BE49-F238E27FC236}">
                <a16:creationId xmlns:a16="http://schemas.microsoft.com/office/drawing/2014/main" id="{D72B8804-9EF3-5745-0102-1F10451B42F1}"/>
              </a:ext>
            </a:extLst>
          </p:cNvPr>
          <p:cNvCxnSpPr>
            <a:cxnSpLocks/>
            <a:stCxn id="595" idx="1"/>
            <a:endCxn id="595" idx="3"/>
          </p:cNvCxnSpPr>
          <p:nvPr/>
        </p:nvCxnSpPr>
        <p:spPr>
          <a:xfrm>
            <a:off x="566369" y="4981082"/>
            <a:ext cx="13467265" cy="0"/>
          </a:xfrm>
          <a:prstGeom prst="line">
            <a:avLst/>
          </a:prstGeom>
          <a:ln w="19050"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4" name="组合 613">
            <a:extLst>
              <a:ext uri="{FF2B5EF4-FFF2-40B4-BE49-F238E27FC236}">
                <a16:creationId xmlns:a16="http://schemas.microsoft.com/office/drawing/2014/main" id="{FFE5527D-E6BD-7BF9-1111-595EF988BAC8}"/>
              </a:ext>
            </a:extLst>
          </p:cNvPr>
          <p:cNvGrpSpPr/>
          <p:nvPr/>
        </p:nvGrpSpPr>
        <p:grpSpPr>
          <a:xfrm>
            <a:off x="2036408" y="7083338"/>
            <a:ext cx="180000" cy="180000"/>
            <a:chOff x="2860993" y="3897083"/>
            <a:chExt cx="135143" cy="135143"/>
          </a:xfrm>
        </p:grpSpPr>
        <p:sp>
          <p:nvSpPr>
            <p:cNvPr id="615" name="椭圆 614">
              <a:extLst>
                <a:ext uri="{FF2B5EF4-FFF2-40B4-BE49-F238E27FC236}">
                  <a16:creationId xmlns:a16="http://schemas.microsoft.com/office/drawing/2014/main" id="{5B0F5CE6-5BB7-72E1-F5B6-B3B8A8E6D8EA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616" name="椭圆 615">
              <a:extLst>
                <a:ext uri="{FF2B5EF4-FFF2-40B4-BE49-F238E27FC236}">
                  <a16:creationId xmlns:a16="http://schemas.microsoft.com/office/drawing/2014/main" id="{9C0555DE-005E-5FD7-8E16-16074ED5A252}"/>
                </a:ext>
              </a:extLst>
            </p:cNvPr>
            <p:cNvSpPr/>
            <p:nvPr/>
          </p:nvSpPr>
          <p:spPr>
            <a:xfrm>
              <a:off x="2899093" y="3935183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grpSp>
        <p:nvGrpSpPr>
          <p:cNvPr id="617" name="组合 616">
            <a:extLst>
              <a:ext uri="{FF2B5EF4-FFF2-40B4-BE49-F238E27FC236}">
                <a16:creationId xmlns:a16="http://schemas.microsoft.com/office/drawing/2014/main" id="{7DD89670-78DE-0291-1AF1-88B07ADDBC3E}"/>
              </a:ext>
            </a:extLst>
          </p:cNvPr>
          <p:cNvGrpSpPr/>
          <p:nvPr/>
        </p:nvGrpSpPr>
        <p:grpSpPr>
          <a:xfrm>
            <a:off x="2036408" y="6156702"/>
            <a:ext cx="180000" cy="180000"/>
            <a:chOff x="2860993" y="3897083"/>
            <a:chExt cx="135143" cy="135143"/>
          </a:xfrm>
        </p:grpSpPr>
        <p:sp>
          <p:nvSpPr>
            <p:cNvPr id="618" name="椭圆 617">
              <a:extLst>
                <a:ext uri="{FF2B5EF4-FFF2-40B4-BE49-F238E27FC236}">
                  <a16:creationId xmlns:a16="http://schemas.microsoft.com/office/drawing/2014/main" id="{03485686-AFFA-6DBA-9CF1-5761B0B2B53A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619" name="椭圆 618">
              <a:extLst>
                <a:ext uri="{FF2B5EF4-FFF2-40B4-BE49-F238E27FC236}">
                  <a16:creationId xmlns:a16="http://schemas.microsoft.com/office/drawing/2014/main" id="{C23CDFA0-598F-893C-397D-3DE1EFA9AE1A}"/>
                </a:ext>
              </a:extLst>
            </p:cNvPr>
            <p:cNvSpPr/>
            <p:nvPr/>
          </p:nvSpPr>
          <p:spPr>
            <a:xfrm>
              <a:off x="2899093" y="3935183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cxnSp>
        <p:nvCxnSpPr>
          <p:cNvPr id="620" name="连接符: 肘形 619">
            <a:extLst>
              <a:ext uri="{FF2B5EF4-FFF2-40B4-BE49-F238E27FC236}">
                <a16:creationId xmlns:a16="http://schemas.microsoft.com/office/drawing/2014/main" id="{7ED5690D-DDEC-BE22-FE3F-928079C26291}"/>
              </a:ext>
            </a:extLst>
          </p:cNvPr>
          <p:cNvCxnSpPr>
            <a:cxnSpLocks/>
            <a:stCxn id="618" idx="0"/>
          </p:cNvCxnSpPr>
          <p:nvPr/>
        </p:nvCxnSpPr>
        <p:spPr>
          <a:xfrm rot="16200000" flipV="1">
            <a:off x="1676439" y="5706733"/>
            <a:ext cx="335378" cy="564560"/>
          </a:xfrm>
          <a:prstGeom prst="bentConnector2">
            <a:avLst/>
          </a:prstGeom>
          <a:ln w="19050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1" name="组合 620">
            <a:extLst>
              <a:ext uri="{FF2B5EF4-FFF2-40B4-BE49-F238E27FC236}">
                <a16:creationId xmlns:a16="http://schemas.microsoft.com/office/drawing/2014/main" id="{5EC31BC2-1662-C850-502A-6995D94375C6}"/>
              </a:ext>
            </a:extLst>
          </p:cNvPr>
          <p:cNvGrpSpPr/>
          <p:nvPr/>
        </p:nvGrpSpPr>
        <p:grpSpPr>
          <a:xfrm rot="18827285">
            <a:off x="2620575" y="6630668"/>
            <a:ext cx="180000" cy="180000"/>
            <a:chOff x="4892460" y="2186404"/>
            <a:chExt cx="142638" cy="142638"/>
          </a:xfrm>
        </p:grpSpPr>
        <p:sp>
          <p:nvSpPr>
            <p:cNvPr id="622" name="椭圆 621">
              <a:extLst>
                <a:ext uri="{FF2B5EF4-FFF2-40B4-BE49-F238E27FC236}">
                  <a16:creationId xmlns:a16="http://schemas.microsoft.com/office/drawing/2014/main" id="{ECC7B86C-AFB2-3D57-DD77-B27A8B928B4A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623" name="直接连接符 622">
              <a:extLst>
                <a:ext uri="{FF2B5EF4-FFF2-40B4-BE49-F238E27FC236}">
                  <a16:creationId xmlns:a16="http://schemas.microsoft.com/office/drawing/2014/main" id="{A4AFAF54-A27C-C13A-CC88-3EF18E942F01}"/>
                </a:ext>
              </a:extLst>
            </p:cNvPr>
            <p:cNvCxnSpPr>
              <a:stCxn id="622" idx="1"/>
              <a:endCxn id="622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直接连接符 623">
              <a:extLst>
                <a:ext uri="{FF2B5EF4-FFF2-40B4-BE49-F238E27FC236}">
                  <a16:creationId xmlns:a16="http://schemas.microsoft.com/office/drawing/2014/main" id="{3ADA25A8-DD7A-31E9-98A4-F4F887DE9694}"/>
                </a:ext>
              </a:extLst>
            </p:cNvPr>
            <p:cNvCxnSpPr>
              <a:cxnSpLocks/>
              <a:stCxn id="622" idx="3"/>
              <a:endCxn id="622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5" name="连接符: 肘形 624">
            <a:extLst>
              <a:ext uri="{FF2B5EF4-FFF2-40B4-BE49-F238E27FC236}">
                <a16:creationId xmlns:a16="http://schemas.microsoft.com/office/drawing/2014/main" id="{2A8C15F5-C5E0-81D0-8361-368AAF87EE09}"/>
              </a:ext>
            </a:extLst>
          </p:cNvPr>
          <p:cNvCxnSpPr>
            <a:cxnSpLocks/>
            <a:stCxn id="622" idx="7"/>
            <a:endCxn id="618" idx="6"/>
          </p:cNvCxnSpPr>
          <p:nvPr/>
        </p:nvCxnSpPr>
        <p:spPr>
          <a:xfrm rot="10800000">
            <a:off x="2216409" y="6246702"/>
            <a:ext cx="492263" cy="383986"/>
          </a:xfrm>
          <a:prstGeom prst="bentConnector3">
            <a:avLst>
              <a:gd name="adj1" fmla="val 337"/>
            </a:avLst>
          </a:prstGeom>
          <a:ln w="19050">
            <a:solidFill>
              <a:schemeClr val="accent5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连接符: 肘形 625">
            <a:extLst>
              <a:ext uri="{FF2B5EF4-FFF2-40B4-BE49-F238E27FC236}">
                <a16:creationId xmlns:a16="http://schemas.microsoft.com/office/drawing/2014/main" id="{808AB345-5060-53B6-08FE-CE36D2651BB8}"/>
              </a:ext>
            </a:extLst>
          </p:cNvPr>
          <p:cNvCxnSpPr>
            <a:cxnSpLocks/>
            <a:stCxn id="622" idx="3"/>
            <a:endCxn id="615" idx="6"/>
          </p:cNvCxnSpPr>
          <p:nvPr/>
        </p:nvCxnSpPr>
        <p:spPr>
          <a:xfrm flipH="1">
            <a:off x="2216408" y="6810648"/>
            <a:ext cx="496071" cy="362690"/>
          </a:xfrm>
          <a:prstGeom prst="bentConnector3">
            <a:avLst>
              <a:gd name="adj1" fmla="val -478"/>
            </a:avLst>
          </a:prstGeom>
          <a:ln w="19050">
            <a:solidFill>
              <a:schemeClr val="accent5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7" name="组合 626">
            <a:extLst>
              <a:ext uri="{FF2B5EF4-FFF2-40B4-BE49-F238E27FC236}">
                <a16:creationId xmlns:a16="http://schemas.microsoft.com/office/drawing/2014/main" id="{BE88EE25-9111-3F6E-38F4-20D0A3A5A417}"/>
              </a:ext>
            </a:extLst>
          </p:cNvPr>
          <p:cNvGrpSpPr/>
          <p:nvPr/>
        </p:nvGrpSpPr>
        <p:grpSpPr>
          <a:xfrm rot="18827285">
            <a:off x="3114226" y="6627918"/>
            <a:ext cx="180000" cy="180000"/>
            <a:chOff x="4892460" y="2186404"/>
            <a:chExt cx="142638" cy="142638"/>
          </a:xfrm>
        </p:grpSpPr>
        <p:sp>
          <p:nvSpPr>
            <p:cNvPr id="628" name="椭圆 627">
              <a:extLst>
                <a:ext uri="{FF2B5EF4-FFF2-40B4-BE49-F238E27FC236}">
                  <a16:creationId xmlns:a16="http://schemas.microsoft.com/office/drawing/2014/main" id="{455A2E9A-3D42-0CF7-7ECD-287505E4F225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629" name="直接连接符 628">
              <a:extLst>
                <a:ext uri="{FF2B5EF4-FFF2-40B4-BE49-F238E27FC236}">
                  <a16:creationId xmlns:a16="http://schemas.microsoft.com/office/drawing/2014/main" id="{F329768B-BD01-CE44-1FB6-F3903C7850A0}"/>
                </a:ext>
              </a:extLst>
            </p:cNvPr>
            <p:cNvCxnSpPr>
              <a:cxnSpLocks/>
              <a:stCxn id="628" idx="1"/>
              <a:endCxn id="628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直接连接符 629">
              <a:extLst>
                <a:ext uri="{FF2B5EF4-FFF2-40B4-BE49-F238E27FC236}">
                  <a16:creationId xmlns:a16="http://schemas.microsoft.com/office/drawing/2014/main" id="{E89F77D1-01CE-C458-78F7-4D648D6A030B}"/>
                </a:ext>
              </a:extLst>
            </p:cNvPr>
            <p:cNvCxnSpPr>
              <a:cxnSpLocks/>
              <a:stCxn id="628" idx="3"/>
              <a:endCxn id="628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1" name="组合 630">
            <a:extLst>
              <a:ext uri="{FF2B5EF4-FFF2-40B4-BE49-F238E27FC236}">
                <a16:creationId xmlns:a16="http://schemas.microsoft.com/office/drawing/2014/main" id="{F3ED9154-B262-71E7-4752-9F954526C622}"/>
              </a:ext>
            </a:extLst>
          </p:cNvPr>
          <p:cNvGrpSpPr/>
          <p:nvPr/>
        </p:nvGrpSpPr>
        <p:grpSpPr>
          <a:xfrm>
            <a:off x="5017891" y="6637421"/>
            <a:ext cx="179190" cy="204100"/>
            <a:chOff x="4170925" y="7389322"/>
            <a:chExt cx="179190" cy="204100"/>
          </a:xfrm>
        </p:grpSpPr>
        <p:sp>
          <p:nvSpPr>
            <p:cNvPr id="632" name="椭圆 631">
              <a:extLst>
                <a:ext uri="{FF2B5EF4-FFF2-40B4-BE49-F238E27FC236}">
                  <a16:creationId xmlns:a16="http://schemas.microsoft.com/office/drawing/2014/main" id="{9D10CDD7-6EDD-11B1-5B15-01C690FB0FDD}"/>
                </a:ext>
              </a:extLst>
            </p:cNvPr>
            <p:cNvSpPr/>
            <p:nvPr/>
          </p:nvSpPr>
          <p:spPr>
            <a:xfrm>
              <a:off x="4170925" y="7408261"/>
              <a:ext cx="179190" cy="17919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633" name="object 343">
              <a:extLst>
                <a:ext uri="{FF2B5EF4-FFF2-40B4-BE49-F238E27FC236}">
                  <a16:creationId xmlns:a16="http://schemas.microsoft.com/office/drawing/2014/main" id="{E6441C48-139C-DD0E-EB42-D02836374349}"/>
                </a:ext>
              </a:extLst>
            </p:cNvPr>
            <p:cNvSpPr txBox="1"/>
            <p:nvPr/>
          </p:nvSpPr>
          <p:spPr>
            <a:xfrm>
              <a:off x="4196563" y="7389322"/>
              <a:ext cx="133010" cy="204100"/>
            </a:xfrm>
            <a:prstGeom prst="rect">
              <a:avLst/>
            </a:prstGeom>
          </p:spPr>
          <p:txBody>
            <a:bodyPr vert="horz" wrap="square" lIns="0" tIns="19246" rIns="0" bIns="0" rtlCol="0">
              <a:spAutoFit/>
            </a:bodyPr>
            <a:lstStyle/>
            <a:p>
              <a:pPr marL="18330">
                <a:spcBef>
                  <a:spcPts val="152"/>
                </a:spcBef>
              </a:pPr>
              <a:r>
                <a:rPr lang="el-GR" sz="1200" b="1" spc="461" dirty="0">
                  <a:latin typeface="Cambria"/>
                  <a:cs typeface="Cambria"/>
                </a:rPr>
                <a:t>Σ</a:t>
              </a:r>
              <a:endParaRPr sz="948" b="1" dirty="0">
                <a:latin typeface="Cambria"/>
                <a:cs typeface="Cambria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4" name="文本框 633">
                <a:extLst>
                  <a:ext uri="{FF2B5EF4-FFF2-40B4-BE49-F238E27FC236}">
                    <a16:creationId xmlns:a16="http://schemas.microsoft.com/office/drawing/2014/main" id="{E923481C-DF91-40FD-0F2F-B8BA1246D89B}"/>
                  </a:ext>
                </a:extLst>
              </p:cNvPr>
              <p:cNvSpPr txBox="1"/>
              <p:nvPr/>
            </p:nvSpPr>
            <p:spPr>
              <a:xfrm>
                <a:off x="3612367" y="5771891"/>
                <a:ext cx="108494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4" name="文本框 633">
                <a:extLst>
                  <a:ext uri="{FF2B5EF4-FFF2-40B4-BE49-F238E27FC236}">
                    <a16:creationId xmlns:a16="http://schemas.microsoft.com/office/drawing/2014/main" id="{E923481C-DF91-40FD-0F2F-B8BA1246D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367" y="5771891"/>
                <a:ext cx="1084947" cy="215444"/>
              </a:xfrm>
              <a:prstGeom prst="rect">
                <a:avLst/>
              </a:prstGeom>
              <a:blipFill>
                <a:blip r:embed="rId31"/>
                <a:stretch>
                  <a:fillRect l="-2809" r="-4494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5" name="文本框 634">
            <a:extLst>
              <a:ext uri="{FF2B5EF4-FFF2-40B4-BE49-F238E27FC236}">
                <a16:creationId xmlns:a16="http://schemas.microsoft.com/office/drawing/2014/main" id="{7189CAC7-41E0-8C3C-CFE8-E5A19D91D580}"/>
              </a:ext>
            </a:extLst>
          </p:cNvPr>
          <p:cNvSpPr txBox="1"/>
          <p:nvPr/>
        </p:nvSpPr>
        <p:spPr>
          <a:xfrm>
            <a:off x="3148251" y="4537368"/>
            <a:ext cx="94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36" name="组合 635">
            <a:extLst>
              <a:ext uri="{FF2B5EF4-FFF2-40B4-BE49-F238E27FC236}">
                <a16:creationId xmlns:a16="http://schemas.microsoft.com/office/drawing/2014/main" id="{73CFB559-0D7B-8A93-9273-46B2EC961E36}"/>
              </a:ext>
            </a:extLst>
          </p:cNvPr>
          <p:cNvGrpSpPr/>
          <p:nvPr/>
        </p:nvGrpSpPr>
        <p:grpSpPr>
          <a:xfrm>
            <a:off x="4723020" y="5560895"/>
            <a:ext cx="764819" cy="499923"/>
            <a:chOff x="5738984" y="9176560"/>
            <a:chExt cx="764819" cy="499923"/>
          </a:xfrm>
          <a:solidFill>
            <a:srgbClr val="00B050"/>
          </a:solidFill>
          <a:effectLst/>
        </p:grpSpPr>
        <p:sp>
          <p:nvSpPr>
            <p:cNvPr id="637" name="矩形 636">
              <a:extLst>
                <a:ext uri="{FF2B5EF4-FFF2-40B4-BE49-F238E27FC236}">
                  <a16:creationId xmlns:a16="http://schemas.microsoft.com/office/drawing/2014/main" id="{8545959B-0B76-3730-2EF5-7F0BEA4451FD}"/>
                </a:ext>
              </a:extLst>
            </p:cNvPr>
            <p:cNvSpPr/>
            <p:nvPr/>
          </p:nvSpPr>
          <p:spPr>
            <a:xfrm>
              <a:off x="5738984" y="9383644"/>
              <a:ext cx="120401" cy="29283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8" name="矩形 637">
              <a:extLst>
                <a:ext uri="{FF2B5EF4-FFF2-40B4-BE49-F238E27FC236}">
                  <a16:creationId xmlns:a16="http://schemas.microsoft.com/office/drawing/2014/main" id="{AA1ECB31-55EA-CA33-7D98-C19B69D3FF35}"/>
                </a:ext>
              </a:extLst>
            </p:cNvPr>
            <p:cNvSpPr/>
            <p:nvPr/>
          </p:nvSpPr>
          <p:spPr>
            <a:xfrm>
              <a:off x="6383402" y="9526877"/>
              <a:ext cx="120401" cy="14960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9" name="矩形 638">
              <a:extLst>
                <a:ext uri="{FF2B5EF4-FFF2-40B4-BE49-F238E27FC236}">
                  <a16:creationId xmlns:a16="http://schemas.microsoft.com/office/drawing/2014/main" id="{E7F8E339-E52F-228E-AF09-71E485781E40}"/>
                </a:ext>
              </a:extLst>
            </p:cNvPr>
            <p:cNvSpPr/>
            <p:nvPr/>
          </p:nvSpPr>
          <p:spPr>
            <a:xfrm>
              <a:off x="5900088" y="9176560"/>
              <a:ext cx="120401" cy="4999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0" name="矩形 639">
              <a:extLst>
                <a:ext uri="{FF2B5EF4-FFF2-40B4-BE49-F238E27FC236}">
                  <a16:creationId xmlns:a16="http://schemas.microsoft.com/office/drawing/2014/main" id="{5D849652-01B3-D841-90D5-EB5C4A1FF290}"/>
                </a:ext>
              </a:extLst>
            </p:cNvPr>
            <p:cNvSpPr/>
            <p:nvPr/>
          </p:nvSpPr>
          <p:spPr>
            <a:xfrm>
              <a:off x="6061192" y="9347230"/>
              <a:ext cx="120401" cy="32925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1" name="矩形 640">
              <a:extLst>
                <a:ext uri="{FF2B5EF4-FFF2-40B4-BE49-F238E27FC236}">
                  <a16:creationId xmlns:a16="http://schemas.microsoft.com/office/drawing/2014/main" id="{2395E060-E16F-6CED-68F8-BA4564D0E580}"/>
                </a:ext>
              </a:extLst>
            </p:cNvPr>
            <p:cNvSpPr/>
            <p:nvPr/>
          </p:nvSpPr>
          <p:spPr>
            <a:xfrm>
              <a:off x="6222297" y="9247717"/>
              <a:ext cx="120401" cy="4287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642" name="直接连接符 641">
            <a:extLst>
              <a:ext uri="{FF2B5EF4-FFF2-40B4-BE49-F238E27FC236}">
                <a16:creationId xmlns:a16="http://schemas.microsoft.com/office/drawing/2014/main" id="{6AD772B3-8D9E-9482-8F35-4C6822F09AC6}"/>
              </a:ext>
            </a:extLst>
          </p:cNvPr>
          <p:cNvCxnSpPr>
            <a:cxnSpLocks/>
          </p:cNvCxnSpPr>
          <p:nvPr/>
        </p:nvCxnSpPr>
        <p:spPr>
          <a:xfrm>
            <a:off x="10210294" y="3275588"/>
            <a:ext cx="3592221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3" name="矩形 642">
            <a:extLst>
              <a:ext uri="{FF2B5EF4-FFF2-40B4-BE49-F238E27FC236}">
                <a16:creationId xmlns:a16="http://schemas.microsoft.com/office/drawing/2014/main" id="{AFCC2495-7032-B8A6-C8F3-2200A8AFABD7}"/>
              </a:ext>
            </a:extLst>
          </p:cNvPr>
          <p:cNvSpPr/>
          <p:nvPr/>
        </p:nvSpPr>
        <p:spPr>
          <a:xfrm>
            <a:off x="12141283" y="3582723"/>
            <a:ext cx="86400" cy="45719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44" name="组合 643">
            <a:extLst>
              <a:ext uri="{FF2B5EF4-FFF2-40B4-BE49-F238E27FC236}">
                <a16:creationId xmlns:a16="http://schemas.microsoft.com/office/drawing/2014/main" id="{0C1A7F98-4460-114C-F3ED-E887D46138A8}"/>
              </a:ext>
            </a:extLst>
          </p:cNvPr>
          <p:cNvGrpSpPr/>
          <p:nvPr/>
        </p:nvGrpSpPr>
        <p:grpSpPr>
          <a:xfrm>
            <a:off x="7741252" y="5444777"/>
            <a:ext cx="2160000" cy="2160000"/>
            <a:chOff x="8688808" y="8065089"/>
            <a:chExt cx="2160000" cy="2160000"/>
          </a:xfrm>
        </p:grpSpPr>
        <p:grpSp>
          <p:nvGrpSpPr>
            <p:cNvPr id="645" name="组合 644">
              <a:extLst>
                <a:ext uri="{FF2B5EF4-FFF2-40B4-BE49-F238E27FC236}">
                  <a16:creationId xmlns:a16="http://schemas.microsoft.com/office/drawing/2014/main" id="{53CB952C-BA31-8B61-A375-50A7729DF675}"/>
                </a:ext>
              </a:extLst>
            </p:cNvPr>
            <p:cNvGrpSpPr/>
            <p:nvPr/>
          </p:nvGrpSpPr>
          <p:grpSpPr>
            <a:xfrm>
              <a:off x="8688808" y="8065089"/>
              <a:ext cx="2160000" cy="2160000"/>
              <a:chOff x="4390359" y="6930569"/>
              <a:chExt cx="2160000" cy="2160000"/>
            </a:xfrm>
            <a:scene3d>
              <a:camera prst="orthographicFront">
                <a:rot lat="0" lon="21599973" rev="0"/>
              </a:camera>
              <a:lightRig rig="threePt" dir="t"/>
            </a:scene3d>
          </p:grpSpPr>
          <p:sp>
            <p:nvSpPr>
              <p:cNvPr id="654" name="不完整圆 653">
                <a:extLst>
                  <a:ext uri="{FF2B5EF4-FFF2-40B4-BE49-F238E27FC236}">
                    <a16:creationId xmlns:a16="http://schemas.microsoft.com/office/drawing/2014/main" id="{6489235D-D9EC-3839-56B0-2732906677E2}"/>
                  </a:ext>
                </a:extLst>
              </p:cNvPr>
              <p:cNvSpPr/>
              <p:nvPr/>
            </p:nvSpPr>
            <p:spPr>
              <a:xfrm>
                <a:off x="4390359" y="6930569"/>
                <a:ext cx="2160000" cy="2160000"/>
              </a:xfrm>
              <a:prstGeom prst="pie">
                <a:avLst>
                  <a:gd name="adj1" fmla="val 16199733"/>
                  <a:gd name="adj2" fmla="val 21588680"/>
                </a:avLst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  <a:ln>
                <a:noFill/>
              </a:ln>
              <a:sp3d prstMaterial="matt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5" name="椭圆 654">
                <a:extLst>
                  <a:ext uri="{FF2B5EF4-FFF2-40B4-BE49-F238E27FC236}">
                    <a16:creationId xmlns:a16="http://schemas.microsoft.com/office/drawing/2014/main" id="{08BB869D-8724-1A8C-10E4-2D7093AE725C}"/>
                  </a:ext>
                </a:extLst>
              </p:cNvPr>
              <p:cNvSpPr/>
              <p:nvPr/>
            </p:nvSpPr>
            <p:spPr>
              <a:xfrm>
                <a:off x="4390359" y="6930569"/>
                <a:ext cx="2160000" cy="2160000"/>
              </a:xfrm>
              <a:prstGeom prst="ellipse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  <a:sp3d prstMaterial="matt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  <p:grpSp>
          <p:nvGrpSpPr>
            <p:cNvPr id="646" name="组合 645">
              <a:extLst>
                <a:ext uri="{FF2B5EF4-FFF2-40B4-BE49-F238E27FC236}">
                  <a16:creationId xmlns:a16="http://schemas.microsoft.com/office/drawing/2014/main" id="{B63C40ED-B666-CD8C-F089-6402BA5DB702}"/>
                </a:ext>
              </a:extLst>
            </p:cNvPr>
            <p:cNvGrpSpPr/>
            <p:nvPr/>
          </p:nvGrpSpPr>
          <p:grpSpPr>
            <a:xfrm>
              <a:off x="8688808" y="8065089"/>
              <a:ext cx="2160000" cy="2160000"/>
              <a:chOff x="8623706" y="7495466"/>
              <a:chExt cx="2160000" cy="2160000"/>
            </a:xfrm>
            <a:scene3d>
              <a:camera prst="orthographicFront">
                <a:rot lat="0" lon="17999980" rev="0"/>
              </a:camera>
              <a:lightRig rig="threePt" dir="t"/>
            </a:scene3d>
          </p:grpSpPr>
          <p:sp>
            <p:nvSpPr>
              <p:cNvPr id="650" name="不完整圆 649">
                <a:extLst>
                  <a:ext uri="{FF2B5EF4-FFF2-40B4-BE49-F238E27FC236}">
                    <a16:creationId xmlns:a16="http://schemas.microsoft.com/office/drawing/2014/main" id="{9E2BED62-DEA3-5A62-1ECA-10118C3B980C}"/>
                  </a:ext>
                </a:extLst>
              </p:cNvPr>
              <p:cNvSpPr/>
              <p:nvPr/>
            </p:nvSpPr>
            <p:spPr>
              <a:xfrm>
                <a:off x="8623706" y="7495466"/>
                <a:ext cx="2160000" cy="2160000"/>
              </a:xfrm>
              <a:prstGeom prst="pie">
                <a:avLst>
                  <a:gd name="adj1" fmla="val 9375623"/>
                  <a:gd name="adj2" fmla="val 16202834"/>
                </a:avLst>
              </a:prstGeom>
              <a:solidFill>
                <a:srgbClr val="E2F0D9"/>
              </a:solidFill>
              <a:ln>
                <a:noFill/>
              </a:ln>
              <a:sp3d prstMaterial="matt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651" name="组合 650">
                <a:extLst>
                  <a:ext uri="{FF2B5EF4-FFF2-40B4-BE49-F238E27FC236}">
                    <a16:creationId xmlns:a16="http://schemas.microsoft.com/office/drawing/2014/main" id="{02CAD696-D60F-84BA-11CB-BF03A4C1035E}"/>
                  </a:ext>
                </a:extLst>
              </p:cNvPr>
              <p:cNvGrpSpPr/>
              <p:nvPr/>
            </p:nvGrpSpPr>
            <p:grpSpPr>
              <a:xfrm>
                <a:off x="8623706" y="7495466"/>
                <a:ext cx="2160000" cy="2160000"/>
                <a:chOff x="8609659" y="7269479"/>
                <a:chExt cx="2168122" cy="2160000"/>
              </a:xfrm>
            </p:grpSpPr>
            <p:sp>
              <p:nvSpPr>
                <p:cNvPr id="652" name="弧形 651">
                  <a:extLst>
                    <a:ext uri="{FF2B5EF4-FFF2-40B4-BE49-F238E27FC236}">
                      <a16:creationId xmlns:a16="http://schemas.microsoft.com/office/drawing/2014/main" id="{800A2724-DBC3-AED6-2AFA-82E7F92DB32F}"/>
                    </a:ext>
                  </a:extLst>
                </p:cNvPr>
                <p:cNvSpPr/>
                <p:nvPr/>
              </p:nvSpPr>
              <p:spPr>
                <a:xfrm>
                  <a:off x="8609659" y="7269479"/>
                  <a:ext cx="2168122" cy="2160000"/>
                </a:xfrm>
                <a:prstGeom prst="arc">
                  <a:avLst>
                    <a:gd name="adj1" fmla="val 16192233"/>
                    <a:gd name="adj2" fmla="val 5405127"/>
                  </a:avLst>
                </a:prstGeom>
                <a:ln w="19050">
                  <a:solidFill>
                    <a:schemeClr val="accent4">
                      <a:lumMod val="75000"/>
                    </a:schemeClr>
                  </a:solidFill>
                  <a:prstDash val="lgDash"/>
                </a:ln>
                <a:sp3d prstMaterial="matte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53" name="弧形 652">
                  <a:extLst>
                    <a:ext uri="{FF2B5EF4-FFF2-40B4-BE49-F238E27FC236}">
                      <a16:creationId xmlns:a16="http://schemas.microsoft.com/office/drawing/2014/main" id="{E215E140-840C-0D8A-C5C1-774C3B2CB5D4}"/>
                    </a:ext>
                  </a:extLst>
                </p:cNvPr>
                <p:cNvSpPr/>
                <p:nvPr/>
              </p:nvSpPr>
              <p:spPr>
                <a:xfrm>
                  <a:off x="8609659" y="7269479"/>
                  <a:ext cx="2168122" cy="2160000"/>
                </a:xfrm>
                <a:prstGeom prst="arc">
                  <a:avLst>
                    <a:gd name="adj1" fmla="val 5404803"/>
                    <a:gd name="adj2" fmla="val 16198381"/>
                  </a:avLst>
                </a:prstGeom>
                <a:ln w="19050">
                  <a:solidFill>
                    <a:schemeClr val="accent4">
                      <a:lumMod val="75000"/>
                    </a:schemeClr>
                  </a:solidFill>
                </a:ln>
                <a:sp3d prstMaterial="matte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647" name="组合 646">
              <a:extLst>
                <a:ext uri="{FF2B5EF4-FFF2-40B4-BE49-F238E27FC236}">
                  <a16:creationId xmlns:a16="http://schemas.microsoft.com/office/drawing/2014/main" id="{8F84858D-ACFA-B827-5009-93033F6FA7E2}"/>
                </a:ext>
              </a:extLst>
            </p:cNvPr>
            <p:cNvGrpSpPr/>
            <p:nvPr/>
          </p:nvGrpSpPr>
          <p:grpSpPr>
            <a:xfrm>
              <a:off x="8688808" y="8065089"/>
              <a:ext cx="2160000" cy="2160000"/>
              <a:chOff x="8609659" y="7269479"/>
              <a:chExt cx="2168122" cy="2160000"/>
            </a:xfrm>
            <a:scene3d>
              <a:camera prst="orthographicFront">
                <a:rot lat="3780000" lon="0" rev="0"/>
              </a:camera>
              <a:lightRig rig="threePt" dir="t"/>
            </a:scene3d>
          </p:grpSpPr>
          <p:sp>
            <p:nvSpPr>
              <p:cNvPr id="648" name="弧形 647">
                <a:extLst>
                  <a:ext uri="{FF2B5EF4-FFF2-40B4-BE49-F238E27FC236}">
                    <a16:creationId xmlns:a16="http://schemas.microsoft.com/office/drawing/2014/main" id="{ACB172ED-558C-112C-8A5F-240994CB5311}"/>
                  </a:ext>
                </a:extLst>
              </p:cNvPr>
              <p:cNvSpPr/>
              <p:nvPr/>
            </p:nvSpPr>
            <p:spPr>
              <a:xfrm>
                <a:off x="8609659" y="7269479"/>
                <a:ext cx="2168122" cy="2160000"/>
              </a:xfrm>
              <a:prstGeom prst="arc">
                <a:avLst>
                  <a:gd name="adj1" fmla="val 21596058"/>
                  <a:gd name="adj2" fmla="val 10803008"/>
                </a:avLst>
              </a:prstGeom>
              <a:ln w="19050">
                <a:solidFill>
                  <a:schemeClr val="accent4">
                    <a:lumMod val="75000"/>
                  </a:schemeClr>
                </a:solidFill>
              </a:ln>
              <a:sp3d prstMaterial="matte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9" name="弧形 648">
                <a:extLst>
                  <a:ext uri="{FF2B5EF4-FFF2-40B4-BE49-F238E27FC236}">
                    <a16:creationId xmlns:a16="http://schemas.microsoft.com/office/drawing/2014/main" id="{563FFD34-334D-1710-5446-79EE40734589}"/>
                  </a:ext>
                </a:extLst>
              </p:cNvPr>
              <p:cNvSpPr/>
              <p:nvPr/>
            </p:nvSpPr>
            <p:spPr>
              <a:xfrm>
                <a:off x="8609659" y="7269479"/>
                <a:ext cx="2168122" cy="2160000"/>
              </a:xfrm>
              <a:prstGeom prst="arc">
                <a:avLst>
                  <a:gd name="adj1" fmla="val 10806643"/>
                  <a:gd name="adj2" fmla="val 21594557"/>
                </a:avLst>
              </a:prstGeom>
              <a:ln w="19050">
                <a:solidFill>
                  <a:schemeClr val="accent4">
                    <a:lumMod val="75000"/>
                  </a:schemeClr>
                </a:solidFill>
                <a:prstDash val="lgDash"/>
              </a:ln>
              <a:sp3d prstMaterial="matte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656" name="组合 655">
            <a:extLst>
              <a:ext uri="{FF2B5EF4-FFF2-40B4-BE49-F238E27FC236}">
                <a16:creationId xmlns:a16="http://schemas.microsoft.com/office/drawing/2014/main" id="{6070DAF7-3A85-B4F6-44FB-37F564CA3B1E}"/>
              </a:ext>
            </a:extLst>
          </p:cNvPr>
          <p:cNvGrpSpPr/>
          <p:nvPr/>
        </p:nvGrpSpPr>
        <p:grpSpPr>
          <a:xfrm>
            <a:off x="8127662" y="6724615"/>
            <a:ext cx="449332" cy="446361"/>
            <a:chOff x="8227585" y="7146262"/>
            <a:chExt cx="449332" cy="446361"/>
          </a:xfrm>
          <a:scene3d>
            <a:camera prst="orthographicFront">
              <a:rot lat="0" lon="20399970" rev="0"/>
            </a:camera>
            <a:lightRig rig="threePt" dir="t"/>
          </a:scene3d>
        </p:grpSpPr>
        <p:sp>
          <p:nvSpPr>
            <p:cNvPr id="657" name="椭圆 656">
              <a:extLst>
                <a:ext uri="{FF2B5EF4-FFF2-40B4-BE49-F238E27FC236}">
                  <a16:creationId xmlns:a16="http://schemas.microsoft.com/office/drawing/2014/main" id="{5439BED6-3F3E-6A33-1369-EA8B0B8B4024}"/>
                </a:ext>
              </a:extLst>
            </p:cNvPr>
            <p:cNvSpPr/>
            <p:nvPr/>
          </p:nvSpPr>
          <p:spPr>
            <a:xfrm rot="1764146">
              <a:off x="8422630" y="7146262"/>
              <a:ext cx="125622" cy="125622"/>
            </a:xfrm>
            <a:prstGeom prst="ellipse">
              <a:avLst/>
            </a:prstGeom>
            <a:solidFill>
              <a:srgbClr val="5482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8" name="椭圆 657">
              <a:extLst>
                <a:ext uri="{FF2B5EF4-FFF2-40B4-BE49-F238E27FC236}">
                  <a16:creationId xmlns:a16="http://schemas.microsoft.com/office/drawing/2014/main" id="{AE1669E4-5EA7-8272-9485-CE80FA5ED73C}"/>
                </a:ext>
              </a:extLst>
            </p:cNvPr>
            <p:cNvSpPr/>
            <p:nvPr/>
          </p:nvSpPr>
          <p:spPr>
            <a:xfrm rot="1764146">
              <a:off x="8472459" y="7467000"/>
              <a:ext cx="125622" cy="125622"/>
            </a:xfrm>
            <a:prstGeom prst="ellipse">
              <a:avLst/>
            </a:prstGeom>
            <a:solidFill>
              <a:srgbClr val="548235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9" name="椭圆 658">
              <a:extLst>
                <a:ext uri="{FF2B5EF4-FFF2-40B4-BE49-F238E27FC236}">
                  <a16:creationId xmlns:a16="http://schemas.microsoft.com/office/drawing/2014/main" id="{D1EE8354-AE34-D51C-D105-FC811B1BD256}"/>
                </a:ext>
              </a:extLst>
            </p:cNvPr>
            <p:cNvSpPr/>
            <p:nvPr/>
          </p:nvSpPr>
          <p:spPr>
            <a:xfrm rot="1764146">
              <a:off x="8258589" y="7467001"/>
              <a:ext cx="125622" cy="125622"/>
            </a:xfrm>
            <a:prstGeom prst="ellipse">
              <a:avLst/>
            </a:prstGeom>
            <a:solidFill>
              <a:srgbClr val="5482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0" name="椭圆 659">
              <a:extLst>
                <a:ext uri="{FF2B5EF4-FFF2-40B4-BE49-F238E27FC236}">
                  <a16:creationId xmlns:a16="http://schemas.microsoft.com/office/drawing/2014/main" id="{8943A0A3-E714-AC5B-E1C0-CADA0637CD82}"/>
                </a:ext>
              </a:extLst>
            </p:cNvPr>
            <p:cNvSpPr/>
            <p:nvPr/>
          </p:nvSpPr>
          <p:spPr>
            <a:xfrm rot="1764146">
              <a:off x="8227585" y="7229235"/>
              <a:ext cx="125622" cy="125622"/>
            </a:xfrm>
            <a:prstGeom prst="ellipse">
              <a:avLst/>
            </a:prstGeom>
            <a:solidFill>
              <a:srgbClr val="5482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1" name="椭圆 660">
              <a:extLst>
                <a:ext uri="{FF2B5EF4-FFF2-40B4-BE49-F238E27FC236}">
                  <a16:creationId xmlns:a16="http://schemas.microsoft.com/office/drawing/2014/main" id="{6C4641EA-C021-1222-018D-9BAEE756DDA4}"/>
                </a:ext>
              </a:extLst>
            </p:cNvPr>
            <p:cNvSpPr/>
            <p:nvPr/>
          </p:nvSpPr>
          <p:spPr>
            <a:xfrm rot="1764146">
              <a:off x="8551295" y="7286948"/>
              <a:ext cx="125622" cy="125622"/>
            </a:xfrm>
            <a:prstGeom prst="ellipse">
              <a:avLst/>
            </a:prstGeom>
            <a:solidFill>
              <a:srgbClr val="548235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662" name="直接箭头连接符 661">
            <a:extLst>
              <a:ext uri="{FF2B5EF4-FFF2-40B4-BE49-F238E27FC236}">
                <a16:creationId xmlns:a16="http://schemas.microsoft.com/office/drawing/2014/main" id="{DC271FBF-6B3B-4EE6-05CB-D8A07D871F90}"/>
              </a:ext>
            </a:extLst>
          </p:cNvPr>
          <p:cNvCxnSpPr>
            <a:cxnSpLocks/>
          </p:cNvCxnSpPr>
          <p:nvPr/>
        </p:nvCxnSpPr>
        <p:spPr>
          <a:xfrm flipH="1">
            <a:off x="8186890" y="6524777"/>
            <a:ext cx="634362" cy="559296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3" name="直接箭头连接符 662">
            <a:extLst>
              <a:ext uri="{FF2B5EF4-FFF2-40B4-BE49-F238E27FC236}">
                <a16:creationId xmlns:a16="http://schemas.microsoft.com/office/drawing/2014/main" id="{6BED2344-9698-6FE2-139B-F7248B9F67CB}"/>
              </a:ext>
            </a:extLst>
          </p:cNvPr>
          <p:cNvCxnSpPr>
            <a:cxnSpLocks/>
          </p:cNvCxnSpPr>
          <p:nvPr/>
        </p:nvCxnSpPr>
        <p:spPr>
          <a:xfrm flipV="1">
            <a:off x="8826228" y="5371007"/>
            <a:ext cx="571550" cy="1155523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4" name="组合 663">
            <a:extLst>
              <a:ext uri="{FF2B5EF4-FFF2-40B4-BE49-F238E27FC236}">
                <a16:creationId xmlns:a16="http://schemas.microsoft.com/office/drawing/2014/main" id="{A716C00D-E306-19FE-B92C-F569FF0B4C50}"/>
              </a:ext>
            </a:extLst>
          </p:cNvPr>
          <p:cNvGrpSpPr/>
          <p:nvPr/>
        </p:nvGrpSpPr>
        <p:grpSpPr>
          <a:xfrm rot="2631682">
            <a:off x="9052096" y="5515843"/>
            <a:ext cx="449332" cy="446361"/>
            <a:chOff x="8227585" y="7146262"/>
            <a:chExt cx="449332" cy="446361"/>
          </a:xfrm>
          <a:scene3d>
            <a:camera prst="orthographicFront">
              <a:rot lat="2400000" lon="21599983" rev="21599992"/>
            </a:camera>
            <a:lightRig rig="threePt" dir="t"/>
          </a:scene3d>
        </p:grpSpPr>
        <p:sp>
          <p:nvSpPr>
            <p:cNvPr id="665" name="椭圆 664">
              <a:extLst>
                <a:ext uri="{FF2B5EF4-FFF2-40B4-BE49-F238E27FC236}">
                  <a16:creationId xmlns:a16="http://schemas.microsoft.com/office/drawing/2014/main" id="{598195D9-A002-46A1-32AC-C75A5EEBABAE}"/>
                </a:ext>
              </a:extLst>
            </p:cNvPr>
            <p:cNvSpPr/>
            <p:nvPr/>
          </p:nvSpPr>
          <p:spPr>
            <a:xfrm rot="1764146">
              <a:off x="8422630" y="7146262"/>
              <a:ext cx="125622" cy="12562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6" name="椭圆 665">
              <a:extLst>
                <a:ext uri="{FF2B5EF4-FFF2-40B4-BE49-F238E27FC236}">
                  <a16:creationId xmlns:a16="http://schemas.microsoft.com/office/drawing/2014/main" id="{7048E458-AF48-DC8F-6F29-E46C33DA2E0F}"/>
                </a:ext>
              </a:extLst>
            </p:cNvPr>
            <p:cNvSpPr/>
            <p:nvPr/>
          </p:nvSpPr>
          <p:spPr>
            <a:xfrm rot="1764146">
              <a:off x="8472459" y="7467000"/>
              <a:ext cx="125622" cy="125622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7" name="椭圆 666">
              <a:extLst>
                <a:ext uri="{FF2B5EF4-FFF2-40B4-BE49-F238E27FC236}">
                  <a16:creationId xmlns:a16="http://schemas.microsoft.com/office/drawing/2014/main" id="{AD1EB2D0-EE3C-CBE3-4056-856F8605C495}"/>
                </a:ext>
              </a:extLst>
            </p:cNvPr>
            <p:cNvSpPr/>
            <p:nvPr/>
          </p:nvSpPr>
          <p:spPr>
            <a:xfrm rot="1764146">
              <a:off x="8258589" y="7467001"/>
              <a:ext cx="125622" cy="12562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8" name="椭圆 667">
              <a:extLst>
                <a:ext uri="{FF2B5EF4-FFF2-40B4-BE49-F238E27FC236}">
                  <a16:creationId xmlns:a16="http://schemas.microsoft.com/office/drawing/2014/main" id="{2B4E63A1-2FB4-40E3-1DF7-B9998C7F1DB0}"/>
                </a:ext>
              </a:extLst>
            </p:cNvPr>
            <p:cNvSpPr/>
            <p:nvPr/>
          </p:nvSpPr>
          <p:spPr>
            <a:xfrm rot="1764146">
              <a:off x="8227585" y="7229235"/>
              <a:ext cx="125622" cy="12562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9" name="椭圆 668">
              <a:extLst>
                <a:ext uri="{FF2B5EF4-FFF2-40B4-BE49-F238E27FC236}">
                  <a16:creationId xmlns:a16="http://schemas.microsoft.com/office/drawing/2014/main" id="{2718E725-3709-9F3D-C846-8E6FB728CFE6}"/>
                </a:ext>
              </a:extLst>
            </p:cNvPr>
            <p:cNvSpPr/>
            <p:nvPr/>
          </p:nvSpPr>
          <p:spPr>
            <a:xfrm rot="1764146">
              <a:off x="8551295" y="7286948"/>
              <a:ext cx="125622" cy="125622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670" name="直接箭头连接符 669">
            <a:extLst>
              <a:ext uri="{FF2B5EF4-FFF2-40B4-BE49-F238E27FC236}">
                <a16:creationId xmlns:a16="http://schemas.microsoft.com/office/drawing/2014/main" id="{5D7B8C66-F7AC-F4D5-CC74-C66CE7914813}"/>
              </a:ext>
            </a:extLst>
          </p:cNvPr>
          <p:cNvCxnSpPr>
            <a:cxnSpLocks/>
          </p:cNvCxnSpPr>
          <p:nvPr/>
        </p:nvCxnSpPr>
        <p:spPr>
          <a:xfrm flipV="1">
            <a:off x="8821774" y="6196657"/>
            <a:ext cx="1225161" cy="327903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1" name="组合 670">
            <a:extLst>
              <a:ext uri="{FF2B5EF4-FFF2-40B4-BE49-F238E27FC236}">
                <a16:creationId xmlns:a16="http://schemas.microsoft.com/office/drawing/2014/main" id="{D13742BE-862C-75E2-E571-DD9C8DBAB340}"/>
              </a:ext>
            </a:extLst>
          </p:cNvPr>
          <p:cNvGrpSpPr/>
          <p:nvPr/>
        </p:nvGrpSpPr>
        <p:grpSpPr>
          <a:xfrm rot="2631682">
            <a:off x="9467058" y="6083608"/>
            <a:ext cx="449332" cy="446361"/>
            <a:chOff x="8227585" y="7146262"/>
            <a:chExt cx="449332" cy="446361"/>
          </a:xfrm>
          <a:scene3d>
            <a:camera prst="orthographicFront">
              <a:rot lat="1140246" lon="1788333" rev="1651704"/>
            </a:camera>
            <a:lightRig rig="threePt" dir="t"/>
          </a:scene3d>
        </p:grpSpPr>
        <p:sp>
          <p:nvSpPr>
            <p:cNvPr id="672" name="椭圆 671">
              <a:extLst>
                <a:ext uri="{FF2B5EF4-FFF2-40B4-BE49-F238E27FC236}">
                  <a16:creationId xmlns:a16="http://schemas.microsoft.com/office/drawing/2014/main" id="{BD6B8386-EB2F-3E68-FF91-A79640C012C0}"/>
                </a:ext>
              </a:extLst>
            </p:cNvPr>
            <p:cNvSpPr/>
            <p:nvPr/>
          </p:nvSpPr>
          <p:spPr>
            <a:xfrm rot="1764146">
              <a:off x="8422630" y="7146262"/>
              <a:ext cx="125622" cy="125622"/>
            </a:xfrm>
            <a:prstGeom prst="ellipse">
              <a:avLst/>
            </a:prstGeom>
            <a:solidFill>
              <a:srgbClr val="337D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3" name="椭圆 672">
              <a:extLst>
                <a:ext uri="{FF2B5EF4-FFF2-40B4-BE49-F238E27FC236}">
                  <a16:creationId xmlns:a16="http://schemas.microsoft.com/office/drawing/2014/main" id="{34EBBA96-ECC9-670A-2142-A61EC2135974}"/>
                </a:ext>
              </a:extLst>
            </p:cNvPr>
            <p:cNvSpPr/>
            <p:nvPr/>
          </p:nvSpPr>
          <p:spPr>
            <a:xfrm rot="1764146">
              <a:off x="8472459" y="7467000"/>
              <a:ext cx="125622" cy="125622"/>
            </a:xfrm>
            <a:prstGeom prst="ellipse">
              <a:avLst/>
            </a:prstGeom>
            <a:solidFill>
              <a:srgbClr val="337DC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4" name="椭圆 673">
              <a:extLst>
                <a:ext uri="{FF2B5EF4-FFF2-40B4-BE49-F238E27FC236}">
                  <a16:creationId xmlns:a16="http://schemas.microsoft.com/office/drawing/2014/main" id="{A0DFCED3-8A84-756C-EA99-068240A0810C}"/>
                </a:ext>
              </a:extLst>
            </p:cNvPr>
            <p:cNvSpPr/>
            <p:nvPr/>
          </p:nvSpPr>
          <p:spPr>
            <a:xfrm rot="1764146">
              <a:off x="8258589" y="7467001"/>
              <a:ext cx="125622" cy="125622"/>
            </a:xfrm>
            <a:prstGeom prst="ellipse">
              <a:avLst/>
            </a:prstGeom>
            <a:solidFill>
              <a:srgbClr val="337D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5" name="椭圆 674">
              <a:extLst>
                <a:ext uri="{FF2B5EF4-FFF2-40B4-BE49-F238E27FC236}">
                  <a16:creationId xmlns:a16="http://schemas.microsoft.com/office/drawing/2014/main" id="{994E7043-9FB0-4AB8-F2D9-2C5080D0BAE9}"/>
                </a:ext>
              </a:extLst>
            </p:cNvPr>
            <p:cNvSpPr/>
            <p:nvPr/>
          </p:nvSpPr>
          <p:spPr>
            <a:xfrm rot="1764146">
              <a:off x="8227585" y="7229235"/>
              <a:ext cx="125622" cy="125622"/>
            </a:xfrm>
            <a:prstGeom prst="ellipse">
              <a:avLst/>
            </a:prstGeom>
            <a:solidFill>
              <a:srgbClr val="337D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6" name="椭圆 675">
              <a:extLst>
                <a:ext uri="{FF2B5EF4-FFF2-40B4-BE49-F238E27FC236}">
                  <a16:creationId xmlns:a16="http://schemas.microsoft.com/office/drawing/2014/main" id="{3BCE328E-1EC6-3839-9CDF-B0DEE1C2542C}"/>
                </a:ext>
              </a:extLst>
            </p:cNvPr>
            <p:cNvSpPr/>
            <p:nvPr/>
          </p:nvSpPr>
          <p:spPr>
            <a:xfrm rot="1764146">
              <a:off x="8551295" y="7286948"/>
              <a:ext cx="125622" cy="125622"/>
            </a:xfrm>
            <a:prstGeom prst="ellipse">
              <a:avLst/>
            </a:prstGeom>
            <a:solidFill>
              <a:srgbClr val="337DC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77" name="组合 676">
            <a:extLst>
              <a:ext uri="{FF2B5EF4-FFF2-40B4-BE49-F238E27FC236}">
                <a16:creationId xmlns:a16="http://schemas.microsoft.com/office/drawing/2014/main" id="{C981530E-77FE-392B-9C5F-FC25E44F2E53}"/>
              </a:ext>
            </a:extLst>
          </p:cNvPr>
          <p:cNvGrpSpPr/>
          <p:nvPr/>
        </p:nvGrpSpPr>
        <p:grpSpPr>
          <a:xfrm>
            <a:off x="8200995" y="5735059"/>
            <a:ext cx="449332" cy="446361"/>
            <a:chOff x="8227585" y="7146262"/>
            <a:chExt cx="449332" cy="446361"/>
          </a:xfrm>
          <a:scene3d>
            <a:camera prst="orthographicFront">
              <a:rot lat="1056731" lon="20027169" rev="20051933"/>
            </a:camera>
            <a:lightRig rig="threePt" dir="t"/>
          </a:scene3d>
        </p:grpSpPr>
        <p:sp>
          <p:nvSpPr>
            <p:cNvPr id="678" name="椭圆 677">
              <a:extLst>
                <a:ext uri="{FF2B5EF4-FFF2-40B4-BE49-F238E27FC236}">
                  <a16:creationId xmlns:a16="http://schemas.microsoft.com/office/drawing/2014/main" id="{2656021F-2A19-26FC-4CEC-69DFD4E48E3F}"/>
                </a:ext>
              </a:extLst>
            </p:cNvPr>
            <p:cNvSpPr/>
            <p:nvPr/>
          </p:nvSpPr>
          <p:spPr>
            <a:xfrm rot="1764146">
              <a:off x="8422630" y="7146262"/>
              <a:ext cx="125622" cy="12562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9" name="椭圆 678">
              <a:extLst>
                <a:ext uri="{FF2B5EF4-FFF2-40B4-BE49-F238E27FC236}">
                  <a16:creationId xmlns:a16="http://schemas.microsoft.com/office/drawing/2014/main" id="{C3FCFD88-7E30-9AC9-BF84-2B3539DA6C78}"/>
                </a:ext>
              </a:extLst>
            </p:cNvPr>
            <p:cNvSpPr/>
            <p:nvPr/>
          </p:nvSpPr>
          <p:spPr>
            <a:xfrm rot="1764146">
              <a:off x="8472459" y="7467000"/>
              <a:ext cx="125622" cy="125622"/>
            </a:xfrm>
            <a:prstGeom prst="ellipse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0" name="椭圆 679">
              <a:extLst>
                <a:ext uri="{FF2B5EF4-FFF2-40B4-BE49-F238E27FC236}">
                  <a16:creationId xmlns:a16="http://schemas.microsoft.com/office/drawing/2014/main" id="{638233B7-EBC5-2330-4DB7-6266D68A328B}"/>
                </a:ext>
              </a:extLst>
            </p:cNvPr>
            <p:cNvSpPr/>
            <p:nvPr/>
          </p:nvSpPr>
          <p:spPr>
            <a:xfrm rot="1764146">
              <a:off x="8258589" y="7467001"/>
              <a:ext cx="125622" cy="12562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1" name="椭圆 680">
              <a:extLst>
                <a:ext uri="{FF2B5EF4-FFF2-40B4-BE49-F238E27FC236}">
                  <a16:creationId xmlns:a16="http://schemas.microsoft.com/office/drawing/2014/main" id="{93C35B21-FE85-F9E7-9C1A-538780B6EABC}"/>
                </a:ext>
              </a:extLst>
            </p:cNvPr>
            <p:cNvSpPr/>
            <p:nvPr/>
          </p:nvSpPr>
          <p:spPr>
            <a:xfrm rot="1764146">
              <a:off x="8227585" y="7229235"/>
              <a:ext cx="125622" cy="12562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2" name="椭圆 681">
              <a:extLst>
                <a:ext uri="{FF2B5EF4-FFF2-40B4-BE49-F238E27FC236}">
                  <a16:creationId xmlns:a16="http://schemas.microsoft.com/office/drawing/2014/main" id="{317D08CC-C241-C8F1-9983-8D87E022977B}"/>
                </a:ext>
              </a:extLst>
            </p:cNvPr>
            <p:cNvSpPr/>
            <p:nvPr/>
          </p:nvSpPr>
          <p:spPr>
            <a:xfrm rot="1764146">
              <a:off x="8551295" y="7286948"/>
              <a:ext cx="125622" cy="125622"/>
            </a:xfrm>
            <a:prstGeom prst="ellipse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683" name="直接箭头连接符 682">
            <a:extLst>
              <a:ext uri="{FF2B5EF4-FFF2-40B4-BE49-F238E27FC236}">
                <a16:creationId xmlns:a16="http://schemas.microsoft.com/office/drawing/2014/main" id="{70D239B0-908D-C21F-4909-80058CC44991}"/>
              </a:ext>
            </a:extLst>
          </p:cNvPr>
          <p:cNvCxnSpPr>
            <a:cxnSpLocks/>
          </p:cNvCxnSpPr>
          <p:nvPr/>
        </p:nvCxnSpPr>
        <p:spPr>
          <a:xfrm flipH="1" flipV="1">
            <a:off x="8267835" y="5747582"/>
            <a:ext cx="553417" cy="777195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4" name="文本框 683">
            <a:extLst>
              <a:ext uri="{FF2B5EF4-FFF2-40B4-BE49-F238E27FC236}">
                <a16:creationId xmlns:a16="http://schemas.microsoft.com/office/drawing/2014/main" id="{5BC0CAC9-8708-BB07-F730-229F0B636BFA}"/>
              </a:ext>
            </a:extLst>
          </p:cNvPr>
          <p:cNvSpPr txBox="1"/>
          <p:nvPr/>
        </p:nvSpPr>
        <p:spPr>
          <a:xfrm>
            <a:off x="5795913" y="7851309"/>
            <a:ext cx="1528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sum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5" name="文本框 684">
                <a:extLst>
                  <a:ext uri="{FF2B5EF4-FFF2-40B4-BE49-F238E27FC236}">
                    <a16:creationId xmlns:a16="http://schemas.microsoft.com/office/drawing/2014/main" id="{5EBF8A45-F556-16D8-834B-B6F13D55834B}"/>
                  </a:ext>
                </a:extLst>
              </p:cNvPr>
              <p:cNvSpPr txBox="1"/>
              <p:nvPr/>
            </p:nvSpPr>
            <p:spPr>
              <a:xfrm>
                <a:off x="2128952" y="5835575"/>
                <a:ext cx="37670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b="1" i="1" smtClean="0"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685" name="文本框 684">
                <a:extLst>
                  <a:ext uri="{FF2B5EF4-FFF2-40B4-BE49-F238E27FC236}">
                    <a16:creationId xmlns:a16="http://schemas.microsoft.com/office/drawing/2014/main" id="{5EBF8A45-F556-16D8-834B-B6F13D558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952" y="5835575"/>
                <a:ext cx="376706" cy="215444"/>
              </a:xfrm>
              <a:prstGeom prst="rect">
                <a:avLst/>
              </a:prstGeom>
              <a:blipFill>
                <a:blip r:embed="rId32"/>
                <a:stretch>
                  <a:fillRect l="-14516" r="-16129" b="-30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6" name="文本框 685">
                <a:extLst>
                  <a:ext uri="{FF2B5EF4-FFF2-40B4-BE49-F238E27FC236}">
                    <a16:creationId xmlns:a16="http://schemas.microsoft.com/office/drawing/2014/main" id="{6D94A084-C076-0495-0091-9160CAA6F222}"/>
                  </a:ext>
                </a:extLst>
              </p:cNvPr>
              <p:cNvSpPr txBox="1"/>
              <p:nvPr/>
            </p:nvSpPr>
            <p:spPr>
              <a:xfrm>
                <a:off x="2141604" y="7321581"/>
                <a:ext cx="46583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686" name="文本框 685">
                <a:extLst>
                  <a:ext uri="{FF2B5EF4-FFF2-40B4-BE49-F238E27FC236}">
                    <a16:creationId xmlns:a16="http://schemas.microsoft.com/office/drawing/2014/main" id="{6D94A084-C076-0495-0091-9160CAA6F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604" y="7321581"/>
                <a:ext cx="465832" cy="215444"/>
              </a:xfrm>
              <a:prstGeom prst="rect">
                <a:avLst/>
              </a:prstGeom>
              <a:blipFill>
                <a:blip r:embed="rId33"/>
                <a:stretch>
                  <a:fillRect l="-11688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7" name="文本框 686">
                <a:extLst>
                  <a:ext uri="{FF2B5EF4-FFF2-40B4-BE49-F238E27FC236}">
                    <a16:creationId xmlns:a16="http://schemas.microsoft.com/office/drawing/2014/main" id="{2EB5B91F-3853-2293-47CA-A3BAA3F7D86A}"/>
                  </a:ext>
                </a:extLst>
              </p:cNvPr>
              <p:cNvSpPr txBox="1"/>
              <p:nvPr/>
            </p:nvSpPr>
            <p:spPr>
              <a:xfrm>
                <a:off x="3247778" y="7321581"/>
                <a:ext cx="46583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687" name="文本框 686">
                <a:extLst>
                  <a:ext uri="{FF2B5EF4-FFF2-40B4-BE49-F238E27FC236}">
                    <a16:creationId xmlns:a16="http://schemas.microsoft.com/office/drawing/2014/main" id="{2EB5B91F-3853-2293-47CA-A3BAA3F7D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7778" y="7321581"/>
                <a:ext cx="465832" cy="215444"/>
              </a:xfrm>
              <a:prstGeom prst="rect">
                <a:avLst/>
              </a:prstGeom>
              <a:blipFill>
                <a:blip r:embed="rId34"/>
                <a:stretch>
                  <a:fillRect l="-13158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8" name="文本框 687">
            <a:extLst>
              <a:ext uri="{FF2B5EF4-FFF2-40B4-BE49-F238E27FC236}">
                <a16:creationId xmlns:a16="http://schemas.microsoft.com/office/drawing/2014/main" id="{FBE8DE78-C891-D53C-C66A-21FF637D804F}"/>
              </a:ext>
            </a:extLst>
          </p:cNvPr>
          <p:cNvSpPr txBox="1"/>
          <p:nvPr/>
        </p:nvSpPr>
        <p:spPr>
          <a:xfrm>
            <a:off x="3352054" y="3305749"/>
            <a:ext cx="1140943" cy="531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Intervention </a:t>
            </a:r>
          </a:p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Module</a:t>
            </a:r>
            <a:endParaRPr lang="en-US" altLang="zh-CN" sz="14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89" name="文本框 688">
            <a:extLst>
              <a:ext uri="{FF2B5EF4-FFF2-40B4-BE49-F238E27FC236}">
                <a16:creationId xmlns:a16="http://schemas.microsoft.com/office/drawing/2014/main" id="{301ACA1C-A453-4017-AC7D-FD402D2F6172}"/>
              </a:ext>
            </a:extLst>
          </p:cNvPr>
          <p:cNvSpPr txBox="1"/>
          <p:nvPr/>
        </p:nvSpPr>
        <p:spPr>
          <a:xfrm>
            <a:off x="5715376" y="2159655"/>
            <a:ext cx="1662139" cy="531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b="1" spc="-9" dirty="0">
                <a:latin typeface="Times New Roman"/>
                <a:cs typeface="Times New Roman"/>
              </a:rPr>
              <a:t>Disentangle </a:t>
            </a:r>
          </a:p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b="1" spc="-9" dirty="0">
                <a:latin typeface="Times New Roman"/>
                <a:cs typeface="Times New Roman"/>
              </a:rPr>
              <a:t>Regularization</a:t>
            </a:r>
            <a:endParaRPr lang="en-US" altLang="zh-CN" sz="1400" b="1" dirty="0">
              <a:latin typeface="Times New Roman"/>
              <a:cs typeface="Times New Roman"/>
            </a:endParaRPr>
          </a:p>
        </p:txBody>
      </p:sp>
      <p:sp>
        <p:nvSpPr>
          <p:cNvPr id="690" name="文本框 689">
            <a:extLst>
              <a:ext uri="{FF2B5EF4-FFF2-40B4-BE49-F238E27FC236}">
                <a16:creationId xmlns:a16="http://schemas.microsoft.com/office/drawing/2014/main" id="{E88117AC-DB36-47BA-F278-308F6A956B80}"/>
              </a:ext>
            </a:extLst>
          </p:cNvPr>
          <p:cNvSpPr txBox="1"/>
          <p:nvPr/>
        </p:nvSpPr>
        <p:spPr>
          <a:xfrm>
            <a:off x="3383262" y="2180418"/>
            <a:ext cx="1160383" cy="531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Confounder </a:t>
            </a:r>
          </a:p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Dictionary</a:t>
            </a:r>
            <a:endParaRPr lang="en-US" altLang="zh-CN" sz="14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grpSp>
        <p:nvGrpSpPr>
          <p:cNvPr id="691" name="组合 690">
            <a:extLst>
              <a:ext uri="{FF2B5EF4-FFF2-40B4-BE49-F238E27FC236}">
                <a16:creationId xmlns:a16="http://schemas.microsoft.com/office/drawing/2014/main" id="{0EED2507-101C-24FD-8078-284ACB76DF1B}"/>
              </a:ext>
            </a:extLst>
          </p:cNvPr>
          <p:cNvGrpSpPr/>
          <p:nvPr/>
        </p:nvGrpSpPr>
        <p:grpSpPr>
          <a:xfrm>
            <a:off x="5735828" y="4337020"/>
            <a:ext cx="428983" cy="399276"/>
            <a:chOff x="4641125" y="3353521"/>
            <a:chExt cx="428983" cy="399276"/>
          </a:xfrm>
        </p:grpSpPr>
        <p:sp>
          <p:nvSpPr>
            <p:cNvPr id="692" name="矩形: 圆角 691">
              <a:extLst>
                <a:ext uri="{FF2B5EF4-FFF2-40B4-BE49-F238E27FC236}">
                  <a16:creationId xmlns:a16="http://schemas.microsoft.com/office/drawing/2014/main" id="{82CCC8BE-C884-D154-9CF6-693FA10E2204}"/>
                </a:ext>
              </a:extLst>
            </p:cNvPr>
            <p:cNvSpPr/>
            <p:nvPr/>
          </p:nvSpPr>
          <p:spPr>
            <a:xfrm>
              <a:off x="4661200" y="3353521"/>
              <a:ext cx="408908" cy="39927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3" name="文本框 692">
                  <a:extLst>
                    <a:ext uri="{FF2B5EF4-FFF2-40B4-BE49-F238E27FC236}">
                      <a16:creationId xmlns:a16="http://schemas.microsoft.com/office/drawing/2014/main" id="{9BBC4FA0-33F8-253C-E4B6-F4125ED0CDC8}"/>
                    </a:ext>
                  </a:extLst>
                </p:cNvPr>
                <p:cNvSpPr txBox="1"/>
                <p:nvPr/>
              </p:nvSpPr>
              <p:spPr>
                <a:xfrm>
                  <a:off x="4641125" y="3387358"/>
                  <a:ext cx="389333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𝒑𝒐</m:t>
                            </m:r>
                          </m:sub>
                        </m:sSub>
                      </m:oMath>
                    </m:oMathPara>
                  </a14:m>
                  <a:endParaRPr lang="zh-CN" altLang="en-US" sz="105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01" name="文本框 1700">
                  <a:extLst>
                    <a:ext uri="{FF2B5EF4-FFF2-40B4-BE49-F238E27FC236}">
                      <a16:creationId xmlns:a16="http://schemas.microsoft.com/office/drawing/2014/main" id="{9DC0D68B-5D16-8E3D-CAF1-5E043AB89A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1125" y="3387358"/>
                  <a:ext cx="389333" cy="327077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94" name="组合 693">
            <a:extLst>
              <a:ext uri="{FF2B5EF4-FFF2-40B4-BE49-F238E27FC236}">
                <a16:creationId xmlns:a16="http://schemas.microsoft.com/office/drawing/2014/main" id="{8275EE6A-DDE8-E643-0818-C8EC50E8769A}"/>
              </a:ext>
            </a:extLst>
          </p:cNvPr>
          <p:cNvGrpSpPr/>
          <p:nvPr/>
        </p:nvGrpSpPr>
        <p:grpSpPr>
          <a:xfrm>
            <a:off x="6836624" y="4337020"/>
            <a:ext cx="453089" cy="399276"/>
            <a:chOff x="5100474" y="3353521"/>
            <a:chExt cx="453089" cy="399276"/>
          </a:xfrm>
        </p:grpSpPr>
        <p:sp>
          <p:nvSpPr>
            <p:cNvPr id="695" name="矩形: 圆角 694">
              <a:extLst>
                <a:ext uri="{FF2B5EF4-FFF2-40B4-BE49-F238E27FC236}">
                  <a16:creationId xmlns:a16="http://schemas.microsoft.com/office/drawing/2014/main" id="{A1C32261-30EE-847D-4C1D-B38FEC59BADE}"/>
                </a:ext>
              </a:extLst>
            </p:cNvPr>
            <p:cNvSpPr/>
            <p:nvPr/>
          </p:nvSpPr>
          <p:spPr>
            <a:xfrm>
              <a:off x="5103781" y="3353521"/>
              <a:ext cx="408908" cy="39927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6" name="文本框 695">
                  <a:extLst>
                    <a:ext uri="{FF2B5EF4-FFF2-40B4-BE49-F238E27FC236}">
                      <a16:creationId xmlns:a16="http://schemas.microsoft.com/office/drawing/2014/main" id="{3443240D-BC1E-3945-9990-BF146ED66065}"/>
                    </a:ext>
                  </a:extLst>
                </p:cNvPr>
                <p:cNvSpPr txBox="1"/>
                <p:nvPr/>
              </p:nvSpPr>
              <p:spPr>
                <a:xfrm>
                  <a:off x="5100474" y="3371394"/>
                  <a:ext cx="453089" cy="3281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𝒇𝒐</m:t>
                            </m:r>
                          </m:sub>
                        </m:sSub>
                      </m:oMath>
                    </m:oMathPara>
                  </a14:m>
                  <a:endParaRPr lang="zh-CN" altLang="en-US" sz="105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61" name="文本框 1360">
                  <a:extLst>
                    <a:ext uri="{FF2B5EF4-FFF2-40B4-BE49-F238E27FC236}">
                      <a16:creationId xmlns:a16="http://schemas.microsoft.com/office/drawing/2014/main" id="{A48D31FD-B71D-7B36-A859-6AD92EE56B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0474" y="3371394"/>
                  <a:ext cx="453089" cy="328167"/>
                </a:xfrm>
                <a:prstGeom prst="rect">
                  <a:avLst/>
                </a:prstGeom>
                <a:blipFill>
                  <a:blip r:embed="rId37"/>
                  <a:stretch>
                    <a:fillRect b="-377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97" name="组合 696">
            <a:extLst>
              <a:ext uri="{FF2B5EF4-FFF2-40B4-BE49-F238E27FC236}">
                <a16:creationId xmlns:a16="http://schemas.microsoft.com/office/drawing/2014/main" id="{1C3DA4D1-5D5D-1101-AA4B-760E8D5E4A0F}"/>
              </a:ext>
            </a:extLst>
          </p:cNvPr>
          <p:cNvGrpSpPr/>
          <p:nvPr/>
        </p:nvGrpSpPr>
        <p:grpSpPr>
          <a:xfrm>
            <a:off x="6296264" y="4337020"/>
            <a:ext cx="408908" cy="399276"/>
            <a:chOff x="5901749" y="3393350"/>
            <a:chExt cx="408908" cy="399276"/>
          </a:xfrm>
        </p:grpSpPr>
        <p:sp>
          <p:nvSpPr>
            <p:cNvPr id="698" name="矩形: 圆角 697">
              <a:extLst>
                <a:ext uri="{FF2B5EF4-FFF2-40B4-BE49-F238E27FC236}">
                  <a16:creationId xmlns:a16="http://schemas.microsoft.com/office/drawing/2014/main" id="{1B599E16-A518-ED94-8731-D06FE35305EC}"/>
                </a:ext>
              </a:extLst>
            </p:cNvPr>
            <p:cNvSpPr/>
            <p:nvPr/>
          </p:nvSpPr>
          <p:spPr>
            <a:xfrm>
              <a:off x="5901749" y="3393350"/>
              <a:ext cx="408908" cy="39927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9" name="文本框 698">
                  <a:extLst>
                    <a:ext uri="{FF2B5EF4-FFF2-40B4-BE49-F238E27FC236}">
                      <a16:creationId xmlns:a16="http://schemas.microsoft.com/office/drawing/2014/main" id="{8819FBA1-55EC-EC28-CE2C-A88B732D55D3}"/>
                    </a:ext>
                  </a:extLst>
                </p:cNvPr>
                <p:cNvSpPr txBox="1"/>
                <p:nvPr/>
              </p:nvSpPr>
              <p:spPr>
                <a:xfrm>
                  <a:off x="5908422" y="3436406"/>
                  <a:ext cx="37597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kl</m:t>
                            </m:r>
                          </m:sub>
                        </m:sSub>
                      </m:oMath>
                    </m:oMathPara>
                  </a14:m>
                  <a:endParaRPr lang="zh-CN" altLang="en-US" sz="105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83" name="文本框 1182">
                  <a:extLst>
                    <a:ext uri="{FF2B5EF4-FFF2-40B4-BE49-F238E27FC236}">
                      <a16:creationId xmlns:a16="http://schemas.microsoft.com/office/drawing/2014/main" id="{F69C7BFC-704A-58D8-06BB-2FAD822A94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8422" y="3436406"/>
                  <a:ext cx="375979" cy="30777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0" name="组合 699">
            <a:extLst>
              <a:ext uri="{FF2B5EF4-FFF2-40B4-BE49-F238E27FC236}">
                <a16:creationId xmlns:a16="http://schemas.microsoft.com/office/drawing/2014/main" id="{06704495-14A8-365A-C2E9-BBA92E2D615E}"/>
              </a:ext>
            </a:extLst>
          </p:cNvPr>
          <p:cNvGrpSpPr/>
          <p:nvPr/>
        </p:nvGrpSpPr>
        <p:grpSpPr>
          <a:xfrm>
            <a:off x="4113467" y="3886578"/>
            <a:ext cx="308123" cy="440780"/>
            <a:chOff x="10715589" y="1290080"/>
            <a:chExt cx="590413" cy="1079341"/>
          </a:xfrm>
        </p:grpSpPr>
        <p:sp>
          <p:nvSpPr>
            <p:cNvPr id="701" name="矩形 700">
              <a:extLst>
                <a:ext uri="{FF2B5EF4-FFF2-40B4-BE49-F238E27FC236}">
                  <a16:creationId xmlns:a16="http://schemas.microsoft.com/office/drawing/2014/main" id="{CD23B755-68C2-EE34-C819-861421BF09B1}"/>
                </a:ext>
              </a:extLst>
            </p:cNvPr>
            <p:cNvSpPr/>
            <p:nvPr/>
          </p:nvSpPr>
          <p:spPr>
            <a:xfrm>
              <a:off x="10715589" y="1290080"/>
              <a:ext cx="590413" cy="10793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6"/>
            </a:p>
          </p:txBody>
        </p:sp>
        <p:pic>
          <p:nvPicPr>
            <p:cNvPr id="702" name="图片 701">
              <a:extLst>
                <a:ext uri="{FF2B5EF4-FFF2-40B4-BE49-F238E27FC236}">
                  <a16:creationId xmlns:a16="http://schemas.microsoft.com/office/drawing/2014/main" id="{31A32BD1-68B2-8A1F-B8D6-4933941C5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0780900" y="1339095"/>
              <a:ext cx="476729" cy="990768"/>
            </a:xfrm>
            <a:prstGeom prst="rect">
              <a:avLst/>
            </a:prstGeom>
          </p:spPr>
        </p:pic>
      </p:grpSp>
      <p:sp>
        <p:nvSpPr>
          <p:cNvPr id="703" name="文本框 702">
            <a:extLst>
              <a:ext uri="{FF2B5EF4-FFF2-40B4-BE49-F238E27FC236}">
                <a16:creationId xmlns:a16="http://schemas.microsoft.com/office/drawing/2014/main" id="{22515F06-30D7-DDDB-FB84-7675C9EEE27D}"/>
              </a:ext>
            </a:extLst>
          </p:cNvPr>
          <p:cNvSpPr txBox="1"/>
          <p:nvPr/>
        </p:nvSpPr>
        <p:spPr>
          <a:xfrm>
            <a:off x="5085512" y="4028121"/>
            <a:ext cx="403126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ID</a:t>
            </a:r>
            <a:endParaRPr lang="en-US" altLang="zh-CN" sz="14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cxnSp>
        <p:nvCxnSpPr>
          <p:cNvPr id="704" name="直接箭头连接符 703">
            <a:extLst>
              <a:ext uri="{FF2B5EF4-FFF2-40B4-BE49-F238E27FC236}">
                <a16:creationId xmlns:a16="http://schemas.microsoft.com/office/drawing/2014/main" id="{13FCAA7C-0B9E-1477-8050-3BF759029F73}"/>
              </a:ext>
            </a:extLst>
          </p:cNvPr>
          <p:cNvCxnSpPr>
            <a:cxnSpLocks/>
          </p:cNvCxnSpPr>
          <p:nvPr/>
        </p:nvCxnSpPr>
        <p:spPr>
          <a:xfrm flipV="1">
            <a:off x="4483011" y="4193954"/>
            <a:ext cx="645122" cy="1718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5" name="直接箭头连接符 704">
            <a:extLst>
              <a:ext uri="{FF2B5EF4-FFF2-40B4-BE49-F238E27FC236}">
                <a16:creationId xmlns:a16="http://schemas.microsoft.com/office/drawing/2014/main" id="{F13CDB45-EED8-42AA-9062-9461D26433C6}"/>
              </a:ext>
            </a:extLst>
          </p:cNvPr>
          <p:cNvCxnSpPr>
            <a:cxnSpLocks/>
          </p:cNvCxnSpPr>
          <p:nvPr/>
        </p:nvCxnSpPr>
        <p:spPr>
          <a:xfrm>
            <a:off x="4849281" y="3799665"/>
            <a:ext cx="281099" cy="307816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6" name="直接箭头连接符 705">
            <a:extLst>
              <a:ext uri="{FF2B5EF4-FFF2-40B4-BE49-F238E27FC236}">
                <a16:creationId xmlns:a16="http://schemas.microsoft.com/office/drawing/2014/main" id="{C1DC8C50-A57C-5316-EDD4-D5A4C3B4233E}"/>
              </a:ext>
            </a:extLst>
          </p:cNvPr>
          <p:cNvCxnSpPr>
            <a:cxnSpLocks/>
          </p:cNvCxnSpPr>
          <p:nvPr/>
        </p:nvCxnSpPr>
        <p:spPr>
          <a:xfrm flipH="1">
            <a:off x="4455583" y="3801038"/>
            <a:ext cx="252017" cy="334929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7" name="组合 706">
            <a:extLst>
              <a:ext uri="{FF2B5EF4-FFF2-40B4-BE49-F238E27FC236}">
                <a16:creationId xmlns:a16="http://schemas.microsoft.com/office/drawing/2014/main" id="{5449946B-15F1-CDBA-6E38-32E2304FC77E}"/>
              </a:ext>
            </a:extLst>
          </p:cNvPr>
          <p:cNvGrpSpPr/>
          <p:nvPr/>
        </p:nvGrpSpPr>
        <p:grpSpPr>
          <a:xfrm rot="1972072">
            <a:off x="4572336" y="3848035"/>
            <a:ext cx="49937" cy="201801"/>
            <a:chOff x="6196576" y="883153"/>
            <a:chExt cx="13616" cy="229675"/>
          </a:xfrm>
        </p:grpSpPr>
        <p:sp>
          <p:nvSpPr>
            <p:cNvPr id="708" name="矩形 707">
              <a:extLst>
                <a:ext uri="{FF2B5EF4-FFF2-40B4-BE49-F238E27FC236}">
                  <a16:creationId xmlns:a16="http://schemas.microsoft.com/office/drawing/2014/main" id="{1A504E63-B270-A065-E82C-BC4BA5989F8F}"/>
                </a:ext>
              </a:extLst>
            </p:cNvPr>
            <p:cNvSpPr/>
            <p:nvPr/>
          </p:nvSpPr>
          <p:spPr>
            <a:xfrm rot="18870730" flipH="1">
              <a:off x="6089080" y="990649"/>
              <a:ext cx="227457" cy="1246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9" name="矩形 708">
              <a:extLst>
                <a:ext uri="{FF2B5EF4-FFF2-40B4-BE49-F238E27FC236}">
                  <a16:creationId xmlns:a16="http://schemas.microsoft.com/office/drawing/2014/main" id="{C42F3284-50B8-63D3-6524-21308437C86F}"/>
                </a:ext>
              </a:extLst>
            </p:cNvPr>
            <p:cNvSpPr/>
            <p:nvPr/>
          </p:nvSpPr>
          <p:spPr>
            <a:xfrm rot="13555562" flipH="1">
              <a:off x="6089646" y="992282"/>
              <a:ext cx="228626" cy="1246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10" name="组合 709">
            <a:extLst>
              <a:ext uri="{FF2B5EF4-FFF2-40B4-BE49-F238E27FC236}">
                <a16:creationId xmlns:a16="http://schemas.microsoft.com/office/drawing/2014/main" id="{2E4C5BB9-519A-3B04-FFFB-D02D947E00AB}"/>
              </a:ext>
            </a:extLst>
          </p:cNvPr>
          <p:cNvGrpSpPr/>
          <p:nvPr/>
        </p:nvGrpSpPr>
        <p:grpSpPr>
          <a:xfrm>
            <a:off x="3493326" y="3914191"/>
            <a:ext cx="428983" cy="399276"/>
            <a:chOff x="4641125" y="3353521"/>
            <a:chExt cx="428983" cy="399276"/>
          </a:xfrm>
        </p:grpSpPr>
        <p:sp>
          <p:nvSpPr>
            <p:cNvPr id="711" name="矩形: 圆角 710">
              <a:extLst>
                <a:ext uri="{FF2B5EF4-FFF2-40B4-BE49-F238E27FC236}">
                  <a16:creationId xmlns:a16="http://schemas.microsoft.com/office/drawing/2014/main" id="{96E40961-7CD7-016A-053A-41494F02B307}"/>
                </a:ext>
              </a:extLst>
            </p:cNvPr>
            <p:cNvSpPr/>
            <p:nvPr/>
          </p:nvSpPr>
          <p:spPr>
            <a:xfrm>
              <a:off x="4661200" y="3353521"/>
              <a:ext cx="408908" cy="399276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2" name="文本框 711">
                  <a:extLst>
                    <a:ext uri="{FF2B5EF4-FFF2-40B4-BE49-F238E27FC236}">
                      <a16:creationId xmlns:a16="http://schemas.microsoft.com/office/drawing/2014/main" id="{EBFE1F0F-D30C-C144-0A00-A80FB955231E}"/>
                    </a:ext>
                  </a:extLst>
                </p:cNvPr>
                <p:cNvSpPr txBox="1"/>
                <p:nvPr/>
              </p:nvSpPr>
              <p:spPr>
                <a:xfrm>
                  <a:off x="4641125" y="3387358"/>
                  <a:ext cx="389333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int</m:t>
                            </m:r>
                          </m:sub>
                        </m:sSub>
                      </m:oMath>
                    </m:oMathPara>
                  </a14:m>
                  <a:endParaRPr lang="zh-CN" altLang="en-US" sz="105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43" name="文本框 1742">
                  <a:extLst>
                    <a:ext uri="{FF2B5EF4-FFF2-40B4-BE49-F238E27FC236}">
                      <a16:creationId xmlns:a16="http://schemas.microsoft.com/office/drawing/2014/main" id="{F29006E9-311B-CE1A-3EF3-0B09F9BDDA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1125" y="3387358"/>
                  <a:ext cx="389333" cy="307777"/>
                </a:xfrm>
                <a:prstGeom prst="rect">
                  <a:avLst/>
                </a:prstGeom>
                <a:blipFill>
                  <a:blip r:embed="rId40"/>
                  <a:stretch>
                    <a:fillRect r="-468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3" name="组合 712">
            <a:extLst>
              <a:ext uri="{FF2B5EF4-FFF2-40B4-BE49-F238E27FC236}">
                <a16:creationId xmlns:a16="http://schemas.microsoft.com/office/drawing/2014/main" id="{24B29D8E-E9EB-F9BA-5A99-5759993C6292}"/>
              </a:ext>
            </a:extLst>
          </p:cNvPr>
          <p:cNvGrpSpPr/>
          <p:nvPr/>
        </p:nvGrpSpPr>
        <p:grpSpPr>
          <a:xfrm>
            <a:off x="5927907" y="2727028"/>
            <a:ext cx="308123" cy="440780"/>
            <a:chOff x="10715589" y="1290080"/>
            <a:chExt cx="590413" cy="1079341"/>
          </a:xfrm>
        </p:grpSpPr>
        <p:sp>
          <p:nvSpPr>
            <p:cNvPr id="714" name="矩形 713">
              <a:extLst>
                <a:ext uri="{FF2B5EF4-FFF2-40B4-BE49-F238E27FC236}">
                  <a16:creationId xmlns:a16="http://schemas.microsoft.com/office/drawing/2014/main" id="{F68B31B3-710C-42A8-3EFA-48F886E926D6}"/>
                </a:ext>
              </a:extLst>
            </p:cNvPr>
            <p:cNvSpPr/>
            <p:nvPr/>
          </p:nvSpPr>
          <p:spPr>
            <a:xfrm>
              <a:off x="10715589" y="1290080"/>
              <a:ext cx="590413" cy="10793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6"/>
            </a:p>
          </p:txBody>
        </p:sp>
        <p:pic>
          <p:nvPicPr>
            <p:cNvPr id="715" name="图片 714">
              <a:extLst>
                <a:ext uri="{FF2B5EF4-FFF2-40B4-BE49-F238E27FC236}">
                  <a16:creationId xmlns:a16="http://schemas.microsoft.com/office/drawing/2014/main" id="{735465B7-2092-DFF5-3601-30DE7DFB5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0780900" y="1339095"/>
              <a:ext cx="476729" cy="990768"/>
            </a:xfrm>
            <a:prstGeom prst="rect">
              <a:avLst/>
            </a:prstGeom>
          </p:spPr>
        </p:pic>
      </p:grpSp>
      <p:sp>
        <p:nvSpPr>
          <p:cNvPr id="716" name="箭头: 右 715">
            <a:extLst>
              <a:ext uri="{FF2B5EF4-FFF2-40B4-BE49-F238E27FC236}">
                <a16:creationId xmlns:a16="http://schemas.microsoft.com/office/drawing/2014/main" id="{470E40B1-C347-B5B4-E27D-E26431F77346}"/>
              </a:ext>
            </a:extLst>
          </p:cNvPr>
          <p:cNvSpPr/>
          <p:nvPr/>
        </p:nvSpPr>
        <p:spPr>
          <a:xfrm rot="5400000">
            <a:off x="4218379" y="2862729"/>
            <a:ext cx="422615" cy="308344"/>
          </a:xfrm>
          <a:prstGeom prst="rightArrow">
            <a:avLst/>
          </a:prstGeom>
          <a:noFill/>
          <a:ln w="28575">
            <a:solidFill>
              <a:srgbClr val="5482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17" name="直接连接符 716">
            <a:extLst>
              <a:ext uri="{FF2B5EF4-FFF2-40B4-BE49-F238E27FC236}">
                <a16:creationId xmlns:a16="http://schemas.microsoft.com/office/drawing/2014/main" id="{2839ECDD-768A-1B6A-952B-B80AD2C2FE4B}"/>
              </a:ext>
            </a:extLst>
          </p:cNvPr>
          <p:cNvCxnSpPr>
            <a:cxnSpLocks/>
          </p:cNvCxnSpPr>
          <p:nvPr/>
        </p:nvCxnSpPr>
        <p:spPr>
          <a:xfrm>
            <a:off x="2677249" y="2652637"/>
            <a:ext cx="0" cy="450079"/>
          </a:xfrm>
          <a:prstGeom prst="line">
            <a:avLst/>
          </a:prstGeom>
          <a:ln w="19050">
            <a:solidFill>
              <a:srgbClr val="548235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直接箭头连接符 717">
            <a:extLst>
              <a:ext uri="{FF2B5EF4-FFF2-40B4-BE49-F238E27FC236}">
                <a16:creationId xmlns:a16="http://schemas.microsoft.com/office/drawing/2014/main" id="{F078253D-8682-44B4-8019-1C213A0DF9DC}"/>
              </a:ext>
            </a:extLst>
          </p:cNvPr>
          <p:cNvCxnSpPr>
            <a:cxnSpLocks/>
          </p:cNvCxnSpPr>
          <p:nvPr/>
        </p:nvCxnSpPr>
        <p:spPr>
          <a:xfrm>
            <a:off x="2764599" y="4684352"/>
            <a:ext cx="445831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9" name="组合 718">
            <a:extLst>
              <a:ext uri="{FF2B5EF4-FFF2-40B4-BE49-F238E27FC236}">
                <a16:creationId xmlns:a16="http://schemas.microsoft.com/office/drawing/2014/main" id="{21AA94BE-AB62-5DAE-8639-E1C61D0E5BA4}"/>
              </a:ext>
            </a:extLst>
          </p:cNvPr>
          <p:cNvGrpSpPr/>
          <p:nvPr/>
        </p:nvGrpSpPr>
        <p:grpSpPr>
          <a:xfrm>
            <a:off x="6736599" y="5900842"/>
            <a:ext cx="428983" cy="399276"/>
            <a:chOff x="4641125" y="3353521"/>
            <a:chExt cx="428983" cy="399276"/>
          </a:xfrm>
        </p:grpSpPr>
        <p:sp>
          <p:nvSpPr>
            <p:cNvPr id="720" name="矩形: 圆角 719">
              <a:extLst>
                <a:ext uri="{FF2B5EF4-FFF2-40B4-BE49-F238E27FC236}">
                  <a16:creationId xmlns:a16="http://schemas.microsoft.com/office/drawing/2014/main" id="{283AC77E-1A99-FA0A-189F-FF95939900DB}"/>
                </a:ext>
              </a:extLst>
            </p:cNvPr>
            <p:cNvSpPr/>
            <p:nvPr/>
          </p:nvSpPr>
          <p:spPr>
            <a:xfrm>
              <a:off x="4661200" y="3353521"/>
              <a:ext cx="408908" cy="399276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1" name="文本框 720">
                  <a:extLst>
                    <a:ext uri="{FF2B5EF4-FFF2-40B4-BE49-F238E27FC236}">
                      <a16:creationId xmlns:a16="http://schemas.microsoft.com/office/drawing/2014/main" id="{AA5D32D3-4CDD-5762-2AB1-3A309395AEF5}"/>
                    </a:ext>
                  </a:extLst>
                </p:cNvPr>
                <p:cNvSpPr txBox="1"/>
                <p:nvPr/>
              </p:nvSpPr>
              <p:spPr>
                <a:xfrm>
                  <a:off x="4641125" y="3387358"/>
                  <a:ext cx="389333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int</m:t>
                            </m:r>
                          </m:sub>
                        </m:sSub>
                      </m:oMath>
                    </m:oMathPara>
                  </a14:m>
                  <a:endParaRPr lang="zh-CN" altLang="en-US" sz="105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75" name="文本框 1774">
                  <a:extLst>
                    <a:ext uri="{FF2B5EF4-FFF2-40B4-BE49-F238E27FC236}">
                      <a16:creationId xmlns:a16="http://schemas.microsoft.com/office/drawing/2014/main" id="{A82AE891-EC57-986F-C9B2-637124219E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1125" y="3387358"/>
                  <a:ext cx="389333" cy="307777"/>
                </a:xfrm>
                <a:prstGeom prst="rect">
                  <a:avLst/>
                </a:prstGeom>
                <a:blipFill>
                  <a:blip r:embed="rId41"/>
                  <a:stretch>
                    <a:fillRect r="-312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22" name="直接箭头连接符 721">
            <a:extLst>
              <a:ext uri="{FF2B5EF4-FFF2-40B4-BE49-F238E27FC236}">
                <a16:creationId xmlns:a16="http://schemas.microsoft.com/office/drawing/2014/main" id="{74DD079C-DD1D-E157-C72C-B6DA2F02996E}"/>
              </a:ext>
            </a:extLst>
          </p:cNvPr>
          <p:cNvCxnSpPr>
            <a:cxnSpLocks/>
          </p:cNvCxnSpPr>
          <p:nvPr/>
        </p:nvCxnSpPr>
        <p:spPr>
          <a:xfrm flipV="1">
            <a:off x="6972894" y="6300118"/>
            <a:ext cx="1313" cy="332651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3" name="组合 722">
            <a:extLst>
              <a:ext uri="{FF2B5EF4-FFF2-40B4-BE49-F238E27FC236}">
                <a16:creationId xmlns:a16="http://schemas.microsoft.com/office/drawing/2014/main" id="{21A2091D-BBCF-8124-6985-90A788C0D333}"/>
              </a:ext>
            </a:extLst>
          </p:cNvPr>
          <p:cNvGrpSpPr/>
          <p:nvPr/>
        </p:nvGrpSpPr>
        <p:grpSpPr>
          <a:xfrm>
            <a:off x="9365568" y="7558384"/>
            <a:ext cx="408908" cy="399276"/>
            <a:chOff x="5901749" y="3393350"/>
            <a:chExt cx="408908" cy="399276"/>
          </a:xfrm>
        </p:grpSpPr>
        <p:sp>
          <p:nvSpPr>
            <p:cNvPr id="724" name="矩形: 圆角 723">
              <a:extLst>
                <a:ext uri="{FF2B5EF4-FFF2-40B4-BE49-F238E27FC236}">
                  <a16:creationId xmlns:a16="http://schemas.microsoft.com/office/drawing/2014/main" id="{F74763B6-DA1A-381C-FA75-D32BE167E3CB}"/>
                </a:ext>
              </a:extLst>
            </p:cNvPr>
            <p:cNvSpPr/>
            <p:nvPr/>
          </p:nvSpPr>
          <p:spPr>
            <a:xfrm>
              <a:off x="5901749" y="3393350"/>
              <a:ext cx="408908" cy="39927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5" name="文本框 724">
                  <a:extLst>
                    <a:ext uri="{FF2B5EF4-FFF2-40B4-BE49-F238E27FC236}">
                      <a16:creationId xmlns:a16="http://schemas.microsoft.com/office/drawing/2014/main" id="{E7092076-33F3-DD82-58F8-1B515787C330}"/>
                    </a:ext>
                  </a:extLst>
                </p:cNvPr>
                <p:cNvSpPr txBox="1"/>
                <p:nvPr/>
              </p:nvSpPr>
              <p:spPr>
                <a:xfrm>
                  <a:off x="5908422" y="3436406"/>
                  <a:ext cx="37597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kl</m:t>
                            </m:r>
                          </m:sub>
                        </m:sSub>
                      </m:oMath>
                    </m:oMathPara>
                  </a14:m>
                  <a:endParaRPr lang="zh-CN" altLang="en-US" sz="105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88" name="文本框 1787">
                  <a:extLst>
                    <a:ext uri="{FF2B5EF4-FFF2-40B4-BE49-F238E27FC236}">
                      <a16:creationId xmlns:a16="http://schemas.microsoft.com/office/drawing/2014/main" id="{788334C1-F5BE-1919-FB91-35F8C6F35B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8422" y="3436406"/>
                  <a:ext cx="375979" cy="30777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26" name="矩形: 圆角 725">
            <a:extLst>
              <a:ext uri="{FF2B5EF4-FFF2-40B4-BE49-F238E27FC236}">
                <a16:creationId xmlns:a16="http://schemas.microsoft.com/office/drawing/2014/main" id="{E9840854-2AF0-3F0C-4EF6-E208D10B37AD}"/>
              </a:ext>
            </a:extLst>
          </p:cNvPr>
          <p:cNvSpPr/>
          <p:nvPr/>
        </p:nvSpPr>
        <p:spPr>
          <a:xfrm>
            <a:off x="12089140" y="5404034"/>
            <a:ext cx="1859692" cy="2334092"/>
          </a:xfrm>
          <a:prstGeom prst="roundRect">
            <a:avLst>
              <a:gd name="adj" fmla="val 10927"/>
            </a:avLst>
          </a:prstGeom>
          <a:noFill/>
          <a:ln w="19050">
            <a:solidFill>
              <a:srgbClr val="D0A8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27" name="组合 726">
            <a:extLst>
              <a:ext uri="{FF2B5EF4-FFF2-40B4-BE49-F238E27FC236}">
                <a16:creationId xmlns:a16="http://schemas.microsoft.com/office/drawing/2014/main" id="{B4913952-5F7A-5138-41FB-A61951D0CEE5}"/>
              </a:ext>
            </a:extLst>
          </p:cNvPr>
          <p:cNvGrpSpPr/>
          <p:nvPr/>
        </p:nvGrpSpPr>
        <p:grpSpPr>
          <a:xfrm>
            <a:off x="12812067" y="7283668"/>
            <a:ext cx="453089" cy="399276"/>
            <a:chOff x="5100474" y="3353521"/>
            <a:chExt cx="453089" cy="399276"/>
          </a:xfrm>
        </p:grpSpPr>
        <p:sp>
          <p:nvSpPr>
            <p:cNvPr id="728" name="矩形: 圆角 727">
              <a:extLst>
                <a:ext uri="{FF2B5EF4-FFF2-40B4-BE49-F238E27FC236}">
                  <a16:creationId xmlns:a16="http://schemas.microsoft.com/office/drawing/2014/main" id="{7E75CBD1-F176-D582-AA6B-BC9F9E0E0D34}"/>
                </a:ext>
              </a:extLst>
            </p:cNvPr>
            <p:cNvSpPr/>
            <p:nvPr/>
          </p:nvSpPr>
          <p:spPr>
            <a:xfrm>
              <a:off x="5103781" y="3353521"/>
              <a:ext cx="408908" cy="39927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9" name="文本框 728">
                  <a:extLst>
                    <a:ext uri="{FF2B5EF4-FFF2-40B4-BE49-F238E27FC236}">
                      <a16:creationId xmlns:a16="http://schemas.microsoft.com/office/drawing/2014/main" id="{26A5FA20-BB29-A80D-CA4A-7655EEC2E97A}"/>
                    </a:ext>
                  </a:extLst>
                </p:cNvPr>
                <p:cNvSpPr txBox="1"/>
                <p:nvPr/>
              </p:nvSpPr>
              <p:spPr>
                <a:xfrm>
                  <a:off x="5100474" y="3371394"/>
                  <a:ext cx="453089" cy="3281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𝒇𝒐</m:t>
                            </m:r>
                          </m:sub>
                        </m:sSub>
                      </m:oMath>
                    </m:oMathPara>
                  </a14:m>
                  <a:endParaRPr lang="zh-CN" altLang="en-US" sz="105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03" name="文本框 1802">
                  <a:extLst>
                    <a:ext uri="{FF2B5EF4-FFF2-40B4-BE49-F238E27FC236}">
                      <a16:creationId xmlns:a16="http://schemas.microsoft.com/office/drawing/2014/main" id="{CED3B5A7-3CCF-5E15-CA74-1FB857D4D9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0474" y="3371394"/>
                  <a:ext cx="453089" cy="328167"/>
                </a:xfrm>
                <a:prstGeom prst="rect">
                  <a:avLst/>
                </a:prstGeom>
                <a:blipFill>
                  <a:blip r:embed="rId42"/>
                  <a:stretch>
                    <a:fillRect b="-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30" name="直接箭头连接符 729">
            <a:extLst>
              <a:ext uri="{FF2B5EF4-FFF2-40B4-BE49-F238E27FC236}">
                <a16:creationId xmlns:a16="http://schemas.microsoft.com/office/drawing/2014/main" id="{F3547A9E-47B3-375D-730F-25A52488C1B0}"/>
              </a:ext>
            </a:extLst>
          </p:cNvPr>
          <p:cNvCxnSpPr>
            <a:cxnSpLocks/>
          </p:cNvCxnSpPr>
          <p:nvPr/>
        </p:nvCxnSpPr>
        <p:spPr>
          <a:xfrm flipV="1">
            <a:off x="12460275" y="5919645"/>
            <a:ext cx="0" cy="591354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1" name="直接箭头连接符 730">
            <a:extLst>
              <a:ext uri="{FF2B5EF4-FFF2-40B4-BE49-F238E27FC236}">
                <a16:creationId xmlns:a16="http://schemas.microsoft.com/office/drawing/2014/main" id="{FFB7BA29-3BEA-E4B5-C590-8251655BC9D9}"/>
              </a:ext>
            </a:extLst>
          </p:cNvPr>
          <p:cNvCxnSpPr>
            <a:cxnSpLocks/>
          </p:cNvCxnSpPr>
          <p:nvPr/>
        </p:nvCxnSpPr>
        <p:spPr>
          <a:xfrm>
            <a:off x="12451486" y="6641173"/>
            <a:ext cx="0" cy="538203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2" name="直接箭头连接符 731">
            <a:extLst>
              <a:ext uri="{FF2B5EF4-FFF2-40B4-BE49-F238E27FC236}">
                <a16:creationId xmlns:a16="http://schemas.microsoft.com/office/drawing/2014/main" id="{1D559DC6-3882-56F6-E135-5A420054D87D}"/>
              </a:ext>
            </a:extLst>
          </p:cNvPr>
          <p:cNvCxnSpPr>
            <a:cxnSpLocks/>
          </p:cNvCxnSpPr>
          <p:nvPr/>
        </p:nvCxnSpPr>
        <p:spPr>
          <a:xfrm flipH="1" flipV="1">
            <a:off x="12493319" y="5927642"/>
            <a:ext cx="396609" cy="537174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3" name="直接箭头连接符 732">
            <a:extLst>
              <a:ext uri="{FF2B5EF4-FFF2-40B4-BE49-F238E27FC236}">
                <a16:creationId xmlns:a16="http://schemas.microsoft.com/office/drawing/2014/main" id="{CAA9885C-41BC-04F6-4D37-EC0E9E64A324}"/>
              </a:ext>
            </a:extLst>
          </p:cNvPr>
          <p:cNvCxnSpPr>
            <a:cxnSpLocks/>
          </p:cNvCxnSpPr>
          <p:nvPr/>
        </p:nvCxnSpPr>
        <p:spPr>
          <a:xfrm>
            <a:off x="12999670" y="6642196"/>
            <a:ext cx="421918" cy="564004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4" name="直接箭头连接符 733">
            <a:extLst>
              <a:ext uri="{FF2B5EF4-FFF2-40B4-BE49-F238E27FC236}">
                <a16:creationId xmlns:a16="http://schemas.microsoft.com/office/drawing/2014/main" id="{2AB18BD8-0ED6-7F7F-A404-5E1A630F0520}"/>
              </a:ext>
            </a:extLst>
          </p:cNvPr>
          <p:cNvCxnSpPr>
            <a:cxnSpLocks/>
          </p:cNvCxnSpPr>
          <p:nvPr/>
        </p:nvCxnSpPr>
        <p:spPr>
          <a:xfrm flipH="1" flipV="1">
            <a:off x="12524487" y="5915785"/>
            <a:ext cx="416208" cy="175441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5" name="直接箭头连接符 734">
            <a:extLst>
              <a:ext uri="{FF2B5EF4-FFF2-40B4-BE49-F238E27FC236}">
                <a16:creationId xmlns:a16="http://schemas.microsoft.com/office/drawing/2014/main" id="{8B2D86ED-7A19-F923-EA20-7D17C3678329}"/>
              </a:ext>
            </a:extLst>
          </p:cNvPr>
          <p:cNvCxnSpPr>
            <a:cxnSpLocks/>
          </p:cNvCxnSpPr>
          <p:nvPr/>
        </p:nvCxnSpPr>
        <p:spPr>
          <a:xfrm>
            <a:off x="13057792" y="6135806"/>
            <a:ext cx="423797" cy="133605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6" name="组合 735">
            <a:extLst>
              <a:ext uri="{FF2B5EF4-FFF2-40B4-BE49-F238E27FC236}">
                <a16:creationId xmlns:a16="http://schemas.microsoft.com/office/drawing/2014/main" id="{BA339C97-F906-2829-CFAC-D121035EEDE9}"/>
              </a:ext>
            </a:extLst>
          </p:cNvPr>
          <p:cNvGrpSpPr/>
          <p:nvPr/>
        </p:nvGrpSpPr>
        <p:grpSpPr>
          <a:xfrm>
            <a:off x="2333805" y="3630695"/>
            <a:ext cx="707850" cy="724554"/>
            <a:chOff x="4534247" y="6079615"/>
            <a:chExt cx="586629" cy="600472"/>
          </a:xfrm>
          <a:solidFill>
            <a:srgbClr val="E0E8F5">
              <a:alpha val="60000"/>
            </a:srgbClr>
          </a:solidFill>
        </p:grpSpPr>
        <p:sp>
          <p:nvSpPr>
            <p:cNvPr id="737" name="矩形 736">
              <a:extLst>
                <a:ext uri="{FF2B5EF4-FFF2-40B4-BE49-F238E27FC236}">
                  <a16:creationId xmlns:a16="http://schemas.microsoft.com/office/drawing/2014/main" id="{23A86847-8DBA-0E3C-1D11-E1B6AA57B884}"/>
                </a:ext>
              </a:extLst>
            </p:cNvPr>
            <p:cNvSpPr/>
            <p:nvPr/>
          </p:nvSpPr>
          <p:spPr>
            <a:xfrm>
              <a:off x="4732732" y="6079615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738" name="矩形 737">
              <a:extLst>
                <a:ext uri="{FF2B5EF4-FFF2-40B4-BE49-F238E27FC236}">
                  <a16:creationId xmlns:a16="http://schemas.microsoft.com/office/drawing/2014/main" id="{54784783-050A-41A0-E7AF-C7841844F940}"/>
                </a:ext>
              </a:extLst>
            </p:cNvPr>
            <p:cNvSpPr/>
            <p:nvPr/>
          </p:nvSpPr>
          <p:spPr>
            <a:xfrm>
              <a:off x="4665423" y="6147895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739" name="矩形 738">
              <a:extLst>
                <a:ext uri="{FF2B5EF4-FFF2-40B4-BE49-F238E27FC236}">
                  <a16:creationId xmlns:a16="http://schemas.microsoft.com/office/drawing/2014/main" id="{64341912-5B20-2B8C-4C05-AE373E2C6BE4}"/>
                </a:ext>
              </a:extLst>
            </p:cNvPr>
            <p:cNvSpPr/>
            <p:nvPr/>
          </p:nvSpPr>
          <p:spPr>
            <a:xfrm>
              <a:off x="4601556" y="6217728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740" name="矩形 739">
              <a:extLst>
                <a:ext uri="{FF2B5EF4-FFF2-40B4-BE49-F238E27FC236}">
                  <a16:creationId xmlns:a16="http://schemas.microsoft.com/office/drawing/2014/main" id="{2105DBFD-D107-AB39-88AF-C0E0EE63A57F}"/>
                </a:ext>
              </a:extLst>
            </p:cNvPr>
            <p:cNvSpPr/>
            <p:nvPr/>
          </p:nvSpPr>
          <p:spPr>
            <a:xfrm>
              <a:off x="4534247" y="6286008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</p:grpSp>
      <p:cxnSp>
        <p:nvCxnSpPr>
          <p:cNvPr id="741" name="直接箭头连接符 740">
            <a:extLst>
              <a:ext uri="{FF2B5EF4-FFF2-40B4-BE49-F238E27FC236}">
                <a16:creationId xmlns:a16="http://schemas.microsoft.com/office/drawing/2014/main" id="{598CB3F1-F402-1FEE-C188-5C2F21ADBBB2}"/>
              </a:ext>
            </a:extLst>
          </p:cNvPr>
          <p:cNvCxnSpPr>
            <a:cxnSpLocks/>
          </p:cNvCxnSpPr>
          <p:nvPr/>
        </p:nvCxnSpPr>
        <p:spPr>
          <a:xfrm>
            <a:off x="2897535" y="4031977"/>
            <a:ext cx="463283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2" name="文本框 741">
                <a:extLst>
                  <a:ext uri="{FF2B5EF4-FFF2-40B4-BE49-F238E27FC236}">
                    <a16:creationId xmlns:a16="http://schemas.microsoft.com/office/drawing/2014/main" id="{54C82636-34DE-C736-1A78-382B92FCC44D}"/>
                  </a:ext>
                </a:extLst>
              </p:cNvPr>
              <p:cNvSpPr txBox="1"/>
              <p:nvPr/>
            </p:nvSpPr>
            <p:spPr>
              <a:xfrm>
                <a:off x="1900732" y="4063469"/>
                <a:ext cx="435314" cy="2358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42" name="文本框 741">
                <a:extLst>
                  <a:ext uri="{FF2B5EF4-FFF2-40B4-BE49-F238E27FC236}">
                    <a16:creationId xmlns:a16="http://schemas.microsoft.com/office/drawing/2014/main" id="{54C82636-34DE-C736-1A78-382B92FCC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732" y="4063469"/>
                <a:ext cx="435314" cy="235834"/>
              </a:xfrm>
              <a:prstGeom prst="rect">
                <a:avLst/>
              </a:prstGeom>
              <a:blipFill>
                <a:blip r:embed="rId43"/>
                <a:stretch>
                  <a:fillRect l="-7042" r="-4225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3" name="组合 742">
            <a:extLst>
              <a:ext uri="{FF2B5EF4-FFF2-40B4-BE49-F238E27FC236}">
                <a16:creationId xmlns:a16="http://schemas.microsoft.com/office/drawing/2014/main" id="{E37AF2B5-3F9F-AB76-9283-BAAD8F9E0165}"/>
              </a:ext>
            </a:extLst>
          </p:cNvPr>
          <p:cNvGrpSpPr/>
          <p:nvPr/>
        </p:nvGrpSpPr>
        <p:grpSpPr>
          <a:xfrm>
            <a:off x="2342634" y="2075702"/>
            <a:ext cx="707850" cy="724554"/>
            <a:chOff x="4534247" y="6079615"/>
            <a:chExt cx="586629" cy="600472"/>
          </a:xfrm>
          <a:solidFill>
            <a:srgbClr val="E2F0D9">
              <a:alpha val="60000"/>
            </a:srgbClr>
          </a:solidFill>
        </p:grpSpPr>
        <p:sp>
          <p:nvSpPr>
            <p:cNvPr id="744" name="矩形 743">
              <a:extLst>
                <a:ext uri="{FF2B5EF4-FFF2-40B4-BE49-F238E27FC236}">
                  <a16:creationId xmlns:a16="http://schemas.microsoft.com/office/drawing/2014/main" id="{8D5FB7E9-24FE-881B-A296-B1C6671F0F78}"/>
                </a:ext>
              </a:extLst>
            </p:cNvPr>
            <p:cNvSpPr/>
            <p:nvPr/>
          </p:nvSpPr>
          <p:spPr>
            <a:xfrm>
              <a:off x="4732732" y="6079615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745" name="矩形 744">
              <a:extLst>
                <a:ext uri="{FF2B5EF4-FFF2-40B4-BE49-F238E27FC236}">
                  <a16:creationId xmlns:a16="http://schemas.microsoft.com/office/drawing/2014/main" id="{914F02E7-A339-2A5D-D8B7-E9B2CCE26167}"/>
                </a:ext>
              </a:extLst>
            </p:cNvPr>
            <p:cNvSpPr/>
            <p:nvPr/>
          </p:nvSpPr>
          <p:spPr>
            <a:xfrm>
              <a:off x="4665423" y="6147895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746" name="矩形 745">
              <a:extLst>
                <a:ext uri="{FF2B5EF4-FFF2-40B4-BE49-F238E27FC236}">
                  <a16:creationId xmlns:a16="http://schemas.microsoft.com/office/drawing/2014/main" id="{823E8D89-9B4C-956C-D3FA-03AFC2ADA836}"/>
                </a:ext>
              </a:extLst>
            </p:cNvPr>
            <p:cNvSpPr/>
            <p:nvPr/>
          </p:nvSpPr>
          <p:spPr>
            <a:xfrm>
              <a:off x="4601556" y="6217728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747" name="矩形 746">
              <a:extLst>
                <a:ext uri="{FF2B5EF4-FFF2-40B4-BE49-F238E27FC236}">
                  <a16:creationId xmlns:a16="http://schemas.microsoft.com/office/drawing/2014/main" id="{8BF67835-807C-9090-9CA7-E8E3EABCAB0E}"/>
                </a:ext>
              </a:extLst>
            </p:cNvPr>
            <p:cNvSpPr/>
            <p:nvPr/>
          </p:nvSpPr>
          <p:spPr>
            <a:xfrm>
              <a:off x="4534247" y="6286008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</p:grpSp>
      <p:cxnSp>
        <p:nvCxnSpPr>
          <p:cNvPr id="748" name="直接箭头连接符 747">
            <a:extLst>
              <a:ext uri="{FF2B5EF4-FFF2-40B4-BE49-F238E27FC236}">
                <a16:creationId xmlns:a16="http://schemas.microsoft.com/office/drawing/2014/main" id="{8EB1D959-88A2-8B8E-03D2-270E15127545}"/>
              </a:ext>
            </a:extLst>
          </p:cNvPr>
          <p:cNvCxnSpPr>
            <a:cxnSpLocks/>
          </p:cNvCxnSpPr>
          <p:nvPr/>
        </p:nvCxnSpPr>
        <p:spPr>
          <a:xfrm>
            <a:off x="2892202" y="2461518"/>
            <a:ext cx="470737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9" name="椭圆 748">
            <a:extLst>
              <a:ext uri="{FF2B5EF4-FFF2-40B4-BE49-F238E27FC236}">
                <a16:creationId xmlns:a16="http://schemas.microsoft.com/office/drawing/2014/main" id="{E80499E5-9D94-6315-967F-E08179AC9926}"/>
              </a:ext>
            </a:extLst>
          </p:cNvPr>
          <p:cNvSpPr/>
          <p:nvPr/>
        </p:nvSpPr>
        <p:spPr>
          <a:xfrm rot="20606895">
            <a:off x="12085432" y="5522260"/>
            <a:ext cx="1197503" cy="605340"/>
          </a:xfrm>
          <a:prstGeom prst="ellipse">
            <a:avLst/>
          </a:prstGeom>
          <a:noFill/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0" name="立方体 749">
            <a:extLst>
              <a:ext uri="{FF2B5EF4-FFF2-40B4-BE49-F238E27FC236}">
                <a16:creationId xmlns:a16="http://schemas.microsoft.com/office/drawing/2014/main" id="{1C257396-D384-A544-F96B-FDD374D13A86}"/>
              </a:ext>
            </a:extLst>
          </p:cNvPr>
          <p:cNvSpPr/>
          <p:nvPr/>
        </p:nvSpPr>
        <p:spPr>
          <a:xfrm>
            <a:off x="6850555" y="3759038"/>
            <a:ext cx="396730" cy="395047"/>
          </a:xfrm>
          <a:prstGeom prst="cube">
            <a:avLst>
              <a:gd name="adj" fmla="val 6650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751" name="立方体 750">
            <a:extLst>
              <a:ext uri="{FF2B5EF4-FFF2-40B4-BE49-F238E27FC236}">
                <a16:creationId xmlns:a16="http://schemas.microsoft.com/office/drawing/2014/main" id="{AB05055E-4FAE-9625-CCDF-1A7E309C7344}"/>
              </a:ext>
            </a:extLst>
          </p:cNvPr>
          <p:cNvSpPr/>
          <p:nvPr/>
        </p:nvSpPr>
        <p:spPr>
          <a:xfrm>
            <a:off x="6850555" y="3552753"/>
            <a:ext cx="396730" cy="395047"/>
          </a:xfrm>
          <a:prstGeom prst="cube">
            <a:avLst>
              <a:gd name="adj" fmla="val 6650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752" name="立方体 751">
            <a:extLst>
              <a:ext uri="{FF2B5EF4-FFF2-40B4-BE49-F238E27FC236}">
                <a16:creationId xmlns:a16="http://schemas.microsoft.com/office/drawing/2014/main" id="{1022B0AD-D0A0-E080-A0B4-BED51566273B}"/>
              </a:ext>
            </a:extLst>
          </p:cNvPr>
          <p:cNvSpPr/>
          <p:nvPr/>
        </p:nvSpPr>
        <p:spPr>
          <a:xfrm>
            <a:off x="6850555" y="3346467"/>
            <a:ext cx="396730" cy="395047"/>
          </a:xfrm>
          <a:prstGeom prst="cube">
            <a:avLst>
              <a:gd name="adj" fmla="val 6650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753" name="立方体 752">
            <a:extLst>
              <a:ext uri="{FF2B5EF4-FFF2-40B4-BE49-F238E27FC236}">
                <a16:creationId xmlns:a16="http://schemas.microsoft.com/office/drawing/2014/main" id="{F98F7FBD-E8F0-544C-FF84-D175AA91C1E5}"/>
              </a:ext>
            </a:extLst>
          </p:cNvPr>
          <p:cNvSpPr/>
          <p:nvPr/>
        </p:nvSpPr>
        <p:spPr>
          <a:xfrm>
            <a:off x="5756720" y="3759038"/>
            <a:ext cx="396730" cy="395047"/>
          </a:xfrm>
          <a:prstGeom prst="cube">
            <a:avLst>
              <a:gd name="adj" fmla="val 66500"/>
            </a:avLst>
          </a:prstGeom>
          <a:solidFill>
            <a:srgbClr val="E0E8F5"/>
          </a:solidFill>
          <a:ln w="19050">
            <a:solidFill>
              <a:srgbClr val="20386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754" name="立方体 753">
            <a:extLst>
              <a:ext uri="{FF2B5EF4-FFF2-40B4-BE49-F238E27FC236}">
                <a16:creationId xmlns:a16="http://schemas.microsoft.com/office/drawing/2014/main" id="{20E2A235-B463-062D-3970-016D7641D259}"/>
              </a:ext>
            </a:extLst>
          </p:cNvPr>
          <p:cNvSpPr/>
          <p:nvPr/>
        </p:nvSpPr>
        <p:spPr>
          <a:xfrm>
            <a:off x="5756720" y="3552753"/>
            <a:ext cx="396730" cy="395047"/>
          </a:xfrm>
          <a:prstGeom prst="cube">
            <a:avLst>
              <a:gd name="adj" fmla="val 66500"/>
            </a:avLst>
          </a:prstGeom>
          <a:solidFill>
            <a:srgbClr val="E0E8F5"/>
          </a:solidFill>
          <a:ln w="19050">
            <a:solidFill>
              <a:srgbClr val="20386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755" name="立方体 754">
            <a:extLst>
              <a:ext uri="{FF2B5EF4-FFF2-40B4-BE49-F238E27FC236}">
                <a16:creationId xmlns:a16="http://schemas.microsoft.com/office/drawing/2014/main" id="{8F152C81-97D8-129F-26FF-D3522D9CDA34}"/>
              </a:ext>
            </a:extLst>
          </p:cNvPr>
          <p:cNvSpPr/>
          <p:nvPr/>
        </p:nvSpPr>
        <p:spPr>
          <a:xfrm>
            <a:off x="5756720" y="3346467"/>
            <a:ext cx="396730" cy="395047"/>
          </a:xfrm>
          <a:prstGeom prst="cube">
            <a:avLst>
              <a:gd name="adj" fmla="val 66500"/>
            </a:avLst>
          </a:prstGeom>
          <a:solidFill>
            <a:srgbClr val="E0E8F5"/>
          </a:solidFill>
          <a:ln w="19050">
            <a:solidFill>
              <a:srgbClr val="20386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grpSp>
        <p:nvGrpSpPr>
          <p:cNvPr id="756" name="组合 755">
            <a:extLst>
              <a:ext uri="{FF2B5EF4-FFF2-40B4-BE49-F238E27FC236}">
                <a16:creationId xmlns:a16="http://schemas.microsoft.com/office/drawing/2014/main" id="{EFF6074C-403A-DC82-A7E6-89D3D4B38C1F}"/>
              </a:ext>
            </a:extLst>
          </p:cNvPr>
          <p:cNvGrpSpPr/>
          <p:nvPr/>
        </p:nvGrpSpPr>
        <p:grpSpPr>
          <a:xfrm>
            <a:off x="5842796" y="2805192"/>
            <a:ext cx="308123" cy="440780"/>
            <a:chOff x="10715589" y="1290080"/>
            <a:chExt cx="590413" cy="1079341"/>
          </a:xfrm>
        </p:grpSpPr>
        <p:sp>
          <p:nvSpPr>
            <p:cNvPr id="757" name="矩形 756">
              <a:extLst>
                <a:ext uri="{FF2B5EF4-FFF2-40B4-BE49-F238E27FC236}">
                  <a16:creationId xmlns:a16="http://schemas.microsoft.com/office/drawing/2014/main" id="{1E2C18CF-07B3-7276-F6F5-DC88E8DBF58A}"/>
                </a:ext>
              </a:extLst>
            </p:cNvPr>
            <p:cNvSpPr/>
            <p:nvPr/>
          </p:nvSpPr>
          <p:spPr>
            <a:xfrm>
              <a:off x="10715589" y="1290080"/>
              <a:ext cx="590413" cy="10793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6"/>
            </a:p>
          </p:txBody>
        </p:sp>
        <p:pic>
          <p:nvPicPr>
            <p:cNvPr id="758" name="图片 757">
              <a:extLst>
                <a:ext uri="{FF2B5EF4-FFF2-40B4-BE49-F238E27FC236}">
                  <a16:creationId xmlns:a16="http://schemas.microsoft.com/office/drawing/2014/main" id="{F5D74AA8-A150-877D-5049-77DE0469B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0780900" y="1339095"/>
              <a:ext cx="476729" cy="990768"/>
            </a:xfrm>
            <a:prstGeom prst="rect">
              <a:avLst/>
            </a:prstGeom>
          </p:spPr>
        </p:pic>
      </p:grpSp>
      <p:grpSp>
        <p:nvGrpSpPr>
          <p:cNvPr id="759" name="组合 758">
            <a:extLst>
              <a:ext uri="{FF2B5EF4-FFF2-40B4-BE49-F238E27FC236}">
                <a16:creationId xmlns:a16="http://schemas.microsoft.com/office/drawing/2014/main" id="{EE023BBC-FE4F-A925-99A0-D59306E4F499}"/>
              </a:ext>
            </a:extLst>
          </p:cNvPr>
          <p:cNvGrpSpPr/>
          <p:nvPr/>
        </p:nvGrpSpPr>
        <p:grpSpPr>
          <a:xfrm>
            <a:off x="5755039" y="2882514"/>
            <a:ext cx="308123" cy="440780"/>
            <a:chOff x="10715589" y="1290080"/>
            <a:chExt cx="590413" cy="1079341"/>
          </a:xfrm>
        </p:grpSpPr>
        <p:sp>
          <p:nvSpPr>
            <p:cNvPr id="760" name="矩形 759">
              <a:extLst>
                <a:ext uri="{FF2B5EF4-FFF2-40B4-BE49-F238E27FC236}">
                  <a16:creationId xmlns:a16="http://schemas.microsoft.com/office/drawing/2014/main" id="{6B60CCF1-C07B-F4EE-941A-E6D90F6DA071}"/>
                </a:ext>
              </a:extLst>
            </p:cNvPr>
            <p:cNvSpPr/>
            <p:nvPr/>
          </p:nvSpPr>
          <p:spPr>
            <a:xfrm>
              <a:off x="10715589" y="1290080"/>
              <a:ext cx="590413" cy="10793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6"/>
            </a:p>
          </p:txBody>
        </p:sp>
        <p:pic>
          <p:nvPicPr>
            <p:cNvPr id="761" name="图片 760">
              <a:extLst>
                <a:ext uri="{FF2B5EF4-FFF2-40B4-BE49-F238E27FC236}">
                  <a16:creationId xmlns:a16="http://schemas.microsoft.com/office/drawing/2014/main" id="{0F13F5C9-646A-13D9-3EEF-5ECCD713EB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0780900" y="1339095"/>
              <a:ext cx="476729" cy="990768"/>
            </a:xfrm>
            <a:prstGeom prst="rect">
              <a:avLst/>
            </a:prstGeom>
          </p:spPr>
        </p:pic>
      </p:grpSp>
      <p:pic>
        <p:nvPicPr>
          <p:cNvPr id="762" name="图片 761">
            <a:extLst>
              <a:ext uri="{FF2B5EF4-FFF2-40B4-BE49-F238E27FC236}">
                <a16:creationId xmlns:a16="http://schemas.microsoft.com/office/drawing/2014/main" id="{A6C5AB39-BA06-5BA1-2A26-AC25B63BAA22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backgroundRemoval t="9278" b="89691" l="7547" r="89623">
                        <a14:foregroundMark x1="23585" y1="18557" x2="7547" y2="76289"/>
                        <a14:foregroundMark x1="8491" y1="77320" x2="16981" y2="79381"/>
                        <a14:foregroundMark x1="16981" y1="79381" x2="31132" y2="39175"/>
                        <a14:foregroundMark x1="32075" y1="39175" x2="30189" y2="85567"/>
                        <a14:foregroundMark x1="30189" y1="85567" x2="66038" y2="84536"/>
                        <a14:foregroundMark x1="66038" y1="84536" x2="67925" y2="39175"/>
                        <a14:foregroundMark x1="68868" y1="39175" x2="80189" y2="80412"/>
                        <a14:foregroundMark x1="81132" y1="79381" x2="88679" y2="74227"/>
                        <a14:foregroundMark x1="86792" y1="72165" x2="75472" y2="21649"/>
                        <a14:foregroundMark x1="75472" y1="21649" x2="61321" y2="12371"/>
                        <a14:foregroundMark x1="59434" y1="14433" x2="38679" y2="14433"/>
                        <a14:foregroundMark x1="39623" y1="14433" x2="23585" y2="19588"/>
                        <a14:foregroundMark x1="23585" y1="19588" x2="20755" y2="45361"/>
                        <a14:foregroundMark x1="22642" y1="43299" x2="50000" y2="28866"/>
                        <a14:foregroundMark x1="33962" y1="28866" x2="48113" y2="54639"/>
                        <a14:foregroundMark x1="58491" y1="37113" x2="47170" y2="72165"/>
                        <a14:foregroundMark x1="50000" y1="39175" x2="50000" y2="39175"/>
                        <a14:foregroundMark x1="58491" y1="60825" x2="58491" y2="64948"/>
                        <a14:foregroundMark x1="50943" y1="76289" x2="44340" y2="43299"/>
                        <a14:foregroundMark x1="42453" y1="67010" x2="42453" y2="670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75137" y="2725771"/>
            <a:ext cx="380481" cy="390019"/>
          </a:xfrm>
          <a:prstGeom prst="rect">
            <a:avLst/>
          </a:prstGeom>
        </p:spPr>
      </p:pic>
      <p:pic>
        <p:nvPicPr>
          <p:cNvPr id="763" name="图片 762">
            <a:extLst>
              <a:ext uri="{FF2B5EF4-FFF2-40B4-BE49-F238E27FC236}">
                <a16:creationId xmlns:a16="http://schemas.microsoft.com/office/drawing/2014/main" id="{1871EFD4-C9DB-5F92-9FA2-016EBED21E2A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backgroundRemoval t="9278" b="89691" l="7547" r="89623">
                        <a14:foregroundMark x1="23585" y1="18557" x2="7547" y2="76289"/>
                        <a14:foregroundMark x1="8491" y1="77320" x2="16981" y2="79381"/>
                        <a14:foregroundMark x1="16981" y1="79381" x2="31132" y2="39175"/>
                        <a14:foregroundMark x1="32075" y1="39175" x2="30189" y2="85567"/>
                        <a14:foregroundMark x1="30189" y1="85567" x2="66038" y2="84536"/>
                        <a14:foregroundMark x1="66038" y1="84536" x2="67925" y2="39175"/>
                        <a14:foregroundMark x1="68868" y1="39175" x2="80189" y2="80412"/>
                        <a14:foregroundMark x1="81132" y1="79381" x2="88679" y2="74227"/>
                        <a14:foregroundMark x1="86792" y1="72165" x2="75472" y2="21649"/>
                        <a14:foregroundMark x1="75472" y1="21649" x2="61321" y2="12371"/>
                        <a14:foregroundMark x1="59434" y1="14433" x2="38679" y2="14433"/>
                        <a14:foregroundMark x1="39623" y1="14433" x2="23585" y2="19588"/>
                        <a14:foregroundMark x1="23585" y1="19588" x2="20755" y2="45361"/>
                        <a14:foregroundMark x1="22642" y1="43299" x2="50000" y2="28866"/>
                        <a14:foregroundMark x1="33962" y1="28866" x2="48113" y2="54639"/>
                        <a14:foregroundMark x1="58491" y1="37113" x2="47170" y2="72165"/>
                        <a14:foregroundMark x1="50000" y1="39175" x2="50000" y2="39175"/>
                        <a14:foregroundMark x1="58491" y1="60825" x2="58491" y2="64948"/>
                        <a14:foregroundMark x1="50943" y1="76289" x2="44340" y2="43299"/>
                        <a14:foregroundMark x1="42453" y1="67010" x2="42453" y2="670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62441" y="2831830"/>
            <a:ext cx="380481" cy="390019"/>
          </a:xfrm>
          <a:prstGeom prst="rect">
            <a:avLst/>
          </a:prstGeom>
        </p:spPr>
      </p:pic>
      <p:pic>
        <p:nvPicPr>
          <p:cNvPr id="764" name="图片 763">
            <a:extLst>
              <a:ext uri="{FF2B5EF4-FFF2-40B4-BE49-F238E27FC236}">
                <a16:creationId xmlns:a16="http://schemas.microsoft.com/office/drawing/2014/main" id="{887C2068-6A60-943C-EF70-A64D8AE0362A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backgroundRemoval t="9278" b="89691" l="7547" r="89623">
                        <a14:foregroundMark x1="23585" y1="18557" x2="7547" y2="76289"/>
                        <a14:foregroundMark x1="8491" y1="77320" x2="16981" y2="79381"/>
                        <a14:foregroundMark x1="16981" y1="79381" x2="31132" y2="39175"/>
                        <a14:foregroundMark x1="32075" y1="39175" x2="30189" y2="85567"/>
                        <a14:foregroundMark x1="30189" y1="85567" x2="66038" y2="84536"/>
                        <a14:foregroundMark x1="66038" y1="84536" x2="67925" y2="39175"/>
                        <a14:foregroundMark x1="68868" y1="39175" x2="80189" y2="80412"/>
                        <a14:foregroundMark x1="81132" y1="79381" x2="88679" y2="74227"/>
                        <a14:foregroundMark x1="86792" y1="72165" x2="75472" y2="21649"/>
                        <a14:foregroundMark x1="75472" y1="21649" x2="61321" y2="12371"/>
                        <a14:foregroundMark x1="59434" y1="14433" x2="38679" y2="14433"/>
                        <a14:foregroundMark x1="39623" y1="14433" x2="23585" y2="19588"/>
                        <a14:foregroundMark x1="23585" y1="19588" x2="20755" y2="45361"/>
                        <a14:foregroundMark x1="22642" y1="43299" x2="50000" y2="28866"/>
                        <a14:foregroundMark x1="33962" y1="28866" x2="48113" y2="54639"/>
                        <a14:foregroundMark x1="58491" y1="37113" x2="47170" y2="72165"/>
                        <a14:foregroundMark x1="50000" y1="39175" x2="50000" y2="39175"/>
                        <a14:foregroundMark x1="58491" y1="60825" x2="58491" y2="64948"/>
                        <a14:foregroundMark x1="50943" y1="76289" x2="44340" y2="43299"/>
                        <a14:foregroundMark x1="42453" y1="67010" x2="42453" y2="670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72901" y="2935814"/>
            <a:ext cx="380481" cy="390019"/>
          </a:xfrm>
          <a:prstGeom prst="rect">
            <a:avLst/>
          </a:prstGeom>
        </p:spPr>
      </p:pic>
      <p:sp>
        <p:nvSpPr>
          <p:cNvPr id="765" name="object 237">
            <a:extLst>
              <a:ext uri="{FF2B5EF4-FFF2-40B4-BE49-F238E27FC236}">
                <a16:creationId xmlns:a16="http://schemas.microsoft.com/office/drawing/2014/main" id="{1917572B-800E-AA00-72A9-1D387A063787}"/>
              </a:ext>
            </a:extLst>
          </p:cNvPr>
          <p:cNvSpPr txBox="1"/>
          <p:nvPr/>
        </p:nvSpPr>
        <p:spPr>
          <a:xfrm>
            <a:off x="1146414" y="5530369"/>
            <a:ext cx="375401" cy="385127"/>
          </a:xfrm>
          <a:prstGeom prst="rect">
            <a:avLst/>
          </a:prstGeom>
        </p:spPr>
        <p:txBody>
          <a:bodyPr vert="horz" wrap="square" lIns="0" tIns="15642" rIns="0" bIns="0" rtlCol="0">
            <a:spAutoFit/>
          </a:bodyPr>
          <a:lstStyle/>
          <a:p>
            <a:pPr marL="12033">
              <a:spcBef>
                <a:spcPts val="123"/>
              </a:spcBef>
            </a:pPr>
            <a:r>
              <a:rPr sz="2400" b="1" spc="28" dirty="0">
                <a:latin typeface="Times New Roman"/>
                <a:cs typeface="Times New Roman"/>
              </a:rPr>
              <a:t>…</a:t>
            </a:r>
            <a:endParaRPr sz="2400" b="1" dirty="0">
              <a:latin typeface="Times New Roman"/>
              <a:cs typeface="Times New Roman"/>
            </a:endParaRPr>
          </a:p>
        </p:txBody>
      </p:sp>
      <p:sp>
        <p:nvSpPr>
          <p:cNvPr id="766" name="箭头: 燕尾形 765">
            <a:extLst>
              <a:ext uri="{FF2B5EF4-FFF2-40B4-BE49-F238E27FC236}">
                <a16:creationId xmlns:a16="http://schemas.microsoft.com/office/drawing/2014/main" id="{AE2CFA02-9675-B1A7-89C7-3140B0203CE9}"/>
              </a:ext>
            </a:extLst>
          </p:cNvPr>
          <p:cNvSpPr/>
          <p:nvPr/>
        </p:nvSpPr>
        <p:spPr>
          <a:xfrm>
            <a:off x="6602150" y="3285777"/>
            <a:ext cx="497781" cy="278557"/>
          </a:xfrm>
          <a:prstGeom prst="notchedRightArrow">
            <a:avLst/>
          </a:prstGeom>
          <a:solidFill>
            <a:srgbClr val="FFF2CC"/>
          </a:solidFill>
          <a:ln>
            <a:solidFill>
              <a:srgbClr val="BF9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7" name="箭头: 燕尾形 766">
            <a:extLst>
              <a:ext uri="{FF2B5EF4-FFF2-40B4-BE49-F238E27FC236}">
                <a16:creationId xmlns:a16="http://schemas.microsoft.com/office/drawing/2014/main" id="{80C08AF1-3B2F-1189-F766-B3342AD83F25}"/>
              </a:ext>
            </a:extLst>
          </p:cNvPr>
          <p:cNvSpPr/>
          <p:nvPr/>
        </p:nvSpPr>
        <p:spPr>
          <a:xfrm rot="10800000">
            <a:off x="5919090" y="3281980"/>
            <a:ext cx="527420" cy="278557"/>
          </a:xfrm>
          <a:prstGeom prst="notchedRightArrow">
            <a:avLst/>
          </a:prstGeom>
          <a:solidFill>
            <a:srgbClr val="FFF2CC"/>
          </a:solidFill>
          <a:ln>
            <a:solidFill>
              <a:srgbClr val="BF9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68" name="图片 767">
            <a:extLst>
              <a:ext uri="{FF2B5EF4-FFF2-40B4-BE49-F238E27FC236}">
                <a16:creationId xmlns:a16="http://schemas.microsoft.com/office/drawing/2014/main" id="{D2C945B6-75E1-6C75-8011-01CD741FDDC3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backgroundRemoval t="9278" b="89691" l="7547" r="89623">
                        <a14:foregroundMark x1="23585" y1="18557" x2="7547" y2="76289"/>
                        <a14:foregroundMark x1="8491" y1="77320" x2="16981" y2="79381"/>
                        <a14:foregroundMark x1="16981" y1="79381" x2="31132" y2="39175"/>
                        <a14:foregroundMark x1="32075" y1="39175" x2="30189" y2="85567"/>
                        <a14:foregroundMark x1="30189" y1="85567" x2="66038" y2="84536"/>
                        <a14:foregroundMark x1="66038" y1="84536" x2="67925" y2="39175"/>
                        <a14:foregroundMark x1="68868" y1="39175" x2="80189" y2="80412"/>
                        <a14:foregroundMark x1="81132" y1="79381" x2="88679" y2="74227"/>
                        <a14:foregroundMark x1="86792" y1="72165" x2="75472" y2="21649"/>
                        <a14:foregroundMark x1="75472" y1="21649" x2="61321" y2="12371"/>
                        <a14:foregroundMark x1="59434" y1="14433" x2="38679" y2="14433"/>
                        <a14:foregroundMark x1="39623" y1="14433" x2="23585" y2="19588"/>
                        <a14:foregroundMark x1="23585" y1="19588" x2="20755" y2="45361"/>
                        <a14:foregroundMark x1="22642" y1="43299" x2="50000" y2="28866"/>
                        <a14:foregroundMark x1="33962" y1="28866" x2="48113" y2="54639"/>
                        <a14:foregroundMark x1="58491" y1="37113" x2="47170" y2="72165"/>
                        <a14:foregroundMark x1="50000" y1="39175" x2="50000" y2="39175"/>
                        <a14:foregroundMark x1="58491" y1="60825" x2="58491" y2="64948"/>
                        <a14:foregroundMark x1="50943" y1="76289" x2="44340" y2="43299"/>
                        <a14:foregroundMark x1="42453" y1="67010" x2="42453" y2="670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99565" y="2212714"/>
            <a:ext cx="380481" cy="390019"/>
          </a:xfrm>
          <a:prstGeom prst="rect">
            <a:avLst/>
          </a:prstGeom>
        </p:spPr>
      </p:pic>
      <p:pic>
        <p:nvPicPr>
          <p:cNvPr id="769" name="图片 768">
            <a:extLst>
              <a:ext uri="{FF2B5EF4-FFF2-40B4-BE49-F238E27FC236}">
                <a16:creationId xmlns:a16="http://schemas.microsoft.com/office/drawing/2014/main" id="{CC17803B-77FD-64A6-C862-E2EFA24FAF9D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backgroundRemoval t="9278" b="89691" l="7547" r="89623">
                        <a14:foregroundMark x1="23585" y1="18557" x2="7547" y2="76289"/>
                        <a14:foregroundMark x1="8491" y1="77320" x2="16981" y2="79381"/>
                        <a14:foregroundMark x1="16981" y1="79381" x2="31132" y2="39175"/>
                        <a14:foregroundMark x1="32075" y1="39175" x2="30189" y2="85567"/>
                        <a14:foregroundMark x1="30189" y1="85567" x2="66038" y2="84536"/>
                        <a14:foregroundMark x1="66038" y1="84536" x2="67925" y2="39175"/>
                        <a14:foregroundMark x1="68868" y1="39175" x2="80189" y2="80412"/>
                        <a14:foregroundMark x1="81132" y1="79381" x2="88679" y2="74227"/>
                        <a14:foregroundMark x1="86792" y1="72165" x2="75472" y2="21649"/>
                        <a14:foregroundMark x1="75472" y1="21649" x2="61321" y2="12371"/>
                        <a14:foregroundMark x1="59434" y1="14433" x2="38679" y2="14433"/>
                        <a14:foregroundMark x1="39623" y1="14433" x2="23585" y2="19588"/>
                        <a14:foregroundMark x1="23585" y1="19588" x2="20755" y2="45361"/>
                        <a14:foregroundMark x1="22642" y1="43299" x2="50000" y2="28866"/>
                        <a14:foregroundMark x1="33962" y1="28866" x2="48113" y2="54639"/>
                        <a14:foregroundMark x1="58491" y1="37113" x2="47170" y2="72165"/>
                        <a14:foregroundMark x1="50000" y1="39175" x2="50000" y2="39175"/>
                        <a14:foregroundMark x1="58491" y1="60825" x2="58491" y2="64948"/>
                        <a14:foregroundMark x1="50943" y1="76289" x2="44340" y2="43299"/>
                        <a14:foregroundMark x1="42453" y1="67010" x2="42453" y2="670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07663" y="2211357"/>
            <a:ext cx="380481" cy="390019"/>
          </a:xfrm>
          <a:prstGeom prst="rect">
            <a:avLst/>
          </a:prstGeom>
        </p:spPr>
      </p:pic>
      <p:pic>
        <p:nvPicPr>
          <p:cNvPr id="770" name="图片 769">
            <a:extLst>
              <a:ext uri="{FF2B5EF4-FFF2-40B4-BE49-F238E27FC236}">
                <a16:creationId xmlns:a16="http://schemas.microsoft.com/office/drawing/2014/main" id="{969AB5CA-C0FF-EE93-90F4-D386823153EB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backgroundRemoval t="9278" b="89691" l="7547" r="89623">
                        <a14:foregroundMark x1="23585" y1="18557" x2="7547" y2="76289"/>
                        <a14:foregroundMark x1="8491" y1="77320" x2="16981" y2="79381"/>
                        <a14:foregroundMark x1="16981" y1="79381" x2="31132" y2="39175"/>
                        <a14:foregroundMark x1="32075" y1="39175" x2="30189" y2="85567"/>
                        <a14:foregroundMark x1="30189" y1="85567" x2="66038" y2="84536"/>
                        <a14:foregroundMark x1="66038" y1="84536" x2="67925" y2="39175"/>
                        <a14:foregroundMark x1="68868" y1="39175" x2="80189" y2="80412"/>
                        <a14:foregroundMark x1="81132" y1="79381" x2="88679" y2="74227"/>
                        <a14:foregroundMark x1="86792" y1="72165" x2="75472" y2="21649"/>
                        <a14:foregroundMark x1="75472" y1="21649" x2="61321" y2="12371"/>
                        <a14:foregroundMark x1="59434" y1="14433" x2="38679" y2="14433"/>
                        <a14:foregroundMark x1="39623" y1="14433" x2="23585" y2="19588"/>
                        <a14:foregroundMark x1="23585" y1="19588" x2="20755" y2="45361"/>
                        <a14:foregroundMark x1="22642" y1="43299" x2="50000" y2="28866"/>
                        <a14:foregroundMark x1="33962" y1="28866" x2="48113" y2="54639"/>
                        <a14:foregroundMark x1="58491" y1="37113" x2="47170" y2="72165"/>
                        <a14:foregroundMark x1="50000" y1="39175" x2="50000" y2="39175"/>
                        <a14:foregroundMark x1="58491" y1="60825" x2="58491" y2="64948"/>
                        <a14:foregroundMark x1="50943" y1="76289" x2="44340" y2="43299"/>
                        <a14:foregroundMark x1="42453" y1="67010" x2="42453" y2="670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54495" y="2312520"/>
            <a:ext cx="380481" cy="390019"/>
          </a:xfrm>
          <a:prstGeom prst="rect">
            <a:avLst/>
          </a:prstGeom>
        </p:spPr>
      </p:pic>
      <p:grpSp>
        <p:nvGrpSpPr>
          <p:cNvPr id="771" name="组合 770">
            <a:extLst>
              <a:ext uri="{FF2B5EF4-FFF2-40B4-BE49-F238E27FC236}">
                <a16:creationId xmlns:a16="http://schemas.microsoft.com/office/drawing/2014/main" id="{7F1DCA68-7A3C-1D5B-0A93-C8BC00E78E37}"/>
              </a:ext>
            </a:extLst>
          </p:cNvPr>
          <p:cNvGrpSpPr/>
          <p:nvPr/>
        </p:nvGrpSpPr>
        <p:grpSpPr>
          <a:xfrm>
            <a:off x="4030627" y="3996481"/>
            <a:ext cx="308123" cy="440780"/>
            <a:chOff x="10715589" y="1290080"/>
            <a:chExt cx="590413" cy="1079341"/>
          </a:xfrm>
        </p:grpSpPr>
        <p:sp>
          <p:nvSpPr>
            <p:cNvPr id="772" name="矩形 771">
              <a:extLst>
                <a:ext uri="{FF2B5EF4-FFF2-40B4-BE49-F238E27FC236}">
                  <a16:creationId xmlns:a16="http://schemas.microsoft.com/office/drawing/2014/main" id="{30DBB2C3-81FC-4ACF-9549-56400EBFB7C1}"/>
                </a:ext>
              </a:extLst>
            </p:cNvPr>
            <p:cNvSpPr/>
            <p:nvPr/>
          </p:nvSpPr>
          <p:spPr>
            <a:xfrm>
              <a:off x="10715589" y="1290080"/>
              <a:ext cx="590413" cy="10793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6"/>
            </a:p>
          </p:txBody>
        </p:sp>
        <p:pic>
          <p:nvPicPr>
            <p:cNvPr id="773" name="图片 772">
              <a:extLst>
                <a:ext uri="{FF2B5EF4-FFF2-40B4-BE49-F238E27FC236}">
                  <a16:creationId xmlns:a16="http://schemas.microsoft.com/office/drawing/2014/main" id="{404752EE-916B-14F5-61A0-04B3863A1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0780900" y="1339095"/>
              <a:ext cx="476729" cy="990768"/>
            </a:xfrm>
            <a:prstGeom prst="rect">
              <a:avLst/>
            </a:prstGeom>
          </p:spPr>
        </p:pic>
      </p:grpSp>
      <p:pic>
        <p:nvPicPr>
          <p:cNvPr id="774" name="图片 773">
            <a:extLst>
              <a:ext uri="{FF2B5EF4-FFF2-40B4-BE49-F238E27FC236}">
                <a16:creationId xmlns:a16="http://schemas.microsoft.com/office/drawing/2014/main" id="{CB7E67EA-D7DD-1593-4A50-3971CF566079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backgroundRemoval t="9278" b="89691" l="7547" r="89623">
                        <a14:foregroundMark x1="23585" y1="18557" x2="7547" y2="76289"/>
                        <a14:foregroundMark x1="8491" y1="77320" x2="16981" y2="79381"/>
                        <a14:foregroundMark x1="16981" y1="79381" x2="31132" y2="39175"/>
                        <a14:foregroundMark x1="32075" y1="39175" x2="30189" y2="85567"/>
                        <a14:foregroundMark x1="30189" y1="85567" x2="66038" y2="84536"/>
                        <a14:foregroundMark x1="66038" y1="84536" x2="67925" y2="39175"/>
                        <a14:foregroundMark x1="68868" y1="39175" x2="80189" y2="80412"/>
                        <a14:foregroundMark x1="81132" y1="79381" x2="88679" y2="74227"/>
                        <a14:foregroundMark x1="86792" y1="72165" x2="75472" y2="21649"/>
                        <a14:foregroundMark x1="75472" y1="21649" x2="61321" y2="12371"/>
                        <a14:foregroundMark x1="59434" y1="14433" x2="38679" y2="14433"/>
                        <a14:foregroundMark x1="39623" y1="14433" x2="23585" y2="19588"/>
                        <a14:foregroundMark x1="23585" y1="19588" x2="20755" y2="45361"/>
                        <a14:foregroundMark x1="22642" y1="43299" x2="50000" y2="28866"/>
                        <a14:foregroundMark x1="33962" y1="28866" x2="48113" y2="54639"/>
                        <a14:foregroundMark x1="58491" y1="37113" x2="47170" y2="72165"/>
                        <a14:foregroundMark x1="50000" y1="39175" x2="50000" y2="39175"/>
                        <a14:foregroundMark x1="58491" y1="60825" x2="58491" y2="64948"/>
                        <a14:foregroundMark x1="50943" y1="76289" x2="44340" y2="43299"/>
                        <a14:foregroundMark x1="42453" y1="67010" x2="42453" y2="670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81049" y="3374185"/>
            <a:ext cx="380481" cy="390019"/>
          </a:xfrm>
          <a:prstGeom prst="rect">
            <a:avLst/>
          </a:prstGeom>
        </p:spPr>
      </p:pic>
      <p:pic>
        <p:nvPicPr>
          <p:cNvPr id="775" name="图片 774">
            <a:extLst>
              <a:ext uri="{FF2B5EF4-FFF2-40B4-BE49-F238E27FC236}">
                <a16:creationId xmlns:a16="http://schemas.microsoft.com/office/drawing/2014/main" id="{F3A9B6BC-E815-06F9-E57C-6ABF2E956474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backgroundRemoval t="9278" b="89691" l="7547" r="89623">
                        <a14:foregroundMark x1="23585" y1="18557" x2="7547" y2="76289"/>
                        <a14:foregroundMark x1="8491" y1="77320" x2="16981" y2="79381"/>
                        <a14:foregroundMark x1="16981" y1="79381" x2="31132" y2="39175"/>
                        <a14:foregroundMark x1="32075" y1="39175" x2="30189" y2="85567"/>
                        <a14:foregroundMark x1="30189" y1="85567" x2="66038" y2="84536"/>
                        <a14:foregroundMark x1="66038" y1="84536" x2="67925" y2="39175"/>
                        <a14:foregroundMark x1="68868" y1="39175" x2="80189" y2="80412"/>
                        <a14:foregroundMark x1="81132" y1="79381" x2="88679" y2="74227"/>
                        <a14:foregroundMark x1="86792" y1="72165" x2="75472" y2="21649"/>
                        <a14:foregroundMark x1="75472" y1="21649" x2="61321" y2="12371"/>
                        <a14:foregroundMark x1="59434" y1="14433" x2="38679" y2="14433"/>
                        <a14:foregroundMark x1="39623" y1="14433" x2="23585" y2="19588"/>
                        <a14:foregroundMark x1="23585" y1="19588" x2="20755" y2="45361"/>
                        <a14:foregroundMark x1="22642" y1="43299" x2="50000" y2="28866"/>
                        <a14:foregroundMark x1="33962" y1="28866" x2="48113" y2="54639"/>
                        <a14:foregroundMark x1="58491" y1="37113" x2="47170" y2="72165"/>
                        <a14:foregroundMark x1="50000" y1="39175" x2="50000" y2="39175"/>
                        <a14:foregroundMark x1="58491" y1="60825" x2="58491" y2="64948"/>
                        <a14:foregroundMark x1="50943" y1="76289" x2="44340" y2="43299"/>
                        <a14:foregroundMark x1="42453" y1="67010" x2="42453" y2="670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89971" y="3440683"/>
            <a:ext cx="380481" cy="390019"/>
          </a:xfrm>
          <a:prstGeom prst="rect">
            <a:avLst/>
          </a:prstGeom>
        </p:spPr>
      </p:pic>
      <p:grpSp>
        <p:nvGrpSpPr>
          <p:cNvPr id="776" name="组合 775">
            <a:extLst>
              <a:ext uri="{FF2B5EF4-FFF2-40B4-BE49-F238E27FC236}">
                <a16:creationId xmlns:a16="http://schemas.microsoft.com/office/drawing/2014/main" id="{6F269351-9C7C-5777-0AF1-405D15A47AEB}"/>
              </a:ext>
            </a:extLst>
          </p:cNvPr>
          <p:cNvGrpSpPr/>
          <p:nvPr/>
        </p:nvGrpSpPr>
        <p:grpSpPr>
          <a:xfrm>
            <a:off x="7822502" y="3540560"/>
            <a:ext cx="707850" cy="724554"/>
            <a:chOff x="4534247" y="6079615"/>
            <a:chExt cx="586629" cy="600472"/>
          </a:xfrm>
          <a:solidFill>
            <a:srgbClr val="E2F0D9">
              <a:alpha val="60000"/>
            </a:srgbClr>
          </a:solidFill>
        </p:grpSpPr>
        <p:sp>
          <p:nvSpPr>
            <p:cNvPr id="777" name="矩形 776">
              <a:extLst>
                <a:ext uri="{FF2B5EF4-FFF2-40B4-BE49-F238E27FC236}">
                  <a16:creationId xmlns:a16="http://schemas.microsoft.com/office/drawing/2014/main" id="{F4BEC425-0209-3CD7-415F-788D85B2A189}"/>
                </a:ext>
              </a:extLst>
            </p:cNvPr>
            <p:cNvSpPr/>
            <p:nvPr/>
          </p:nvSpPr>
          <p:spPr>
            <a:xfrm>
              <a:off x="4732732" y="6079615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778" name="矩形 777">
              <a:extLst>
                <a:ext uri="{FF2B5EF4-FFF2-40B4-BE49-F238E27FC236}">
                  <a16:creationId xmlns:a16="http://schemas.microsoft.com/office/drawing/2014/main" id="{7F2942FF-CEDA-3946-86FB-84A48E427855}"/>
                </a:ext>
              </a:extLst>
            </p:cNvPr>
            <p:cNvSpPr/>
            <p:nvPr/>
          </p:nvSpPr>
          <p:spPr>
            <a:xfrm>
              <a:off x="4666570" y="6148413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779" name="矩形 778">
              <a:extLst>
                <a:ext uri="{FF2B5EF4-FFF2-40B4-BE49-F238E27FC236}">
                  <a16:creationId xmlns:a16="http://schemas.microsoft.com/office/drawing/2014/main" id="{33362CBD-A4EB-F33C-1BC2-B7952505D132}"/>
                </a:ext>
              </a:extLst>
            </p:cNvPr>
            <p:cNvSpPr/>
            <p:nvPr/>
          </p:nvSpPr>
          <p:spPr>
            <a:xfrm>
              <a:off x="4600408" y="6217210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780" name="矩形 779">
              <a:extLst>
                <a:ext uri="{FF2B5EF4-FFF2-40B4-BE49-F238E27FC236}">
                  <a16:creationId xmlns:a16="http://schemas.microsoft.com/office/drawing/2014/main" id="{BD3DE057-21C8-CDBA-746C-6E1E665E913E}"/>
                </a:ext>
              </a:extLst>
            </p:cNvPr>
            <p:cNvSpPr/>
            <p:nvPr/>
          </p:nvSpPr>
          <p:spPr>
            <a:xfrm>
              <a:off x="4534247" y="6286008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</p:grpSp>
      <p:cxnSp>
        <p:nvCxnSpPr>
          <p:cNvPr id="781" name="直接连接符 780">
            <a:extLst>
              <a:ext uri="{FF2B5EF4-FFF2-40B4-BE49-F238E27FC236}">
                <a16:creationId xmlns:a16="http://schemas.microsoft.com/office/drawing/2014/main" id="{28DCBDAE-FA13-0495-F08A-9EE6B05529E5}"/>
              </a:ext>
            </a:extLst>
          </p:cNvPr>
          <p:cNvCxnSpPr/>
          <p:nvPr/>
        </p:nvCxnSpPr>
        <p:spPr>
          <a:xfrm>
            <a:off x="6520200" y="2869768"/>
            <a:ext cx="0" cy="1095114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2" name="直接连接符 781">
            <a:extLst>
              <a:ext uri="{FF2B5EF4-FFF2-40B4-BE49-F238E27FC236}">
                <a16:creationId xmlns:a16="http://schemas.microsoft.com/office/drawing/2014/main" id="{549BC5FD-476F-11D2-BB7A-974E67CBEE68}"/>
              </a:ext>
            </a:extLst>
          </p:cNvPr>
          <p:cNvCxnSpPr>
            <a:cxnSpLocks/>
          </p:cNvCxnSpPr>
          <p:nvPr/>
        </p:nvCxnSpPr>
        <p:spPr>
          <a:xfrm>
            <a:off x="8821252" y="5452306"/>
            <a:ext cx="0" cy="2160928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3" name="组合 782">
            <a:extLst>
              <a:ext uri="{FF2B5EF4-FFF2-40B4-BE49-F238E27FC236}">
                <a16:creationId xmlns:a16="http://schemas.microsoft.com/office/drawing/2014/main" id="{C52677DA-03C0-0ED5-315B-03D6015A8204}"/>
              </a:ext>
            </a:extLst>
          </p:cNvPr>
          <p:cNvGrpSpPr/>
          <p:nvPr/>
        </p:nvGrpSpPr>
        <p:grpSpPr>
          <a:xfrm>
            <a:off x="8609803" y="7111550"/>
            <a:ext cx="428983" cy="399276"/>
            <a:chOff x="4641125" y="3353521"/>
            <a:chExt cx="428983" cy="399276"/>
          </a:xfrm>
        </p:grpSpPr>
        <p:sp>
          <p:nvSpPr>
            <p:cNvPr id="784" name="矩形: 圆角 783">
              <a:extLst>
                <a:ext uri="{FF2B5EF4-FFF2-40B4-BE49-F238E27FC236}">
                  <a16:creationId xmlns:a16="http://schemas.microsoft.com/office/drawing/2014/main" id="{886AE2DC-7C68-D245-F013-CDADDBEC723C}"/>
                </a:ext>
              </a:extLst>
            </p:cNvPr>
            <p:cNvSpPr/>
            <p:nvPr/>
          </p:nvSpPr>
          <p:spPr>
            <a:xfrm>
              <a:off x="4661200" y="3353521"/>
              <a:ext cx="408908" cy="39927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5" name="文本框 784">
                  <a:extLst>
                    <a:ext uri="{FF2B5EF4-FFF2-40B4-BE49-F238E27FC236}">
                      <a16:creationId xmlns:a16="http://schemas.microsoft.com/office/drawing/2014/main" id="{69CCA907-4C79-4FE2-15B2-FE6729FF3057}"/>
                    </a:ext>
                  </a:extLst>
                </p:cNvPr>
                <p:cNvSpPr txBox="1"/>
                <p:nvPr/>
              </p:nvSpPr>
              <p:spPr>
                <a:xfrm>
                  <a:off x="4641125" y="3387358"/>
                  <a:ext cx="389333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𝒑𝒐</m:t>
                            </m:r>
                          </m:sub>
                        </m:sSub>
                      </m:oMath>
                    </m:oMathPara>
                  </a14:m>
                  <a:endParaRPr lang="zh-CN" altLang="en-US" sz="105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85" name="文本框 1784">
                  <a:extLst>
                    <a:ext uri="{FF2B5EF4-FFF2-40B4-BE49-F238E27FC236}">
                      <a16:creationId xmlns:a16="http://schemas.microsoft.com/office/drawing/2014/main" id="{1135908D-3CCE-FD99-ED6B-AC35F991B9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1125" y="3387358"/>
                  <a:ext cx="389333" cy="327077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86" name="直接连接符 785">
            <a:extLst>
              <a:ext uri="{FF2B5EF4-FFF2-40B4-BE49-F238E27FC236}">
                <a16:creationId xmlns:a16="http://schemas.microsoft.com/office/drawing/2014/main" id="{F09FCCC7-36E0-E584-29EF-F38DA3774574}"/>
              </a:ext>
            </a:extLst>
          </p:cNvPr>
          <p:cNvCxnSpPr>
            <a:cxnSpLocks/>
          </p:cNvCxnSpPr>
          <p:nvPr/>
        </p:nvCxnSpPr>
        <p:spPr>
          <a:xfrm flipV="1">
            <a:off x="12231637" y="6554812"/>
            <a:ext cx="1456636" cy="16268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7" name="组合 786">
            <a:extLst>
              <a:ext uri="{FF2B5EF4-FFF2-40B4-BE49-F238E27FC236}">
                <a16:creationId xmlns:a16="http://schemas.microsoft.com/office/drawing/2014/main" id="{42CD5529-21DD-91CC-C32F-3D4EAF38338F}"/>
              </a:ext>
            </a:extLst>
          </p:cNvPr>
          <p:cNvGrpSpPr/>
          <p:nvPr/>
        </p:nvGrpSpPr>
        <p:grpSpPr>
          <a:xfrm>
            <a:off x="985490" y="6407681"/>
            <a:ext cx="707850" cy="724554"/>
            <a:chOff x="4534247" y="6079615"/>
            <a:chExt cx="586629" cy="600472"/>
          </a:xfrm>
          <a:solidFill>
            <a:srgbClr val="E0E8F5">
              <a:alpha val="60000"/>
            </a:srgbClr>
          </a:solidFill>
        </p:grpSpPr>
        <p:sp>
          <p:nvSpPr>
            <p:cNvPr id="788" name="矩形 787">
              <a:extLst>
                <a:ext uri="{FF2B5EF4-FFF2-40B4-BE49-F238E27FC236}">
                  <a16:creationId xmlns:a16="http://schemas.microsoft.com/office/drawing/2014/main" id="{3ED44D7E-A191-E458-2AB6-62C7B3B13556}"/>
                </a:ext>
              </a:extLst>
            </p:cNvPr>
            <p:cNvSpPr/>
            <p:nvPr/>
          </p:nvSpPr>
          <p:spPr>
            <a:xfrm>
              <a:off x="4732732" y="6079615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789" name="矩形 788">
              <a:extLst>
                <a:ext uri="{FF2B5EF4-FFF2-40B4-BE49-F238E27FC236}">
                  <a16:creationId xmlns:a16="http://schemas.microsoft.com/office/drawing/2014/main" id="{8E6D4DFD-078D-152B-3A76-75BFA4CD8FB0}"/>
                </a:ext>
              </a:extLst>
            </p:cNvPr>
            <p:cNvSpPr/>
            <p:nvPr/>
          </p:nvSpPr>
          <p:spPr>
            <a:xfrm>
              <a:off x="4666570" y="6148413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790" name="矩形 789">
              <a:extLst>
                <a:ext uri="{FF2B5EF4-FFF2-40B4-BE49-F238E27FC236}">
                  <a16:creationId xmlns:a16="http://schemas.microsoft.com/office/drawing/2014/main" id="{2DEEC399-1A1B-B9DC-4EA0-665CBA2071ED}"/>
                </a:ext>
              </a:extLst>
            </p:cNvPr>
            <p:cNvSpPr/>
            <p:nvPr/>
          </p:nvSpPr>
          <p:spPr>
            <a:xfrm>
              <a:off x="4600408" y="6217210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791" name="矩形 790">
              <a:extLst>
                <a:ext uri="{FF2B5EF4-FFF2-40B4-BE49-F238E27FC236}">
                  <a16:creationId xmlns:a16="http://schemas.microsoft.com/office/drawing/2014/main" id="{58E90B2C-0697-628E-59C3-6218A8C5904B}"/>
                </a:ext>
              </a:extLst>
            </p:cNvPr>
            <p:cNvSpPr/>
            <p:nvPr/>
          </p:nvSpPr>
          <p:spPr>
            <a:xfrm>
              <a:off x="4534247" y="6286008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</p:grpSp>
      <p:cxnSp>
        <p:nvCxnSpPr>
          <p:cNvPr id="792" name="连接符: 肘形 791">
            <a:extLst>
              <a:ext uri="{FF2B5EF4-FFF2-40B4-BE49-F238E27FC236}">
                <a16:creationId xmlns:a16="http://schemas.microsoft.com/office/drawing/2014/main" id="{30567BF1-1E4D-220C-DD41-CD9F9EE2B2F1}"/>
              </a:ext>
            </a:extLst>
          </p:cNvPr>
          <p:cNvCxnSpPr>
            <a:cxnSpLocks/>
            <a:stCxn id="618" idx="4"/>
          </p:cNvCxnSpPr>
          <p:nvPr/>
        </p:nvCxnSpPr>
        <p:spPr>
          <a:xfrm rot="5400000">
            <a:off x="1652301" y="6259001"/>
            <a:ext cx="396406" cy="551809"/>
          </a:xfrm>
          <a:prstGeom prst="bentConnector2">
            <a:avLst/>
          </a:prstGeom>
          <a:ln w="19050">
            <a:solidFill>
              <a:schemeClr val="accent5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3" name="立方体 792">
            <a:extLst>
              <a:ext uri="{FF2B5EF4-FFF2-40B4-BE49-F238E27FC236}">
                <a16:creationId xmlns:a16="http://schemas.microsoft.com/office/drawing/2014/main" id="{8564947F-412A-CF98-AF74-2C6A5C8AA07C}"/>
              </a:ext>
            </a:extLst>
          </p:cNvPr>
          <p:cNvSpPr/>
          <p:nvPr/>
        </p:nvSpPr>
        <p:spPr>
          <a:xfrm>
            <a:off x="726741" y="7398220"/>
            <a:ext cx="396730" cy="395047"/>
          </a:xfrm>
          <a:prstGeom prst="cube">
            <a:avLst>
              <a:gd name="adj" fmla="val 66500"/>
            </a:avLst>
          </a:prstGeom>
          <a:solidFill>
            <a:schemeClr val="accent6"/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794" name="立方体 793">
            <a:extLst>
              <a:ext uri="{FF2B5EF4-FFF2-40B4-BE49-F238E27FC236}">
                <a16:creationId xmlns:a16="http://schemas.microsoft.com/office/drawing/2014/main" id="{A7C95064-448B-E2B0-DBFE-EC5C67B25B1A}"/>
              </a:ext>
            </a:extLst>
          </p:cNvPr>
          <p:cNvSpPr/>
          <p:nvPr/>
        </p:nvSpPr>
        <p:spPr>
          <a:xfrm>
            <a:off x="1487776" y="7398220"/>
            <a:ext cx="396730" cy="395047"/>
          </a:xfrm>
          <a:prstGeom prst="cube">
            <a:avLst>
              <a:gd name="adj" fmla="val 66500"/>
            </a:avLst>
          </a:prstGeom>
          <a:solidFill>
            <a:srgbClr val="A7D972"/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795" name="object 237">
            <a:extLst>
              <a:ext uri="{FF2B5EF4-FFF2-40B4-BE49-F238E27FC236}">
                <a16:creationId xmlns:a16="http://schemas.microsoft.com/office/drawing/2014/main" id="{BE9F2AF5-610E-DFC6-4246-660A82A72807}"/>
              </a:ext>
            </a:extLst>
          </p:cNvPr>
          <p:cNvSpPr txBox="1"/>
          <p:nvPr/>
        </p:nvSpPr>
        <p:spPr>
          <a:xfrm>
            <a:off x="1162239" y="7318763"/>
            <a:ext cx="375401" cy="385127"/>
          </a:xfrm>
          <a:prstGeom prst="rect">
            <a:avLst/>
          </a:prstGeom>
        </p:spPr>
        <p:txBody>
          <a:bodyPr vert="horz" wrap="square" lIns="0" tIns="15642" rIns="0" bIns="0" rtlCol="0">
            <a:spAutoFit/>
          </a:bodyPr>
          <a:lstStyle/>
          <a:p>
            <a:pPr marL="12033">
              <a:spcBef>
                <a:spcPts val="123"/>
              </a:spcBef>
            </a:pPr>
            <a:r>
              <a:rPr sz="2400" b="1" spc="28" dirty="0">
                <a:latin typeface="Times New Roman"/>
                <a:cs typeface="Times New Roman"/>
              </a:rPr>
              <a:t>…</a:t>
            </a:r>
            <a:endParaRPr sz="2400" b="1" dirty="0">
              <a:latin typeface="Times New Roman"/>
              <a:cs typeface="Times New Roman"/>
            </a:endParaRPr>
          </a:p>
        </p:txBody>
      </p:sp>
      <p:cxnSp>
        <p:nvCxnSpPr>
          <p:cNvPr id="796" name="连接符: 肘形 795">
            <a:extLst>
              <a:ext uri="{FF2B5EF4-FFF2-40B4-BE49-F238E27FC236}">
                <a16:creationId xmlns:a16="http://schemas.microsoft.com/office/drawing/2014/main" id="{56656CD3-CFF6-47D8-8755-15321EDE26DC}"/>
              </a:ext>
            </a:extLst>
          </p:cNvPr>
          <p:cNvCxnSpPr>
            <a:cxnSpLocks/>
          </p:cNvCxnSpPr>
          <p:nvPr/>
        </p:nvCxnSpPr>
        <p:spPr>
          <a:xfrm rot="10800000" flipV="1">
            <a:off x="1750412" y="6812129"/>
            <a:ext cx="1455720" cy="801186"/>
          </a:xfrm>
          <a:prstGeom prst="bentConnector3">
            <a:avLst>
              <a:gd name="adj1" fmla="val 54"/>
            </a:avLst>
          </a:prstGeom>
          <a:ln w="19050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7" name="立方体 796">
            <a:extLst>
              <a:ext uri="{FF2B5EF4-FFF2-40B4-BE49-F238E27FC236}">
                <a16:creationId xmlns:a16="http://schemas.microsoft.com/office/drawing/2014/main" id="{A9745C64-22E0-714D-6D75-C910697A3C49}"/>
              </a:ext>
            </a:extLst>
          </p:cNvPr>
          <p:cNvSpPr/>
          <p:nvPr/>
        </p:nvSpPr>
        <p:spPr>
          <a:xfrm>
            <a:off x="10379505" y="4110194"/>
            <a:ext cx="396730" cy="395047"/>
          </a:xfrm>
          <a:prstGeom prst="cube">
            <a:avLst>
              <a:gd name="adj" fmla="val 66500"/>
            </a:avLst>
          </a:prstGeom>
          <a:solidFill>
            <a:schemeClr val="accent6"/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798" name="立方体 797">
            <a:extLst>
              <a:ext uri="{FF2B5EF4-FFF2-40B4-BE49-F238E27FC236}">
                <a16:creationId xmlns:a16="http://schemas.microsoft.com/office/drawing/2014/main" id="{7825205F-46A2-B52A-9ECD-7902315FEB91}"/>
              </a:ext>
            </a:extLst>
          </p:cNvPr>
          <p:cNvSpPr/>
          <p:nvPr/>
        </p:nvSpPr>
        <p:spPr>
          <a:xfrm>
            <a:off x="13240220" y="4110499"/>
            <a:ext cx="396730" cy="395047"/>
          </a:xfrm>
          <a:prstGeom prst="cube">
            <a:avLst>
              <a:gd name="adj" fmla="val 66500"/>
            </a:avLst>
          </a:prstGeom>
          <a:solidFill>
            <a:srgbClr val="92D050"/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799" name="立方体 798">
            <a:extLst>
              <a:ext uri="{FF2B5EF4-FFF2-40B4-BE49-F238E27FC236}">
                <a16:creationId xmlns:a16="http://schemas.microsoft.com/office/drawing/2014/main" id="{0C1C0D58-BFF2-1889-EE27-902001171F9A}"/>
              </a:ext>
            </a:extLst>
          </p:cNvPr>
          <p:cNvSpPr/>
          <p:nvPr/>
        </p:nvSpPr>
        <p:spPr>
          <a:xfrm>
            <a:off x="11072022" y="4110194"/>
            <a:ext cx="396730" cy="395047"/>
          </a:xfrm>
          <a:prstGeom prst="cube">
            <a:avLst>
              <a:gd name="adj" fmla="val 66500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800" name="立方体 799">
            <a:extLst>
              <a:ext uri="{FF2B5EF4-FFF2-40B4-BE49-F238E27FC236}">
                <a16:creationId xmlns:a16="http://schemas.microsoft.com/office/drawing/2014/main" id="{07587785-95FC-19F1-BDAA-468278736C1B}"/>
              </a:ext>
            </a:extLst>
          </p:cNvPr>
          <p:cNvSpPr/>
          <p:nvPr/>
        </p:nvSpPr>
        <p:spPr>
          <a:xfrm>
            <a:off x="11790838" y="4118601"/>
            <a:ext cx="396730" cy="395047"/>
          </a:xfrm>
          <a:prstGeom prst="cube">
            <a:avLst>
              <a:gd name="adj" fmla="val 66500"/>
            </a:avLst>
          </a:prstGeom>
          <a:solidFill>
            <a:srgbClr val="A7D972"/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801" name="立方体 800">
            <a:extLst>
              <a:ext uri="{FF2B5EF4-FFF2-40B4-BE49-F238E27FC236}">
                <a16:creationId xmlns:a16="http://schemas.microsoft.com/office/drawing/2014/main" id="{81E3FA2D-A539-4D3A-9D0E-474AA9B57317}"/>
              </a:ext>
            </a:extLst>
          </p:cNvPr>
          <p:cNvSpPr/>
          <p:nvPr/>
        </p:nvSpPr>
        <p:spPr>
          <a:xfrm>
            <a:off x="3585521" y="6550960"/>
            <a:ext cx="396730" cy="395047"/>
          </a:xfrm>
          <a:prstGeom prst="cube">
            <a:avLst>
              <a:gd name="adj" fmla="val 66500"/>
            </a:avLst>
          </a:prstGeom>
          <a:solidFill>
            <a:srgbClr val="D9ECF5"/>
          </a:solidFill>
          <a:ln w="19050">
            <a:solidFill>
              <a:srgbClr val="20386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802" name="立方体 801">
            <a:extLst>
              <a:ext uri="{FF2B5EF4-FFF2-40B4-BE49-F238E27FC236}">
                <a16:creationId xmlns:a16="http://schemas.microsoft.com/office/drawing/2014/main" id="{027FE84E-2C8B-F2F1-83F4-8276404C514D}"/>
              </a:ext>
            </a:extLst>
          </p:cNvPr>
          <p:cNvSpPr/>
          <p:nvPr/>
        </p:nvSpPr>
        <p:spPr>
          <a:xfrm>
            <a:off x="4298431" y="6550960"/>
            <a:ext cx="396730" cy="395047"/>
          </a:xfrm>
          <a:prstGeom prst="cube">
            <a:avLst>
              <a:gd name="adj" fmla="val 66500"/>
            </a:avLst>
          </a:prstGeom>
          <a:solidFill>
            <a:srgbClr val="9DC3E6"/>
          </a:solidFill>
          <a:ln w="19050">
            <a:solidFill>
              <a:srgbClr val="20386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803" name="object 237">
            <a:extLst>
              <a:ext uri="{FF2B5EF4-FFF2-40B4-BE49-F238E27FC236}">
                <a16:creationId xmlns:a16="http://schemas.microsoft.com/office/drawing/2014/main" id="{DDBFDE22-9BFC-5D49-C750-74C24BFDCA63}"/>
              </a:ext>
            </a:extLst>
          </p:cNvPr>
          <p:cNvSpPr txBox="1"/>
          <p:nvPr/>
        </p:nvSpPr>
        <p:spPr>
          <a:xfrm>
            <a:off x="3952403" y="6479942"/>
            <a:ext cx="375401" cy="385127"/>
          </a:xfrm>
          <a:prstGeom prst="rect">
            <a:avLst/>
          </a:prstGeom>
        </p:spPr>
        <p:txBody>
          <a:bodyPr vert="horz" wrap="square" lIns="0" tIns="15642" rIns="0" bIns="0" rtlCol="0">
            <a:spAutoFit/>
          </a:bodyPr>
          <a:lstStyle/>
          <a:p>
            <a:pPr marL="12033">
              <a:spcBef>
                <a:spcPts val="123"/>
              </a:spcBef>
            </a:pPr>
            <a:r>
              <a:rPr sz="2400" b="1" spc="28" dirty="0">
                <a:latin typeface="Times New Roman"/>
                <a:cs typeface="Times New Roman"/>
              </a:rPr>
              <a:t>…</a:t>
            </a:r>
            <a:endParaRPr sz="2400" b="1" dirty="0">
              <a:latin typeface="Times New Roman"/>
              <a:cs typeface="Times New Roman"/>
            </a:endParaRPr>
          </a:p>
        </p:txBody>
      </p:sp>
      <p:cxnSp>
        <p:nvCxnSpPr>
          <p:cNvPr id="804" name="直接箭头连接符 803">
            <a:extLst>
              <a:ext uri="{FF2B5EF4-FFF2-40B4-BE49-F238E27FC236}">
                <a16:creationId xmlns:a16="http://schemas.microsoft.com/office/drawing/2014/main" id="{D85BE20B-F6A7-5F9A-49FE-66271AA33675}"/>
              </a:ext>
            </a:extLst>
          </p:cNvPr>
          <p:cNvCxnSpPr>
            <a:cxnSpLocks/>
          </p:cNvCxnSpPr>
          <p:nvPr/>
        </p:nvCxnSpPr>
        <p:spPr>
          <a:xfrm>
            <a:off x="4562562" y="6747028"/>
            <a:ext cx="455329" cy="131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5" name="立方体 804">
            <a:extLst>
              <a:ext uri="{FF2B5EF4-FFF2-40B4-BE49-F238E27FC236}">
                <a16:creationId xmlns:a16="http://schemas.microsoft.com/office/drawing/2014/main" id="{FBC25157-2EAE-690E-FE59-A16C761E111C}"/>
              </a:ext>
            </a:extLst>
          </p:cNvPr>
          <p:cNvSpPr/>
          <p:nvPr/>
        </p:nvSpPr>
        <p:spPr>
          <a:xfrm>
            <a:off x="11125975" y="6955956"/>
            <a:ext cx="396730" cy="395047"/>
          </a:xfrm>
          <a:prstGeom prst="cube">
            <a:avLst>
              <a:gd name="adj" fmla="val 6650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806" name="立方体 805">
            <a:extLst>
              <a:ext uri="{FF2B5EF4-FFF2-40B4-BE49-F238E27FC236}">
                <a16:creationId xmlns:a16="http://schemas.microsoft.com/office/drawing/2014/main" id="{B2727D33-10CD-44FE-B45D-380E9EB8138E}"/>
              </a:ext>
            </a:extLst>
          </p:cNvPr>
          <p:cNvSpPr/>
          <p:nvPr/>
        </p:nvSpPr>
        <p:spPr>
          <a:xfrm>
            <a:off x="11132905" y="7379512"/>
            <a:ext cx="396730" cy="395047"/>
          </a:xfrm>
          <a:prstGeom prst="cube">
            <a:avLst>
              <a:gd name="adj" fmla="val 66500"/>
            </a:avLst>
          </a:prstGeom>
          <a:solidFill>
            <a:srgbClr val="E0E8F5"/>
          </a:solidFill>
          <a:ln w="19050">
            <a:solidFill>
              <a:srgbClr val="20386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grpSp>
        <p:nvGrpSpPr>
          <p:cNvPr id="807" name="组合 806">
            <a:extLst>
              <a:ext uri="{FF2B5EF4-FFF2-40B4-BE49-F238E27FC236}">
                <a16:creationId xmlns:a16="http://schemas.microsoft.com/office/drawing/2014/main" id="{EA79F1C4-4695-6E08-6213-1B845C212A38}"/>
              </a:ext>
            </a:extLst>
          </p:cNvPr>
          <p:cNvGrpSpPr/>
          <p:nvPr/>
        </p:nvGrpSpPr>
        <p:grpSpPr>
          <a:xfrm>
            <a:off x="11824237" y="3442030"/>
            <a:ext cx="378060" cy="385686"/>
            <a:chOff x="3283624" y="8587193"/>
            <a:chExt cx="378060" cy="385686"/>
          </a:xfrm>
        </p:grpSpPr>
        <p:sp>
          <p:nvSpPr>
            <p:cNvPr id="808" name="矩形 807">
              <a:extLst>
                <a:ext uri="{FF2B5EF4-FFF2-40B4-BE49-F238E27FC236}">
                  <a16:creationId xmlns:a16="http://schemas.microsoft.com/office/drawing/2014/main" id="{F41FB113-F0B5-0897-0E6C-C308C2609C2E}"/>
                </a:ext>
              </a:extLst>
            </p:cNvPr>
            <p:cNvSpPr/>
            <p:nvPr/>
          </p:nvSpPr>
          <p:spPr>
            <a:xfrm>
              <a:off x="3283624" y="8587193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9" name="矩形 808">
              <a:extLst>
                <a:ext uri="{FF2B5EF4-FFF2-40B4-BE49-F238E27FC236}">
                  <a16:creationId xmlns:a16="http://schemas.microsoft.com/office/drawing/2014/main" id="{563D088E-140F-ECE0-2E9D-F68CF7E244BB}"/>
                </a:ext>
              </a:extLst>
            </p:cNvPr>
            <p:cNvSpPr/>
            <p:nvPr/>
          </p:nvSpPr>
          <p:spPr>
            <a:xfrm>
              <a:off x="3377742" y="8587193"/>
              <a:ext cx="95706" cy="95706"/>
            </a:xfrm>
            <a:prstGeom prst="rect">
              <a:avLst/>
            </a:prstGeom>
            <a:solidFill>
              <a:srgbClr val="385622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0" name="矩形 809">
              <a:extLst>
                <a:ext uri="{FF2B5EF4-FFF2-40B4-BE49-F238E27FC236}">
                  <a16:creationId xmlns:a16="http://schemas.microsoft.com/office/drawing/2014/main" id="{584DAF74-B3CF-3021-ADDD-4019A2A23CCD}"/>
                </a:ext>
              </a:extLst>
            </p:cNvPr>
            <p:cNvSpPr/>
            <p:nvPr/>
          </p:nvSpPr>
          <p:spPr>
            <a:xfrm>
              <a:off x="3283624" y="8684910"/>
              <a:ext cx="95706" cy="95706"/>
            </a:xfrm>
            <a:prstGeom prst="rect">
              <a:avLst/>
            </a:prstGeom>
            <a:solidFill>
              <a:srgbClr val="E1EFD9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1" name="矩形 810">
              <a:extLst>
                <a:ext uri="{FF2B5EF4-FFF2-40B4-BE49-F238E27FC236}">
                  <a16:creationId xmlns:a16="http://schemas.microsoft.com/office/drawing/2014/main" id="{55B1737D-0E51-7A3A-12D0-B2239270FDEB}"/>
                </a:ext>
              </a:extLst>
            </p:cNvPr>
            <p:cNvSpPr/>
            <p:nvPr/>
          </p:nvSpPr>
          <p:spPr>
            <a:xfrm>
              <a:off x="3377742" y="8684910"/>
              <a:ext cx="95706" cy="95706"/>
            </a:xfrm>
            <a:prstGeom prst="rect">
              <a:avLst/>
            </a:prstGeom>
            <a:solidFill>
              <a:srgbClr val="E1EFD9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2" name="矩形 811">
              <a:extLst>
                <a:ext uri="{FF2B5EF4-FFF2-40B4-BE49-F238E27FC236}">
                  <a16:creationId xmlns:a16="http://schemas.microsoft.com/office/drawing/2014/main" id="{D058EF85-E358-A7F4-734A-EA78A5364DEE}"/>
                </a:ext>
              </a:extLst>
            </p:cNvPr>
            <p:cNvSpPr/>
            <p:nvPr/>
          </p:nvSpPr>
          <p:spPr>
            <a:xfrm>
              <a:off x="3471860" y="8587193"/>
              <a:ext cx="95706" cy="95706"/>
            </a:xfrm>
            <a:prstGeom prst="rect">
              <a:avLst/>
            </a:prstGeom>
            <a:solidFill>
              <a:srgbClr val="A9D18E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3" name="矩形 812">
              <a:extLst>
                <a:ext uri="{FF2B5EF4-FFF2-40B4-BE49-F238E27FC236}">
                  <a16:creationId xmlns:a16="http://schemas.microsoft.com/office/drawing/2014/main" id="{E33EB2C2-EEE7-0902-F3A6-9916C18AB525}"/>
                </a:ext>
              </a:extLst>
            </p:cNvPr>
            <p:cNvSpPr/>
            <p:nvPr/>
          </p:nvSpPr>
          <p:spPr>
            <a:xfrm>
              <a:off x="3565978" y="8587193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4" name="矩形 813">
              <a:extLst>
                <a:ext uri="{FF2B5EF4-FFF2-40B4-BE49-F238E27FC236}">
                  <a16:creationId xmlns:a16="http://schemas.microsoft.com/office/drawing/2014/main" id="{D538E18B-468F-EC20-C2AD-645FD0A6CAA7}"/>
                </a:ext>
              </a:extLst>
            </p:cNvPr>
            <p:cNvSpPr/>
            <p:nvPr/>
          </p:nvSpPr>
          <p:spPr>
            <a:xfrm>
              <a:off x="3471860" y="8684910"/>
              <a:ext cx="95706" cy="9570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5" name="矩形 814">
              <a:extLst>
                <a:ext uri="{FF2B5EF4-FFF2-40B4-BE49-F238E27FC236}">
                  <a16:creationId xmlns:a16="http://schemas.microsoft.com/office/drawing/2014/main" id="{5FC95593-35D4-CF83-5474-0A53E37AE8A9}"/>
                </a:ext>
              </a:extLst>
            </p:cNvPr>
            <p:cNvSpPr/>
            <p:nvPr/>
          </p:nvSpPr>
          <p:spPr>
            <a:xfrm>
              <a:off x="3565978" y="8684910"/>
              <a:ext cx="95706" cy="95706"/>
            </a:xfrm>
            <a:prstGeom prst="rect">
              <a:avLst/>
            </a:prstGeom>
            <a:solidFill>
              <a:srgbClr val="6FAC46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6" name="矩形 815">
              <a:extLst>
                <a:ext uri="{FF2B5EF4-FFF2-40B4-BE49-F238E27FC236}">
                  <a16:creationId xmlns:a16="http://schemas.microsoft.com/office/drawing/2014/main" id="{F81671C1-96E1-FC78-BED4-4DBA17BD4292}"/>
                </a:ext>
              </a:extLst>
            </p:cNvPr>
            <p:cNvSpPr/>
            <p:nvPr/>
          </p:nvSpPr>
          <p:spPr>
            <a:xfrm>
              <a:off x="3283624" y="8780188"/>
              <a:ext cx="95706" cy="95706"/>
            </a:xfrm>
            <a:prstGeom prst="rect">
              <a:avLst/>
            </a:prstGeom>
            <a:solidFill>
              <a:srgbClr val="F1F1F1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7" name="矩形 816">
              <a:extLst>
                <a:ext uri="{FF2B5EF4-FFF2-40B4-BE49-F238E27FC236}">
                  <a16:creationId xmlns:a16="http://schemas.microsoft.com/office/drawing/2014/main" id="{3B506FC8-9BD1-0166-1156-70AB9CB57679}"/>
                </a:ext>
              </a:extLst>
            </p:cNvPr>
            <p:cNvSpPr/>
            <p:nvPr/>
          </p:nvSpPr>
          <p:spPr>
            <a:xfrm>
              <a:off x="3377742" y="8780188"/>
              <a:ext cx="95706" cy="95706"/>
            </a:xfrm>
            <a:prstGeom prst="rect">
              <a:avLst/>
            </a:prstGeom>
            <a:solidFill>
              <a:srgbClr val="A9D18E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8" name="矩形 817">
              <a:extLst>
                <a:ext uri="{FF2B5EF4-FFF2-40B4-BE49-F238E27FC236}">
                  <a16:creationId xmlns:a16="http://schemas.microsoft.com/office/drawing/2014/main" id="{F96422F8-31BD-5067-3068-0E5A4A7B85E8}"/>
                </a:ext>
              </a:extLst>
            </p:cNvPr>
            <p:cNvSpPr/>
            <p:nvPr/>
          </p:nvSpPr>
          <p:spPr>
            <a:xfrm>
              <a:off x="3283624" y="8877173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9" name="矩形 818">
              <a:extLst>
                <a:ext uri="{FF2B5EF4-FFF2-40B4-BE49-F238E27FC236}">
                  <a16:creationId xmlns:a16="http://schemas.microsoft.com/office/drawing/2014/main" id="{E141A799-2FA9-2724-00C4-6D608B01546F}"/>
                </a:ext>
              </a:extLst>
            </p:cNvPr>
            <p:cNvSpPr/>
            <p:nvPr/>
          </p:nvSpPr>
          <p:spPr>
            <a:xfrm>
              <a:off x="3377742" y="8877173"/>
              <a:ext cx="95706" cy="95706"/>
            </a:xfrm>
            <a:prstGeom prst="rect">
              <a:avLst/>
            </a:prstGeom>
            <a:solidFill>
              <a:srgbClr val="00AF50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0" name="矩形 819">
              <a:extLst>
                <a:ext uri="{FF2B5EF4-FFF2-40B4-BE49-F238E27FC236}">
                  <a16:creationId xmlns:a16="http://schemas.microsoft.com/office/drawing/2014/main" id="{CB51E97E-E18E-C04D-71D9-5BD42FA266AE}"/>
                </a:ext>
              </a:extLst>
            </p:cNvPr>
            <p:cNvSpPr/>
            <p:nvPr/>
          </p:nvSpPr>
          <p:spPr>
            <a:xfrm>
              <a:off x="3471860" y="8780188"/>
              <a:ext cx="95706" cy="9570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1" name="矩形 820">
              <a:extLst>
                <a:ext uri="{FF2B5EF4-FFF2-40B4-BE49-F238E27FC236}">
                  <a16:creationId xmlns:a16="http://schemas.microsoft.com/office/drawing/2014/main" id="{2E854ECC-FCD7-9411-3BD0-818BD6B23853}"/>
                </a:ext>
              </a:extLst>
            </p:cNvPr>
            <p:cNvSpPr/>
            <p:nvPr/>
          </p:nvSpPr>
          <p:spPr>
            <a:xfrm>
              <a:off x="3565978" y="8780188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2" name="矩形 821">
              <a:extLst>
                <a:ext uri="{FF2B5EF4-FFF2-40B4-BE49-F238E27FC236}">
                  <a16:creationId xmlns:a16="http://schemas.microsoft.com/office/drawing/2014/main" id="{31B47AE4-72EF-1455-8A52-8D3C856FFCA3}"/>
                </a:ext>
              </a:extLst>
            </p:cNvPr>
            <p:cNvSpPr/>
            <p:nvPr/>
          </p:nvSpPr>
          <p:spPr>
            <a:xfrm>
              <a:off x="3471860" y="8877173"/>
              <a:ext cx="95706" cy="95706"/>
            </a:xfrm>
            <a:prstGeom prst="rect">
              <a:avLst/>
            </a:prstGeom>
            <a:solidFill>
              <a:srgbClr val="385622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3" name="矩形 822">
              <a:extLst>
                <a:ext uri="{FF2B5EF4-FFF2-40B4-BE49-F238E27FC236}">
                  <a16:creationId xmlns:a16="http://schemas.microsoft.com/office/drawing/2014/main" id="{E4FFE363-2C4F-8D62-66BB-2EF2A7CF630C}"/>
                </a:ext>
              </a:extLst>
            </p:cNvPr>
            <p:cNvSpPr/>
            <p:nvPr/>
          </p:nvSpPr>
          <p:spPr>
            <a:xfrm>
              <a:off x="3565978" y="8877173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24" name="组合 823">
            <a:extLst>
              <a:ext uri="{FF2B5EF4-FFF2-40B4-BE49-F238E27FC236}">
                <a16:creationId xmlns:a16="http://schemas.microsoft.com/office/drawing/2014/main" id="{56F57156-DE05-81CF-D52F-6405871FA3BB}"/>
              </a:ext>
            </a:extLst>
          </p:cNvPr>
          <p:cNvGrpSpPr/>
          <p:nvPr/>
        </p:nvGrpSpPr>
        <p:grpSpPr>
          <a:xfrm>
            <a:off x="11110367" y="3442030"/>
            <a:ext cx="378060" cy="385686"/>
            <a:chOff x="3283624" y="9026903"/>
            <a:chExt cx="378060" cy="385686"/>
          </a:xfrm>
        </p:grpSpPr>
        <p:sp>
          <p:nvSpPr>
            <p:cNvPr id="825" name="矩形 824">
              <a:extLst>
                <a:ext uri="{FF2B5EF4-FFF2-40B4-BE49-F238E27FC236}">
                  <a16:creationId xmlns:a16="http://schemas.microsoft.com/office/drawing/2014/main" id="{6130CC44-3045-EE75-A456-0F29610413AE}"/>
                </a:ext>
              </a:extLst>
            </p:cNvPr>
            <p:cNvSpPr/>
            <p:nvPr/>
          </p:nvSpPr>
          <p:spPr>
            <a:xfrm>
              <a:off x="3283624" y="9026903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6" name="矩形 825">
              <a:extLst>
                <a:ext uri="{FF2B5EF4-FFF2-40B4-BE49-F238E27FC236}">
                  <a16:creationId xmlns:a16="http://schemas.microsoft.com/office/drawing/2014/main" id="{10983138-BFE2-3054-93C7-902B69552B1B}"/>
                </a:ext>
              </a:extLst>
            </p:cNvPr>
            <p:cNvSpPr/>
            <p:nvPr/>
          </p:nvSpPr>
          <p:spPr>
            <a:xfrm>
              <a:off x="3377742" y="9026903"/>
              <a:ext cx="95706" cy="9570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7" name="矩形 826">
              <a:extLst>
                <a:ext uri="{FF2B5EF4-FFF2-40B4-BE49-F238E27FC236}">
                  <a16:creationId xmlns:a16="http://schemas.microsoft.com/office/drawing/2014/main" id="{13CF4A71-64A1-2ACF-85D9-F51E8A3615D2}"/>
                </a:ext>
              </a:extLst>
            </p:cNvPr>
            <p:cNvSpPr/>
            <p:nvPr/>
          </p:nvSpPr>
          <p:spPr>
            <a:xfrm>
              <a:off x="3283624" y="9124620"/>
              <a:ext cx="95706" cy="95706"/>
            </a:xfrm>
            <a:prstGeom prst="rect">
              <a:avLst/>
            </a:prstGeom>
            <a:solidFill>
              <a:srgbClr val="A7D972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8" name="矩形 827">
              <a:extLst>
                <a:ext uri="{FF2B5EF4-FFF2-40B4-BE49-F238E27FC236}">
                  <a16:creationId xmlns:a16="http://schemas.microsoft.com/office/drawing/2014/main" id="{D1C17208-A509-22C1-6501-F5A9B38F2DEF}"/>
                </a:ext>
              </a:extLst>
            </p:cNvPr>
            <p:cNvSpPr/>
            <p:nvPr/>
          </p:nvSpPr>
          <p:spPr>
            <a:xfrm>
              <a:off x="3377742" y="9124620"/>
              <a:ext cx="95706" cy="95706"/>
            </a:xfrm>
            <a:prstGeom prst="rect">
              <a:avLst/>
            </a:prstGeom>
            <a:solidFill>
              <a:srgbClr val="E1EFD9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9" name="矩形 828">
              <a:extLst>
                <a:ext uri="{FF2B5EF4-FFF2-40B4-BE49-F238E27FC236}">
                  <a16:creationId xmlns:a16="http://schemas.microsoft.com/office/drawing/2014/main" id="{97620119-B59C-DD4D-E6D7-84068F7BD729}"/>
                </a:ext>
              </a:extLst>
            </p:cNvPr>
            <p:cNvSpPr/>
            <p:nvPr/>
          </p:nvSpPr>
          <p:spPr>
            <a:xfrm>
              <a:off x="3471860" y="9026903"/>
              <a:ext cx="95706" cy="95706"/>
            </a:xfrm>
            <a:prstGeom prst="rect">
              <a:avLst/>
            </a:prstGeom>
            <a:solidFill>
              <a:srgbClr val="A9D18E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0" name="矩形 829">
              <a:extLst>
                <a:ext uri="{FF2B5EF4-FFF2-40B4-BE49-F238E27FC236}">
                  <a16:creationId xmlns:a16="http://schemas.microsoft.com/office/drawing/2014/main" id="{00843E15-C7D8-7302-D156-3D5A68380D83}"/>
                </a:ext>
              </a:extLst>
            </p:cNvPr>
            <p:cNvSpPr/>
            <p:nvPr/>
          </p:nvSpPr>
          <p:spPr>
            <a:xfrm>
              <a:off x="3565978" y="9026903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1" name="矩形 830">
              <a:extLst>
                <a:ext uri="{FF2B5EF4-FFF2-40B4-BE49-F238E27FC236}">
                  <a16:creationId xmlns:a16="http://schemas.microsoft.com/office/drawing/2014/main" id="{0E59979E-A3EA-3BAC-BFBC-3C7B42E6C871}"/>
                </a:ext>
              </a:extLst>
            </p:cNvPr>
            <p:cNvSpPr/>
            <p:nvPr/>
          </p:nvSpPr>
          <p:spPr>
            <a:xfrm>
              <a:off x="3471860" y="9124620"/>
              <a:ext cx="95706" cy="9570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2" name="矩形 831">
              <a:extLst>
                <a:ext uri="{FF2B5EF4-FFF2-40B4-BE49-F238E27FC236}">
                  <a16:creationId xmlns:a16="http://schemas.microsoft.com/office/drawing/2014/main" id="{F1E7A47E-9E4C-9638-D6E6-FDA0B2C1A713}"/>
                </a:ext>
              </a:extLst>
            </p:cNvPr>
            <p:cNvSpPr/>
            <p:nvPr/>
          </p:nvSpPr>
          <p:spPr>
            <a:xfrm>
              <a:off x="3565978" y="9124620"/>
              <a:ext cx="95706" cy="95706"/>
            </a:xfrm>
            <a:prstGeom prst="rect">
              <a:avLst/>
            </a:prstGeom>
            <a:solidFill>
              <a:srgbClr val="6FAC46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3" name="矩形 832">
              <a:extLst>
                <a:ext uri="{FF2B5EF4-FFF2-40B4-BE49-F238E27FC236}">
                  <a16:creationId xmlns:a16="http://schemas.microsoft.com/office/drawing/2014/main" id="{D0455166-1AA9-EDB2-3915-346C6252BE2E}"/>
                </a:ext>
              </a:extLst>
            </p:cNvPr>
            <p:cNvSpPr/>
            <p:nvPr/>
          </p:nvSpPr>
          <p:spPr>
            <a:xfrm>
              <a:off x="3283624" y="9219898"/>
              <a:ext cx="95706" cy="95706"/>
            </a:xfrm>
            <a:prstGeom prst="rect">
              <a:avLst/>
            </a:prstGeom>
            <a:solidFill>
              <a:srgbClr val="F1F1F1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4" name="矩形 833">
              <a:extLst>
                <a:ext uri="{FF2B5EF4-FFF2-40B4-BE49-F238E27FC236}">
                  <a16:creationId xmlns:a16="http://schemas.microsoft.com/office/drawing/2014/main" id="{5D9D571F-CD1A-405A-8338-157ED5113F20}"/>
                </a:ext>
              </a:extLst>
            </p:cNvPr>
            <p:cNvSpPr/>
            <p:nvPr/>
          </p:nvSpPr>
          <p:spPr>
            <a:xfrm>
              <a:off x="3377742" y="9219898"/>
              <a:ext cx="95706" cy="95706"/>
            </a:xfrm>
            <a:prstGeom prst="rect">
              <a:avLst/>
            </a:prstGeom>
            <a:solidFill>
              <a:srgbClr val="A9D18E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5" name="矩形 834">
              <a:extLst>
                <a:ext uri="{FF2B5EF4-FFF2-40B4-BE49-F238E27FC236}">
                  <a16:creationId xmlns:a16="http://schemas.microsoft.com/office/drawing/2014/main" id="{7CD0ACE9-99CA-EE9D-700B-078750593A3B}"/>
                </a:ext>
              </a:extLst>
            </p:cNvPr>
            <p:cNvSpPr/>
            <p:nvPr/>
          </p:nvSpPr>
          <p:spPr>
            <a:xfrm>
              <a:off x="3283624" y="9316883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6" name="矩形 835">
              <a:extLst>
                <a:ext uri="{FF2B5EF4-FFF2-40B4-BE49-F238E27FC236}">
                  <a16:creationId xmlns:a16="http://schemas.microsoft.com/office/drawing/2014/main" id="{5B0A4C8F-694C-88AC-3B8B-5C5D90C67ACB}"/>
                </a:ext>
              </a:extLst>
            </p:cNvPr>
            <p:cNvSpPr/>
            <p:nvPr/>
          </p:nvSpPr>
          <p:spPr>
            <a:xfrm>
              <a:off x="3377742" y="9316883"/>
              <a:ext cx="95706" cy="9570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7" name="矩形 836">
              <a:extLst>
                <a:ext uri="{FF2B5EF4-FFF2-40B4-BE49-F238E27FC236}">
                  <a16:creationId xmlns:a16="http://schemas.microsoft.com/office/drawing/2014/main" id="{F9F38600-C6E1-77EC-8399-0C11388B624F}"/>
                </a:ext>
              </a:extLst>
            </p:cNvPr>
            <p:cNvSpPr/>
            <p:nvPr/>
          </p:nvSpPr>
          <p:spPr>
            <a:xfrm>
              <a:off x="3471860" y="9219898"/>
              <a:ext cx="95706" cy="95706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8" name="矩形 837">
              <a:extLst>
                <a:ext uri="{FF2B5EF4-FFF2-40B4-BE49-F238E27FC236}">
                  <a16:creationId xmlns:a16="http://schemas.microsoft.com/office/drawing/2014/main" id="{AAC80FBB-CFB4-34D8-3B29-ED0D11F6F118}"/>
                </a:ext>
              </a:extLst>
            </p:cNvPr>
            <p:cNvSpPr/>
            <p:nvPr/>
          </p:nvSpPr>
          <p:spPr>
            <a:xfrm>
              <a:off x="3565978" y="9219898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9" name="矩形 838">
              <a:extLst>
                <a:ext uri="{FF2B5EF4-FFF2-40B4-BE49-F238E27FC236}">
                  <a16:creationId xmlns:a16="http://schemas.microsoft.com/office/drawing/2014/main" id="{1F32AD2C-4432-E568-F48D-B07CD2DA1F58}"/>
                </a:ext>
              </a:extLst>
            </p:cNvPr>
            <p:cNvSpPr/>
            <p:nvPr/>
          </p:nvSpPr>
          <p:spPr>
            <a:xfrm>
              <a:off x="3471860" y="9316883"/>
              <a:ext cx="95706" cy="95706"/>
            </a:xfrm>
            <a:prstGeom prst="rect">
              <a:avLst/>
            </a:prstGeom>
            <a:solidFill>
              <a:srgbClr val="A7D972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0" name="矩形 839">
              <a:extLst>
                <a:ext uri="{FF2B5EF4-FFF2-40B4-BE49-F238E27FC236}">
                  <a16:creationId xmlns:a16="http://schemas.microsoft.com/office/drawing/2014/main" id="{600DE3CA-7D3E-5622-2F28-E667A3DF2D85}"/>
                </a:ext>
              </a:extLst>
            </p:cNvPr>
            <p:cNvSpPr/>
            <p:nvPr/>
          </p:nvSpPr>
          <p:spPr>
            <a:xfrm>
              <a:off x="3565978" y="9316883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41" name="组合 840">
            <a:extLst>
              <a:ext uri="{FF2B5EF4-FFF2-40B4-BE49-F238E27FC236}">
                <a16:creationId xmlns:a16="http://schemas.microsoft.com/office/drawing/2014/main" id="{435B4393-A988-F446-BA4C-733924D3380A}"/>
              </a:ext>
            </a:extLst>
          </p:cNvPr>
          <p:cNvGrpSpPr/>
          <p:nvPr/>
        </p:nvGrpSpPr>
        <p:grpSpPr>
          <a:xfrm>
            <a:off x="10396274" y="3442030"/>
            <a:ext cx="378060" cy="385686"/>
            <a:chOff x="3283624" y="8102607"/>
            <a:chExt cx="378060" cy="385686"/>
          </a:xfrm>
        </p:grpSpPr>
        <p:sp>
          <p:nvSpPr>
            <p:cNvPr id="842" name="矩形 841">
              <a:extLst>
                <a:ext uri="{FF2B5EF4-FFF2-40B4-BE49-F238E27FC236}">
                  <a16:creationId xmlns:a16="http://schemas.microsoft.com/office/drawing/2014/main" id="{EE337A0E-1BCD-1FE4-9F33-0909500C9264}"/>
                </a:ext>
              </a:extLst>
            </p:cNvPr>
            <p:cNvSpPr/>
            <p:nvPr/>
          </p:nvSpPr>
          <p:spPr>
            <a:xfrm>
              <a:off x="3283624" y="8102607"/>
              <a:ext cx="95706" cy="95706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3" name="矩形 842">
              <a:extLst>
                <a:ext uri="{FF2B5EF4-FFF2-40B4-BE49-F238E27FC236}">
                  <a16:creationId xmlns:a16="http://schemas.microsoft.com/office/drawing/2014/main" id="{EFCFFC92-42DE-A3D1-5C4B-BC3188495E23}"/>
                </a:ext>
              </a:extLst>
            </p:cNvPr>
            <p:cNvSpPr/>
            <p:nvPr/>
          </p:nvSpPr>
          <p:spPr>
            <a:xfrm>
              <a:off x="3377742" y="8102607"/>
              <a:ext cx="95706" cy="9570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4" name="矩形 843">
              <a:extLst>
                <a:ext uri="{FF2B5EF4-FFF2-40B4-BE49-F238E27FC236}">
                  <a16:creationId xmlns:a16="http://schemas.microsoft.com/office/drawing/2014/main" id="{B330480A-9C78-0B92-EDA3-CB8F11AD5EF3}"/>
                </a:ext>
              </a:extLst>
            </p:cNvPr>
            <p:cNvSpPr/>
            <p:nvPr/>
          </p:nvSpPr>
          <p:spPr>
            <a:xfrm>
              <a:off x="3283624" y="8200324"/>
              <a:ext cx="95706" cy="9570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5" name="矩形 844">
              <a:extLst>
                <a:ext uri="{FF2B5EF4-FFF2-40B4-BE49-F238E27FC236}">
                  <a16:creationId xmlns:a16="http://schemas.microsoft.com/office/drawing/2014/main" id="{1282C007-E31E-CE46-5757-79FC82511235}"/>
                </a:ext>
              </a:extLst>
            </p:cNvPr>
            <p:cNvSpPr/>
            <p:nvPr/>
          </p:nvSpPr>
          <p:spPr>
            <a:xfrm>
              <a:off x="3377742" y="8200324"/>
              <a:ext cx="95706" cy="95706"/>
            </a:xfrm>
            <a:prstGeom prst="rect">
              <a:avLst/>
            </a:prstGeom>
            <a:solidFill>
              <a:srgbClr val="E1EFD9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6" name="矩形 845">
              <a:extLst>
                <a:ext uri="{FF2B5EF4-FFF2-40B4-BE49-F238E27FC236}">
                  <a16:creationId xmlns:a16="http://schemas.microsoft.com/office/drawing/2014/main" id="{5A8D8B0C-7E06-B762-A880-2E386831EB79}"/>
                </a:ext>
              </a:extLst>
            </p:cNvPr>
            <p:cNvSpPr/>
            <p:nvPr/>
          </p:nvSpPr>
          <p:spPr>
            <a:xfrm>
              <a:off x="3471860" y="8102607"/>
              <a:ext cx="95706" cy="957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7" name="矩形 846">
              <a:extLst>
                <a:ext uri="{FF2B5EF4-FFF2-40B4-BE49-F238E27FC236}">
                  <a16:creationId xmlns:a16="http://schemas.microsoft.com/office/drawing/2014/main" id="{D6E30EFD-FE5E-007D-466F-9B7CB242BDCC}"/>
                </a:ext>
              </a:extLst>
            </p:cNvPr>
            <p:cNvSpPr/>
            <p:nvPr/>
          </p:nvSpPr>
          <p:spPr>
            <a:xfrm>
              <a:off x="3565978" y="8102607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8" name="矩形 847">
              <a:extLst>
                <a:ext uri="{FF2B5EF4-FFF2-40B4-BE49-F238E27FC236}">
                  <a16:creationId xmlns:a16="http://schemas.microsoft.com/office/drawing/2014/main" id="{5B09E70D-15B7-0A51-FCD4-2A4EACD687D3}"/>
                </a:ext>
              </a:extLst>
            </p:cNvPr>
            <p:cNvSpPr/>
            <p:nvPr/>
          </p:nvSpPr>
          <p:spPr>
            <a:xfrm>
              <a:off x="3471860" y="8200324"/>
              <a:ext cx="95706" cy="95706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9" name="矩形 848">
              <a:extLst>
                <a:ext uri="{FF2B5EF4-FFF2-40B4-BE49-F238E27FC236}">
                  <a16:creationId xmlns:a16="http://schemas.microsoft.com/office/drawing/2014/main" id="{10BCA3FA-4602-5A99-379D-D7FEDC55FF15}"/>
                </a:ext>
              </a:extLst>
            </p:cNvPr>
            <p:cNvSpPr/>
            <p:nvPr/>
          </p:nvSpPr>
          <p:spPr>
            <a:xfrm>
              <a:off x="3565978" y="8200324"/>
              <a:ext cx="95706" cy="95706"/>
            </a:xfrm>
            <a:prstGeom prst="rect">
              <a:avLst/>
            </a:prstGeom>
            <a:solidFill>
              <a:srgbClr val="6FAC46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0" name="矩形 849">
              <a:extLst>
                <a:ext uri="{FF2B5EF4-FFF2-40B4-BE49-F238E27FC236}">
                  <a16:creationId xmlns:a16="http://schemas.microsoft.com/office/drawing/2014/main" id="{1D1230FF-D89B-8674-C009-CAF91A431DEF}"/>
                </a:ext>
              </a:extLst>
            </p:cNvPr>
            <p:cNvSpPr/>
            <p:nvPr/>
          </p:nvSpPr>
          <p:spPr>
            <a:xfrm>
              <a:off x="3283624" y="8295602"/>
              <a:ext cx="95706" cy="95706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1" name="矩形 850">
              <a:extLst>
                <a:ext uri="{FF2B5EF4-FFF2-40B4-BE49-F238E27FC236}">
                  <a16:creationId xmlns:a16="http://schemas.microsoft.com/office/drawing/2014/main" id="{3A27BC27-2764-50FA-5695-7FA80D575E5F}"/>
                </a:ext>
              </a:extLst>
            </p:cNvPr>
            <p:cNvSpPr/>
            <p:nvPr/>
          </p:nvSpPr>
          <p:spPr>
            <a:xfrm>
              <a:off x="3377742" y="8295602"/>
              <a:ext cx="95706" cy="9570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2" name="矩形 851">
              <a:extLst>
                <a:ext uri="{FF2B5EF4-FFF2-40B4-BE49-F238E27FC236}">
                  <a16:creationId xmlns:a16="http://schemas.microsoft.com/office/drawing/2014/main" id="{6E09DAB4-8FC9-8716-88C4-1586010CECCF}"/>
                </a:ext>
              </a:extLst>
            </p:cNvPr>
            <p:cNvSpPr/>
            <p:nvPr/>
          </p:nvSpPr>
          <p:spPr>
            <a:xfrm>
              <a:off x="3283624" y="8392587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3" name="矩形 852">
              <a:extLst>
                <a:ext uri="{FF2B5EF4-FFF2-40B4-BE49-F238E27FC236}">
                  <a16:creationId xmlns:a16="http://schemas.microsoft.com/office/drawing/2014/main" id="{21F113AA-D47F-AF1D-0526-099A494DCADF}"/>
                </a:ext>
              </a:extLst>
            </p:cNvPr>
            <p:cNvSpPr/>
            <p:nvPr/>
          </p:nvSpPr>
          <p:spPr>
            <a:xfrm>
              <a:off x="3377742" y="8392587"/>
              <a:ext cx="95706" cy="9570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4" name="矩形 853">
              <a:extLst>
                <a:ext uri="{FF2B5EF4-FFF2-40B4-BE49-F238E27FC236}">
                  <a16:creationId xmlns:a16="http://schemas.microsoft.com/office/drawing/2014/main" id="{9D3DBD26-502D-39DC-CFB2-EFC0FB65BFA3}"/>
                </a:ext>
              </a:extLst>
            </p:cNvPr>
            <p:cNvSpPr/>
            <p:nvPr/>
          </p:nvSpPr>
          <p:spPr>
            <a:xfrm>
              <a:off x="3471860" y="8295602"/>
              <a:ext cx="95706" cy="9570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5" name="矩形 854">
              <a:extLst>
                <a:ext uri="{FF2B5EF4-FFF2-40B4-BE49-F238E27FC236}">
                  <a16:creationId xmlns:a16="http://schemas.microsoft.com/office/drawing/2014/main" id="{16EE4FE8-91A4-D4F2-9C99-4F997D0F51D2}"/>
                </a:ext>
              </a:extLst>
            </p:cNvPr>
            <p:cNvSpPr/>
            <p:nvPr/>
          </p:nvSpPr>
          <p:spPr>
            <a:xfrm>
              <a:off x="3565978" y="8295602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6" name="矩形 855">
              <a:extLst>
                <a:ext uri="{FF2B5EF4-FFF2-40B4-BE49-F238E27FC236}">
                  <a16:creationId xmlns:a16="http://schemas.microsoft.com/office/drawing/2014/main" id="{7F21B187-7A97-66A5-A130-18A29B85D19E}"/>
                </a:ext>
              </a:extLst>
            </p:cNvPr>
            <p:cNvSpPr/>
            <p:nvPr/>
          </p:nvSpPr>
          <p:spPr>
            <a:xfrm>
              <a:off x="3471860" y="8392587"/>
              <a:ext cx="95706" cy="95706"/>
            </a:xfrm>
            <a:prstGeom prst="rect">
              <a:avLst/>
            </a:prstGeom>
            <a:solidFill>
              <a:srgbClr val="A7D972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7" name="矩形 856">
              <a:extLst>
                <a:ext uri="{FF2B5EF4-FFF2-40B4-BE49-F238E27FC236}">
                  <a16:creationId xmlns:a16="http://schemas.microsoft.com/office/drawing/2014/main" id="{F18DE9CE-2116-E308-2F57-6C2142BA988B}"/>
                </a:ext>
              </a:extLst>
            </p:cNvPr>
            <p:cNvSpPr/>
            <p:nvPr/>
          </p:nvSpPr>
          <p:spPr>
            <a:xfrm>
              <a:off x="3565978" y="8392587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58" name="组合 857">
            <a:extLst>
              <a:ext uri="{FF2B5EF4-FFF2-40B4-BE49-F238E27FC236}">
                <a16:creationId xmlns:a16="http://schemas.microsoft.com/office/drawing/2014/main" id="{28DF5C7E-D4F5-2633-2074-6FA127C10227}"/>
              </a:ext>
            </a:extLst>
          </p:cNvPr>
          <p:cNvGrpSpPr/>
          <p:nvPr/>
        </p:nvGrpSpPr>
        <p:grpSpPr>
          <a:xfrm>
            <a:off x="13257150" y="3442030"/>
            <a:ext cx="378060" cy="385686"/>
            <a:chOff x="3283624" y="7674787"/>
            <a:chExt cx="378060" cy="385686"/>
          </a:xfrm>
        </p:grpSpPr>
        <p:sp>
          <p:nvSpPr>
            <p:cNvPr id="859" name="矩形 858">
              <a:extLst>
                <a:ext uri="{FF2B5EF4-FFF2-40B4-BE49-F238E27FC236}">
                  <a16:creationId xmlns:a16="http://schemas.microsoft.com/office/drawing/2014/main" id="{32749B55-DD4B-4496-0745-F83341FD4F1C}"/>
                </a:ext>
              </a:extLst>
            </p:cNvPr>
            <p:cNvSpPr/>
            <p:nvPr/>
          </p:nvSpPr>
          <p:spPr>
            <a:xfrm>
              <a:off x="3283624" y="7674787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0" name="矩形 859">
              <a:extLst>
                <a:ext uri="{FF2B5EF4-FFF2-40B4-BE49-F238E27FC236}">
                  <a16:creationId xmlns:a16="http://schemas.microsoft.com/office/drawing/2014/main" id="{95965AC5-CEB5-EA79-8260-87A3C85CF1BA}"/>
                </a:ext>
              </a:extLst>
            </p:cNvPr>
            <p:cNvSpPr/>
            <p:nvPr/>
          </p:nvSpPr>
          <p:spPr>
            <a:xfrm>
              <a:off x="3377742" y="7674787"/>
              <a:ext cx="95706" cy="9570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1" name="矩形 860">
              <a:extLst>
                <a:ext uri="{FF2B5EF4-FFF2-40B4-BE49-F238E27FC236}">
                  <a16:creationId xmlns:a16="http://schemas.microsoft.com/office/drawing/2014/main" id="{42E48191-84BD-8B19-958B-488738FF7D45}"/>
                </a:ext>
              </a:extLst>
            </p:cNvPr>
            <p:cNvSpPr/>
            <p:nvPr/>
          </p:nvSpPr>
          <p:spPr>
            <a:xfrm>
              <a:off x="3283624" y="7772504"/>
              <a:ext cx="95706" cy="95706"/>
            </a:xfrm>
            <a:prstGeom prst="rect">
              <a:avLst/>
            </a:prstGeom>
            <a:solidFill>
              <a:srgbClr val="A7D972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2" name="矩形 861">
              <a:extLst>
                <a:ext uri="{FF2B5EF4-FFF2-40B4-BE49-F238E27FC236}">
                  <a16:creationId xmlns:a16="http://schemas.microsoft.com/office/drawing/2014/main" id="{8A02FBD9-6D48-1875-F361-44F8FD1B3A4B}"/>
                </a:ext>
              </a:extLst>
            </p:cNvPr>
            <p:cNvSpPr/>
            <p:nvPr/>
          </p:nvSpPr>
          <p:spPr>
            <a:xfrm>
              <a:off x="3377742" y="7772504"/>
              <a:ext cx="95706" cy="95706"/>
            </a:xfrm>
            <a:prstGeom prst="rect">
              <a:avLst/>
            </a:prstGeom>
            <a:solidFill>
              <a:srgbClr val="E1EFD9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3" name="矩形 862">
              <a:extLst>
                <a:ext uri="{FF2B5EF4-FFF2-40B4-BE49-F238E27FC236}">
                  <a16:creationId xmlns:a16="http://schemas.microsoft.com/office/drawing/2014/main" id="{1591F76A-6CA5-3270-C052-D8D6F10C050F}"/>
                </a:ext>
              </a:extLst>
            </p:cNvPr>
            <p:cNvSpPr/>
            <p:nvPr/>
          </p:nvSpPr>
          <p:spPr>
            <a:xfrm>
              <a:off x="3471860" y="7674787"/>
              <a:ext cx="95706" cy="95706"/>
            </a:xfrm>
            <a:prstGeom prst="rect">
              <a:avLst/>
            </a:prstGeom>
            <a:solidFill>
              <a:srgbClr val="A9D18E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4" name="矩形 863">
              <a:extLst>
                <a:ext uri="{FF2B5EF4-FFF2-40B4-BE49-F238E27FC236}">
                  <a16:creationId xmlns:a16="http://schemas.microsoft.com/office/drawing/2014/main" id="{58558064-027E-2976-CECC-6301B95543C0}"/>
                </a:ext>
              </a:extLst>
            </p:cNvPr>
            <p:cNvSpPr/>
            <p:nvPr/>
          </p:nvSpPr>
          <p:spPr>
            <a:xfrm>
              <a:off x="3565978" y="7674787"/>
              <a:ext cx="95706" cy="957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5" name="矩形 864">
              <a:extLst>
                <a:ext uri="{FF2B5EF4-FFF2-40B4-BE49-F238E27FC236}">
                  <a16:creationId xmlns:a16="http://schemas.microsoft.com/office/drawing/2014/main" id="{DADA3D16-DACD-8BE5-2ED2-13EAB6E4EE40}"/>
                </a:ext>
              </a:extLst>
            </p:cNvPr>
            <p:cNvSpPr/>
            <p:nvPr/>
          </p:nvSpPr>
          <p:spPr>
            <a:xfrm>
              <a:off x="3471860" y="7772504"/>
              <a:ext cx="95706" cy="95706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6" name="矩形 865">
              <a:extLst>
                <a:ext uri="{FF2B5EF4-FFF2-40B4-BE49-F238E27FC236}">
                  <a16:creationId xmlns:a16="http://schemas.microsoft.com/office/drawing/2014/main" id="{A8886E2B-6931-772B-DD72-EA8F2436D596}"/>
                </a:ext>
              </a:extLst>
            </p:cNvPr>
            <p:cNvSpPr/>
            <p:nvPr/>
          </p:nvSpPr>
          <p:spPr>
            <a:xfrm>
              <a:off x="3565978" y="7772504"/>
              <a:ext cx="95706" cy="95706"/>
            </a:xfrm>
            <a:prstGeom prst="rect">
              <a:avLst/>
            </a:prstGeom>
            <a:solidFill>
              <a:srgbClr val="6FAC46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7" name="矩形 866">
              <a:extLst>
                <a:ext uri="{FF2B5EF4-FFF2-40B4-BE49-F238E27FC236}">
                  <a16:creationId xmlns:a16="http://schemas.microsoft.com/office/drawing/2014/main" id="{C7CD7CF6-2B71-9ED9-3B4D-B90F6A6C3DC6}"/>
                </a:ext>
              </a:extLst>
            </p:cNvPr>
            <p:cNvSpPr/>
            <p:nvPr/>
          </p:nvSpPr>
          <p:spPr>
            <a:xfrm>
              <a:off x="3283624" y="7867782"/>
              <a:ext cx="95706" cy="95706"/>
            </a:xfrm>
            <a:prstGeom prst="rect">
              <a:avLst/>
            </a:prstGeom>
            <a:solidFill>
              <a:srgbClr val="F1F1F1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8" name="矩形 867">
              <a:extLst>
                <a:ext uri="{FF2B5EF4-FFF2-40B4-BE49-F238E27FC236}">
                  <a16:creationId xmlns:a16="http://schemas.microsoft.com/office/drawing/2014/main" id="{7B0E523F-0175-03BF-A92D-3E3ADA9F429B}"/>
                </a:ext>
              </a:extLst>
            </p:cNvPr>
            <p:cNvSpPr/>
            <p:nvPr/>
          </p:nvSpPr>
          <p:spPr>
            <a:xfrm>
              <a:off x="3377742" y="7867782"/>
              <a:ext cx="95706" cy="9570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9" name="矩形 868">
              <a:extLst>
                <a:ext uri="{FF2B5EF4-FFF2-40B4-BE49-F238E27FC236}">
                  <a16:creationId xmlns:a16="http://schemas.microsoft.com/office/drawing/2014/main" id="{B3C926F4-1110-7C47-0F4A-00FB9D05851A}"/>
                </a:ext>
              </a:extLst>
            </p:cNvPr>
            <p:cNvSpPr/>
            <p:nvPr/>
          </p:nvSpPr>
          <p:spPr>
            <a:xfrm>
              <a:off x="3283624" y="7964767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0" name="矩形 869">
              <a:extLst>
                <a:ext uri="{FF2B5EF4-FFF2-40B4-BE49-F238E27FC236}">
                  <a16:creationId xmlns:a16="http://schemas.microsoft.com/office/drawing/2014/main" id="{0AA3FB80-33A6-CCCD-5B92-BC1FDFA6F1DA}"/>
                </a:ext>
              </a:extLst>
            </p:cNvPr>
            <p:cNvSpPr/>
            <p:nvPr/>
          </p:nvSpPr>
          <p:spPr>
            <a:xfrm>
              <a:off x="3377742" y="7964767"/>
              <a:ext cx="95706" cy="957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1" name="矩形 870">
              <a:extLst>
                <a:ext uri="{FF2B5EF4-FFF2-40B4-BE49-F238E27FC236}">
                  <a16:creationId xmlns:a16="http://schemas.microsoft.com/office/drawing/2014/main" id="{CFC70E13-E4E9-8F4A-477E-97A3D46FA4D2}"/>
                </a:ext>
              </a:extLst>
            </p:cNvPr>
            <p:cNvSpPr/>
            <p:nvPr/>
          </p:nvSpPr>
          <p:spPr>
            <a:xfrm>
              <a:off x="3471860" y="7867782"/>
              <a:ext cx="95706" cy="95706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2" name="矩形 871">
              <a:extLst>
                <a:ext uri="{FF2B5EF4-FFF2-40B4-BE49-F238E27FC236}">
                  <a16:creationId xmlns:a16="http://schemas.microsoft.com/office/drawing/2014/main" id="{328CBB8E-80FA-2A8E-2453-5C0B7562D12C}"/>
                </a:ext>
              </a:extLst>
            </p:cNvPr>
            <p:cNvSpPr/>
            <p:nvPr/>
          </p:nvSpPr>
          <p:spPr>
            <a:xfrm>
              <a:off x="3565978" y="7867782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3" name="矩形 872">
              <a:extLst>
                <a:ext uri="{FF2B5EF4-FFF2-40B4-BE49-F238E27FC236}">
                  <a16:creationId xmlns:a16="http://schemas.microsoft.com/office/drawing/2014/main" id="{3B57585F-1DCE-AE0D-A255-D4772CDECEF8}"/>
                </a:ext>
              </a:extLst>
            </p:cNvPr>
            <p:cNvSpPr/>
            <p:nvPr/>
          </p:nvSpPr>
          <p:spPr>
            <a:xfrm>
              <a:off x="3471860" y="7964767"/>
              <a:ext cx="95706" cy="95706"/>
            </a:xfrm>
            <a:prstGeom prst="rect">
              <a:avLst/>
            </a:prstGeom>
            <a:solidFill>
              <a:srgbClr val="A7D972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4" name="矩形 873">
              <a:extLst>
                <a:ext uri="{FF2B5EF4-FFF2-40B4-BE49-F238E27FC236}">
                  <a16:creationId xmlns:a16="http://schemas.microsoft.com/office/drawing/2014/main" id="{31058C53-00FE-EC5B-9919-484A2A7414C5}"/>
                </a:ext>
              </a:extLst>
            </p:cNvPr>
            <p:cNvSpPr/>
            <p:nvPr/>
          </p:nvSpPr>
          <p:spPr>
            <a:xfrm>
              <a:off x="3565978" y="7964767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75" name="组合 874">
            <a:extLst>
              <a:ext uri="{FF2B5EF4-FFF2-40B4-BE49-F238E27FC236}">
                <a16:creationId xmlns:a16="http://schemas.microsoft.com/office/drawing/2014/main" id="{8590057E-C3A3-F5B9-6ECE-F0586DB8DA91}"/>
              </a:ext>
            </a:extLst>
          </p:cNvPr>
          <p:cNvGrpSpPr/>
          <p:nvPr/>
        </p:nvGrpSpPr>
        <p:grpSpPr>
          <a:xfrm>
            <a:off x="742487" y="5612880"/>
            <a:ext cx="378060" cy="385686"/>
            <a:chOff x="3283624" y="8102607"/>
            <a:chExt cx="378060" cy="385686"/>
          </a:xfrm>
        </p:grpSpPr>
        <p:sp>
          <p:nvSpPr>
            <p:cNvPr id="876" name="矩形 875">
              <a:extLst>
                <a:ext uri="{FF2B5EF4-FFF2-40B4-BE49-F238E27FC236}">
                  <a16:creationId xmlns:a16="http://schemas.microsoft.com/office/drawing/2014/main" id="{090F86EB-3103-8B51-DBE1-7786EC3ED5B0}"/>
                </a:ext>
              </a:extLst>
            </p:cNvPr>
            <p:cNvSpPr/>
            <p:nvPr/>
          </p:nvSpPr>
          <p:spPr>
            <a:xfrm>
              <a:off x="3283624" y="8102607"/>
              <a:ext cx="95706" cy="95706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7" name="矩形 876">
              <a:extLst>
                <a:ext uri="{FF2B5EF4-FFF2-40B4-BE49-F238E27FC236}">
                  <a16:creationId xmlns:a16="http://schemas.microsoft.com/office/drawing/2014/main" id="{9704D0EB-C714-048D-4F71-5CC275E03FF9}"/>
                </a:ext>
              </a:extLst>
            </p:cNvPr>
            <p:cNvSpPr/>
            <p:nvPr/>
          </p:nvSpPr>
          <p:spPr>
            <a:xfrm>
              <a:off x="3377742" y="8102607"/>
              <a:ext cx="95706" cy="9570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8" name="矩形 877">
              <a:extLst>
                <a:ext uri="{FF2B5EF4-FFF2-40B4-BE49-F238E27FC236}">
                  <a16:creationId xmlns:a16="http://schemas.microsoft.com/office/drawing/2014/main" id="{14921A70-DC9E-9FC3-13B8-06AE1AD36432}"/>
                </a:ext>
              </a:extLst>
            </p:cNvPr>
            <p:cNvSpPr/>
            <p:nvPr/>
          </p:nvSpPr>
          <p:spPr>
            <a:xfrm>
              <a:off x="3283624" y="8200324"/>
              <a:ext cx="95706" cy="9570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9" name="矩形 878">
              <a:extLst>
                <a:ext uri="{FF2B5EF4-FFF2-40B4-BE49-F238E27FC236}">
                  <a16:creationId xmlns:a16="http://schemas.microsoft.com/office/drawing/2014/main" id="{A32D430A-DC50-CC10-F52C-EBEC2BDE65AE}"/>
                </a:ext>
              </a:extLst>
            </p:cNvPr>
            <p:cNvSpPr/>
            <p:nvPr/>
          </p:nvSpPr>
          <p:spPr>
            <a:xfrm>
              <a:off x="3377742" y="8200324"/>
              <a:ext cx="95706" cy="95706"/>
            </a:xfrm>
            <a:prstGeom prst="rect">
              <a:avLst/>
            </a:prstGeom>
            <a:solidFill>
              <a:srgbClr val="E1EFD9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0" name="矩形 879">
              <a:extLst>
                <a:ext uri="{FF2B5EF4-FFF2-40B4-BE49-F238E27FC236}">
                  <a16:creationId xmlns:a16="http://schemas.microsoft.com/office/drawing/2014/main" id="{BB5E4EA0-A14E-6017-2577-D2EE4ACD7284}"/>
                </a:ext>
              </a:extLst>
            </p:cNvPr>
            <p:cNvSpPr/>
            <p:nvPr/>
          </p:nvSpPr>
          <p:spPr>
            <a:xfrm>
              <a:off x="3471860" y="8102607"/>
              <a:ext cx="95706" cy="957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1" name="矩形 880">
              <a:extLst>
                <a:ext uri="{FF2B5EF4-FFF2-40B4-BE49-F238E27FC236}">
                  <a16:creationId xmlns:a16="http://schemas.microsoft.com/office/drawing/2014/main" id="{AF0FC431-C190-42B3-B628-9B3C67AFBED4}"/>
                </a:ext>
              </a:extLst>
            </p:cNvPr>
            <p:cNvSpPr/>
            <p:nvPr/>
          </p:nvSpPr>
          <p:spPr>
            <a:xfrm>
              <a:off x="3565978" y="8102607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2" name="矩形 881">
              <a:extLst>
                <a:ext uri="{FF2B5EF4-FFF2-40B4-BE49-F238E27FC236}">
                  <a16:creationId xmlns:a16="http://schemas.microsoft.com/office/drawing/2014/main" id="{24ABE0D6-C803-0396-B80E-24176B0C67C5}"/>
                </a:ext>
              </a:extLst>
            </p:cNvPr>
            <p:cNvSpPr/>
            <p:nvPr/>
          </p:nvSpPr>
          <p:spPr>
            <a:xfrm>
              <a:off x="3471860" y="8200324"/>
              <a:ext cx="95706" cy="95706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3" name="矩形 882">
              <a:extLst>
                <a:ext uri="{FF2B5EF4-FFF2-40B4-BE49-F238E27FC236}">
                  <a16:creationId xmlns:a16="http://schemas.microsoft.com/office/drawing/2014/main" id="{258E0690-321E-4B87-0D15-9E14E3B89B40}"/>
                </a:ext>
              </a:extLst>
            </p:cNvPr>
            <p:cNvSpPr/>
            <p:nvPr/>
          </p:nvSpPr>
          <p:spPr>
            <a:xfrm>
              <a:off x="3565978" y="8200324"/>
              <a:ext cx="95706" cy="95706"/>
            </a:xfrm>
            <a:prstGeom prst="rect">
              <a:avLst/>
            </a:prstGeom>
            <a:solidFill>
              <a:srgbClr val="6FAC46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4" name="矩形 883">
              <a:extLst>
                <a:ext uri="{FF2B5EF4-FFF2-40B4-BE49-F238E27FC236}">
                  <a16:creationId xmlns:a16="http://schemas.microsoft.com/office/drawing/2014/main" id="{8BB34E1B-4F6D-48B3-902A-FCF3DEBA3675}"/>
                </a:ext>
              </a:extLst>
            </p:cNvPr>
            <p:cNvSpPr/>
            <p:nvPr/>
          </p:nvSpPr>
          <p:spPr>
            <a:xfrm>
              <a:off x="3283624" y="8295602"/>
              <a:ext cx="95706" cy="95706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5" name="矩形 884">
              <a:extLst>
                <a:ext uri="{FF2B5EF4-FFF2-40B4-BE49-F238E27FC236}">
                  <a16:creationId xmlns:a16="http://schemas.microsoft.com/office/drawing/2014/main" id="{C34708CD-8902-2578-C2DB-C94E33ACC480}"/>
                </a:ext>
              </a:extLst>
            </p:cNvPr>
            <p:cNvSpPr/>
            <p:nvPr/>
          </p:nvSpPr>
          <p:spPr>
            <a:xfrm>
              <a:off x="3377742" y="8295602"/>
              <a:ext cx="95706" cy="9570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6" name="矩形 885">
              <a:extLst>
                <a:ext uri="{FF2B5EF4-FFF2-40B4-BE49-F238E27FC236}">
                  <a16:creationId xmlns:a16="http://schemas.microsoft.com/office/drawing/2014/main" id="{49032207-4E51-6CA4-58FD-75429C4EF809}"/>
                </a:ext>
              </a:extLst>
            </p:cNvPr>
            <p:cNvSpPr/>
            <p:nvPr/>
          </p:nvSpPr>
          <p:spPr>
            <a:xfrm>
              <a:off x="3283624" y="8392587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7" name="矩形 886">
              <a:extLst>
                <a:ext uri="{FF2B5EF4-FFF2-40B4-BE49-F238E27FC236}">
                  <a16:creationId xmlns:a16="http://schemas.microsoft.com/office/drawing/2014/main" id="{9508BF47-6614-FBE3-AC48-CE3E97DF9345}"/>
                </a:ext>
              </a:extLst>
            </p:cNvPr>
            <p:cNvSpPr/>
            <p:nvPr/>
          </p:nvSpPr>
          <p:spPr>
            <a:xfrm>
              <a:off x="3377742" y="8392587"/>
              <a:ext cx="95706" cy="9570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8" name="矩形 887">
              <a:extLst>
                <a:ext uri="{FF2B5EF4-FFF2-40B4-BE49-F238E27FC236}">
                  <a16:creationId xmlns:a16="http://schemas.microsoft.com/office/drawing/2014/main" id="{925A76F4-78E0-880B-2B8C-F05FCD149422}"/>
                </a:ext>
              </a:extLst>
            </p:cNvPr>
            <p:cNvSpPr/>
            <p:nvPr/>
          </p:nvSpPr>
          <p:spPr>
            <a:xfrm>
              <a:off x="3471860" y="8295602"/>
              <a:ext cx="95706" cy="9570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9" name="矩形 888">
              <a:extLst>
                <a:ext uri="{FF2B5EF4-FFF2-40B4-BE49-F238E27FC236}">
                  <a16:creationId xmlns:a16="http://schemas.microsoft.com/office/drawing/2014/main" id="{FF4CBD16-1255-1A90-0D41-1C370F9632D5}"/>
                </a:ext>
              </a:extLst>
            </p:cNvPr>
            <p:cNvSpPr/>
            <p:nvPr/>
          </p:nvSpPr>
          <p:spPr>
            <a:xfrm>
              <a:off x="3565978" y="8295602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0" name="矩形 889">
              <a:extLst>
                <a:ext uri="{FF2B5EF4-FFF2-40B4-BE49-F238E27FC236}">
                  <a16:creationId xmlns:a16="http://schemas.microsoft.com/office/drawing/2014/main" id="{7BAFF478-6BD2-B23C-B113-B1116BABE6C1}"/>
                </a:ext>
              </a:extLst>
            </p:cNvPr>
            <p:cNvSpPr/>
            <p:nvPr/>
          </p:nvSpPr>
          <p:spPr>
            <a:xfrm>
              <a:off x="3471860" y="8392587"/>
              <a:ext cx="95706" cy="95706"/>
            </a:xfrm>
            <a:prstGeom prst="rect">
              <a:avLst/>
            </a:prstGeom>
            <a:solidFill>
              <a:srgbClr val="A7D972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1" name="矩形 890">
              <a:extLst>
                <a:ext uri="{FF2B5EF4-FFF2-40B4-BE49-F238E27FC236}">
                  <a16:creationId xmlns:a16="http://schemas.microsoft.com/office/drawing/2014/main" id="{61678344-E02B-0390-C26C-710435E4FDF7}"/>
                </a:ext>
              </a:extLst>
            </p:cNvPr>
            <p:cNvSpPr/>
            <p:nvPr/>
          </p:nvSpPr>
          <p:spPr>
            <a:xfrm>
              <a:off x="3565978" y="8392587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92" name="组合 891">
            <a:extLst>
              <a:ext uri="{FF2B5EF4-FFF2-40B4-BE49-F238E27FC236}">
                <a16:creationId xmlns:a16="http://schemas.microsoft.com/office/drawing/2014/main" id="{D81F8380-E663-5611-C279-5AB822028A6D}"/>
              </a:ext>
            </a:extLst>
          </p:cNvPr>
          <p:cNvGrpSpPr/>
          <p:nvPr/>
        </p:nvGrpSpPr>
        <p:grpSpPr>
          <a:xfrm>
            <a:off x="1494316" y="5611849"/>
            <a:ext cx="378060" cy="385686"/>
            <a:chOff x="3283624" y="7674787"/>
            <a:chExt cx="378060" cy="385686"/>
          </a:xfrm>
        </p:grpSpPr>
        <p:sp>
          <p:nvSpPr>
            <p:cNvPr id="893" name="矩形 892">
              <a:extLst>
                <a:ext uri="{FF2B5EF4-FFF2-40B4-BE49-F238E27FC236}">
                  <a16:creationId xmlns:a16="http://schemas.microsoft.com/office/drawing/2014/main" id="{0E9F4B40-FB66-3141-72B8-09059DC40A04}"/>
                </a:ext>
              </a:extLst>
            </p:cNvPr>
            <p:cNvSpPr/>
            <p:nvPr/>
          </p:nvSpPr>
          <p:spPr>
            <a:xfrm>
              <a:off x="3283624" y="7674787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4" name="矩形 893">
              <a:extLst>
                <a:ext uri="{FF2B5EF4-FFF2-40B4-BE49-F238E27FC236}">
                  <a16:creationId xmlns:a16="http://schemas.microsoft.com/office/drawing/2014/main" id="{15CCFB1A-1798-4C00-E8B4-F74BF6CC4E6C}"/>
                </a:ext>
              </a:extLst>
            </p:cNvPr>
            <p:cNvSpPr/>
            <p:nvPr/>
          </p:nvSpPr>
          <p:spPr>
            <a:xfrm>
              <a:off x="3377742" y="7674787"/>
              <a:ext cx="95706" cy="9570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5" name="矩形 894">
              <a:extLst>
                <a:ext uri="{FF2B5EF4-FFF2-40B4-BE49-F238E27FC236}">
                  <a16:creationId xmlns:a16="http://schemas.microsoft.com/office/drawing/2014/main" id="{A0247CEC-71D6-1169-35BE-C1186F8135BD}"/>
                </a:ext>
              </a:extLst>
            </p:cNvPr>
            <p:cNvSpPr/>
            <p:nvPr/>
          </p:nvSpPr>
          <p:spPr>
            <a:xfrm>
              <a:off x="3283624" y="7772504"/>
              <a:ext cx="95706" cy="95706"/>
            </a:xfrm>
            <a:prstGeom prst="rect">
              <a:avLst/>
            </a:prstGeom>
            <a:solidFill>
              <a:srgbClr val="A7D972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6" name="矩形 895">
              <a:extLst>
                <a:ext uri="{FF2B5EF4-FFF2-40B4-BE49-F238E27FC236}">
                  <a16:creationId xmlns:a16="http://schemas.microsoft.com/office/drawing/2014/main" id="{E88EBE85-207D-B592-8234-B2E94AFCE859}"/>
                </a:ext>
              </a:extLst>
            </p:cNvPr>
            <p:cNvSpPr/>
            <p:nvPr/>
          </p:nvSpPr>
          <p:spPr>
            <a:xfrm>
              <a:off x="3377742" y="7772504"/>
              <a:ext cx="95706" cy="95706"/>
            </a:xfrm>
            <a:prstGeom prst="rect">
              <a:avLst/>
            </a:prstGeom>
            <a:solidFill>
              <a:srgbClr val="E1EFD9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7" name="矩形 896">
              <a:extLst>
                <a:ext uri="{FF2B5EF4-FFF2-40B4-BE49-F238E27FC236}">
                  <a16:creationId xmlns:a16="http://schemas.microsoft.com/office/drawing/2014/main" id="{760F7785-85CC-282D-9FE4-1A25B40B262B}"/>
                </a:ext>
              </a:extLst>
            </p:cNvPr>
            <p:cNvSpPr/>
            <p:nvPr/>
          </p:nvSpPr>
          <p:spPr>
            <a:xfrm>
              <a:off x="3471860" y="7674787"/>
              <a:ext cx="95706" cy="95706"/>
            </a:xfrm>
            <a:prstGeom prst="rect">
              <a:avLst/>
            </a:prstGeom>
            <a:solidFill>
              <a:srgbClr val="A9D18E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8" name="矩形 897">
              <a:extLst>
                <a:ext uri="{FF2B5EF4-FFF2-40B4-BE49-F238E27FC236}">
                  <a16:creationId xmlns:a16="http://schemas.microsoft.com/office/drawing/2014/main" id="{E15C2A5C-9EBB-13B2-113B-A89930F0F34E}"/>
                </a:ext>
              </a:extLst>
            </p:cNvPr>
            <p:cNvSpPr/>
            <p:nvPr/>
          </p:nvSpPr>
          <p:spPr>
            <a:xfrm>
              <a:off x="3565978" y="7674787"/>
              <a:ext cx="95706" cy="957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9" name="矩形 898">
              <a:extLst>
                <a:ext uri="{FF2B5EF4-FFF2-40B4-BE49-F238E27FC236}">
                  <a16:creationId xmlns:a16="http://schemas.microsoft.com/office/drawing/2014/main" id="{0762BE15-ED02-A844-A202-F0B73C7C7764}"/>
                </a:ext>
              </a:extLst>
            </p:cNvPr>
            <p:cNvSpPr/>
            <p:nvPr/>
          </p:nvSpPr>
          <p:spPr>
            <a:xfrm>
              <a:off x="3471860" y="7772504"/>
              <a:ext cx="95706" cy="95706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0" name="矩形 899">
              <a:extLst>
                <a:ext uri="{FF2B5EF4-FFF2-40B4-BE49-F238E27FC236}">
                  <a16:creationId xmlns:a16="http://schemas.microsoft.com/office/drawing/2014/main" id="{9962D106-6E66-B891-09A3-E410C6D15CEF}"/>
                </a:ext>
              </a:extLst>
            </p:cNvPr>
            <p:cNvSpPr/>
            <p:nvPr/>
          </p:nvSpPr>
          <p:spPr>
            <a:xfrm>
              <a:off x="3565978" y="7772504"/>
              <a:ext cx="95706" cy="95706"/>
            </a:xfrm>
            <a:prstGeom prst="rect">
              <a:avLst/>
            </a:prstGeom>
            <a:solidFill>
              <a:srgbClr val="6FAC46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1" name="矩形 900">
              <a:extLst>
                <a:ext uri="{FF2B5EF4-FFF2-40B4-BE49-F238E27FC236}">
                  <a16:creationId xmlns:a16="http://schemas.microsoft.com/office/drawing/2014/main" id="{7C38CF51-7DCB-D8F1-4F85-42FD8FAF7100}"/>
                </a:ext>
              </a:extLst>
            </p:cNvPr>
            <p:cNvSpPr/>
            <p:nvPr/>
          </p:nvSpPr>
          <p:spPr>
            <a:xfrm>
              <a:off x="3283624" y="7867782"/>
              <a:ext cx="95706" cy="95706"/>
            </a:xfrm>
            <a:prstGeom prst="rect">
              <a:avLst/>
            </a:prstGeom>
            <a:solidFill>
              <a:srgbClr val="F1F1F1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2" name="矩形 901">
              <a:extLst>
                <a:ext uri="{FF2B5EF4-FFF2-40B4-BE49-F238E27FC236}">
                  <a16:creationId xmlns:a16="http://schemas.microsoft.com/office/drawing/2014/main" id="{762C15BA-BEE6-90A5-FE68-1F9E94E229BC}"/>
                </a:ext>
              </a:extLst>
            </p:cNvPr>
            <p:cNvSpPr/>
            <p:nvPr/>
          </p:nvSpPr>
          <p:spPr>
            <a:xfrm>
              <a:off x="3377742" y="7867782"/>
              <a:ext cx="95706" cy="9570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3" name="矩形 902">
              <a:extLst>
                <a:ext uri="{FF2B5EF4-FFF2-40B4-BE49-F238E27FC236}">
                  <a16:creationId xmlns:a16="http://schemas.microsoft.com/office/drawing/2014/main" id="{2124C5AE-6704-6353-3535-84BFA5897B0B}"/>
                </a:ext>
              </a:extLst>
            </p:cNvPr>
            <p:cNvSpPr/>
            <p:nvPr/>
          </p:nvSpPr>
          <p:spPr>
            <a:xfrm>
              <a:off x="3283624" y="7964767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4" name="矩形 903">
              <a:extLst>
                <a:ext uri="{FF2B5EF4-FFF2-40B4-BE49-F238E27FC236}">
                  <a16:creationId xmlns:a16="http://schemas.microsoft.com/office/drawing/2014/main" id="{B6148724-7660-3D3C-7787-F1BB5A88FF27}"/>
                </a:ext>
              </a:extLst>
            </p:cNvPr>
            <p:cNvSpPr/>
            <p:nvPr/>
          </p:nvSpPr>
          <p:spPr>
            <a:xfrm>
              <a:off x="3377742" y="7964767"/>
              <a:ext cx="95706" cy="957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5" name="矩形 904">
              <a:extLst>
                <a:ext uri="{FF2B5EF4-FFF2-40B4-BE49-F238E27FC236}">
                  <a16:creationId xmlns:a16="http://schemas.microsoft.com/office/drawing/2014/main" id="{A9608DAF-82F5-CD7C-5D07-288954F40E0B}"/>
                </a:ext>
              </a:extLst>
            </p:cNvPr>
            <p:cNvSpPr/>
            <p:nvPr/>
          </p:nvSpPr>
          <p:spPr>
            <a:xfrm>
              <a:off x="3471860" y="7867782"/>
              <a:ext cx="95706" cy="95706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6" name="矩形 905">
              <a:extLst>
                <a:ext uri="{FF2B5EF4-FFF2-40B4-BE49-F238E27FC236}">
                  <a16:creationId xmlns:a16="http://schemas.microsoft.com/office/drawing/2014/main" id="{FB0CE4B5-45D6-87E9-982C-80B21FC8FC6A}"/>
                </a:ext>
              </a:extLst>
            </p:cNvPr>
            <p:cNvSpPr/>
            <p:nvPr/>
          </p:nvSpPr>
          <p:spPr>
            <a:xfrm>
              <a:off x="3565978" y="7867782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7" name="矩形 906">
              <a:extLst>
                <a:ext uri="{FF2B5EF4-FFF2-40B4-BE49-F238E27FC236}">
                  <a16:creationId xmlns:a16="http://schemas.microsoft.com/office/drawing/2014/main" id="{B4D01E10-4059-C219-540B-1EDA251F51CA}"/>
                </a:ext>
              </a:extLst>
            </p:cNvPr>
            <p:cNvSpPr/>
            <p:nvPr/>
          </p:nvSpPr>
          <p:spPr>
            <a:xfrm>
              <a:off x="3471860" y="7964767"/>
              <a:ext cx="95706" cy="95706"/>
            </a:xfrm>
            <a:prstGeom prst="rect">
              <a:avLst/>
            </a:prstGeom>
            <a:solidFill>
              <a:srgbClr val="A7D972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8" name="矩形 907">
              <a:extLst>
                <a:ext uri="{FF2B5EF4-FFF2-40B4-BE49-F238E27FC236}">
                  <a16:creationId xmlns:a16="http://schemas.microsoft.com/office/drawing/2014/main" id="{0434E053-F6EC-E6C1-7C94-94D4647DC493}"/>
                </a:ext>
              </a:extLst>
            </p:cNvPr>
            <p:cNvSpPr/>
            <p:nvPr/>
          </p:nvSpPr>
          <p:spPr>
            <a:xfrm>
              <a:off x="3565978" y="7964767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09" name="组合 908">
            <a:extLst>
              <a:ext uri="{FF2B5EF4-FFF2-40B4-BE49-F238E27FC236}">
                <a16:creationId xmlns:a16="http://schemas.microsoft.com/office/drawing/2014/main" id="{1DA4E347-ACB0-32FF-250C-656F257126E3}"/>
              </a:ext>
            </a:extLst>
          </p:cNvPr>
          <p:cNvGrpSpPr/>
          <p:nvPr/>
        </p:nvGrpSpPr>
        <p:grpSpPr>
          <a:xfrm>
            <a:off x="9210448" y="3240074"/>
            <a:ext cx="378060" cy="385686"/>
            <a:chOff x="3283624" y="8102607"/>
            <a:chExt cx="378060" cy="385686"/>
          </a:xfrm>
        </p:grpSpPr>
        <p:sp>
          <p:nvSpPr>
            <p:cNvPr id="910" name="矩形 909">
              <a:extLst>
                <a:ext uri="{FF2B5EF4-FFF2-40B4-BE49-F238E27FC236}">
                  <a16:creationId xmlns:a16="http://schemas.microsoft.com/office/drawing/2014/main" id="{09610B79-D687-FBC4-2901-F776C79CDC4C}"/>
                </a:ext>
              </a:extLst>
            </p:cNvPr>
            <p:cNvSpPr/>
            <p:nvPr/>
          </p:nvSpPr>
          <p:spPr>
            <a:xfrm>
              <a:off x="3283624" y="8102607"/>
              <a:ext cx="95706" cy="9570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1" name="矩形 910">
              <a:extLst>
                <a:ext uri="{FF2B5EF4-FFF2-40B4-BE49-F238E27FC236}">
                  <a16:creationId xmlns:a16="http://schemas.microsoft.com/office/drawing/2014/main" id="{248C542E-4501-51BC-6032-234708498A52}"/>
                </a:ext>
              </a:extLst>
            </p:cNvPr>
            <p:cNvSpPr/>
            <p:nvPr/>
          </p:nvSpPr>
          <p:spPr>
            <a:xfrm>
              <a:off x="3377742" y="8102607"/>
              <a:ext cx="95706" cy="9570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2" name="矩形 911">
              <a:extLst>
                <a:ext uri="{FF2B5EF4-FFF2-40B4-BE49-F238E27FC236}">
                  <a16:creationId xmlns:a16="http://schemas.microsoft.com/office/drawing/2014/main" id="{3EB48C84-7C44-BB51-B970-5D45985701B0}"/>
                </a:ext>
              </a:extLst>
            </p:cNvPr>
            <p:cNvSpPr/>
            <p:nvPr/>
          </p:nvSpPr>
          <p:spPr>
            <a:xfrm>
              <a:off x="3283624" y="8200324"/>
              <a:ext cx="95706" cy="9570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3" name="矩形 912">
              <a:extLst>
                <a:ext uri="{FF2B5EF4-FFF2-40B4-BE49-F238E27FC236}">
                  <a16:creationId xmlns:a16="http://schemas.microsoft.com/office/drawing/2014/main" id="{538C20CA-D523-518C-678E-150866DFD86D}"/>
                </a:ext>
              </a:extLst>
            </p:cNvPr>
            <p:cNvSpPr/>
            <p:nvPr/>
          </p:nvSpPr>
          <p:spPr>
            <a:xfrm>
              <a:off x="3377742" y="8200324"/>
              <a:ext cx="95706" cy="9570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4" name="矩形 913">
              <a:extLst>
                <a:ext uri="{FF2B5EF4-FFF2-40B4-BE49-F238E27FC236}">
                  <a16:creationId xmlns:a16="http://schemas.microsoft.com/office/drawing/2014/main" id="{1B841657-29E0-2A70-FFCB-516502F2BF43}"/>
                </a:ext>
              </a:extLst>
            </p:cNvPr>
            <p:cNvSpPr/>
            <p:nvPr/>
          </p:nvSpPr>
          <p:spPr>
            <a:xfrm>
              <a:off x="3471860" y="8102607"/>
              <a:ext cx="95706" cy="957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5" name="矩形 914">
              <a:extLst>
                <a:ext uri="{FF2B5EF4-FFF2-40B4-BE49-F238E27FC236}">
                  <a16:creationId xmlns:a16="http://schemas.microsoft.com/office/drawing/2014/main" id="{2CEF34BE-ADEE-5BA9-BD92-5FA54889AEA3}"/>
                </a:ext>
              </a:extLst>
            </p:cNvPr>
            <p:cNvSpPr/>
            <p:nvPr/>
          </p:nvSpPr>
          <p:spPr>
            <a:xfrm>
              <a:off x="3565978" y="8102607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6" name="矩形 915">
              <a:extLst>
                <a:ext uri="{FF2B5EF4-FFF2-40B4-BE49-F238E27FC236}">
                  <a16:creationId xmlns:a16="http://schemas.microsoft.com/office/drawing/2014/main" id="{3D69407F-D928-6767-A43D-1FDAB827C9C7}"/>
                </a:ext>
              </a:extLst>
            </p:cNvPr>
            <p:cNvSpPr/>
            <p:nvPr/>
          </p:nvSpPr>
          <p:spPr>
            <a:xfrm>
              <a:off x="3471860" y="8200324"/>
              <a:ext cx="95706" cy="95706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7" name="矩形 916">
              <a:extLst>
                <a:ext uri="{FF2B5EF4-FFF2-40B4-BE49-F238E27FC236}">
                  <a16:creationId xmlns:a16="http://schemas.microsoft.com/office/drawing/2014/main" id="{713AF27B-EE8B-F9D5-9016-149D47E8DA5F}"/>
                </a:ext>
              </a:extLst>
            </p:cNvPr>
            <p:cNvSpPr/>
            <p:nvPr/>
          </p:nvSpPr>
          <p:spPr>
            <a:xfrm>
              <a:off x="3565978" y="8200324"/>
              <a:ext cx="95706" cy="95706"/>
            </a:xfrm>
            <a:prstGeom prst="rect">
              <a:avLst/>
            </a:prstGeom>
            <a:solidFill>
              <a:srgbClr val="6FAC46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8" name="矩形 917">
              <a:extLst>
                <a:ext uri="{FF2B5EF4-FFF2-40B4-BE49-F238E27FC236}">
                  <a16:creationId xmlns:a16="http://schemas.microsoft.com/office/drawing/2014/main" id="{8746C9B4-18C3-FABF-9A71-95DFFC15D5A3}"/>
                </a:ext>
              </a:extLst>
            </p:cNvPr>
            <p:cNvSpPr/>
            <p:nvPr/>
          </p:nvSpPr>
          <p:spPr>
            <a:xfrm>
              <a:off x="3283624" y="8295602"/>
              <a:ext cx="95706" cy="957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9" name="矩形 918">
              <a:extLst>
                <a:ext uri="{FF2B5EF4-FFF2-40B4-BE49-F238E27FC236}">
                  <a16:creationId xmlns:a16="http://schemas.microsoft.com/office/drawing/2014/main" id="{10D6B777-3D3A-C07C-C98B-C0BA40B5E3DB}"/>
                </a:ext>
              </a:extLst>
            </p:cNvPr>
            <p:cNvSpPr/>
            <p:nvPr/>
          </p:nvSpPr>
          <p:spPr>
            <a:xfrm>
              <a:off x="3377742" y="8295602"/>
              <a:ext cx="95706" cy="9570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0" name="矩形 919">
              <a:extLst>
                <a:ext uri="{FF2B5EF4-FFF2-40B4-BE49-F238E27FC236}">
                  <a16:creationId xmlns:a16="http://schemas.microsoft.com/office/drawing/2014/main" id="{87747498-65ED-0783-232B-C8F5AE415460}"/>
                </a:ext>
              </a:extLst>
            </p:cNvPr>
            <p:cNvSpPr/>
            <p:nvPr/>
          </p:nvSpPr>
          <p:spPr>
            <a:xfrm>
              <a:off x="3283624" y="8392587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1" name="矩形 920">
              <a:extLst>
                <a:ext uri="{FF2B5EF4-FFF2-40B4-BE49-F238E27FC236}">
                  <a16:creationId xmlns:a16="http://schemas.microsoft.com/office/drawing/2014/main" id="{129F8896-E25E-877D-F865-19F81BCEE562}"/>
                </a:ext>
              </a:extLst>
            </p:cNvPr>
            <p:cNvSpPr/>
            <p:nvPr/>
          </p:nvSpPr>
          <p:spPr>
            <a:xfrm>
              <a:off x="3377742" y="8392587"/>
              <a:ext cx="95706" cy="957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2" name="矩形 921">
              <a:extLst>
                <a:ext uri="{FF2B5EF4-FFF2-40B4-BE49-F238E27FC236}">
                  <a16:creationId xmlns:a16="http://schemas.microsoft.com/office/drawing/2014/main" id="{3B765FD7-DA35-01DC-AC4D-CFF6132A490F}"/>
                </a:ext>
              </a:extLst>
            </p:cNvPr>
            <p:cNvSpPr/>
            <p:nvPr/>
          </p:nvSpPr>
          <p:spPr>
            <a:xfrm>
              <a:off x="3471860" y="8295602"/>
              <a:ext cx="95706" cy="9570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3" name="矩形 922">
              <a:extLst>
                <a:ext uri="{FF2B5EF4-FFF2-40B4-BE49-F238E27FC236}">
                  <a16:creationId xmlns:a16="http://schemas.microsoft.com/office/drawing/2014/main" id="{05A10717-14D3-51FC-84D0-602ACD1B29A5}"/>
                </a:ext>
              </a:extLst>
            </p:cNvPr>
            <p:cNvSpPr/>
            <p:nvPr/>
          </p:nvSpPr>
          <p:spPr>
            <a:xfrm>
              <a:off x="3565978" y="8295602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4" name="矩形 923">
              <a:extLst>
                <a:ext uri="{FF2B5EF4-FFF2-40B4-BE49-F238E27FC236}">
                  <a16:creationId xmlns:a16="http://schemas.microsoft.com/office/drawing/2014/main" id="{6BFA0BAE-1527-3BAC-9AB3-6052C42C09F1}"/>
                </a:ext>
              </a:extLst>
            </p:cNvPr>
            <p:cNvSpPr/>
            <p:nvPr/>
          </p:nvSpPr>
          <p:spPr>
            <a:xfrm>
              <a:off x="3471860" y="8392587"/>
              <a:ext cx="95706" cy="95706"/>
            </a:xfrm>
            <a:prstGeom prst="rect">
              <a:avLst/>
            </a:prstGeom>
            <a:solidFill>
              <a:srgbClr val="A7D972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5" name="矩形 924">
              <a:extLst>
                <a:ext uri="{FF2B5EF4-FFF2-40B4-BE49-F238E27FC236}">
                  <a16:creationId xmlns:a16="http://schemas.microsoft.com/office/drawing/2014/main" id="{659D949D-668C-3EFC-2EA6-EBC05ED712DA}"/>
                </a:ext>
              </a:extLst>
            </p:cNvPr>
            <p:cNvSpPr/>
            <p:nvPr/>
          </p:nvSpPr>
          <p:spPr>
            <a:xfrm>
              <a:off x="3565978" y="8392587"/>
              <a:ext cx="95706" cy="957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26" name="立方体 925">
            <a:extLst>
              <a:ext uri="{FF2B5EF4-FFF2-40B4-BE49-F238E27FC236}">
                <a16:creationId xmlns:a16="http://schemas.microsoft.com/office/drawing/2014/main" id="{C5271C7A-B9F1-8B7A-239F-DE1A1A994560}"/>
              </a:ext>
            </a:extLst>
          </p:cNvPr>
          <p:cNvSpPr/>
          <p:nvPr/>
        </p:nvSpPr>
        <p:spPr>
          <a:xfrm>
            <a:off x="9216588" y="4103686"/>
            <a:ext cx="396730" cy="395047"/>
          </a:xfrm>
          <a:prstGeom prst="cube">
            <a:avLst>
              <a:gd name="adj" fmla="val 6650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pic>
        <p:nvPicPr>
          <p:cNvPr id="927" name="图片 926">
            <a:extLst>
              <a:ext uri="{FF2B5EF4-FFF2-40B4-BE49-F238E27FC236}">
                <a16:creationId xmlns:a16="http://schemas.microsoft.com/office/drawing/2014/main" id="{81F3E7C4-045E-6D3A-CDC8-0E2A9FBBFAA8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backgroundRemoval t="9278" b="89691" l="7547" r="89623">
                        <a14:foregroundMark x1="23585" y1="18557" x2="7547" y2="76289"/>
                        <a14:foregroundMark x1="8491" y1="77320" x2="16981" y2="79381"/>
                        <a14:foregroundMark x1="16981" y1="79381" x2="31132" y2="39175"/>
                        <a14:foregroundMark x1="32075" y1="39175" x2="30189" y2="85567"/>
                        <a14:foregroundMark x1="30189" y1="85567" x2="66038" y2="84536"/>
                        <a14:foregroundMark x1="66038" y1="84536" x2="67925" y2="39175"/>
                        <a14:foregroundMark x1="68868" y1="39175" x2="80189" y2="80412"/>
                        <a14:foregroundMark x1="81132" y1="79381" x2="88679" y2="74227"/>
                        <a14:foregroundMark x1="86792" y1="72165" x2="75472" y2="21649"/>
                        <a14:foregroundMark x1="75472" y1="21649" x2="61321" y2="12371"/>
                        <a14:foregroundMark x1="59434" y1="14433" x2="38679" y2="14433"/>
                        <a14:foregroundMark x1="39623" y1="14433" x2="23585" y2="19588"/>
                        <a14:foregroundMark x1="23585" y1="19588" x2="20755" y2="45361"/>
                        <a14:foregroundMark x1="22642" y1="43299" x2="50000" y2="28866"/>
                        <a14:foregroundMark x1="33962" y1="28866" x2="48113" y2="54639"/>
                        <a14:foregroundMark x1="58491" y1="37113" x2="47170" y2="72165"/>
                        <a14:foregroundMark x1="50000" y1="39175" x2="50000" y2="39175"/>
                        <a14:foregroundMark x1="58491" y1="60825" x2="58491" y2="64948"/>
                        <a14:foregroundMark x1="50943" y1="76289" x2="44340" y2="43299"/>
                        <a14:foregroundMark x1="42453" y1="67010" x2="42453" y2="670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11410" y="2786379"/>
            <a:ext cx="515248" cy="5281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28" name="文本框 927">
                <a:extLst>
                  <a:ext uri="{FF2B5EF4-FFF2-40B4-BE49-F238E27FC236}">
                    <a16:creationId xmlns:a16="http://schemas.microsoft.com/office/drawing/2014/main" id="{45855DB8-8A07-592A-C157-0C25B452EC5E}"/>
                  </a:ext>
                </a:extLst>
              </p:cNvPr>
              <p:cNvSpPr txBox="1"/>
              <p:nvPr/>
            </p:nvSpPr>
            <p:spPr>
              <a:xfrm>
                <a:off x="7960581" y="3223792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8" name="文本框 927">
                <a:extLst>
                  <a:ext uri="{FF2B5EF4-FFF2-40B4-BE49-F238E27FC236}">
                    <a16:creationId xmlns:a16="http://schemas.microsoft.com/office/drawing/2014/main" id="{45855DB8-8A07-592A-C157-0C25B452E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0581" y="3223792"/>
                <a:ext cx="435314" cy="215444"/>
              </a:xfrm>
              <a:prstGeom prst="rect">
                <a:avLst/>
              </a:prstGeom>
              <a:blipFill>
                <a:blip r:embed="rId47"/>
                <a:stretch>
                  <a:fillRect b="-1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9" name="连接符: 肘形 928">
            <a:extLst>
              <a:ext uri="{FF2B5EF4-FFF2-40B4-BE49-F238E27FC236}">
                <a16:creationId xmlns:a16="http://schemas.microsoft.com/office/drawing/2014/main" id="{8F5F50E8-ADF7-781B-8BF9-D33FF50C2688}"/>
              </a:ext>
            </a:extLst>
          </p:cNvPr>
          <p:cNvCxnSpPr>
            <a:cxnSpLocks/>
          </p:cNvCxnSpPr>
          <p:nvPr/>
        </p:nvCxnSpPr>
        <p:spPr>
          <a:xfrm rot="10800000" flipV="1">
            <a:off x="8396432" y="3484096"/>
            <a:ext cx="814016" cy="467979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0" name="连接符: 肘形 929">
            <a:extLst>
              <a:ext uri="{FF2B5EF4-FFF2-40B4-BE49-F238E27FC236}">
                <a16:creationId xmlns:a16="http://schemas.microsoft.com/office/drawing/2014/main" id="{0AB7DCED-59C8-2088-9B87-9FAED91312AD}"/>
              </a:ext>
            </a:extLst>
          </p:cNvPr>
          <p:cNvCxnSpPr>
            <a:cxnSpLocks/>
            <a:stCxn id="926" idx="2"/>
          </p:cNvCxnSpPr>
          <p:nvPr/>
        </p:nvCxnSpPr>
        <p:spPr>
          <a:xfrm rot="10800000">
            <a:off x="8396724" y="3950001"/>
            <a:ext cx="819865" cy="482563"/>
          </a:xfrm>
          <a:prstGeom prst="bentConnector3">
            <a:avLst>
              <a:gd name="adj1" fmla="val 50387"/>
            </a:avLst>
          </a:prstGeom>
          <a:ln w="19050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1" name="箭头: 右 930">
            <a:extLst>
              <a:ext uri="{FF2B5EF4-FFF2-40B4-BE49-F238E27FC236}">
                <a16:creationId xmlns:a16="http://schemas.microsoft.com/office/drawing/2014/main" id="{64DCC1A7-D88D-7AFB-66B4-F7BE3EFF534A}"/>
              </a:ext>
            </a:extLst>
          </p:cNvPr>
          <p:cNvSpPr/>
          <p:nvPr/>
        </p:nvSpPr>
        <p:spPr>
          <a:xfrm>
            <a:off x="9704427" y="3700927"/>
            <a:ext cx="422615" cy="308344"/>
          </a:xfrm>
          <a:prstGeom prst="rightArrow">
            <a:avLst/>
          </a:prstGeom>
          <a:noFill/>
          <a:ln w="28575">
            <a:solidFill>
              <a:srgbClr val="5482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32" name="直接连接符 931">
            <a:extLst>
              <a:ext uri="{FF2B5EF4-FFF2-40B4-BE49-F238E27FC236}">
                <a16:creationId xmlns:a16="http://schemas.microsoft.com/office/drawing/2014/main" id="{DE2900AA-2BA6-1A37-7CB5-0ED311C3E55F}"/>
              </a:ext>
            </a:extLst>
          </p:cNvPr>
          <p:cNvCxnSpPr>
            <a:cxnSpLocks/>
          </p:cNvCxnSpPr>
          <p:nvPr/>
        </p:nvCxnSpPr>
        <p:spPr>
          <a:xfrm>
            <a:off x="10227906" y="3966266"/>
            <a:ext cx="3592221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3" name="object 237">
            <a:extLst>
              <a:ext uri="{FF2B5EF4-FFF2-40B4-BE49-F238E27FC236}">
                <a16:creationId xmlns:a16="http://schemas.microsoft.com/office/drawing/2014/main" id="{6FF775C3-3931-8B0F-E914-85366B2F3D1F}"/>
              </a:ext>
            </a:extLst>
          </p:cNvPr>
          <p:cNvSpPr txBox="1"/>
          <p:nvPr/>
        </p:nvSpPr>
        <p:spPr>
          <a:xfrm>
            <a:off x="12569752" y="4027645"/>
            <a:ext cx="375401" cy="385127"/>
          </a:xfrm>
          <a:prstGeom prst="rect">
            <a:avLst/>
          </a:prstGeom>
        </p:spPr>
        <p:txBody>
          <a:bodyPr vert="horz" wrap="square" lIns="0" tIns="15642" rIns="0" bIns="0" rtlCol="0">
            <a:spAutoFit/>
          </a:bodyPr>
          <a:lstStyle/>
          <a:p>
            <a:pPr marL="12033">
              <a:spcBef>
                <a:spcPts val="123"/>
              </a:spcBef>
            </a:pPr>
            <a:r>
              <a:rPr sz="2400" b="1" spc="28" dirty="0">
                <a:latin typeface="Times New Roman"/>
                <a:cs typeface="Times New Roman"/>
              </a:rPr>
              <a:t>…</a:t>
            </a:r>
            <a:endParaRPr sz="2400" b="1" dirty="0">
              <a:latin typeface="Times New Roman"/>
              <a:cs typeface="Times New Roman"/>
            </a:endParaRPr>
          </a:p>
        </p:txBody>
      </p:sp>
      <p:cxnSp>
        <p:nvCxnSpPr>
          <p:cNvPr id="934" name="直接箭头连接符 933">
            <a:extLst>
              <a:ext uri="{FF2B5EF4-FFF2-40B4-BE49-F238E27FC236}">
                <a16:creationId xmlns:a16="http://schemas.microsoft.com/office/drawing/2014/main" id="{B5EB9EFA-C6E5-1370-3DA4-7CFC98EC6F1D}"/>
              </a:ext>
            </a:extLst>
          </p:cNvPr>
          <p:cNvCxnSpPr>
            <a:cxnSpLocks/>
          </p:cNvCxnSpPr>
          <p:nvPr/>
        </p:nvCxnSpPr>
        <p:spPr>
          <a:xfrm>
            <a:off x="12127144" y="8030069"/>
            <a:ext cx="209581" cy="0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5" name="直接箭头连接符 934">
            <a:extLst>
              <a:ext uri="{FF2B5EF4-FFF2-40B4-BE49-F238E27FC236}">
                <a16:creationId xmlns:a16="http://schemas.microsoft.com/office/drawing/2014/main" id="{E13C0F0E-7AC5-A57B-1AC6-F428F2D9E55C}"/>
              </a:ext>
            </a:extLst>
          </p:cNvPr>
          <p:cNvCxnSpPr>
            <a:cxnSpLocks/>
          </p:cNvCxnSpPr>
          <p:nvPr/>
        </p:nvCxnSpPr>
        <p:spPr>
          <a:xfrm flipH="1">
            <a:off x="12357344" y="8028542"/>
            <a:ext cx="194575" cy="0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6" name="直接箭头连接符 935">
            <a:extLst>
              <a:ext uri="{FF2B5EF4-FFF2-40B4-BE49-F238E27FC236}">
                <a16:creationId xmlns:a16="http://schemas.microsoft.com/office/drawing/2014/main" id="{CB3D5356-CA01-5BB3-65BE-018314EC1911}"/>
              </a:ext>
            </a:extLst>
          </p:cNvPr>
          <p:cNvCxnSpPr>
            <a:cxnSpLocks/>
          </p:cNvCxnSpPr>
          <p:nvPr/>
        </p:nvCxnSpPr>
        <p:spPr>
          <a:xfrm>
            <a:off x="13316211" y="8028542"/>
            <a:ext cx="209581" cy="0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7" name="直接箭头连接符 936">
            <a:extLst>
              <a:ext uri="{FF2B5EF4-FFF2-40B4-BE49-F238E27FC236}">
                <a16:creationId xmlns:a16="http://schemas.microsoft.com/office/drawing/2014/main" id="{8742D972-F044-8511-28A0-C52E7815CBF9}"/>
              </a:ext>
            </a:extLst>
          </p:cNvPr>
          <p:cNvCxnSpPr>
            <a:cxnSpLocks/>
          </p:cNvCxnSpPr>
          <p:nvPr/>
        </p:nvCxnSpPr>
        <p:spPr>
          <a:xfrm flipH="1">
            <a:off x="13086141" y="8028542"/>
            <a:ext cx="194575" cy="0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8" name="文本框 937">
            <a:extLst>
              <a:ext uri="{FF2B5EF4-FFF2-40B4-BE49-F238E27FC236}">
                <a16:creationId xmlns:a16="http://schemas.microsoft.com/office/drawing/2014/main" id="{05E27758-75D6-A13E-A476-F826E1076244}"/>
              </a:ext>
            </a:extLst>
          </p:cNvPr>
          <p:cNvSpPr txBox="1"/>
          <p:nvPr/>
        </p:nvSpPr>
        <p:spPr>
          <a:xfrm>
            <a:off x="12444524" y="7754424"/>
            <a:ext cx="580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9" name="文本框 938">
            <a:extLst>
              <a:ext uri="{FF2B5EF4-FFF2-40B4-BE49-F238E27FC236}">
                <a16:creationId xmlns:a16="http://schemas.microsoft.com/office/drawing/2014/main" id="{770C3426-E297-0EB6-4553-49C034A4A41F}"/>
              </a:ext>
            </a:extLst>
          </p:cNvPr>
          <p:cNvSpPr txBox="1"/>
          <p:nvPr/>
        </p:nvSpPr>
        <p:spPr>
          <a:xfrm>
            <a:off x="13435954" y="7738126"/>
            <a:ext cx="571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away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40" name="连接符: 曲线 939">
            <a:extLst>
              <a:ext uri="{FF2B5EF4-FFF2-40B4-BE49-F238E27FC236}">
                <a16:creationId xmlns:a16="http://schemas.microsoft.com/office/drawing/2014/main" id="{997D4884-4E83-7027-C512-64B6B83866ED}"/>
              </a:ext>
            </a:extLst>
          </p:cNvPr>
          <p:cNvCxnSpPr>
            <a:cxnSpLocks/>
          </p:cNvCxnSpPr>
          <p:nvPr/>
        </p:nvCxnSpPr>
        <p:spPr>
          <a:xfrm>
            <a:off x="11593460" y="6028009"/>
            <a:ext cx="626838" cy="449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1" name="连接符: 曲线 940">
            <a:extLst>
              <a:ext uri="{FF2B5EF4-FFF2-40B4-BE49-F238E27FC236}">
                <a16:creationId xmlns:a16="http://schemas.microsoft.com/office/drawing/2014/main" id="{04FB95A3-9B78-F946-46FC-15F977163466}"/>
              </a:ext>
            </a:extLst>
          </p:cNvPr>
          <p:cNvCxnSpPr>
            <a:cxnSpLocks/>
          </p:cNvCxnSpPr>
          <p:nvPr/>
        </p:nvCxnSpPr>
        <p:spPr>
          <a:xfrm>
            <a:off x="11567977" y="5659630"/>
            <a:ext cx="793454" cy="184739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2" name="文本框 941">
            <a:extLst>
              <a:ext uri="{FF2B5EF4-FFF2-40B4-BE49-F238E27FC236}">
                <a16:creationId xmlns:a16="http://schemas.microsoft.com/office/drawing/2014/main" id="{4521C559-2EE4-4AAB-C364-9FAA1A343E4A}"/>
              </a:ext>
            </a:extLst>
          </p:cNvPr>
          <p:cNvSpPr txBox="1"/>
          <p:nvPr/>
        </p:nvSpPr>
        <p:spPr>
          <a:xfrm>
            <a:off x="10808822" y="5880843"/>
            <a:ext cx="923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3" name="文本框 942">
            <a:extLst>
              <a:ext uri="{FF2B5EF4-FFF2-40B4-BE49-F238E27FC236}">
                <a16:creationId xmlns:a16="http://schemas.microsoft.com/office/drawing/2014/main" id="{A11CFDAC-7C37-BCDA-3945-AE7390A555A3}"/>
              </a:ext>
            </a:extLst>
          </p:cNvPr>
          <p:cNvSpPr txBox="1"/>
          <p:nvPr/>
        </p:nvSpPr>
        <p:spPr>
          <a:xfrm>
            <a:off x="10799579" y="5367705"/>
            <a:ext cx="923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center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DC47D91-EED8-5F7C-405A-210742413221}"/>
              </a:ext>
            </a:extLst>
          </p:cNvPr>
          <p:cNvSpPr txBox="1"/>
          <p:nvPr/>
        </p:nvSpPr>
        <p:spPr>
          <a:xfrm>
            <a:off x="533404" y="8514154"/>
            <a:ext cx="135002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原来的色重了点，调轻快一点，并对齐框</a:t>
            </a:r>
          </a:p>
        </p:txBody>
      </p:sp>
    </p:spTree>
    <p:extLst>
      <p:ext uri="{BB962C8B-B14F-4D97-AF65-F5344CB8AC3E}">
        <p14:creationId xmlns:p14="http://schemas.microsoft.com/office/powerpoint/2010/main" val="1816851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3E086AC-BD34-14AD-4244-ED89ADD0872A}"/>
              </a:ext>
            </a:extLst>
          </p:cNvPr>
          <p:cNvCxnSpPr>
            <a:cxnSpLocks/>
          </p:cNvCxnSpPr>
          <p:nvPr/>
        </p:nvCxnSpPr>
        <p:spPr>
          <a:xfrm flipH="1" flipV="1">
            <a:off x="8740775" y="2150792"/>
            <a:ext cx="307" cy="416797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17D4F647-4418-72F3-2FD1-A07627AA4CCF}"/>
              </a:ext>
            </a:extLst>
          </p:cNvPr>
          <p:cNvCxnSpPr>
            <a:cxnSpLocks/>
          </p:cNvCxnSpPr>
          <p:nvPr/>
        </p:nvCxnSpPr>
        <p:spPr>
          <a:xfrm flipH="1" flipV="1">
            <a:off x="8741082" y="2867042"/>
            <a:ext cx="307" cy="416797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E62A285-0812-2E06-28A1-36AD949AFF65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8742827" y="1525519"/>
            <a:ext cx="509" cy="441087"/>
          </a:xfrm>
          <a:prstGeom prst="straightConnector1">
            <a:avLst/>
          </a:prstGeom>
          <a:ln w="19050">
            <a:solidFill>
              <a:srgbClr val="6992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7E3F9F6-8EEB-D95B-CE76-17FD5E6EB30B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8106215" y="2056293"/>
            <a:ext cx="546612" cy="313"/>
          </a:xfrm>
          <a:prstGeom prst="straightConnector1">
            <a:avLst/>
          </a:prstGeom>
          <a:ln w="19050">
            <a:solidFill>
              <a:srgbClr val="6992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49E058A0-A7F8-68E4-EA96-03BC19168291}"/>
              </a:ext>
            </a:extLst>
          </p:cNvPr>
          <p:cNvGrpSpPr/>
          <p:nvPr/>
        </p:nvGrpSpPr>
        <p:grpSpPr>
          <a:xfrm>
            <a:off x="8652827" y="1966606"/>
            <a:ext cx="180000" cy="180000"/>
            <a:chOff x="2860993" y="3897083"/>
            <a:chExt cx="135143" cy="135143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2A16A003-C517-948E-E5E0-27A251DD1ECD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93251B87-AD50-F5F1-76C6-BD7E21565AF4}"/>
                </a:ext>
              </a:extLst>
            </p:cNvPr>
            <p:cNvSpPr/>
            <p:nvPr/>
          </p:nvSpPr>
          <p:spPr>
            <a:xfrm>
              <a:off x="2899093" y="3935183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</p:grp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B7C0B49-95C1-1FF3-B650-C7853D6E5C0C}"/>
              </a:ext>
            </a:extLst>
          </p:cNvPr>
          <p:cNvCxnSpPr>
            <a:cxnSpLocks/>
          </p:cNvCxnSpPr>
          <p:nvPr/>
        </p:nvCxnSpPr>
        <p:spPr>
          <a:xfrm>
            <a:off x="8842815" y="2055980"/>
            <a:ext cx="386981" cy="0"/>
          </a:xfrm>
          <a:prstGeom prst="straightConnector1">
            <a:avLst/>
          </a:prstGeom>
          <a:ln w="19050">
            <a:solidFill>
              <a:srgbClr val="6992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4522D7F-62E1-8F9E-1940-6D8E51F8ECC3}"/>
              </a:ext>
            </a:extLst>
          </p:cNvPr>
          <p:cNvCxnSpPr>
            <a:cxnSpLocks/>
            <a:stCxn id="362" idx="3"/>
            <a:endCxn id="390" idx="0"/>
          </p:cNvCxnSpPr>
          <p:nvPr/>
        </p:nvCxnSpPr>
        <p:spPr>
          <a:xfrm flipH="1">
            <a:off x="8742827" y="3568399"/>
            <a:ext cx="509" cy="441087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立方体 12">
            <a:extLst>
              <a:ext uri="{FF2B5EF4-FFF2-40B4-BE49-F238E27FC236}">
                <a16:creationId xmlns:a16="http://schemas.microsoft.com/office/drawing/2014/main" id="{7C3164B7-5600-8068-F60B-7957BE8F698F}"/>
              </a:ext>
            </a:extLst>
          </p:cNvPr>
          <p:cNvSpPr/>
          <p:nvPr/>
        </p:nvSpPr>
        <p:spPr>
          <a:xfrm>
            <a:off x="2533815" y="2182830"/>
            <a:ext cx="396730" cy="395047"/>
          </a:xfrm>
          <a:prstGeom prst="cube">
            <a:avLst>
              <a:gd name="adj" fmla="val 6650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2CE4C03-9E7C-91BF-C6AC-ABC8E77DA80B}"/>
              </a:ext>
            </a:extLst>
          </p:cNvPr>
          <p:cNvCxnSpPr>
            <a:cxnSpLocks/>
          </p:cNvCxnSpPr>
          <p:nvPr/>
        </p:nvCxnSpPr>
        <p:spPr>
          <a:xfrm>
            <a:off x="2717315" y="1896967"/>
            <a:ext cx="0" cy="430804"/>
          </a:xfrm>
          <a:prstGeom prst="line">
            <a:avLst/>
          </a:prstGeom>
          <a:ln w="19050">
            <a:solidFill>
              <a:srgbClr val="5482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3651C17C-F97C-6736-AFF4-2ECF93964B15}"/>
              </a:ext>
            </a:extLst>
          </p:cNvPr>
          <p:cNvSpPr/>
          <p:nvPr/>
        </p:nvSpPr>
        <p:spPr>
          <a:xfrm rot="16200000">
            <a:off x="449589" y="2354380"/>
            <a:ext cx="2609086" cy="34963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2000">
                <a:schemeClr val="bg1"/>
              </a:gs>
              <a:gs pos="52000">
                <a:srgbClr val="F9FCF7"/>
              </a:gs>
              <a:gs pos="73000">
                <a:schemeClr val="accent6">
                  <a:lumMod val="20000"/>
                  <a:lumOff val="80000"/>
                </a:schemeClr>
              </a:gs>
              <a:gs pos="49000">
                <a:srgbClr val="F4F9FC"/>
              </a:gs>
              <a:gs pos="30000">
                <a:schemeClr val="accent5">
                  <a:lumMod val="20000"/>
                  <a:lumOff val="8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Two-stream Network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5C35F62-B42A-46DB-7904-1107401E8EA9}"/>
              </a:ext>
            </a:extLst>
          </p:cNvPr>
          <p:cNvSpPr/>
          <p:nvPr/>
        </p:nvSpPr>
        <p:spPr>
          <a:xfrm>
            <a:off x="636663" y="4675984"/>
            <a:ext cx="6676424" cy="361648"/>
          </a:xfrm>
          <a:prstGeom prst="rect">
            <a:avLst/>
          </a:prstGeom>
          <a:solidFill>
            <a:srgbClr val="EAF9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en-US" altLang="zh-CN" sz="16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Intervention Module</a:t>
            </a:r>
            <a:endParaRPr lang="en-US" altLang="zh-CN" sz="16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6884F81-1175-27ED-D8EC-7C71AE2DFFE0}"/>
              </a:ext>
            </a:extLst>
          </p:cNvPr>
          <p:cNvSpPr/>
          <p:nvPr/>
        </p:nvSpPr>
        <p:spPr>
          <a:xfrm>
            <a:off x="5243299" y="5113844"/>
            <a:ext cx="1965653" cy="1064505"/>
          </a:xfrm>
          <a:prstGeom prst="rect">
            <a:avLst/>
          </a:prstGeom>
          <a:solidFill>
            <a:srgbClr val="EAF9FB"/>
          </a:solidFill>
          <a:ln w="19050">
            <a:solidFill>
              <a:schemeClr val="accent5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454B935-F93E-F7C0-213B-B0DDD759C470}"/>
              </a:ext>
            </a:extLst>
          </p:cNvPr>
          <p:cNvSpPr/>
          <p:nvPr/>
        </p:nvSpPr>
        <p:spPr>
          <a:xfrm>
            <a:off x="10747538" y="1132845"/>
            <a:ext cx="2851281" cy="299345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641A40B-35BF-9473-0BB6-D80650CB6CE9}"/>
              </a:ext>
            </a:extLst>
          </p:cNvPr>
          <p:cNvCxnSpPr>
            <a:cxnSpLocks/>
          </p:cNvCxnSpPr>
          <p:nvPr/>
        </p:nvCxnSpPr>
        <p:spPr>
          <a:xfrm flipV="1">
            <a:off x="12805718" y="1143872"/>
            <a:ext cx="0" cy="2982423"/>
          </a:xfrm>
          <a:prstGeom prst="lin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F4D4948-46A7-96C5-6AE0-849C08F48C0C}"/>
              </a:ext>
            </a:extLst>
          </p:cNvPr>
          <p:cNvCxnSpPr>
            <a:cxnSpLocks/>
          </p:cNvCxnSpPr>
          <p:nvPr/>
        </p:nvCxnSpPr>
        <p:spPr>
          <a:xfrm flipV="1">
            <a:off x="12342146" y="1148223"/>
            <a:ext cx="0" cy="2978072"/>
          </a:xfrm>
          <a:prstGeom prst="lin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8463344-D766-2D40-999A-C8C5F847FD1C}"/>
              </a:ext>
            </a:extLst>
          </p:cNvPr>
          <p:cNvCxnSpPr>
            <a:cxnSpLocks/>
          </p:cNvCxnSpPr>
          <p:nvPr/>
        </p:nvCxnSpPr>
        <p:spPr>
          <a:xfrm flipV="1">
            <a:off x="11553812" y="1147821"/>
            <a:ext cx="0" cy="2978474"/>
          </a:xfrm>
          <a:prstGeom prst="lin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3017A62-DE57-BB57-9684-C0CCF7ED8737}"/>
              </a:ext>
            </a:extLst>
          </p:cNvPr>
          <p:cNvCxnSpPr>
            <a:cxnSpLocks/>
          </p:cNvCxnSpPr>
          <p:nvPr/>
        </p:nvCxnSpPr>
        <p:spPr>
          <a:xfrm>
            <a:off x="10747538" y="3443677"/>
            <a:ext cx="2851281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D80A8CC-3137-918C-9C72-6FBFA75289FB}"/>
                  </a:ext>
                </a:extLst>
              </p:cNvPr>
              <p:cNvSpPr txBox="1"/>
              <p:nvPr/>
            </p:nvSpPr>
            <p:spPr>
              <a:xfrm>
                <a:off x="9283425" y="2219915"/>
                <a:ext cx="37063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D80A8CC-3137-918C-9C72-6FBFA7528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3425" y="2219915"/>
                <a:ext cx="370638" cy="215444"/>
              </a:xfrm>
              <a:prstGeom prst="rect">
                <a:avLst/>
              </a:prstGeom>
              <a:blipFill>
                <a:blip r:embed="rId2"/>
                <a:stretch>
                  <a:fillRect l="-9836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D014399-B3B0-7A60-2CC3-43BA5EEAFFF2}"/>
                  </a:ext>
                </a:extLst>
              </p:cNvPr>
              <p:cNvSpPr txBox="1"/>
              <p:nvPr/>
            </p:nvSpPr>
            <p:spPr>
              <a:xfrm>
                <a:off x="7678093" y="2223120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D014399-B3B0-7A60-2CC3-43BA5EEAFF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8093" y="2223120"/>
                <a:ext cx="435314" cy="215444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B8360BF-AE78-0DEE-F940-9F86E2139828}"/>
                  </a:ext>
                </a:extLst>
              </p:cNvPr>
              <p:cNvSpPr txBox="1"/>
              <p:nvPr/>
            </p:nvSpPr>
            <p:spPr>
              <a:xfrm>
                <a:off x="8348991" y="1571783"/>
                <a:ext cx="37063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B8360BF-AE78-0DEE-F940-9F86E2139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8991" y="1571783"/>
                <a:ext cx="370638" cy="215444"/>
              </a:xfrm>
              <a:prstGeom prst="rect">
                <a:avLst/>
              </a:prstGeom>
              <a:blipFill>
                <a:blip r:embed="rId4"/>
                <a:stretch>
                  <a:fillRect l="-11667" r="-8333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6E7BCB82-7372-DEEB-EEFC-17E0CB86DABC}"/>
              </a:ext>
            </a:extLst>
          </p:cNvPr>
          <p:cNvSpPr txBox="1"/>
          <p:nvPr/>
        </p:nvSpPr>
        <p:spPr>
          <a:xfrm>
            <a:off x="10042637" y="3033010"/>
            <a:ext cx="7407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6068056-77E8-6237-6223-2170E9D4C2FB}"/>
              </a:ext>
            </a:extLst>
          </p:cNvPr>
          <p:cNvSpPr/>
          <p:nvPr/>
        </p:nvSpPr>
        <p:spPr>
          <a:xfrm>
            <a:off x="7310006" y="615345"/>
            <a:ext cx="6421264" cy="375584"/>
          </a:xfrm>
          <a:prstGeom prst="rect">
            <a:avLst/>
          </a:prstGeom>
          <a:solidFill>
            <a:srgbClr val="EAF9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en-US" altLang="zh-CN" sz="16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Confounder Dictionary</a:t>
            </a:r>
            <a:endParaRPr lang="en-US" altLang="zh-CN" sz="16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28" name="object 237">
            <a:extLst>
              <a:ext uri="{FF2B5EF4-FFF2-40B4-BE49-F238E27FC236}">
                <a16:creationId xmlns:a16="http://schemas.microsoft.com/office/drawing/2014/main" id="{E2946285-54F1-1F91-3468-624728283AD6}"/>
              </a:ext>
            </a:extLst>
          </p:cNvPr>
          <p:cNvSpPr txBox="1"/>
          <p:nvPr/>
        </p:nvSpPr>
        <p:spPr>
          <a:xfrm>
            <a:off x="12410134" y="1301598"/>
            <a:ext cx="375401" cy="385127"/>
          </a:xfrm>
          <a:prstGeom prst="rect">
            <a:avLst/>
          </a:prstGeom>
        </p:spPr>
        <p:txBody>
          <a:bodyPr vert="horz" wrap="square" lIns="0" tIns="15642" rIns="0" bIns="0" rtlCol="0">
            <a:spAutoFit/>
          </a:bodyPr>
          <a:lstStyle/>
          <a:p>
            <a:pPr marL="12033">
              <a:spcBef>
                <a:spcPts val="123"/>
              </a:spcBef>
            </a:pPr>
            <a:r>
              <a:rPr sz="2400" b="1" spc="28" dirty="0">
                <a:latin typeface="Times New Roman"/>
                <a:cs typeface="Times New Roman"/>
              </a:rPr>
              <a:t>…</a:t>
            </a:r>
            <a:endParaRPr sz="2400" b="1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2B4C59BD-613D-6929-05A8-E47027ED21C7}"/>
                  </a:ext>
                </a:extLst>
              </p:cNvPr>
              <p:cNvSpPr txBox="1"/>
              <p:nvPr/>
            </p:nvSpPr>
            <p:spPr>
              <a:xfrm>
                <a:off x="10694604" y="1787227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2B4C59BD-613D-6929-05A8-E47027ED2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4604" y="1787227"/>
                <a:ext cx="435314" cy="215444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5F5685A-E8F9-C4CC-1449-7B37C85BA8F6}"/>
                  </a:ext>
                </a:extLst>
              </p:cNvPr>
              <p:cNvSpPr txBox="1"/>
              <p:nvPr/>
            </p:nvSpPr>
            <p:spPr>
              <a:xfrm>
                <a:off x="11501943" y="1786947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5F5685A-E8F9-C4CC-1449-7B37C85BA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1943" y="1786947"/>
                <a:ext cx="435314" cy="215444"/>
              </a:xfrm>
              <a:prstGeom prst="rect">
                <a:avLst/>
              </a:prstGeom>
              <a:blipFill>
                <a:blip r:embed="rId6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692E1080-1995-0CB7-A6D6-C520331CF21E}"/>
                  </a:ext>
                </a:extLst>
              </p:cNvPr>
              <p:cNvSpPr txBox="1"/>
              <p:nvPr/>
            </p:nvSpPr>
            <p:spPr>
              <a:xfrm>
                <a:off x="12743531" y="1776176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692E1080-1995-0CB7-A6D6-C520331CF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3531" y="1776176"/>
                <a:ext cx="435314" cy="215444"/>
              </a:xfrm>
              <a:prstGeom prst="rect">
                <a:avLst/>
              </a:prstGeom>
              <a:blipFill>
                <a:blip r:embed="rId7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200DD3B-095C-0D63-39F0-711CE1634F49}"/>
                  </a:ext>
                </a:extLst>
              </p:cNvPr>
              <p:cNvSpPr txBox="1"/>
              <p:nvPr/>
            </p:nvSpPr>
            <p:spPr>
              <a:xfrm>
                <a:off x="10912261" y="2128816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200DD3B-095C-0D63-39F0-711CE1634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2261" y="2128816"/>
                <a:ext cx="435314" cy="215444"/>
              </a:xfrm>
              <a:prstGeom prst="rect">
                <a:avLst/>
              </a:prstGeom>
              <a:blipFill>
                <a:blip r:embed="rId8"/>
                <a:stretch>
                  <a:fillRect l="-14085" r="-2253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129CA9CB-018B-C7B8-4F4E-BA2F163F2DEB}"/>
                  </a:ext>
                </a:extLst>
              </p:cNvPr>
              <p:cNvSpPr txBox="1"/>
              <p:nvPr/>
            </p:nvSpPr>
            <p:spPr>
              <a:xfrm>
                <a:off x="13006972" y="2136139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129CA9CB-018B-C7B8-4F4E-BA2F163F2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6972" y="2136139"/>
                <a:ext cx="435314" cy="215444"/>
              </a:xfrm>
              <a:prstGeom prst="rect">
                <a:avLst/>
              </a:prstGeom>
              <a:blipFill>
                <a:blip r:embed="rId9"/>
                <a:stretch>
                  <a:fillRect l="-14085" r="-2253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CC4F0F9-326E-E425-D30E-0E838BA4886F}"/>
                  </a:ext>
                </a:extLst>
              </p:cNvPr>
              <p:cNvSpPr txBox="1"/>
              <p:nvPr/>
            </p:nvSpPr>
            <p:spPr>
              <a:xfrm>
                <a:off x="11742010" y="2127764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CC4F0F9-326E-E425-D30E-0E838BA48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2010" y="2127764"/>
                <a:ext cx="435314" cy="215444"/>
              </a:xfrm>
              <a:prstGeom prst="rect">
                <a:avLst/>
              </a:prstGeom>
              <a:blipFill>
                <a:blip r:embed="rId10"/>
                <a:stretch>
                  <a:fillRect l="-13889" r="-20833" b="-3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bject 237">
            <a:extLst>
              <a:ext uri="{FF2B5EF4-FFF2-40B4-BE49-F238E27FC236}">
                <a16:creationId xmlns:a16="http://schemas.microsoft.com/office/drawing/2014/main" id="{6067F0BE-FEE7-2162-9319-7E584AC34423}"/>
              </a:ext>
            </a:extLst>
          </p:cNvPr>
          <p:cNvSpPr txBox="1"/>
          <p:nvPr/>
        </p:nvSpPr>
        <p:spPr>
          <a:xfrm>
            <a:off x="12411401" y="2541543"/>
            <a:ext cx="375401" cy="385127"/>
          </a:xfrm>
          <a:prstGeom prst="rect">
            <a:avLst/>
          </a:prstGeom>
        </p:spPr>
        <p:txBody>
          <a:bodyPr vert="horz" wrap="square" lIns="0" tIns="15642" rIns="0" bIns="0" rtlCol="0">
            <a:spAutoFit/>
          </a:bodyPr>
          <a:lstStyle/>
          <a:p>
            <a:pPr marL="12033">
              <a:spcBef>
                <a:spcPts val="123"/>
              </a:spcBef>
            </a:pPr>
            <a:r>
              <a:rPr sz="2400" b="1" spc="28" dirty="0">
                <a:latin typeface="Times New Roman"/>
                <a:cs typeface="Times New Roman"/>
              </a:rPr>
              <a:t>…</a:t>
            </a:r>
            <a:endParaRPr sz="2400" b="1" dirty="0">
              <a:latin typeface="Times New Roman"/>
              <a:cs typeface="Times New Roman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2AF1FA6A-04D3-0C1A-F463-27DDC699E67D}"/>
              </a:ext>
            </a:extLst>
          </p:cNvPr>
          <p:cNvCxnSpPr>
            <a:cxnSpLocks/>
          </p:cNvCxnSpPr>
          <p:nvPr/>
        </p:nvCxnSpPr>
        <p:spPr>
          <a:xfrm>
            <a:off x="1257362" y="7829753"/>
            <a:ext cx="705273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E72E8089-6F4E-3A1F-957F-19020FC10B5F}"/>
              </a:ext>
            </a:extLst>
          </p:cNvPr>
          <p:cNvCxnSpPr>
            <a:cxnSpLocks/>
            <a:stCxn id="80" idx="7"/>
          </p:cNvCxnSpPr>
          <p:nvPr/>
        </p:nvCxnSpPr>
        <p:spPr>
          <a:xfrm rot="10800000">
            <a:off x="2035129" y="7124190"/>
            <a:ext cx="695147" cy="615582"/>
          </a:xfrm>
          <a:prstGeom prst="bentConnector3">
            <a:avLst>
              <a:gd name="adj1" fmla="val 63"/>
            </a:avLst>
          </a:prstGeom>
          <a:ln w="19050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2DDFD7C-3FCB-096D-78E0-D6EC5CB29500}"/>
              </a:ext>
            </a:extLst>
          </p:cNvPr>
          <p:cNvCxnSpPr>
            <a:cxnSpLocks/>
            <a:stCxn id="443" idx="6"/>
          </p:cNvCxnSpPr>
          <p:nvPr/>
        </p:nvCxnSpPr>
        <p:spPr>
          <a:xfrm>
            <a:off x="2134877" y="7829708"/>
            <a:ext cx="506769" cy="45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F8BFC758-C1BD-E79D-3592-C73517888AF2}"/>
              </a:ext>
            </a:extLst>
          </p:cNvPr>
          <p:cNvGrpSpPr/>
          <p:nvPr/>
        </p:nvGrpSpPr>
        <p:grpSpPr>
          <a:xfrm>
            <a:off x="5336278" y="5876155"/>
            <a:ext cx="179190" cy="206073"/>
            <a:chOff x="4170925" y="7381382"/>
            <a:chExt cx="179190" cy="206073"/>
          </a:xfrm>
        </p:grpSpPr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A0C162E9-A91E-FE6F-96A7-C4A1FF3C53AA}"/>
                </a:ext>
              </a:extLst>
            </p:cNvPr>
            <p:cNvSpPr/>
            <p:nvPr/>
          </p:nvSpPr>
          <p:spPr>
            <a:xfrm>
              <a:off x="4170925" y="7408261"/>
              <a:ext cx="179190" cy="17919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41" name="object 343">
              <a:extLst>
                <a:ext uri="{FF2B5EF4-FFF2-40B4-BE49-F238E27FC236}">
                  <a16:creationId xmlns:a16="http://schemas.microsoft.com/office/drawing/2014/main" id="{A1ABA39B-093F-FCDA-5416-96576202CCD0}"/>
                </a:ext>
              </a:extLst>
            </p:cNvPr>
            <p:cNvSpPr txBox="1"/>
            <p:nvPr/>
          </p:nvSpPr>
          <p:spPr>
            <a:xfrm>
              <a:off x="4196563" y="7381382"/>
              <a:ext cx="133010" cy="204100"/>
            </a:xfrm>
            <a:prstGeom prst="rect">
              <a:avLst/>
            </a:prstGeom>
          </p:spPr>
          <p:txBody>
            <a:bodyPr vert="horz" wrap="square" lIns="0" tIns="19246" rIns="0" bIns="0" rtlCol="0">
              <a:spAutoFit/>
            </a:bodyPr>
            <a:lstStyle/>
            <a:p>
              <a:pPr marL="18330">
                <a:spcBef>
                  <a:spcPts val="152"/>
                </a:spcBef>
              </a:pPr>
              <a:r>
                <a:rPr lang="el-GR" sz="1200" b="1" spc="461" dirty="0">
                  <a:latin typeface="Cambria"/>
                  <a:cs typeface="Cambria"/>
                </a:rPr>
                <a:t>Σ</a:t>
              </a:r>
              <a:endParaRPr sz="948" b="1" dirty="0">
                <a:latin typeface="Cambria"/>
                <a:cs typeface="Cambria"/>
              </a:endParaRPr>
            </a:p>
          </p:txBody>
        </p:sp>
      </p:grp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F1799C77-5319-03A2-F8D4-65D5343CF205}"/>
              </a:ext>
            </a:extLst>
          </p:cNvPr>
          <p:cNvCxnSpPr>
            <a:cxnSpLocks/>
          </p:cNvCxnSpPr>
          <p:nvPr/>
        </p:nvCxnSpPr>
        <p:spPr>
          <a:xfrm>
            <a:off x="4852758" y="7201168"/>
            <a:ext cx="0" cy="545471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17CA92A9-814E-0DD9-1FCE-9A8F723B6074}"/>
              </a:ext>
            </a:extLst>
          </p:cNvPr>
          <p:cNvGrpSpPr/>
          <p:nvPr/>
        </p:nvGrpSpPr>
        <p:grpSpPr>
          <a:xfrm>
            <a:off x="5568443" y="7488701"/>
            <a:ext cx="236522" cy="683909"/>
            <a:chOff x="6975272" y="1775697"/>
            <a:chExt cx="236522" cy="683909"/>
          </a:xfrm>
        </p:grpSpPr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BAE05897-CFAA-5477-6F2C-F38066697797}"/>
                </a:ext>
              </a:extLst>
            </p:cNvPr>
            <p:cNvSpPr/>
            <p:nvPr/>
          </p:nvSpPr>
          <p:spPr>
            <a:xfrm>
              <a:off x="6975272" y="1775697"/>
              <a:ext cx="236522" cy="683909"/>
            </a:xfrm>
            <a:prstGeom prst="roundRect">
              <a:avLst>
                <a:gd name="adj" fmla="val 0"/>
              </a:avLst>
            </a:prstGeom>
            <a:solidFill>
              <a:srgbClr val="F6F6F7"/>
            </a:solidFill>
            <a:ln w="190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6350" h="63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48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130AB2C1-736E-6806-825B-BF932FD765B2}"/>
                </a:ext>
              </a:extLst>
            </p:cNvPr>
            <p:cNvSpPr/>
            <p:nvPr/>
          </p:nvSpPr>
          <p:spPr>
            <a:xfrm>
              <a:off x="7021533" y="1849219"/>
              <a:ext cx="144000" cy="144000"/>
            </a:xfrm>
            <a:prstGeom prst="ellipse">
              <a:avLst/>
            </a:prstGeom>
            <a:solidFill>
              <a:srgbClr val="A8D0F4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61E0BADE-23B3-79CC-B704-C2C38B673A59}"/>
                </a:ext>
              </a:extLst>
            </p:cNvPr>
            <p:cNvSpPr/>
            <p:nvPr/>
          </p:nvSpPr>
          <p:spPr>
            <a:xfrm>
              <a:off x="7021533" y="2053305"/>
              <a:ext cx="144000" cy="144000"/>
            </a:xfrm>
            <a:prstGeom prst="ellipse">
              <a:avLst/>
            </a:prstGeom>
            <a:solidFill>
              <a:srgbClr val="64A6E2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75E4ECC4-8F8F-0D51-0BC8-8508CD4C59D9}"/>
                </a:ext>
              </a:extLst>
            </p:cNvPr>
            <p:cNvSpPr/>
            <p:nvPr/>
          </p:nvSpPr>
          <p:spPr>
            <a:xfrm>
              <a:off x="7021533" y="2257391"/>
              <a:ext cx="144000" cy="144000"/>
            </a:xfrm>
            <a:prstGeom prst="ellipse">
              <a:avLst/>
            </a:prstGeom>
            <a:solidFill>
              <a:srgbClr val="337DC0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A98D4E2F-7D72-BDCB-9421-A6C9E4CEE609}"/>
              </a:ext>
            </a:extLst>
          </p:cNvPr>
          <p:cNvCxnSpPr>
            <a:cxnSpLocks/>
          </p:cNvCxnSpPr>
          <p:nvPr/>
        </p:nvCxnSpPr>
        <p:spPr>
          <a:xfrm>
            <a:off x="4948434" y="7836591"/>
            <a:ext cx="533454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1A9BCAF6-3569-5B09-4EB4-8C4DD659B371}"/>
                  </a:ext>
                </a:extLst>
              </p:cNvPr>
              <p:cNvSpPr txBox="1"/>
              <p:nvPr/>
            </p:nvSpPr>
            <p:spPr>
              <a:xfrm>
                <a:off x="6215413" y="7728869"/>
                <a:ext cx="97937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4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1400" b="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sz="1400" b="0" i="1">
                          <a:latin typeface="Cambria Math" panose="02040503050406030204" pitchFamily="18" charset="0"/>
                        </a:rPr>
                        <m:t>𝑑𝑜</m:t>
                      </m:r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14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1A9BCAF6-3569-5B09-4EB4-8C4DD659B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413" y="7728869"/>
                <a:ext cx="979371" cy="215444"/>
              </a:xfrm>
              <a:prstGeom prst="rect">
                <a:avLst/>
              </a:prstGeom>
              <a:blipFill>
                <a:blip r:embed="rId11"/>
                <a:stretch>
                  <a:fillRect l="-1875" r="-4375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本框 49">
            <a:extLst>
              <a:ext uri="{FF2B5EF4-FFF2-40B4-BE49-F238E27FC236}">
                <a16:creationId xmlns:a16="http://schemas.microsoft.com/office/drawing/2014/main" id="{EC10138A-B253-223F-AB1C-2E19AE1E9A2B}"/>
              </a:ext>
            </a:extLst>
          </p:cNvPr>
          <p:cNvSpPr txBox="1"/>
          <p:nvPr/>
        </p:nvSpPr>
        <p:spPr>
          <a:xfrm>
            <a:off x="4851104" y="6934368"/>
            <a:ext cx="1555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Causal 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7324D71B-C697-1348-8BDF-E10434C54F6A}"/>
                  </a:ext>
                </a:extLst>
              </p:cNvPr>
              <p:cNvSpPr txBox="1"/>
              <p:nvPr/>
            </p:nvSpPr>
            <p:spPr>
              <a:xfrm>
                <a:off x="1059825" y="7308656"/>
                <a:ext cx="869127" cy="2347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</a:rPr>
                                <m:t>𝟏𝟏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</a:rPr>
                                <m:t>𝒏𝑲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7324D71B-C697-1348-8BDF-E10434C54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825" y="7308656"/>
                <a:ext cx="869127" cy="234744"/>
              </a:xfrm>
              <a:prstGeom prst="rect">
                <a:avLst/>
              </a:prstGeom>
              <a:blipFill>
                <a:blip r:embed="rId12"/>
                <a:stretch>
                  <a:fillRect l="-3521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文本框 51">
            <a:extLst>
              <a:ext uri="{FF2B5EF4-FFF2-40B4-BE49-F238E27FC236}">
                <a16:creationId xmlns:a16="http://schemas.microsoft.com/office/drawing/2014/main" id="{90FA3535-5540-BB68-D03F-D3A5FB98EAF9}"/>
              </a:ext>
            </a:extLst>
          </p:cNvPr>
          <p:cNvSpPr txBox="1"/>
          <p:nvPr/>
        </p:nvSpPr>
        <p:spPr>
          <a:xfrm>
            <a:off x="5480579" y="5138177"/>
            <a:ext cx="1886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element-wise </a:t>
            </a:r>
            <a:r>
              <a:rPr lang="en-US" altLang="zh-CN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1E74228-F37D-6240-E6EB-326D73337958}"/>
              </a:ext>
            </a:extLst>
          </p:cNvPr>
          <p:cNvSpPr txBox="1"/>
          <p:nvPr/>
        </p:nvSpPr>
        <p:spPr>
          <a:xfrm>
            <a:off x="5480579" y="5469070"/>
            <a:ext cx="1528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element-wise add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32C2FF5B-1086-AFBE-237F-A8F57DD03886}"/>
              </a:ext>
            </a:extLst>
          </p:cNvPr>
          <p:cNvGrpSpPr/>
          <p:nvPr/>
        </p:nvGrpSpPr>
        <p:grpSpPr>
          <a:xfrm>
            <a:off x="5325620" y="5217982"/>
            <a:ext cx="180000" cy="180000"/>
            <a:chOff x="2860993" y="3897083"/>
            <a:chExt cx="135143" cy="135143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9EA01EEA-956A-F4CB-99B4-3DC9BAF64187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850D4F9A-76A4-239C-E0B7-11969C4F8794}"/>
                </a:ext>
              </a:extLst>
            </p:cNvPr>
            <p:cNvSpPr/>
            <p:nvPr/>
          </p:nvSpPr>
          <p:spPr>
            <a:xfrm>
              <a:off x="2899093" y="3935183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E35EB4C4-6F97-DEAA-96A0-2784F5558731}"/>
                  </a:ext>
                </a:extLst>
              </p:cNvPr>
              <p:cNvSpPr txBox="1"/>
              <p:nvPr/>
            </p:nvSpPr>
            <p:spPr>
              <a:xfrm>
                <a:off x="872488" y="3084769"/>
                <a:ext cx="19979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E35EB4C4-6F97-DEAA-96A0-2784F5558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488" y="3084769"/>
                <a:ext cx="199798" cy="215444"/>
              </a:xfrm>
              <a:prstGeom prst="rect">
                <a:avLst/>
              </a:prstGeom>
              <a:blipFill>
                <a:blip r:embed="rId13"/>
                <a:stretch>
                  <a:fillRect l="-12121" r="-9091" b="-1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矩形 57">
            <a:extLst>
              <a:ext uri="{FF2B5EF4-FFF2-40B4-BE49-F238E27FC236}">
                <a16:creationId xmlns:a16="http://schemas.microsoft.com/office/drawing/2014/main" id="{66ED0CCB-350D-D501-26E4-6FB06D718BD8}"/>
              </a:ext>
            </a:extLst>
          </p:cNvPr>
          <p:cNvSpPr/>
          <p:nvPr/>
        </p:nvSpPr>
        <p:spPr>
          <a:xfrm>
            <a:off x="3448479" y="3504082"/>
            <a:ext cx="3664461" cy="966644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endParaRPr lang="en-US" altLang="zh-CN" sz="14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2BC22150-9DA7-39C5-0361-B514268A854A}"/>
              </a:ext>
            </a:extLst>
          </p:cNvPr>
          <p:cNvCxnSpPr>
            <a:cxnSpLocks/>
          </p:cNvCxnSpPr>
          <p:nvPr/>
        </p:nvCxnSpPr>
        <p:spPr>
          <a:xfrm>
            <a:off x="1257362" y="2544935"/>
            <a:ext cx="29936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197E9F28-8ACA-CCDC-D89D-27B4F58985DB}"/>
              </a:ext>
            </a:extLst>
          </p:cNvPr>
          <p:cNvCxnSpPr>
            <a:cxnSpLocks/>
          </p:cNvCxnSpPr>
          <p:nvPr/>
        </p:nvCxnSpPr>
        <p:spPr>
          <a:xfrm>
            <a:off x="1936869" y="1690403"/>
            <a:ext cx="445831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95F18937-2DFF-B06A-8B1D-0231A833C71C}"/>
              </a:ext>
            </a:extLst>
          </p:cNvPr>
          <p:cNvCxnSpPr>
            <a:cxnSpLocks/>
          </p:cNvCxnSpPr>
          <p:nvPr/>
        </p:nvCxnSpPr>
        <p:spPr>
          <a:xfrm>
            <a:off x="1934748" y="3264514"/>
            <a:ext cx="445831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立方体 61">
            <a:extLst>
              <a:ext uri="{FF2B5EF4-FFF2-40B4-BE49-F238E27FC236}">
                <a16:creationId xmlns:a16="http://schemas.microsoft.com/office/drawing/2014/main" id="{64293C63-DEE8-C9C6-1150-65CDD89C19E1}"/>
              </a:ext>
            </a:extLst>
          </p:cNvPr>
          <p:cNvSpPr/>
          <p:nvPr/>
        </p:nvSpPr>
        <p:spPr>
          <a:xfrm>
            <a:off x="2539544" y="3723081"/>
            <a:ext cx="396730" cy="395047"/>
          </a:xfrm>
          <a:prstGeom prst="cube">
            <a:avLst>
              <a:gd name="adj" fmla="val 66500"/>
            </a:avLst>
          </a:prstGeom>
          <a:solidFill>
            <a:srgbClr val="E0E8F5"/>
          </a:solidFill>
          <a:ln w="19050">
            <a:solidFill>
              <a:srgbClr val="20386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875F6AFF-4FEA-8210-49A1-291B1385D208}"/>
              </a:ext>
            </a:extLst>
          </p:cNvPr>
          <p:cNvCxnSpPr>
            <a:cxnSpLocks/>
          </p:cNvCxnSpPr>
          <p:nvPr/>
        </p:nvCxnSpPr>
        <p:spPr>
          <a:xfrm>
            <a:off x="2717315" y="3437332"/>
            <a:ext cx="0" cy="430804"/>
          </a:xfrm>
          <a:prstGeom prst="line">
            <a:avLst/>
          </a:prstGeom>
          <a:ln w="19050">
            <a:solidFill>
              <a:srgbClr val="2E75B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C3152DFB-40D1-3975-C0DD-B58FB580C9F0}"/>
                  </a:ext>
                </a:extLst>
              </p:cNvPr>
              <p:cNvSpPr txBox="1"/>
              <p:nvPr/>
            </p:nvSpPr>
            <p:spPr>
              <a:xfrm>
                <a:off x="2065880" y="3840701"/>
                <a:ext cx="459287" cy="2358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C3152DFB-40D1-3975-C0DD-B58FB580C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880" y="3840701"/>
                <a:ext cx="459287" cy="235834"/>
              </a:xfrm>
              <a:prstGeom prst="rect">
                <a:avLst/>
              </a:prstGeom>
              <a:blipFill>
                <a:blip r:embed="rId14"/>
                <a:stretch>
                  <a:fillRect l="-8000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4DC1F548-485E-994A-4E52-CEB6944D32AB}"/>
                  </a:ext>
                </a:extLst>
              </p:cNvPr>
              <p:cNvSpPr txBox="1"/>
              <p:nvPr/>
            </p:nvSpPr>
            <p:spPr>
              <a:xfrm>
                <a:off x="2134877" y="2358891"/>
                <a:ext cx="37063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4DC1F548-485E-994A-4E52-CEB6944D3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877" y="2358891"/>
                <a:ext cx="370638" cy="215444"/>
              </a:xfrm>
              <a:prstGeom prst="rect">
                <a:avLst/>
              </a:prstGeom>
              <a:blipFill>
                <a:blip r:embed="rId15"/>
                <a:stretch>
                  <a:fillRect l="-8197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B2BD1543-C12E-810B-7927-FC6EC04E69DB}"/>
                  </a:ext>
                </a:extLst>
              </p:cNvPr>
              <p:cNvSpPr txBox="1"/>
              <p:nvPr/>
            </p:nvSpPr>
            <p:spPr>
              <a:xfrm>
                <a:off x="1969420" y="1731119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B2BD1543-C12E-810B-7927-FC6EC04E6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9420" y="1731119"/>
                <a:ext cx="435314" cy="215444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矩形 66">
            <a:extLst>
              <a:ext uri="{FF2B5EF4-FFF2-40B4-BE49-F238E27FC236}">
                <a16:creationId xmlns:a16="http://schemas.microsoft.com/office/drawing/2014/main" id="{3A2DCF1A-6AED-8362-7870-F3F56875F55D}"/>
              </a:ext>
            </a:extLst>
          </p:cNvPr>
          <p:cNvSpPr/>
          <p:nvPr/>
        </p:nvSpPr>
        <p:spPr>
          <a:xfrm>
            <a:off x="3430707" y="2494504"/>
            <a:ext cx="3682234" cy="611759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endParaRPr lang="en-US" altLang="zh-CN" sz="14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BBE7D1C-18F8-AFED-8670-4CD08621F95E}"/>
              </a:ext>
            </a:extLst>
          </p:cNvPr>
          <p:cNvSpPr/>
          <p:nvPr/>
        </p:nvSpPr>
        <p:spPr>
          <a:xfrm>
            <a:off x="639746" y="621669"/>
            <a:ext cx="6685326" cy="361648"/>
          </a:xfrm>
          <a:prstGeom prst="rect">
            <a:avLst/>
          </a:prstGeom>
          <a:solidFill>
            <a:srgbClr val="EAF9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Framework of the CCIL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5BF4152C-CAA2-5571-5878-29E0B110D99A}"/>
              </a:ext>
            </a:extLst>
          </p:cNvPr>
          <p:cNvCxnSpPr>
            <a:cxnSpLocks/>
          </p:cNvCxnSpPr>
          <p:nvPr/>
        </p:nvCxnSpPr>
        <p:spPr>
          <a:xfrm>
            <a:off x="5881065" y="7827066"/>
            <a:ext cx="329239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C39EBE7C-1456-9399-7194-1AE2D14A5F91}"/>
              </a:ext>
            </a:extLst>
          </p:cNvPr>
          <p:cNvSpPr/>
          <p:nvPr/>
        </p:nvSpPr>
        <p:spPr>
          <a:xfrm>
            <a:off x="7341453" y="4662803"/>
            <a:ext cx="6389818" cy="375584"/>
          </a:xfrm>
          <a:prstGeom prst="rect">
            <a:avLst/>
          </a:prstGeom>
          <a:solidFill>
            <a:srgbClr val="EAF9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en-US" altLang="zh-CN" sz="16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Disentangle Regularization</a:t>
            </a:r>
          </a:p>
        </p:txBody>
      </p:sp>
      <p:pic>
        <p:nvPicPr>
          <p:cNvPr id="71" name="图片 70">
            <a:extLst>
              <a:ext uri="{FF2B5EF4-FFF2-40B4-BE49-F238E27FC236}">
                <a16:creationId xmlns:a16="http://schemas.microsoft.com/office/drawing/2014/main" id="{0366AC01-5E97-2240-8D9D-2E6B94DF68D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7136" y="2012664"/>
            <a:ext cx="542591" cy="1079086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79519563-0330-7DDB-46B6-19244008ADF5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17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412"/>
          <a:stretch/>
        </p:blipFill>
        <p:spPr>
          <a:xfrm>
            <a:off x="11058009" y="1499241"/>
            <a:ext cx="449406" cy="4751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26DF1158-7D16-0286-DFC9-3C3CC2B71248}"/>
              </a:ext>
            </a:extLst>
          </p:cNvPr>
          <p:cNvCxnSpPr>
            <a:cxnSpLocks/>
          </p:cNvCxnSpPr>
          <p:nvPr/>
        </p:nvCxnSpPr>
        <p:spPr>
          <a:xfrm>
            <a:off x="7325072" y="615345"/>
            <a:ext cx="0" cy="7766655"/>
          </a:xfrm>
          <a:prstGeom prst="line">
            <a:avLst/>
          </a:prstGeom>
          <a:ln w="19050"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8D07DD13-70BD-CF3D-B311-BBC4CDBD65D8}"/>
              </a:ext>
            </a:extLst>
          </p:cNvPr>
          <p:cNvGrpSpPr/>
          <p:nvPr/>
        </p:nvGrpSpPr>
        <p:grpSpPr>
          <a:xfrm rot="18827285">
            <a:off x="5334583" y="5568824"/>
            <a:ext cx="180000" cy="180000"/>
            <a:chOff x="4892460" y="2186404"/>
            <a:chExt cx="142638" cy="142638"/>
          </a:xfrm>
        </p:grpSpPr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B9B5D70A-DF2A-A5F1-0BBC-1B0486213541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BED337D0-853E-6992-66D2-E59AC689626A}"/>
                </a:ext>
              </a:extLst>
            </p:cNvPr>
            <p:cNvCxnSpPr>
              <a:stCxn id="75" idx="1"/>
              <a:endCxn id="75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88CDED6C-1020-9A6E-06CB-5AAB4DFBB718}"/>
                </a:ext>
              </a:extLst>
            </p:cNvPr>
            <p:cNvCxnSpPr>
              <a:cxnSpLocks/>
              <a:stCxn id="75" idx="3"/>
              <a:endCxn id="75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DEB9C5A2-70CE-21EC-537C-67F16121618D}"/>
              </a:ext>
            </a:extLst>
          </p:cNvPr>
          <p:cNvCxnSpPr>
            <a:cxnSpLocks/>
          </p:cNvCxnSpPr>
          <p:nvPr/>
        </p:nvCxnSpPr>
        <p:spPr>
          <a:xfrm>
            <a:off x="639746" y="4678178"/>
            <a:ext cx="13094607" cy="0"/>
          </a:xfrm>
          <a:prstGeom prst="line">
            <a:avLst/>
          </a:prstGeom>
          <a:ln w="19050"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B107F3A8-1433-D060-BC5C-385036902868}"/>
              </a:ext>
            </a:extLst>
          </p:cNvPr>
          <p:cNvGrpSpPr/>
          <p:nvPr/>
        </p:nvGrpSpPr>
        <p:grpSpPr>
          <a:xfrm rot="18827285">
            <a:off x="2642179" y="7739752"/>
            <a:ext cx="180000" cy="180000"/>
            <a:chOff x="4892460" y="2186404"/>
            <a:chExt cx="142638" cy="142638"/>
          </a:xfrm>
        </p:grpSpPr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BC41EBE3-3AD8-FB6A-2704-96040C3C97EF}"/>
                </a:ext>
              </a:extLst>
            </p:cNvPr>
            <p:cNvSpPr/>
            <p:nvPr/>
          </p:nvSpPr>
          <p:spPr>
            <a:xfrm>
              <a:off x="4892460" y="2186404"/>
              <a:ext cx="142638" cy="1426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EFAA36D1-4B37-B59D-FC98-FD20A2F91EDA}"/>
                </a:ext>
              </a:extLst>
            </p:cNvPr>
            <p:cNvCxnSpPr>
              <a:stCxn id="80" idx="1"/>
              <a:endCxn id="80" idx="5"/>
            </p:cNvCxnSpPr>
            <p:nvPr/>
          </p:nvCxnSpPr>
          <p:spPr>
            <a:xfrm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669C6FEC-611B-BFEA-90AC-A5C0A672BB93}"/>
                </a:ext>
              </a:extLst>
            </p:cNvPr>
            <p:cNvCxnSpPr>
              <a:cxnSpLocks/>
              <a:stCxn id="80" idx="3"/>
              <a:endCxn id="80" idx="7"/>
            </p:cNvCxnSpPr>
            <p:nvPr/>
          </p:nvCxnSpPr>
          <p:spPr>
            <a:xfrm flipV="1">
              <a:off x="4913349" y="2207293"/>
              <a:ext cx="100860" cy="1008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D1F46F53-2DC3-828F-2CCA-211AA20B45C0}"/>
              </a:ext>
            </a:extLst>
          </p:cNvPr>
          <p:cNvCxnSpPr>
            <a:cxnSpLocks/>
            <a:stCxn id="80" idx="3"/>
          </p:cNvCxnSpPr>
          <p:nvPr/>
        </p:nvCxnSpPr>
        <p:spPr>
          <a:xfrm flipH="1" flipV="1">
            <a:off x="1655233" y="7829708"/>
            <a:ext cx="1078850" cy="90024"/>
          </a:xfrm>
          <a:prstGeom prst="bentConnector5">
            <a:avLst>
              <a:gd name="adj1" fmla="val 393"/>
              <a:gd name="adj2" fmla="val -228139"/>
              <a:gd name="adj3" fmla="val 100487"/>
            </a:avLst>
          </a:prstGeom>
          <a:ln w="19050">
            <a:solidFill>
              <a:schemeClr val="accent5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EF75A461-54CF-67E1-E4C6-EF78A968AE1A}"/>
              </a:ext>
            </a:extLst>
          </p:cNvPr>
          <p:cNvGrpSpPr/>
          <p:nvPr/>
        </p:nvGrpSpPr>
        <p:grpSpPr>
          <a:xfrm>
            <a:off x="4763175" y="7733521"/>
            <a:ext cx="179190" cy="204100"/>
            <a:chOff x="4170925" y="7389322"/>
            <a:chExt cx="179190" cy="204100"/>
          </a:xfrm>
        </p:grpSpPr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2522310B-0D34-1826-D224-9E2273EC4E63}"/>
                </a:ext>
              </a:extLst>
            </p:cNvPr>
            <p:cNvSpPr/>
            <p:nvPr/>
          </p:nvSpPr>
          <p:spPr>
            <a:xfrm>
              <a:off x="4170925" y="7408261"/>
              <a:ext cx="179190" cy="17919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86" name="object 343">
              <a:extLst>
                <a:ext uri="{FF2B5EF4-FFF2-40B4-BE49-F238E27FC236}">
                  <a16:creationId xmlns:a16="http://schemas.microsoft.com/office/drawing/2014/main" id="{6F0192A9-FDEA-3D12-2234-DC26BDCFDA61}"/>
                </a:ext>
              </a:extLst>
            </p:cNvPr>
            <p:cNvSpPr txBox="1"/>
            <p:nvPr/>
          </p:nvSpPr>
          <p:spPr>
            <a:xfrm>
              <a:off x="4196563" y="7389322"/>
              <a:ext cx="133010" cy="204100"/>
            </a:xfrm>
            <a:prstGeom prst="rect">
              <a:avLst/>
            </a:prstGeom>
          </p:spPr>
          <p:txBody>
            <a:bodyPr vert="horz" wrap="square" lIns="0" tIns="19246" rIns="0" bIns="0" rtlCol="0">
              <a:spAutoFit/>
            </a:bodyPr>
            <a:lstStyle/>
            <a:p>
              <a:pPr marL="18330">
                <a:spcBef>
                  <a:spcPts val="152"/>
                </a:spcBef>
              </a:pPr>
              <a:r>
                <a:rPr lang="el-GR" sz="1200" b="1" spc="461" dirty="0">
                  <a:latin typeface="Cambria"/>
                  <a:cs typeface="Cambria"/>
                </a:rPr>
                <a:t>Σ</a:t>
              </a:r>
              <a:endParaRPr sz="948" b="1" dirty="0">
                <a:latin typeface="Cambria"/>
                <a:cs typeface="Cambria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9EA5752A-AAA9-0693-09E1-80A7931FC52A}"/>
                  </a:ext>
                </a:extLst>
              </p:cNvPr>
              <p:cNvSpPr txBox="1"/>
              <p:nvPr/>
            </p:nvSpPr>
            <p:spPr>
              <a:xfrm>
                <a:off x="3067716" y="6727124"/>
                <a:ext cx="108494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9EA5752A-AAA9-0693-09E1-80A7931FC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716" y="6727124"/>
                <a:ext cx="1084947" cy="215444"/>
              </a:xfrm>
              <a:prstGeom prst="rect">
                <a:avLst/>
              </a:prstGeom>
              <a:blipFill>
                <a:blip r:embed="rId19"/>
                <a:stretch>
                  <a:fillRect l="-5618" r="-18539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文本框 87">
            <a:extLst>
              <a:ext uri="{FF2B5EF4-FFF2-40B4-BE49-F238E27FC236}">
                <a16:creationId xmlns:a16="http://schemas.microsoft.com/office/drawing/2014/main" id="{3CA52024-0608-07E6-C4A4-A1E13D1F89C4}"/>
              </a:ext>
            </a:extLst>
          </p:cNvPr>
          <p:cNvSpPr txBox="1"/>
          <p:nvPr/>
        </p:nvSpPr>
        <p:spPr>
          <a:xfrm>
            <a:off x="2279858" y="4099173"/>
            <a:ext cx="94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E8F4BD30-E30A-C2A4-98D9-39FE643AF0AA}"/>
              </a:ext>
            </a:extLst>
          </p:cNvPr>
          <p:cNvGrpSpPr/>
          <p:nvPr/>
        </p:nvGrpSpPr>
        <p:grpSpPr>
          <a:xfrm>
            <a:off x="4468304" y="6656995"/>
            <a:ext cx="764819" cy="499923"/>
            <a:chOff x="5738984" y="9176560"/>
            <a:chExt cx="764819" cy="499923"/>
          </a:xfrm>
          <a:solidFill>
            <a:srgbClr val="00B050"/>
          </a:solidFill>
          <a:effectLst/>
        </p:grpSpPr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C0E6B6CD-D229-E358-549B-61659D49027B}"/>
                </a:ext>
              </a:extLst>
            </p:cNvPr>
            <p:cNvSpPr/>
            <p:nvPr/>
          </p:nvSpPr>
          <p:spPr>
            <a:xfrm>
              <a:off x="5738984" y="9383644"/>
              <a:ext cx="120401" cy="29283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5695DDEB-4B0E-5FAE-4EBD-C3D6F7292A2F}"/>
                </a:ext>
              </a:extLst>
            </p:cNvPr>
            <p:cNvSpPr/>
            <p:nvPr/>
          </p:nvSpPr>
          <p:spPr>
            <a:xfrm>
              <a:off x="6383402" y="9526877"/>
              <a:ext cx="120401" cy="14960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A2D0F184-9513-E4E0-68D0-9E3EEF4AD389}"/>
                </a:ext>
              </a:extLst>
            </p:cNvPr>
            <p:cNvSpPr/>
            <p:nvPr/>
          </p:nvSpPr>
          <p:spPr>
            <a:xfrm>
              <a:off x="5900088" y="9176560"/>
              <a:ext cx="120401" cy="4999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0F7912F0-C89A-09D5-B87E-259E506166A1}"/>
                </a:ext>
              </a:extLst>
            </p:cNvPr>
            <p:cNvSpPr/>
            <p:nvPr/>
          </p:nvSpPr>
          <p:spPr>
            <a:xfrm>
              <a:off x="6061192" y="9347230"/>
              <a:ext cx="120401" cy="32925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ED51A490-159E-F772-250B-18F779E750A7}"/>
                </a:ext>
              </a:extLst>
            </p:cNvPr>
            <p:cNvSpPr/>
            <p:nvPr/>
          </p:nvSpPr>
          <p:spPr>
            <a:xfrm>
              <a:off x="6222297" y="9247717"/>
              <a:ext cx="120401" cy="4287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7FC36DC6-E69C-4B81-3F88-2E1429025DF3}"/>
              </a:ext>
            </a:extLst>
          </p:cNvPr>
          <p:cNvCxnSpPr>
            <a:cxnSpLocks/>
          </p:cNvCxnSpPr>
          <p:nvPr/>
        </p:nvCxnSpPr>
        <p:spPr>
          <a:xfrm>
            <a:off x="10747538" y="2406704"/>
            <a:ext cx="2851281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E84D0D60-81F0-815C-98A1-F14AB7EE0086}"/>
              </a:ext>
            </a:extLst>
          </p:cNvPr>
          <p:cNvSpPr txBox="1"/>
          <p:nvPr/>
        </p:nvSpPr>
        <p:spPr>
          <a:xfrm>
            <a:off x="5479685" y="5799445"/>
            <a:ext cx="1528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sum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437749B3-F503-01D9-3A82-21EBFE10D17A}"/>
                  </a:ext>
                </a:extLst>
              </p:cNvPr>
              <p:cNvSpPr txBox="1"/>
              <p:nvPr/>
            </p:nvSpPr>
            <p:spPr>
              <a:xfrm>
                <a:off x="2074420" y="7308656"/>
                <a:ext cx="46583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437749B3-F503-01D9-3A82-21EBFE10D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420" y="7308656"/>
                <a:ext cx="465832" cy="215444"/>
              </a:xfrm>
              <a:prstGeom prst="rect">
                <a:avLst/>
              </a:prstGeom>
              <a:blipFill>
                <a:blip r:embed="rId20"/>
                <a:stretch>
                  <a:fillRect l="-11688" b="-3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4876A0A6-C319-F152-F0DD-13941110F46D}"/>
                  </a:ext>
                </a:extLst>
              </p:cNvPr>
              <p:cNvSpPr txBox="1"/>
              <p:nvPr/>
            </p:nvSpPr>
            <p:spPr>
              <a:xfrm>
                <a:off x="2776403" y="7308656"/>
                <a:ext cx="46583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</m:e>
                      </m:d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4876A0A6-C319-F152-F0DD-13941110F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403" y="7308656"/>
                <a:ext cx="465832" cy="215444"/>
              </a:xfrm>
              <a:prstGeom prst="rect">
                <a:avLst/>
              </a:prstGeom>
              <a:blipFill>
                <a:blip r:embed="rId21"/>
                <a:stretch>
                  <a:fillRect l="-11688" b="-3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文本框 98">
            <a:extLst>
              <a:ext uri="{FF2B5EF4-FFF2-40B4-BE49-F238E27FC236}">
                <a16:creationId xmlns:a16="http://schemas.microsoft.com/office/drawing/2014/main" id="{CE33819F-C9C0-B596-50AE-CBAEF2D6DBCA}"/>
              </a:ext>
            </a:extLst>
          </p:cNvPr>
          <p:cNvSpPr txBox="1"/>
          <p:nvPr/>
        </p:nvSpPr>
        <p:spPr>
          <a:xfrm>
            <a:off x="3430707" y="3534430"/>
            <a:ext cx="1804326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Intervention Module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97B2EBF8-B601-EAD5-70BE-C8F2EDE39EB4}"/>
              </a:ext>
            </a:extLst>
          </p:cNvPr>
          <p:cNvSpPr txBox="1"/>
          <p:nvPr/>
        </p:nvSpPr>
        <p:spPr>
          <a:xfrm>
            <a:off x="3417882" y="2541810"/>
            <a:ext cx="1160383" cy="531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Confounder </a:t>
            </a:r>
          </a:p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Dictionary</a:t>
            </a:r>
            <a:endParaRPr lang="en-US" altLang="zh-CN" sz="14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B0C3666C-6881-6E2F-48FE-303D3A5378E8}"/>
              </a:ext>
            </a:extLst>
          </p:cNvPr>
          <p:cNvGrpSpPr/>
          <p:nvPr/>
        </p:nvGrpSpPr>
        <p:grpSpPr>
          <a:xfrm>
            <a:off x="5191176" y="3876861"/>
            <a:ext cx="308123" cy="440780"/>
            <a:chOff x="10715589" y="1290080"/>
            <a:chExt cx="590413" cy="1079341"/>
          </a:xfrm>
        </p:grpSpPr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EFF7BB44-897F-4AB0-5367-4E2850A7AA38}"/>
                </a:ext>
              </a:extLst>
            </p:cNvPr>
            <p:cNvSpPr/>
            <p:nvPr/>
          </p:nvSpPr>
          <p:spPr>
            <a:xfrm>
              <a:off x="10715589" y="1290080"/>
              <a:ext cx="590413" cy="10793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6"/>
            </a:p>
          </p:txBody>
        </p:sp>
        <p:pic>
          <p:nvPicPr>
            <p:cNvPr id="103" name="图片 102">
              <a:extLst>
                <a:ext uri="{FF2B5EF4-FFF2-40B4-BE49-F238E27FC236}">
                  <a16:creationId xmlns:a16="http://schemas.microsoft.com/office/drawing/2014/main" id="{D431B5A2-5649-D3C2-5FBB-0AD6D1478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780900" y="1339095"/>
              <a:ext cx="476729" cy="990768"/>
            </a:xfrm>
            <a:prstGeom prst="rect">
              <a:avLst/>
            </a:prstGeom>
          </p:spPr>
        </p:pic>
      </p:grpSp>
      <p:sp>
        <p:nvSpPr>
          <p:cNvPr id="104" name="文本框 103">
            <a:extLst>
              <a:ext uri="{FF2B5EF4-FFF2-40B4-BE49-F238E27FC236}">
                <a16:creationId xmlns:a16="http://schemas.microsoft.com/office/drawing/2014/main" id="{8DEEC3D2-0381-DE82-A93B-4FFAE165B8CF}"/>
              </a:ext>
            </a:extLst>
          </p:cNvPr>
          <p:cNvSpPr txBox="1"/>
          <p:nvPr/>
        </p:nvSpPr>
        <p:spPr>
          <a:xfrm>
            <a:off x="6709814" y="4027126"/>
            <a:ext cx="403126" cy="299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b="1" spc="-9" dirty="0">
                <a:solidFill>
                  <a:schemeClr val="tx1"/>
                </a:solidFill>
                <a:latin typeface="Times New Roman"/>
                <a:cs typeface="Times New Roman"/>
              </a:rPr>
              <a:t>ID</a:t>
            </a:r>
            <a:endParaRPr lang="en-US" altLang="zh-CN" sz="14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9B43D82F-B3C8-7156-CD6A-F672EAA528F4}"/>
              </a:ext>
            </a:extLst>
          </p:cNvPr>
          <p:cNvCxnSpPr>
            <a:cxnSpLocks/>
          </p:cNvCxnSpPr>
          <p:nvPr/>
        </p:nvCxnSpPr>
        <p:spPr>
          <a:xfrm>
            <a:off x="5603136" y="4225576"/>
            <a:ext cx="1180569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A80B4124-5459-9B74-2718-5DD42770429A}"/>
              </a:ext>
            </a:extLst>
          </p:cNvPr>
          <p:cNvCxnSpPr>
            <a:cxnSpLocks/>
          </p:cNvCxnSpPr>
          <p:nvPr/>
        </p:nvCxnSpPr>
        <p:spPr>
          <a:xfrm>
            <a:off x="6423254" y="3774297"/>
            <a:ext cx="390615" cy="32677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261C0F8F-0476-DC15-6B89-A1B2E4048859}"/>
              </a:ext>
            </a:extLst>
          </p:cNvPr>
          <p:cNvCxnSpPr>
            <a:cxnSpLocks/>
            <a:stCxn id="135" idx="1"/>
          </p:cNvCxnSpPr>
          <p:nvPr/>
        </p:nvCxnSpPr>
        <p:spPr>
          <a:xfrm flipH="1">
            <a:off x="5565335" y="3775663"/>
            <a:ext cx="371933" cy="34690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FEF192A7-74D0-DDDE-D31B-5C3F4C0EC238}"/>
              </a:ext>
            </a:extLst>
          </p:cNvPr>
          <p:cNvGrpSpPr/>
          <p:nvPr/>
        </p:nvGrpSpPr>
        <p:grpSpPr>
          <a:xfrm rot="1972072">
            <a:off x="5750374" y="3844296"/>
            <a:ext cx="49937" cy="201801"/>
            <a:chOff x="6196576" y="883153"/>
            <a:chExt cx="13616" cy="229675"/>
          </a:xfrm>
        </p:grpSpPr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6C2DBD04-FC2E-1B35-AC69-51E3279AC2C0}"/>
                </a:ext>
              </a:extLst>
            </p:cNvPr>
            <p:cNvSpPr/>
            <p:nvPr/>
          </p:nvSpPr>
          <p:spPr>
            <a:xfrm rot="18870730" flipH="1">
              <a:off x="6089080" y="990649"/>
              <a:ext cx="227457" cy="1246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B6276ABA-215D-755B-985A-92F307494BD6}"/>
                </a:ext>
              </a:extLst>
            </p:cNvPr>
            <p:cNvSpPr/>
            <p:nvPr/>
          </p:nvSpPr>
          <p:spPr>
            <a:xfrm rot="13555562" flipH="1">
              <a:off x="6089646" y="992282"/>
              <a:ext cx="228626" cy="1246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28DF1A0C-2A64-E83E-5C36-1088C709A89F}"/>
              </a:ext>
            </a:extLst>
          </p:cNvPr>
          <p:cNvGrpSpPr/>
          <p:nvPr/>
        </p:nvGrpSpPr>
        <p:grpSpPr>
          <a:xfrm>
            <a:off x="3547678" y="3906267"/>
            <a:ext cx="428983" cy="399276"/>
            <a:chOff x="4641125" y="3353521"/>
            <a:chExt cx="428983" cy="399276"/>
          </a:xfrm>
        </p:grpSpPr>
        <p:sp>
          <p:nvSpPr>
            <p:cNvPr id="112" name="矩形: 圆角 111">
              <a:extLst>
                <a:ext uri="{FF2B5EF4-FFF2-40B4-BE49-F238E27FC236}">
                  <a16:creationId xmlns:a16="http://schemas.microsoft.com/office/drawing/2014/main" id="{F8A44BF0-9BAC-DD23-122B-70B32BDCF950}"/>
                </a:ext>
              </a:extLst>
            </p:cNvPr>
            <p:cNvSpPr/>
            <p:nvPr/>
          </p:nvSpPr>
          <p:spPr>
            <a:xfrm>
              <a:off x="4661200" y="3353521"/>
              <a:ext cx="408908" cy="399276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97D305DF-3212-8568-61E0-B34BD66914B1}"/>
                    </a:ext>
                  </a:extLst>
                </p:cNvPr>
                <p:cNvSpPr txBox="1"/>
                <p:nvPr/>
              </p:nvSpPr>
              <p:spPr>
                <a:xfrm>
                  <a:off x="4641125" y="3387358"/>
                  <a:ext cx="389333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int</m:t>
                            </m:r>
                          </m:sub>
                        </m:sSub>
                      </m:oMath>
                    </m:oMathPara>
                  </a14:m>
                  <a:endParaRPr lang="zh-CN" altLang="en-US" sz="105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43" name="文本框 1742">
                  <a:extLst>
                    <a:ext uri="{FF2B5EF4-FFF2-40B4-BE49-F238E27FC236}">
                      <a16:creationId xmlns:a16="http://schemas.microsoft.com/office/drawing/2014/main" id="{F29006E9-311B-CE1A-3EF3-0B09F9BDDA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1125" y="3387358"/>
                  <a:ext cx="389333" cy="307777"/>
                </a:xfrm>
                <a:prstGeom prst="rect">
                  <a:avLst/>
                </a:prstGeom>
                <a:blipFill>
                  <a:blip r:embed="rId40"/>
                  <a:stretch>
                    <a:fillRect r="-468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4" name="箭头: 右 113">
            <a:extLst>
              <a:ext uri="{FF2B5EF4-FFF2-40B4-BE49-F238E27FC236}">
                <a16:creationId xmlns:a16="http://schemas.microsoft.com/office/drawing/2014/main" id="{37549551-D456-E0B9-86ED-819E0824F27D}"/>
              </a:ext>
            </a:extLst>
          </p:cNvPr>
          <p:cNvSpPr/>
          <p:nvPr/>
        </p:nvSpPr>
        <p:spPr>
          <a:xfrm rot="5400000">
            <a:off x="5143886" y="3158031"/>
            <a:ext cx="273645" cy="308344"/>
          </a:xfrm>
          <a:prstGeom prst="rightArrow">
            <a:avLst/>
          </a:prstGeom>
          <a:noFill/>
          <a:ln w="28575">
            <a:solidFill>
              <a:srgbClr val="5482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705706D4-0B12-832B-8196-86A2D9EEF04E}"/>
              </a:ext>
            </a:extLst>
          </p:cNvPr>
          <p:cNvGrpSpPr/>
          <p:nvPr/>
        </p:nvGrpSpPr>
        <p:grpSpPr>
          <a:xfrm>
            <a:off x="6481883" y="6996942"/>
            <a:ext cx="428983" cy="399276"/>
            <a:chOff x="4641125" y="3353521"/>
            <a:chExt cx="428983" cy="399276"/>
          </a:xfrm>
        </p:grpSpPr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F1822380-1459-2C9F-EF39-9EE6B42F3657}"/>
                </a:ext>
              </a:extLst>
            </p:cNvPr>
            <p:cNvSpPr/>
            <p:nvPr/>
          </p:nvSpPr>
          <p:spPr>
            <a:xfrm>
              <a:off x="4661200" y="3353521"/>
              <a:ext cx="408908" cy="399276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D6B2C5EC-ABE9-1E2F-0FA0-0DD05E3EC421}"/>
                    </a:ext>
                  </a:extLst>
                </p:cNvPr>
                <p:cNvSpPr txBox="1"/>
                <p:nvPr/>
              </p:nvSpPr>
              <p:spPr>
                <a:xfrm>
                  <a:off x="4641125" y="3387358"/>
                  <a:ext cx="389333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int</m:t>
                            </m:r>
                          </m:sub>
                        </m:sSub>
                      </m:oMath>
                    </m:oMathPara>
                  </a14:m>
                  <a:endParaRPr lang="zh-CN" altLang="en-US" sz="105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75" name="文本框 1774">
                  <a:extLst>
                    <a:ext uri="{FF2B5EF4-FFF2-40B4-BE49-F238E27FC236}">
                      <a16:creationId xmlns:a16="http://schemas.microsoft.com/office/drawing/2014/main" id="{A82AE891-EC57-986F-C9B2-637124219E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1125" y="3387358"/>
                  <a:ext cx="389333" cy="307777"/>
                </a:xfrm>
                <a:prstGeom prst="rect">
                  <a:avLst/>
                </a:prstGeom>
                <a:blipFill>
                  <a:blip r:embed="rId41"/>
                  <a:stretch>
                    <a:fillRect r="-312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450CEF0B-2364-5525-3D42-9BAF76D6B059}"/>
              </a:ext>
            </a:extLst>
          </p:cNvPr>
          <p:cNvCxnSpPr>
            <a:cxnSpLocks/>
          </p:cNvCxnSpPr>
          <p:nvPr/>
        </p:nvCxnSpPr>
        <p:spPr>
          <a:xfrm flipV="1">
            <a:off x="6718178" y="7396218"/>
            <a:ext cx="1313" cy="332651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0AEECC91-C3EB-CEBF-8D49-9567485209D7}"/>
              </a:ext>
            </a:extLst>
          </p:cNvPr>
          <p:cNvGrpSpPr/>
          <p:nvPr/>
        </p:nvGrpSpPr>
        <p:grpSpPr>
          <a:xfrm>
            <a:off x="2373871" y="2862204"/>
            <a:ext cx="707850" cy="724554"/>
            <a:chOff x="4534247" y="6079615"/>
            <a:chExt cx="586629" cy="600472"/>
          </a:xfrm>
          <a:solidFill>
            <a:srgbClr val="E0E8F5">
              <a:alpha val="60000"/>
            </a:srgbClr>
          </a:solidFill>
        </p:grpSpPr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6849B2C0-E865-9559-1C3F-31432B2DEA4C}"/>
                </a:ext>
              </a:extLst>
            </p:cNvPr>
            <p:cNvSpPr/>
            <p:nvPr/>
          </p:nvSpPr>
          <p:spPr>
            <a:xfrm>
              <a:off x="4732732" y="6079615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6D494A37-1AD9-C32B-F947-AC72694D5A58}"/>
                </a:ext>
              </a:extLst>
            </p:cNvPr>
            <p:cNvSpPr/>
            <p:nvPr/>
          </p:nvSpPr>
          <p:spPr>
            <a:xfrm>
              <a:off x="4665423" y="6147895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1A01C21F-0094-8000-618B-EB86A35BCEDA}"/>
                </a:ext>
              </a:extLst>
            </p:cNvPr>
            <p:cNvSpPr/>
            <p:nvPr/>
          </p:nvSpPr>
          <p:spPr>
            <a:xfrm>
              <a:off x="4601556" y="6217728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E4C7AB01-8105-4A7E-9F4B-E0995849C3A4}"/>
                </a:ext>
              </a:extLst>
            </p:cNvPr>
            <p:cNvSpPr/>
            <p:nvPr/>
          </p:nvSpPr>
          <p:spPr>
            <a:xfrm>
              <a:off x="4534247" y="6286008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24471343-D207-E4EB-2D81-6187DE865FB1}"/>
                  </a:ext>
                </a:extLst>
              </p:cNvPr>
              <p:cNvSpPr txBox="1"/>
              <p:nvPr/>
            </p:nvSpPr>
            <p:spPr>
              <a:xfrm>
                <a:off x="1940798" y="3294978"/>
                <a:ext cx="435314" cy="2358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24471343-D207-E4EB-2D81-6187DE865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798" y="3294978"/>
                <a:ext cx="435314" cy="235834"/>
              </a:xfrm>
              <a:prstGeom prst="rect">
                <a:avLst/>
              </a:prstGeom>
              <a:blipFill>
                <a:blip r:embed="rId42"/>
                <a:stretch>
                  <a:fillRect l="-6944" r="-1389"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0154BE02-2601-87A5-6EC7-494B72D43F02}"/>
              </a:ext>
            </a:extLst>
          </p:cNvPr>
          <p:cNvGrpSpPr/>
          <p:nvPr/>
        </p:nvGrpSpPr>
        <p:grpSpPr>
          <a:xfrm>
            <a:off x="2382700" y="1307211"/>
            <a:ext cx="707850" cy="724554"/>
            <a:chOff x="4534247" y="6079615"/>
            <a:chExt cx="586629" cy="600472"/>
          </a:xfrm>
          <a:solidFill>
            <a:srgbClr val="E2F0D9">
              <a:alpha val="60000"/>
            </a:srgbClr>
          </a:solidFill>
        </p:grpSpPr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DA8D2C54-DF2E-6B47-9F16-A7011D5DCB97}"/>
                </a:ext>
              </a:extLst>
            </p:cNvPr>
            <p:cNvSpPr/>
            <p:nvPr/>
          </p:nvSpPr>
          <p:spPr>
            <a:xfrm>
              <a:off x="4732732" y="6079615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C3B64394-B5AF-45F2-DAD9-605CD61F8E3B}"/>
                </a:ext>
              </a:extLst>
            </p:cNvPr>
            <p:cNvSpPr/>
            <p:nvPr/>
          </p:nvSpPr>
          <p:spPr>
            <a:xfrm>
              <a:off x="4665423" y="6147895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A47AAC6B-D0A7-3B3A-926A-57E74DE1B6E4}"/>
                </a:ext>
              </a:extLst>
            </p:cNvPr>
            <p:cNvSpPr/>
            <p:nvPr/>
          </p:nvSpPr>
          <p:spPr>
            <a:xfrm>
              <a:off x="4601556" y="6217728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69A53762-98ED-D01C-6B5B-9DE9DA330A69}"/>
                </a:ext>
              </a:extLst>
            </p:cNvPr>
            <p:cNvSpPr/>
            <p:nvPr/>
          </p:nvSpPr>
          <p:spPr>
            <a:xfrm>
              <a:off x="4534247" y="6286008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</p:grpSp>
      <p:pic>
        <p:nvPicPr>
          <p:cNvPr id="130" name="图片 129">
            <a:extLst>
              <a:ext uri="{FF2B5EF4-FFF2-40B4-BE49-F238E27FC236}">
                <a16:creationId xmlns:a16="http://schemas.microsoft.com/office/drawing/2014/main" id="{126C939E-7174-6E5A-7698-DE5D0A91EE21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278" b="89691" l="7547" r="89623">
                        <a14:foregroundMark x1="23585" y1="18557" x2="7547" y2="76289"/>
                        <a14:foregroundMark x1="8491" y1="77320" x2="16981" y2="79381"/>
                        <a14:foregroundMark x1="16981" y1="79381" x2="31132" y2="39175"/>
                        <a14:foregroundMark x1="32075" y1="39175" x2="30189" y2="85567"/>
                        <a14:foregroundMark x1="30189" y1="85567" x2="66038" y2="84536"/>
                        <a14:foregroundMark x1="66038" y1="84536" x2="67925" y2="39175"/>
                        <a14:foregroundMark x1="68868" y1="39175" x2="80189" y2="80412"/>
                        <a14:foregroundMark x1="81132" y1="79381" x2="88679" y2="74227"/>
                        <a14:foregroundMark x1="86792" y1="72165" x2="75472" y2="21649"/>
                        <a14:foregroundMark x1="75472" y1="21649" x2="61321" y2="12371"/>
                        <a14:foregroundMark x1="59434" y1="14433" x2="38679" y2="14433"/>
                        <a14:foregroundMark x1="39623" y1="14433" x2="23585" y2="19588"/>
                        <a14:foregroundMark x1="23585" y1="19588" x2="20755" y2="45361"/>
                        <a14:foregroundMark x1="22642" y1="43299" x2="50000" y2="28866"/>
                        <a14:foregroundMark x1="33962" y1="28866" x2="48113" y2="54639"/>
                        <a14:foregroundMark x1="58491" y1="37113" x2="47170" y2="72165"/>
                        <a14:foregroundMark x1="50000" y1="39175" x2="50000" y2="39175"/>
                        <a14:foregroundMark x1="58491" y1="60825" x2="58491" y2="64948"/>
                        <a14:foregroundMark x1="50943" y1="76289" x2="44340" y2="43299"/>
                        <a14:foregroundMark x1="42453" y1="67010" x2="42453" y2="670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14910" y="2542407"/>
            <a:ext cx="380481" cy="390019"/>
          </a:xfrm>
          <a:prstGeom prst="rect">
            <a:avLst/>
          </a:prstGeom>
        </p:spPr>
      </p:pic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2FA9836D-AAE8-796E-94AD-C2BD8E0C9EC3}"/>
              </a:ext>
            </a:extLst>
          </p:cNvPr>
          <p:cNvGrpSpPr/>
          <p:nvPr/>
        </p:nvGrpSpPr>
        <p:grpSpPr>
          <a:xfrm>
            <a:off x="5108336" y="3986764"/>
            <a:ext cx="308123" cy="440780"/>
            <a:chOff x="10715589" y="1290080"/>
            <a:chExt cx="590413" cy="1079341"/>
          </a:xfrm>
        </p:grpSpPr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847B01EC-9493-9897-2280-8A08A0C8FFBB}"/>
                </a:ext>
              </a:extLst>
            </p:cNvPr>
            <p:cNvSpPr/>
            <p:nvPr/>
          </p:nvSpPr>
          <p:spPr>
            <a:xfrm>
              <a:off x="10715589" y="1290080"/>
              <a:ext cx="590413" cy="10793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6"/>
            </a:p>
          </p:txBody>
        </p:sp>
        <p:pic>
          <p:nvPicPr>
            <p:cNvPr id="133" name="图片 132">
              <a:extLst>
                <a:ext uri="{FF2B5EF4-FFF2-40B4-BE49-F238E27FC236}">
                  <a16:creationId xmlns:a16="http://schemas.microsoft.com/office/drawing/2014/main" id="{70C6610A-4BA3-BE15-49DE-887B8C2C6E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780900" y="1339095"/>
              <a:ext cx="476729" cy="990768"/>
            </a:xfrm>
            <a:prstGeom prst="rect">
              <a:avLst/>
            </a:prstGeom>
          </p:spPr>
        </p:pic>
      </p:grpSp>
      <p:pic>
        <p:nvPicPr>
          <p:cNvPr id="134" name="图片 133">
            <a:extLst>
              <a:ext uri="{FF2B5EF4-FFF2-40B4-BE49-F238E27FC236}">
                <a16:creationId xmlns:a16="http://schemas.microsoft.com/office/drawing/2014/main" id="{10334325-D45A-1252-BEBB-D41890AB0404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278" b="89691" l="7547" r="89623">
                        <a14:foregroundMark x1="23585" y1="18557" x2="7547" y2="76289"/>
                        <a14:foregroundMark x1="8491" y1="77320" x2="16981" y2="79381"/>
                        <a14:foregroundMark x1="16981" y1="79381" x2="31132" y2="39175"/>
                        <a14:foregroundMark x1="32075" y1="39175" x2="30189" y2="85567"/>
                        <a14:foregroundMark x1="30189" y1="85567" x2="66038" y2="84536"/>
                        <a14:foregroundMark x1="66038" y1="84536" x2="67925" y2="39175"/>
                        <a14:foregroundMark x1="68868" y1="39175" x2="80189" y2="80412"/>
                        <a14:foregroundMark x1="81132" y1="79381" x2="88679" y2="74227"/>
                        <a14:foregroundMark x1="86792" y1="72165" x2="75472" y2="21649"/>
                        <a14:foregroundMark x1="75472" y1="21649" x2="61321" y2="12371"/>
                        <a14:foregroundMark x1="59434" y1="14433" x2="38679" y2="14433"/>
                        <a14:foregroundMark x1="39623" y1="14433" x2="23585" y2="19588"/>
                        <a14:foregroundMark x1="23585" y1="19588" x2="20755" y2="45361"/>
                        <a14:foregroundMark x1="22642" y1="43299" x2="50000" y2="28866"/>
                        <a14:foregroundMark x1="33962" y1="28866" x2="48113" y2="54639"/>
                        <a14:foregroundMark x1="58491" y1="37113" x2="47170" y2="72165"/>
                        <a14:foregroundMark x1="50000" y1="39175" x2="50000" y2="39175"/>
                        <a14:foregroundMark x1="58491" y1="60825" x2="58491" y2="64948"/>
                        <a14:foregroundMark x1="50943" y1="76289" x2="44340" y2="43299"/>
                        <a14:foregroundMark x1="42453" y1="67010" x2="42453" y2="670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28346" y="3514155"/>
            <a:ext cx="380481" cy="390019"/>
          </a:xfrm>
          <a:prstGeom prst="rect">
            <a:avLst/>
          </a:prstGeom>
        </p:spPr>
      </p:pic>
      <p:pic>
        <p:nvPicPr>
          <p:cNvPr id="135" name="图片 134">
            <a:extLst>
              <a:ext uri="{FF2B5EF4-FFF2-40B4-BE49-F238E27FC236}">
                <a16:creationId xmlns:a16="http://schemas.microsoft.com/office/drawing/2014/main" id="{64EA39C4-BE1B-3166-438B-0CC7E8A9C56D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278" b="89691" l="7547" r="89623">
                        <a14:foregroundMark x1="23585" y1="18557" x2="7547" y2="76289"/>
                        <a14:foregroundMark x1="8491" y1="77320" x2="16981" y2="79381"/>
                        <a14:foregroundMark x1="16981" y1="79381" x2="31132" y2="39175"/>
                        <a14:foregroundMark x1="32075" y1="39175" x2="30189" y2="85567"/>
                        <a14:foregroundMark x1="30189" y1="85567" x2="66038" y2="84536"/>
                        <a14:foregroundMark x1="66038" y1="84536" x2="67925" y2="39175"/>
                        <a14:foregroundMark x1="68868" y1="39175" x2="80189" y2="80412"/>
                        <a14:foregroundMark x1="81132" y1="79381" x2="88679" y2="74227"/>
                        <a14:foregroundMark x1="86792" y1="72165" x2="75472" y2="21649"/>
                        <a14:foregroundMark x1="75472" y1="21649" x2="61321" y2="12371"/>
                        <a14:foregroundMark x1="59434" y1="14433" x2="38679" y2="14433"/>
                        <a14:foregroundMark x1="39623" y1="14433" x2="23585" y2="19588"/>
                        <a14:foregroundMark x1="23585" y1="19588" x2="20755" y2="45361"/>
                        <a14:foregroundMark x1="22642" y1="43299" x2="50000" y2="28866"/>
                        <a14:foregroundMark x1="33962" y1="28866" x2="48113" y2="54639"/>
                        <a14:foregroundMark x1="58491" y1="37113" x2="47170" y2="72165"/>
                        <a14:foregroundMark x1="50000" y1="39175" x2="50000" y2="39175"/>
                        <a14:foregroundMark x1="58491" y1="60825" x2="58491" y2="64948"/>
                        <a14:foregroundMark x1="50943" y1="76289" x2="44340" y2="43299"/>
                        <a14:foregroundMark x1="42453" y1="67010" x2="42453" y2="670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37268" y="3580653"/>
            <a:ext cx="380481" cy="390019"/>
          </a:xfrm>
          <a:prstGeom prst="rect">
            <a:avLst/>
          </a:prstGeom>
        </p:spPr>
      </p:pic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0FF69D69-DD63-720C-E72B-9FC251D9B9F8}"/>
              </a:ext>
            </a:extLst>
          </p:cNvPr>
          <p:cNvGrpSpPr/>
          <p:nvPr/>
        </p:nvGrpSpPr>
        <p:grpSpPr>
          <a:xfrm>
            <a:off x="7564401" y="1453658"/>
            <a:ext cx="707850" cy="724554"/>
            <a:chOff x="4534247" y="6079615"/>
            <a:chExt cx="586629" cy="600472"/>
          </a:xfrm>
          <a:solidFill>
            <a:srgbClr val="E2F0D9">
              <a:alpha val="60000"/>
            </a:srgbClr>
          </a:solidFill>
        </p:grpSpPr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01459202-4FA3-5448-0BB6-F53A5C6DE22B}"/>
                </a:ext>
              </a:extLst>
            </p:cNvPr>
            <p:cNvSpPr/>
            <p:nvPr/>
          </p:nvSpPr>
          <p:spPr>
            <a:xfrm>
              <a:off x="4732732" y="6079615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36CABF72-A431-6AAF-56D2-930B73B044F7}"/>
                </a:ext>
              </a:extLst>
            </p:cNvPr>
            <p:cNvSpPr/>
            <p:nvPr/>
          </p:nvSpPr>
          <p:spPr>
            <a:xfrm>
              <a:off x="4666570" y="6148413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254BA2B2-BA57-5ADF-A90B-15BCE68ACD8A}"/>
                </a:ext>
              </a:extLst>
            </p:cNvPr>
            <p:cNvSpPr/>
            <p:nvPr/>
          </p:nvSpPr>
          <p:spPr>
            <a:xfrm>
              <a:off x="4600408" y="6217210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3D7FAA92-02EC-C0D1-0AB5-667E56188680}"/>
                </a:ext>
              </a:extLst>
            </p:cNvPr>
            <p:cNvSpPr/>
            <p:nvPr/>
          </p:nvSpPr>
          <p:spPr>
            <a:xfrm>
              <a:off x="4534247" y="6286008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7D68E77E-0C70-0A7C-E781-563C67F538E2}"/>
              </a:ext>
            </a:extLst>
          </p:cNvPr>
          <p:cNvGrpSpPr/>
          <p:nvPr/>
        </p:nvGrpSpPr>
        <p:grpSpPr>
          <a:xfrm>
            <a:off x="3443717" y="1072624"/>
            <a:ext cx="3661482" cy="1049207"/>
            <a:chOff x="2364669" y="5412975"/>
            <a:chExt cx="3661482" cy="1049207"/>
          </a:xfrm>
        </p:grpSpPr>
        <p:sp>
          <p:nvSpPr>
            <p:cNvPr id="142" name="椭圆 141">
              <a:extLst>
                <a:ext uri="{FF2B5EF4-FFF2-40B4-BE49-F238E27FC236}">
                  <a16:creationId xmlns:a16="http://schemas.microsoft.com/office/drawing/2014/main" id="{00517909-C0EF-D606-A973-A54352BCECE5}"/>
                </a:ext>
              </a:extLst>
            </p:cNvPr>
            <p:cNvSpPr/>
            <p:nvPr/>
          </p:nvSpPr>
          <p:spPr>
            <a:xfrm>
              <a:off x="5158827" y="5539896"/>
              <a:ext cx="767137" cy="793615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glow rad="381000">
                <a:schemeClr val="accent6">
                  <a:lumMod val="40000"/>
                  <a:lumOff val="60000"/>
                  <a:alpha val="50000"/>
                </a:schemeClr>
              </a:glow>
              <a:softEdge rad="762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3" name="椭圆 142">
              <a:extLst>
                <a:ext uri="{FF2B5EF4-FFF2-40B4-BE49-F238E27FC236}">
                  <a16:creationId xmlns:a16="http://schemas.microsoft.com/office/drawing/2014/main" id="{567E5D79-E8F7-E056-E37F-426EA8B65CCB}"/>
                </a:ext>
              </a:extLst>
            </p:cNvPr>
            <p:cNvSpPr/>
            <p:nvPr/>
          </p:nvSpPr>
          <p:spPr>
            <a:xfrm>
              <a:off x="4054188" y="5539897"/>
              <a:ext cx="893019" cy="758906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glow rad="381000">
                <a:schemeClr val="accent5">
                  <a:lumMod val="40000"/>
                  <a:lumOff val="60000"/>
                  <a:alpha val="50000"/>
                </a:schemeClr>
              </a:glow>
              <a:softEdge rad="762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2EEC3D00-32D4-80C5-4F72-6D194E534DF9}"/>
                </a:ext>
              </a:extLst>
            </p:cNvPr>
            <p:cNvSpPr/>
            <p:nvPr/>
          </p:nvSpPr>
          <p:spPr>
            <a:xfrm>
              <a:off x="2364669" y="5414725"/>
              <a:ext cx="3661482" cy="1047457"/>
            </a:xfrm>
            <a:prstGeom prst="rect">
              <a:avLst/>
            </a:prstGeom>
            <a:noFill/>
            <a:ln w="28575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6411" marR="4813" indent="-64980" algn="ctr">
                <a:lnSpc>
                  <a:spcPct val="102499"/>
                </a:lnSpc>
                <a:spcBef>
                  <a:spcPts val="85"/>
                </a:spcBef>
              </a:pPr>
              <a:endParaRPr lang="en-US" altLang="zh-CN" sz="1400" dirty="0">
                <a:solidFill>
                  <a:schemeClr val="tx1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5CE1A339-7071-D697-4759-56A5A2B4A3D8}"/>
                </a:ext>
              </a:extLst>
            </p:cNvPr>
            <p:cNvSpPr txBox="1"/>
            <p:nvPr/>
          </p:nvSpPr>
          <p:spPr>
            <a:xfrm>
              <a:off x="2500421" y="5412975"/>
              <a:ext cx="1332550" cy="5318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6411" marR="4813" indent="-64980" algn="ctr">
                <a:lnSpc>
                  <a:spcPct val="102499"/>
                </a:lnSpc>
                <a:spcBef>
                  <a:spcPts val="85"/>
                </a:spcBef>
              </a:pPr>
              <a:r>
                <a:rPr lang="en-US" altLang="zh-CN" sz="1400" b="1" spc="-9" dirty="0">
                  <a:latin typeface="Times New Roman"/>
                  <a:cs typeface="Times New Roman"/>
                </a:rPr>
                <a:t>Disentangle </a:t>
              </a:r>
            </a:p>
            <a:p>
              <a:pPr marL="76411" marR="4813" indent="-64980" algn="ctr">
                <a:lnSpc>
                  <a:spcPct val="102499"/>
                </a:lnSpc>
                <a:spcBef>
                  <a:spcPts val="85"/>
                </a:spcBef>
              </a:pPr>
              <a:r>
                <a:rPr lang="en-US" altLang="zh-CN" sz="1400" b="1" spc="-9" dirty="0">
                  <a:latin typeface="Times New Roman"/>
                  <a:cs typeface="Times New Roman"/>
                </a:rPr>
                <a:t>Regularization</a:t>
              </a:r>
              <a:endParaRPr lang="en-US" altLang="zh-CN" sz="1400" b="1" dirty="0">
                <a:latin typeface="Times New Roman"/>
                <a:cs typeface="Times New Roman"/>
              </a:endParaRPr>
            </a:p>
          </p:txBody>
        </p:sp>
        <p:grpSp>
          <p:nvGrpSpPr>
            <p:cNvPr id="146" name="组合 145">
              <a:extLst>
                <a:ext uri="{FF2B5EF4-FFF2-40B4-BE49-F238E27FC236}">
                  <a16:creationId xmlns:a16="http://schemas.microsoft.com/office/drawing/2014/main" id="{9457B1BB-2B85-50F0-539C-744C28129F3E}"/>
                </a:ext>
              </a:extLst>
            </p:cNvPr>
            <p:cNvGrpSpPr/>
            <p:nvPr/>
          </p:nvGrpSpPr>
          <p:grpSpPr>
            <a:xfrm>
              <a:off x="2412754" y="5980491"/>
              <a:ext cx="428983" cy="399276"/>
              <a:chOff x="4641125" y="3353521"/>
              <a:chExt cx="428983" cy="399276"/>
            </a:xfrm>
          </p:grpSpPr>
          <p:sp>
            <p:nvSpPr>
              <p:cNvPr id="162" name="矩形: 圆角 161">
                <a:extLst>
                  <a:ext uri="{FF2B5EF4-FFF2-40B4-BE49-F238E27FC236}">
                    <a16:creationId xmlns:a16="http://schemas.microsoft.com/office/drawing/2014/main" id="{4AE832B1-F1DC-5AD0-0BB3-E9830B44B009}"/>
                  </a:ext>
                </a:extLst>
              </p:cNvPr>
              <p:cNvSpPr/>
              <p:nvPr/>
            </p:nvSpPr>
            <p:spPr>
              <a:xfrm>
                <a:off x="4661200" y="3353521"/>
                <a:ext cx="408908" cy="399276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3" name="文本框 162">
                    <a:extLst>
                      <a:ext uri="{FF2B5EF4-FFF2-40B4-BE49-F238E27FC236}">
                        <a16:creationId xmlns:a16="http://schemas.microsoft.com/office/drawing/2014/main" id="{865B051E-81AB-1D1A-21CE-72C50ECCB2EE}"/>
                      </a:ext>
                    </a:extLst>
                  </p:cNvPr>
                  <p:cNvSpPr txBox="1"/>
                  <p:nvPr/>
                </p:nvSpPr>
                <p:spPr>
                  <a:xfrm>
                    <a:off x="4641125" y="3387358"/>
                    <a:ext cx="389333" cy="3270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05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701" name="文本框 1700">
                    <a:extLst>
                      <a:ext uri="{FF2B5EF4-FFF2-40B4-BE49-F238E27FC236}">
                        <a16:creationId xmlns:a16="http://schemas.microsoft.com/office/drawing/2014/main" id="{9DC0D68B-5D16-8E3D-CAF1-5E043AB89A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41125" y="3387358"/>
                    <a:ext cx="389333" cy="327077"/>
                  </a:xfrm>
                  <a:prstGeom prst="rect">
                    <a:avLst/>
                  </a:prstGeom>
                  <a:blipFill>
                    <a:blip r:embed="rId4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7" name="组合 146">
              <a:extLst>
                <a:ext uri="{FF2B5EF4-FFF2-40B4-BE49-F238E27FC236}">
                  <a16:creationId xmlns:a16="http://schemas.microsoft.com/office/drawing/2014/main" id="{1807050D-4601-D0CA-1068-5BAEF791FA2A}"/>
                </a:ext>
              </a:extLst>
            </p:cNvPr>
            <p:cNvGrpSpPr/>
            <p:nvPr/>
          </p:nvGrpSpPr>
          <p:grpSpPr>
            <a:xfrm>
              <a:off x="3535089" y="5974231"/>
              <a:ext cx="453089" cy="399276"/>
              <a:chOff x="5100474" y="3353521"/>
              <a:chExt cx="453089" cy="399276"/>
            </a:xfrm>
          </p:grpSpPr>
          <p:sp>
            <p:nvSpPr>
              <p:cNvPr id="160" name="矩形: 圆角 159">
                <a:extLst>
                  <a:ext uri="{FF2B5EF4-FFF2-40B4-BE49-F238E27FC236}">
                    <a16:creationId xmlns:a16="http://schemas.microsoft.com/office/drawing/2014/main" id="{E1513A6B-0D31-F34C-3686-02BEBD350650}"/>
                  </a:ext>
                </a:extLst>
              </p:cNvPr>
              <p:cNvSpPr/>
              <p:nvPr/>
            </p:nvSpPr>
            <p:spPr>
              <a:xfrm>
                <a:off x="5103781" y="3353521"/>
                <a:ext cx="408908" cy="399276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1" name="文本框 160">
                    <a:extLst>
                      <a:ext uri="{FF2B5EF4-FFF2-40B4-BE49-F238E27FC236}">
                        <a16:creationId xmlns:a16="http://schemas.microsoft.com/office/drawing/2014/main" id="{8DBD5D18-7063-6AA2-66C2-ECD6C426D152}"/>
                      </a:ext>
                    </a:extLst>
                  </p:cNvPr>
                  <p:cNvSpPr txBox="1"/>
                  <p:nvPr/>
                </p:nvSpPr>
                <p:spPr>
                  <a:xfrm>
                    <a:off x="5100474" y="3371394"/>
                    <a:ext cx="453089" cy="32816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𝒇𝒐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05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61" name="文本框 1360">
                    <a:extLst>
                      <a:ext uri="{FF2B5EF4-FFF2-40B4-BE49-F238E27FC236}">
                        <a16:creationId xmlns:a16="http://schemas.microsoft.com/office/drawing/2014/main" id="{A48D31FD-B71D-7B36-A859-6AD92EE56B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00474" y="3371394"/>
                    <a:ext cx="453089" cy="328167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 b="-377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8" name="组合 147">
              <a:extLst>
                <a:ext uri="{FF2B5EF4-FFF2-40B4-BE49-F238E27FC236}">
                  <a16:creationId xmlns:a16="http://schemas.microsoft.com/office/drawing/2014/main" id="{0F4B7800-5EC7-27DE-D6CB-AA943E87226C}"/>
                </a:ext>
              </a:extLst>
            </p:cNvPr>
            <p:cNvGrpSpPr/>
            <p:nvPr/>
          </p:nvGrpSpPr>
          <p:grpSpPr>
            <a:xfrm>
              <a:off x="2994729" y="5974231"/>
              <a:ext cx="408908" cy="399276"/>
              <a:chOff x="5901749" y="3393350"/>
              <a:chExt cx="408908" cy="399276"/>
            </a:xfrm>
          </p:grpSpPr>
          <p:sp>
            <p:nvSpPr>
              <p:cNvPr id="158" name="矩形: 圆角 157">
                <a:extLst>
                  <a:ext uri="{FF2B5EF4-FFF2-40B4-BE49-F238E27FC236}">
                    <a16:creationId xmlns:a16="http://schemas.microsoft.com/office/drawing/2014/main" id="{ABCD9507-C2E0-BB6E-9CEA-B253A1C1E268}"/>
                  </a:ext>
                </a:extLst>
              </p:cNvPr>
              <p:cNvSpPr/>
              <p:nvPr/>
            </p:nvSpPr>
            <p:spPr>
              <a:xfrm>
                <a:off x="5901749" y="3393350"/>
                <a:ext cx="408908" cy="399276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9" name="文本框 158">
                    <a:extLst>
                      <a:ext uri="{FF2B5EF4-FFF2-40B4-BE49-F238E27FC236}">
                        <a16:creationId xmlns:a16="http://schemas.microsoft.com/office/drawing/2014/main" id="{58EA0422-B88F-811F-7C1D-E91634F713A3}"/>
                      </a:ext>
                    </a:extLst>
                  </p:cNvPr>
                  <p:cNvSpPr txBox="1"/>
                  <p:nvPr/>
                </p:nvSpPr>
                <p:spPr>
                  <a:xfrm>
                    <a:off x="5908422" y="3436406"/>
                    <a:ext cx="375979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400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kl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05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83" name="文本框 1182">
                    <a:extLst>
                      <a:ext uri="{FF2B5EF4-FFF2-40B4-BE49-F238E27FC236}">
                        <a16:creationId xmlns:a16="http://schemas.microsoft.com/office/drawing/2014/main" id="{F69C7BFC-704A-58D8-06BB-2FAD822A94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08422" y="3436406"/>
                    <a:ext cx="375979" cy="307777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9" name="立方体 148">
              <a:extLst>
                <a:ext uri="{FF2B5EF4-FFF2-40B4-BE49-F238E27FC236}">
                  <a16:creationId xmlns:a16="http://schemas.microsoft.com/office/drawing/2014/main" id="{8D5C9B8C-BF77-6D04-6311-052C074530E6}"/>
                </a:ext>
              </a:extLst>
            </p:cNvPr>
            <p:cNvSpPr/>
            <p:nvPr/>
          </p:nvSpPr>
          <p:spPr>
            <a:xfrm>
              <a:off x="5536623" y="5930590"/>
              <a:ext cx="396730" cy="395047"/>
            </a:xfrm>
            <a:prstGeom prst="cube">
              <a:avLst>
                <a:gd name="adj" fmla="val 665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150" name="立方体 149">
              <a:extLst>
                <a:ext uri="{FF2B5EF4-FFF2-40B4-BE49-F238E27FC236}">
                  <a16:creationId xmlns:a16="http://schemas.microsoft.com/office/drawing/2014/main" id="{31257B60-60D6-75E2-ED18-63B558569953}"/>
                </a:ext>
              </a:extLst>
            </p:cNvPr>
            <p:cNvSpPr/>
            <p:nvPr/>
          </p:nvSpPr>
          <p:spPr>
            <a:xfrm>
              <a:off x="5536623" y="5724305"/>
              <a:ext cx="396730" cy="395047"/>
            </a:xfrm>
            <a:prstGeom prst="cube">
              <a:avLst>
                <a:gd name="adj" fmla="val 665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151" name="立方体 150">
              <a:extLst>
                <a:ext uri="{FF2B5EF4-FFF2-40B4-BE49-F238E27FC236}">
                  <a16:creationId xmlns:a16="http://schemas.microsoft.com/office/drawing/2014/main" id="{0E7774F3-0274-C774-A78D-460809719D2E}"/>
                </a:ext>
              </a:extLst>
            </p:cNvPr>
            <p:cNvSpPr/>
            <p:nvPr/>
          </p:nvSpPr>
          <p:spPr>
            <a:xfrm>
              <a:off x="5536623" y="5518019"/>
              <a:ext cx="396730" cy="395047"/>
            </a:xfrm>
            <a:prstGeom prst="cube">
              <a:avLst>
                <a:gd name="adj" fmla="val 665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152" name="立方体 151">
              <a:extLst>
                <a:ext uri="{FF2B5EF4-FFF2-40B4-BE49-F238E27FC236}">
                  <a16:creationId xmlns:a16="http://schemas.microsoft.com/office/drawing/2014/main" id="{8C38303C-0C99-B2C7-4060-35954460C234}"/>
                </a:ext>
              </a:extLst>
            </p:cNvPr>
            <p:cNvSpPr/>
            <p:nvPr/>
          </p:nvSpPr>
          <p:spPr>
            <a:xfrm>
              <a:off x="4044106" y="5930590"/>
              <a:ext cx="396730" cy="395047"/>
            </a:xfrm>
            <a:prstGeom prst="cube">
              <a:avLst>
                <a:gd name="adj" fmla="val 66500"/>
              </a:avLst>
            </a:prstGeom>
            <a:solidFill>
              <a:srgbClr val="E0E8F5"/>
            </a:solidFill>
            <a:ln w="19050">
              <a:solidFill>
                <a:srgbClr val="203864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153" name="立方体 152">
              <a:extLst>
                <a:ext uri="{FF2B5EF4-FFF2-40B4-BE49-F238E27FC236}">
                  <a16:creationId xmlns:a16="http://schemas.microsoft.com/office/drawing/2014/main" id="{B69EEF1B-B4D4-7235-866B-63FFA50F8A3D}"/>
                </a:ext>
              </a:extLst>
            </p:cNvPr>
            <p:cNvSpPr/>
            <p:nvPr/>
          </p:nvSpPr>
          <p:spPr>
            <a:xfrm>
              <a:off x="4044106" y="5724305"/>
              <a:ext cx="396730" cy="395047"/>
            </a:xfrm>
            <a:prstGeom prst="cube">
              <a:avLst>
                <a:gd name="adj" fmla="val 66500"/>
              </a:avLst>
            </a:prstGeom>
            <a:solidFill>
              <a:srgbClr val="E0E8F5"/>
            </a:solidFill>
            <a:ln w="19050">
              <a:solidFill>
                <a:srgbClr val="203864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154" name="立方体 153">
              <a:extLst>
                <a:ext uri="{FF2B5EF4-FFF2-40B4-BE49-F238E27FC236}">
                  <a16:creationId xmlns:a16="http://schemas.microsoft.com/office/drawing/2014/main" id="{E0E11E20-825E-EB83-4C32-24A4CFDE7F0E}"/>
                </a:ext>
              </a:extLst>
            </p:cNvPr>
            <p:cNvSpPr/>
            <p:nvPr/>
          </p:nvSpPr>
          <p:spPr>
            <a:xfrm>
              <a:off x="4044106" y="5518019"/>
              <a:ext cx="396730" cy="395047"/>
            </a:xfrm>
            <a:prstGeom prst="cube">
              <a:avLst>
                <a:gd name="adj" fmla="val 66500"/>
              </a:avLst>
            </a:prstGeom>
            <a:solidFill>
              <a:srgbClr val="E0E8F5"/>
            </a:solidFill>
            <a:ln w="19050">
              <a:solidFill>
                <a:srgbClr val="203864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155" name="箭头: 燕尾形 154">
              <a:extLst>
                <a:ext uri="{FF2B5EF4-FFF2-40B4-BE49-F238E27FC236}">
                  <a16:creationId xmlns:a16="http://schemas.microsoft.com/office/drawing/2014/main" id="{09174DA7-013F-A009-64FB-C7EB8F625D87}"/>
                </a:ext>
              </a:extLst>
            </p:cNvPr>
            <p:cNvSpPr/>
            <p:nvPr/>
          </p:nvSpPr>
          <p:spPr>
            <a:xfrm>
              <a:off x="5041301" y="6082193"/>
              <a:ext cx="497781" cy="278557"/>
            </a:xfrm>
            <a:prstGeom prst="notchedRightArrow">
              <a:avLst/>
            </a:prstGeom>
            <a:solidFill>
              <a:srgbClr val="FFF2CC"/>
            </a:solidFill>
            <a:ln>
              <a:solidFill>
                <a:srgbClr val="BF9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箭头: 燕尾形 155">
              <a:extLst>
                <a:ext uri="{FF2B5EF4-FFF2-40B4-BE49-F238E27FC236}">
                  <a16:creationId xmlns:a16="http://schemas.microsoft.com/office/drawing/2014/main" id="{07F263FF-5733-2791-F9D5-7E0A61C582EF}"/>
                </a:ext>
              </a:extLst>
            </p:cNvPr>
            <p:cNvSpPr/>
            <p:nvPr/>
          </p:nvSpPr>
          <p:spPr>
            <a:xfrm rot="10800000">
              <a:off x="4343001" y="6078396"/>
              <a:ext cx="527420" cy="278557"/>
            </a:xfrm>
            <a:prstGeom prst="notchedRightArrow">
              <a:avLst/>
            </a:prstGeom>
            <a:solidFill>
              <a:srgbClr val="FFF2CC"/>
            </a:solidFill>
            <a:ln>
              <a:solidFill>
                <a:srgbClr val="BF9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F333FE7C-E3B2-5829-9967-A5B7AC33FF05}"/>
                </a:ext>
              </a:extLst>
            </p:cNvPr>
            <p:cNvCxnSpPr>
              <a:cxnSpLocks/>
            </p:cNvCxnSpPr>
            <p:nvPr/>
          </p:nvCxnSpPr>
          <p:spPr>
            <a:xfrm>
              <a:off x="4987926" y="5556119"/>
              <a:ext cx="0" cy="813698"/>
            </a:xfrm>
            <a:prstGeom prst="line">
              <a:avLst/>
            </a:prstGeom>
            <a:ln w="19050">
              <a:solidFill>
                <a:srgbClr val="FF0000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4" name="object 237">
            <a:extLst>
              <a:ext uri="{FF2B5EF4-FFF2-40B4-BE49-F238E27FC236}">
                <a16:creationId xmlns:a16="http://schemas.microsoft.com/office/drawing/2014/main" id="{3FAAD253-0764-0CEC-9CFA-7667D1A5EDFD}"/>
              </a:ext>
            </a:extLst>
          </p:cNvPr>
          <p:cNvSpPr txBox="1"/>
          <p:nvPr/>
        </p:nvSpPr>
        <p:spPr>
          <a:xfrm>
            <a:off x="1307986" y="6850235"/>
            <a:ext cx="375401" cy="385127"/>
          </a:xfrm>
          <a:prstGeom prst="rect">
            <a:avLst/>
          </a:prstGeom>
        </p:spPr>
        <p:txBody>
          <a:bodyPr vert="horz" wrap="square" lIns="0" tIns="15642" rIns="0" bIns="0" rtlCol="0">
            <a:spAutoFit/>
          </a:bodyPr>
          <a:lstStyle/>
          <a:p>
            <a:pPr marL="12033">
              <a:spcBef>
                <a:spcPts val="123"/>
              </a:spcBef>
            </a:pPr>
            <a:r>
              <a:rPr sz="2400" b="1" spc="28" dirty="0">
                <a:latin typeface="Times New Roman"/>
                <a:cs typeface="Times New Roman"/>
              </a:rPr>
              <a:t>…</a:t>
            </a:r>
            <a:endParaRPr sz="2400" b="1" dirty="0">
              <a:latin typeface="Times New Roman"/>
              <a:cs typeface="Times New Roman"/>
            </a:endParaRPr>
          </a:p>
        </p:txBody>
      </p:sp>
      <p:cxnSp>
        <p:nvCxnSpPr>
          <p:cNvPr id="165" name="连接符: 肘形 164">
            <a:extLst>
              <a:ext uri="{FF2B5EF4-FFF2-40B4-BE49-F238E27FC236}">
                <a16:creationId xmlns:a16="http://schemas.microsoft.com/office/drawing/2014/main" id="{3911BD37-2C97-32D2-955C-A83D8D07CC2D}"/>
              </a:ext>
            </a:extLst>
          </p:cNvPr>
          <p:cNvCxnSpPr>
            <a:cxnSpLocks/>
            <a:stCxn id="443" idx="0"/>
          </p:cNvCxnSpPr>
          <p:nvPr/>
        </p:nvCxnSpPr>
        <p:spPr>
          <a:xfrm rot="5400000" flipH="1" flipV="1">
            <a:off x="1740548" y="7435379"/>
            <a:ext cx="608658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立方体 165">
            <a:extLst>
              <a:ext uri="{FF2B5EF4-FFF2-40B4-BE49-F238E27FC236}">
                <a16:creationId xmlns:a16="http://schemas.microsoft.com/office/drawing/2014/main" id="{4A98B7D5-F9FB-0E22-F14C-CE6D82611516}"/>
              </a:ext>
            </a:extLst>
          </p:cNvPr>
          <p:cNvSpPr/>
          <p:nvPr/>
        </p:nvSpPr>
        <p:spPr>
          <a:xfrm>
            <a:off x="9784140" y="2922289"/>
            <a:ext cx="396730" cy="395047"/>
          </a:xfrm>
          <a:prstGeom prst="cube">
            <a:avLst>
              <a:gd name="adj" fmla="val 66500"/>
            </a:avLst>
          </a:prstGeom>
          <a:solidFill>
            <a:schemeClr val="accent6"/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167" name="立方体 166">
            <a:extLst>
              <a:ext uri="{FF2B5EF4-FFF2-40B4-BE49-F238E27FC236}">
                <a16:creationId xmlns:a16="http://schemas.microsoft.com/office/drawing/2014/main" id="{FA95092D-66E4-A6BE-383B-0A5838B28DE6}"/>
              </a:ext>
            </a:extLst>
          </p:cNvPr>
          <p:cNvSpPr/>
          <p:nvPr/>
        </p:nvSpPr>
        <p:spPr>
          <a:xfrm>
            <a:off x="9784140" y="2438409"/>
            <a:ext cx="396730" cy="395047"/>
          </a:xfrm>
          <a:prstGeom prst="cube">
            <a:avLst>
              <a:gd name="adj" fmla="val 66500"/>
            </a:avLst>
          </a:prstGeom>
          <a:solidFill>
            <a:srgbClr val="92D050"/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168" name="立方体 167">
            <a:extLst>
              <a:ext uri="{FF2B5EF4-FFF2-40B4-BE49-F238E27FC236}">
                <a16:creationId xmlns:a16="http://schemas.microsoft.com/office/drawing/2014/main" id="{736806F8-8B98-9A54-C1AB-F13FDEAEC340}"/>
              </a:ext>
            </a:extLst>
          </p:cNvPr>
          <p:cNvSpPr/>
          <p:nvPr/>
        </p:nvSpPr>
        <p:spPr>
          <a:xfrm>
            <a:off x="3330805" y="7647060"/>
            <a:ext cx="396730" cy="395047"/>
          </a:xfrm>
          <a:prstGeom prst="cube">
            <a:avLst>
              <a:gd name="adj" fmla="val 66500"/>
            </a:avLst>
          </a:prstGeom>
          <a:solidFill>
            <a:srgbClr val="D9ECF5"/>
          </a:solidFill>
          <a:ln w="19050">
            <a:solidFill>
              <a:srgbClr val="20386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169" name="立方体 168">
            <a:extLst>
              <a:ext uri="{FF2B5EF4-FFF2-40B4-BE49-F238E27FC236}">
                <a16:creationId xmlns:a16="http://schemas.microsoft.com/office/drawing/2014/main" id="{22A4F60C-7EB9-6B2B-8855-C558B2716E57}"/>
              </a:ext>
            </a:extLst>
          </p:cNvPr>
          <p:cNvSpPr/>
          <p:nvPr/>
        </p:nvSpPr>
        <p:spPr>
          <a:xfrm>
            <a:off x="4043715" y="7647060"/>
            <a:ext cx="396730" cy="395047"/>
          </a:xfrm>
          <a:prstGeom prst="cube">
            <a:avLst>
              <a:gd name="adj" fmla="val 66500"/>
            </a:avLst>
          </a:prstGeom>
          <a:solidFill>
            <a:srgbClr val="9DC3E6"/>
          </a:solidFill>
          <a:ln w="19050">
            <a:solidFill>
              <a:srgbClr val="20386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170" name="object 237">
            <a:extLst>
              <a:ext uri="{FF2B5EF4-FFF2-40B4-BE49-F238E27FC236}">
                <a16:creationId xmlns:a16="http://schemas.microsoft.com/office/drawing/2014/main" id="{3BF3279B-7E10-CDBF-9876-DE0D813511C1}"/>
              </a:ext>
            </a:extLst>
          </p:cNvPr>
          <p:cNvSpPr txBox="1"/>
          <p:nvPr/>
        </p:nvSpPr>
        <p:spPr>
          <a:xfrm>
            <a:off x="3697687" y="7576042"/>
            <a:ext cx="375401" cy="385127"/>
          </a:xfrm>
          <a:prstGeom prst="rect">
            <a:avLst/>
          </a:prstGeom>
        </p:spPr>
        <p:txBody>
          <a:bodyPr vert="horz" wrap="square" lIns="0" tIns="15642" rIns="0" bIns="0" rtlCol="0">
            <a:spAutoFit/>
          </a:bodyPr>
          <a:lstStyle/>
          <a:p>
            <a:pPr marL="12033">
              <a:spcBef>
                <a:spcPts val="123"/>
              </a:spcBef>
            </a:pPr>
            <a:r>
              <a:rPr sz="2400" b="1" spc="28" dirty="0">
                <a:latin typeface="Times New Roman"/>
                <a:cs typeface="Times New Roman"/>
              </a:rPr>
              <a:t>…</a:t>
            </a:r>
            <a:endParaRPr sz="2400" b="1" dirty="0">
              <a:latin typeface="Times New Roman"/>
              <a:cs typeface="Times New Roman"/>
            </a:endParaRPr>
          </a:p>
        </p:txBody>
      </p:sp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26B8876F-8D77-D730-5F26-DA5EEC18A7E4}"/>
              </a:ext>
            </a:extLst>
          </p:cNvPr>
          <p:cNvCxnSpPr>
            <a:cxnSpLocks/>
          </p:cNvCxnSpPr>
          <p:nvPr/>
        </p:nvCxnSpPr>
        <p:spPr>
          <a:xfrm>
            <a:off x="4307846" y="7843128"/>
            <a:ext cx="455329" cy="131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D540910A-82C3-7F6A-DD30-1602DDB8A600}"/>
              </a:ext>
            </a:extLst>
          </p:cNvPr>
          <p:cNvGrpSpPr/>
          <p:nvPr/>
        </p:nvGrpSpPr>
        <p:grpSpPr>
          <a:xfrm>
            <a:off x="8511105" y="1094165"/>
            <a:ext cx="463443" cy="472791"/>
            <a:chOff x="3283624" y="8102607"/>
            <a:chExt cx="378060" cy="385686"/>
          </a:xfrm>
        </p:grpSpPr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3ABAE731-06AA-8FCE-FDB6-42388C16EFF8}"/>
                </a:ext>
              </a:extLst>
            </p:cNvPr>
            <p:cNvSpPr/>
            <p:nvPr/>
          </p:nvSpPr>
          <p:spPr>
            <a:xfrm>
              <a:off x="3283624" y="8102607"/>
              <a:ext cx="95706" cy="9570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矩形 173">
              <a:extLst>
                <a:ext uri="{FF2B5EF4-FFF2-40B4-BE49-F238E27FC236}">
                  <a16:creationId xmlns:a16="http://schemas.microsoft.com/office/drawing/2014/main" id="{56961091-520E-564F-465C-48882A7E440B}"/>
                </a:ext>
              </a:extLst>
            </p:cNvPr>
            <p:cNvSpPr/>
            <p:nvPr/>
          </p:nvSpPr>
          <p:spPr>
            <a:xfrm>
              <a:off x="3377742" y="8102607"/>
              <a:ext cx="95706" cy="9570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5" name="矩形 174">
              <a:extLst>
                <a:ext uri="{FF2B5EF4-FFF2-40B4-BE49-F238E27FC236}">
                  <a16:creationId xmlns:a16="http://schemas.microsoft.com/office/drawing/2014/main" id="{F84BFB8B-8B9D-93DE-41ED-422B18F6354F}"/>
                </a:ext>
              </a:extLst>
            </p:cNvPr>
            <p:cNvSpPr/>
            <p:nvPr/>
          </p:nvSpPr>
          <p:spPr>
            <a:xfrm>
              <a:off x="3283624" y="8200324"/>
              <a:ext cx="95706" cy="9570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矩形 175">
              <a:extLst>
                <a:ext uri="{FF2B5EF4-FFF2-40B4-BE49-F238E27FC236}">
                  <a16:creationId xmlns:a16="http://schemas.microsoft.com/office/drawing/2014/main" id="{BF559161-27CA-27B2-DD3C-8C80CF3B9F0B}"/>
                </a:ext>
              </a:extLst>
            </p:cNvPr>
            <p:cNvSpPr/>
            <p:nvPr/>
          </p:nvSpPr>
          <p:spPr>
            <a:xfrm>
              <a:off x="3377742" y="8200324"/>
              <a:ext cx="95706" cy="9570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E7C3DC06-87C2-1CE8-7EF0-E14F50C54A24}"/>
                </a:ext>
              </a:extLst>
            </p:cNvPr>
            <p:cNvSpPr/>
            <p:nvPr/>
          </p:nvSpPr>
          <p:spPr>
            <a:xfrm>
              <a:off x="3471860" y="8102607"/>
              <a:ext cx="95706" cy="957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矩形 177">
              <a:extLst>
                <a:ext uri="{FF2B5EF4-FFF2-40B4-BE49-F238E27FC236}">
                  <a16:creationId xmlns:a16="http://schemas.microsoft.com/office/drawing/2014/main" id="{25C37918-32EC-70FA-8E1E-0AF223FE9F9F}"/>
                </a:ext>
              </a:extLst>
            </p:cNvPr>
            <p:cNvSpPr/>
            <p:nvPr/>
          </p:nvSpPr>
          <p:spPr>
            <a:xfrm>
              <a:off x="3565978" y="8102607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E34A8BE4-6031-85E0-0C25-62FB41CB1E77}"/>
                </a:ext>
              </a:extLst>
            </p:cNvPr>
            <p:cNvSpPr/>
            <p:nvPr/>
          </p:nvSpPr>
          <p:spPr>
            <a:xfrm>
              <a:off x="3471860" y="8200324"/>
              <a:ext cx="95706" cy="95706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0" name="矩形 179">
              <a:extLst>
                <a:ext uri="{FF2B5EF4-FFF2-40B4-BE49-F238E27FC236}">
                  <a16:creationId xmlns:a16="http://schemas.microsoft.com/office/drawing/2014/main" id="{E226D812-EBFA-0070-F4BE-ECB5255A8A4E}"/>
                </a:ext>
              </a:extLst>
            </p:cNvPr>
            <p:cNvSpPr/>
            <p:nvPr/>
          </p:nvSpPr>
          <p:spPr>
            <a:xfrm>
              <a:off x="3565978" y="8200324"/>
              <a:ext cx="95706" cy="95706"/>
            </a:xfrm>
            <a:prstGeom prst="rect">
              <a:avLst/>
            </a:prstGeom>
            <a:solidFill>
              <a:srgbClr val="6FAC46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5A12361B-AF11-DEE0-78E8-6FB696687CEB}"/>
                </a:ext>
              </a:extLst>
            </p:cNvPr>
            <p:cNvSpPr/>
            <p:nvPr/>
          </p:nvSpPr>
          <p:spPr>
            <a:xfrm>
              <a:off x="3283624" y="8295602"/>
              <a:ext cx="95706" cy="957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55A6B951-C86B-AD0D-D162-4F5DA30DD85D}"/>
                </a:ext>
              </a:extLst>
            </p:cNvPr>
            <p:cNvSpPr/>
            <p:nvPr/>
          </p:nvSpPr>
          <p:spPr>
            <a:xfrm>
              <a:off x="3377742" y="8295602"/>
              <a:ext cx="95706" cy="95706"/>
            </a:xfrm>
            <a:prstGeom prst="rect">
              <a:avLst/>
            </a:prstGeom>
            <a:solidFill>
              <a:srgbClr val="6FAC46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76C51066-314A-2E3C-95F0-1AFF695B87D3}"/>
                </a:ext>
              </a:extLst>
            </p:cNvPr>
            <p:cNvSpPr/>
            <p:nvPr/>
          </p:nvSpPr>
          <p:spPr>
            <a:xfrm>
              <a:off x="3283624" y="8392587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29638DED-399A-4D87-3D9E-9116E9854E59}"/>
                </a:ext>
              </a:extLst>
            </p:cNvPr>
            <p:cNvSpPr/>
            <p:nvPr/>
          </p:nvSpPr>
          <p:spPr>
            <a:xfrm>
              <a:off x="3377742" y="8392587"/>
              <a:ext cx="95706" cy="957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EC6F5162-0F79-684F-ED4D-C517EA72EC6E}"/>
                </a:ext>
              </a:extLst>
            </p:cNvPr>
            <p:cNvSpPr/>
            <p:nvPr/>
          </p:nvSpPr>
          <p:spPr>
            <a:xfrm>
              <a:off x="3471860" y="8295602"/>
              <a:ext cx="95706" cy="9570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52101908-E30C-0A7D-76B0-BE5D65F039D8}"/>
                </a:ext>
              </a:extLst>
            </p:cNvPr>
            <p:cNvSpPr/>
            <p:nvPr/>
          </p:nvSpPr>
          <p:spPr>
            <a:xfrm>
              <a:off x="3565978" y="8295602"/>
              <a:ext cx="95706" cy="95706"/>
            </a:xfrm>
            <a:prstGeom prst="rect">
              <a:avLst/>
            </a:prstGeom>
            <a:solidFill>
              <a:srgbClr val="C5DFB4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EA2F6E8B-2560-9491-33AC-334F48E92D6F}"/>
                </a:ext>
              </a:extLst>
            </p:cNvPr>
            <p:cNvSpPr/>
            <p:nvPr/>
          </p:nvSpPr>
          <p:spPr>
            <a:xfrm>
              <a:off x="3471860" y="8392587"/>
              <a:ext cx="95706" cy="95706"/>
            </a:xfrm>
            <a:prstGeom prst="rect">
              <a:avLst/>
            </a:prstGeom>
            <a:solidFill>
              <a:srgbClr val="A7D972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9AB070F7-07AD-5D31-8F2E-A4FDD75B72C0}"/>
                </a:ext>
              </a:extLst>
            </p:cNvPr>
            <p:cNvSpPr/>
            <p:nvPr/>
          </p:nvSpPr>
          <p:spPr>
            <a:xfrm>
              <a:off x="3565978" y="8392587"/>
              <a:ext cx="95706" cy="957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9" name="立方体 188">
            <a:extLst>
              <a:ext uri="{FF2B5EF4-FFF2-40B4-BE49-F238E27FC236}">
                <a16:creationId xmlns:a16="http://schemas.microsoft.com/office/drawing/2014/main" id="{F415FAD4-B645-7C33-3EB2-B423470A2C50}"/>
              </a:ext>
            </a:extLst>
          </p:cNvPr>
          <p:cNvSpPr/>
          <p:nvPr/>
        </p:nvSpPr>
        <p:spPr>
          <a:xfrm>
            <a:off x="9257328" y="1787783"/>
            <a:ext cx="396730" cy="395047"/>
          </a:xfrm>
          <a:prstGeom prst="cube">
            <a:avLst>
              <a:gd name="adj" fmla="val 6650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190" name="箭头: 右 189">
            <a:extLst>
              <a:ext uri="{FF2B5EF4-FFF2-40B4-BE49-F238E27FC236}">
                <a16:creationId xmlns:a16="http://schemas.microsoft.com/office/drawing/2014/main" id="{F1D2E181-27A3-DAC3-ED04-B3DADE0BABD4}"/>
              </a:ext>
            </a:extLst>
          </p:cNvPr>
          <p:cNvSpPr/>
          <p:nvPr/>
        </p:nvSpPr>
        <p:spPr>
          <a:xfrm>
            <a:off x="10232774" y="2691815"/>
            <a:ext cx="422615" cy="308344"/>
          </a:xfrm>
          <a:prstGeom prst="rightArrow">
            <a:avLst/>
          </a:prstGeom>
          <a:noFill/>
          <a:ln w="28575">
            <a:solidFill>
              <a:srgbClr val="5482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91" name="直接连接符 190">
            <a:extLst>
              <a:ext uri="{FF2B5EF4-FFF2-40B4-BE49-F238E27FC236}">
                <a16:creationId xmlns:a16="http://schemas.microsoft.com/office/drawing/2014/main" id="{1566FD77-B5EC-135D-9EFD-2100EEC83BCC}"/>
              </a:ext>
            </a:extLst>
          </p:cNvPr>
          <p:cNvCxnSpPr>
            <a:cxnSpLocks/>
          </p:cNvCxnSpPr>
          <p:nvPr/>
        </p:nvCxnSpPr>
        <p:spPr>
          <a:xfrm>
            <a:off x="10747538" y="2079487"/>
            <a:ext cx="2851281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object 237">
            <a:extLst>
              <a:ext uri="{FF2B5EF4-FFF2-40B4-BE49-F238E27FC236}">
                <a16:creationId xmlns:a16="http://schemas.microsoft.com/office/drawing/2014/main" id="{8475A7B3-2EE9-B69A-3AD7-FBF0B4B7C14B}"/>
              </a:ext>
            </a:extLst>
          </p:cNvPr>
          <p:cNvSpPr txBox="1"/>
          <p:nvPr/>
        </p:nvSpPr>
        <p:spPr>
          <a:xfrm>
            <a:off x="12392638" y="3536157"/>
            <a:ext cx="375401" cy="385127"/>
          </a:xfrm>
          <a:prstGeom prst="rect">
            <a:avLst/>
          </a:prstGeom>
        </p:spPr>
        <p:txBody>
          <a:bodyPr vert="horz" wrap="square" lIns="0" tIns="15642" rIns="0" bIns="0" rtlCol="0">
            <a:spAutoFit/>
          </a:bodyPr>
          <a:lstStyle/>
          <a:p>
            <a:pPr marL="12033">
              <a:spcBef>
                <a:spcPts val="123"/>
              </a:spcBef>
            </a:pPr>
            <a:r>
              <a:rPr sz="2400" b="1" spc="28" dirty="0">
                <a:latin typeface="Times New Roman"/>
                <a:cs typeface="Times New Roman"/>
              </a:rPr>
              <a:t>…</a:t>
            </a:r>
            <a:endParaRPr sz="2400" b="1" dirty="0">
              <a:latin typeface="Times New Roman"/>
              <a:cs typeface="Times New Roman"/>
            </a:endParaRPr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7B644E08-AAFD-6547-BC09-B49D9CF7C579}"/>
              </a:ext>
            </a:extLst>
          </p:cNvPr>
          <p:cNvSpPr/>
          <p:nvPr/>
        </p:nvSpPr>
        <p:spPr>
          <a:xfrm>
            <a:off x="11757652" y="7893656"/>
            <a:ext cx="1875365" cy="3924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4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椭圆 193">
            <a:extLst>
              <a:ext uri="{FF2B5EF4-FFF2-40B4-BE49-F238E27FC236}">
                <a16:creationId xmlns:a16="http://schemas.microsoft.com/office/drawing/2014/main" id="{E5BCD012-F87A-E396-DAF2-0F8715287AF9}"/>
              </a:ext>
            </a:extLst>
          </p:cNvPr>
          <p:cNvSpPr/>
          <p:nvPr/>
        </p:nvSpPr>
        <p:spPr>
          <a:xfrm rot="5400000">
            <a:off x="12321993" y="6278632"/>
            <a:ext cx="767137" cy="14790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glow rad="381000">
              <a:schemeClr val="accent5">
                <a:lumMod val="40000"/>
                <a:lumOff val="60000"/>
                <a:alpha val="50000"/>
              </a:schemeClr>
            </a:glow>
            <a:softEdge rad="76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椭圆 194">
            <a:extLst>
              <a:ext uri="{FF2B5EF4-FFF2-40B4-BE49-F238E27FC236}">
                <a16:creationId xmlns:a16="http://schemas.microsoft.com/office/drawing/2014/main" id="{7612FE70-1C9E-BC89-0AE0-7E858DE4DFA4}"/>
              </a:ext>
            </a:extLst>
          </p:cNvPr>
          <p:cNvSpPr/>
          <p:nvPr/>
        </p:nvSpPr>
        <p:spPr>
          <a:xfrm rot="5400000">
            <a:off x="12265169" y="5103937"/>
            <a:ext cx="767137" cy="147902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glow rad="381000">
              <a:schemeClr val="accent6">
                <a:lumMod val="40000"/>
                <a:lumOff val="60000"/>
                <a:alpha val="50000"/>
              </a:schemeClr>
            </a:glow>
            <a:softEdge rad="76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6" name="组合 195">
            <a:extLst>
              <a:ext uri="{FF2B5EF4-FFF2-40B4-BE49-F238E27FC236}">
                <a16:creationId xmlns:a16="http://schemas.microsoft.com/office/drawing/2014/main" id="{67F2FD91-7E3E-7258-24C5-06AABA034446}"/>
              </a:ext>
            </a:extLst>
          </p:cNvPr>
          <p:cNvGrpSpPr/>
          <p:nvPr/>
        </p:nvGrpSpPr>
        <p:grpSpPr>
          <a:xfrm rot="12963071">
            <a:off x="12387019" y="5346436"/>
            <a:ext cx="474362" cy="464113"/>
            <a:chOff x="5922096" y="1883181"/>
            <a:chExt cx="474362" cy="464113"/>
          </a:xfrm>
        </p:grpSpPr>
        <p:sp>
          <p:nvSpPr>
            <p:cNvPr id="197" name="椭圆 196">
              <a:extLst>
                <a:ext uri="{FF2B5EF4-FFF2-40B4-BE49-F238E27FC236}">
                  <a16:creationId xmlns:a16="http://schemas.microsoft.com/office/drawing/2014/main" id="{230FF0CB-2C7B-DF63-1CC5-895C6DB1B1A1}"/>
                </a:ext>
              </a:extLst>
            </p:cNvPr>
            <p:cNvSpPr/>
            <p:nvPr/>
          </p:nvSpPr>
          <p:spPr>
            <a:xfrm>
              <a:off x="5922096" y="1883181"/>
              <a:ext cx="125622" cy="12562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椭圆 197">
              <a:extLst>
                <a:ext uri="{FF2B5EF4-FFF2-40B4-BE49-F238E27FC236}">
                  <a16:creationId xmlns:a16="http://schemas.microsoft.com/office/drawing/2014/main" id="{D66C8F9B-0821-4E6F-AB81-DF1B5AA8EDF6}"/>
                </a:ext>
              </a:extLst>
            </p:cNvPr>
            <p:cNvSpPr/>
            <p:nvPr/>
          </p:nvSpPr>
          <p:spPr>
            <a:xfrm>
              <a:off x="5989178" y="2221672"/>
              <a:ext cx="125622" cy="12562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DC879A21-35EF-CC7F-C7CD-130182406C82}"/>
                </a:ext>
              </a:extLst>
            </p:cNvPr>
            <p:cNvSpPr/>
            <p:nvPr/>
          </p:nvSpPr>
          <p:spPr>
            <a:xfrm>
              <a:off x="6270836" y="2018655"/>
              <a:ext cx="125622" cy="12562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椭圆 199">
              <a:extLst>
                <a:ext uri="{FF2B5EF4-FFF2-40B4-BE49-F238E27FC236}">
                  <a16:creationId xmlns:a16="http://schemas.microsoft.com/office/drawing/2014/main" id="{E92C8379-6E38-EB98-483B-A7B919341644}"/>
                </a:ext>
              </a:extLst>
            </p:cNvPr>
            <p:cNvSpPr/>
            <p:nvPr/>
          </p:nvSpPr>
          <p:spPr>
            <a:xfrm>
              <a:off x="6071784" y="2019673"/>
              <a:ext cx="125622" cy="12562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5C382C1F-4F5D-E6D5-EC05-5EFB99FAC59E}"/>
                </a:ext>
              </a:extLst>
            </p:cNvPr>
            <p:cNvCxnSpPr>
              <a:cxnSpLocks/>
              <a:stCxn id="197" idx="5"/>
              <a:endCxn id="200" idx="1"/>
            </p:cNvCxnSpPr>
            <p:nvPr/>
          </p:nvCxnSpPr>
          <p:spPr>
            <a:xfrm>
              <a:off x="6029321" y="1990406"/>
              <a:ext cx="60860" cy="476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61EB836D-E869-D391-2AE0-9A056C68944D}"/>
                </a:ext>
              </a:extLst>
            </p:cNvPr>
            <p:cNvCxnSpPr>
              <a:cxnSpLocks/>
              <a:stCxn id="200" idx="6"/>
              <a:endCxn id="199" idx="2"/>
            </p:cNvCxnSpPr>
            <p:nvPr/>
          </p:nvCxnSpPr>
          <p:spPr>
            <a:xfrm flipV="1">
              <a:off x="6197406" y="2081466"/>
              <a:ext cx="73430" cy="101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FF2A0C24-3E84-23B6-2DB5-2F1DE9AF501A}"/>
                </a:ext>
              </a:extLst>
            </p:cNvPr>
            <p:cNvCxnSpPr>
              <a:cxnSpLocks/>
              <a:stCxn id="198" idx="0"/>
              <a:endCxn id="200" idx="3"/>
            </p:cNvCxnSpPr>
            <p:nvPr/>
          </p:nvCxnSpPr>
          <p:spPr>
            <a:xfrm rot="19835854" flipV="1">
              <a:off x="6031184" y="2142377"/>
              <a:ext cx="79801" cy="638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4" name="组合 203">
            <a:extLst>
              <a:ext uri="{FF2B5EF4-FFF2-40B4-BE49-F238E27FC236}">
                <a16:creationId xmlns:a16="http://schemas.microsoft.com/office/drawing/2014/main" id="{8FF6E1AC-0F64-E0C2-FA8B-F9E79F4367EF}"/>
              </a:ext>
            </a:extLst>
          </p:cNvPr>
          <p:cNvGrpSpPr/>
          <p:nvPr/>
        </p:nvGrpSpPr>
        <p:grpSpPr>
          <a:xfrm rot="959030">
            <a:off x="11948155" y="5522811"/>
            <a:ext cx="535907" cy="509452"/>
            <a:chOff x="6737036" y="1559761"/>
            <a:chExt cx="535907" cy="509452"/>
          </a:xfrm>
        </p:grpSpPr>
        <p:sp>
          <p:nvSpPr>
            <p:cNvPr id="205" name="椭圆 204">
              <a:extLst>
                <a:ext uri="{FF2B5EF4-FFF2-40B4-BE49-F238E27FC236}">
                  <a16:creationId xmlns:a16="http://schemas.microsoft.com/office/drawing/2014/main" id="{6E4536D8-8777-DD46-AE70-4FE1B6D524F5}"/>
                </a:ext>
              </a:extLst>
            </p:cNvPr>
            <p:cNvSpPr/>
            <p:nvPr/>
          </p:nvSpPr>
          <p:spPr>
            <a:xfrm>
              <a:off x="7147321" y="1688918"/>
              <a:ext cx="125622" cy="12562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椭圆 205">
              <a:extLst>
                <a:ext uri="{FF2B5EF4-FFF2-40B4-BE49-F238E27FC236}">
                  <a16:creationId xmlns:a16="http://schemas.microsoft.com/office/drawing/2014/main" id="{78DB73A6-8CFC-421F-24B5-1E9E4961F177}"/>
                </a:ext>
              </a:extLst>
            </p:cNvPr>
            <p:cNvSpPr/>
            <p:nvPr/>
          </p:nvSpPr>
          <p:spPr>
            <a:xfrm>
              <a:off x="6737036" y="1943591"/>
              <a:ext cx="125622" cy="12562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椭圆 206">
              <a:extLst>
                <a:ext uri="{FF2B5EF4-FFF2-40B4-BE49-F238E27FC236}">
                  <a16:creationId xmlns:a16="http://schemas.microsoft.com/office/drawing/2014/main" id="{03EAB482-DB14-FDB9-5EDC-2F9BF9BC8E3A}"/>
                </a:ext>
              </a:extLst>
            </p:cNvPr>
            <p:cNvSpPr/>
            <p:nvPr/>
          </p:nvSpPr>
          <p:spPr>
            <a:xfrm>
              <a:off x="6767731" y="1559761"/>
              <a:ext cx="125622" cy="12562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8" name="椭圆 207">
              <a:extLst>
                <a:ext uri="{FF2B5EF4-FFF2-40B4-BE49-F238E27FC236}">
                  <a16:creationId xmlns:a16="http://schemas.microsoft.com/office/drawing/2014/main" id="{1D54D82E-A8ED-9348-A805-3E27AC6F845F}"/>
                </a:ext>
              </a:extLst>
            </p:cNvPr>
            <p:cNvSpPr/>
            <p:nvPr/>
          </p:nvSpPr>
          <p:spPr>
            <a:xfrm>
              <a:off x="6835116" y="1745174"/>
              <a:ext cx="125622" cy="12562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468955A0-BDA0-633E-B52B-C6B006F1353B}"/>
                </a:ext>
              </a:extLst>
            </p:cNvPr>
            <p:cNvCxnSpPr>
              <a:cxnSpLocks/>
              <a:stCxn id="207" idx="4"/>
              <a:endCxn id="208" idx="1"/>
            </p:cNvCxnSpPr>
            <p:nvPr/>
          </p:nvCxnSpPr>
          <p:spPr>
            <a:xfrm rot="19835854" flipH="1">
              <a:off x="6832841" y="1684781"/>
              <a:ext cx="18374" cy="7939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>
              <a:extLst>
                <a:ext uri="{FF2B5EF4-FFF2-40B4-BE49-F238E27FC236}">
                  <a16:creationId xmlns:a16="http://schemas.microsoft.com/office/drawing/2014/main" id="{3301274E-6E5F-D4FB-149F-A9CB1F88BC88}"/>
                </a:ext>
              </a:extLst>
            </p:cNvPr>
            <p:cNvCxnSpPr>
              <a:cxnSpLocks/>
              <a:stCxn id="208" idx="3"/>
              <a:endCxn id="206" idx="0"/>
            </p:cNvCxnSpPr>
            <p:nvPr/>
          </p:nvCxnSpPr>
          <p:spPr>
            <a:xfrm flipH="1">
              <a:off x="6799847" y="1852399"/>
              <a:ext cx="53666" cy="9119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>
              <a:extLst>
                <a:ext uri="{FF2B5EF4-FFF2-40B4-BE49-F238E27FC236}">
                  <a16:creationId xmlns:a16="http://schemas.microsoft.com/office/drawing/2014/main" id="{20C79604-E24F-C0FB-D573-891671F87078}"/>
                </a:ext>
              </a:extLst>
            </p:cNvPr>
            <p:cNvCxnSpPr>
              <a:cxnSpLocks/>
              <a:stCxn id="208" idx="6"/>
              <a:endCxn id="205" idx="2"/>
            </p:cNvCxnSpPr>
            <p:nvPr/>
          </p:nvCxnSpPr>
          <p:spPr>
            <a:xfrm rot="19835854">
              <a:off x="6958946" y="1758561"/>
              <a:ext cx="190167" cy="4259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BFCFE785-4EAC-AADD-1633-132558CA7ADD}"/>
              </a:ext>
            </a:extLst>
          </p:cNvPr>
          <p:cNvCxnSpPr>
            <a:cxnSpLocks/>
          </p:cNvCxnSpPr>
          <p:nvPr/>
        </p:nvCxnSpPr>
        <p:spPr>
          <a:xfrm flipV="1">
            <a:off x="12114646" y="5670669"/>
            <a:ext cx="235182" cy="66876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箭头连接符 212">
            <a:extLst>
              <a:ext uri="{FF2B5EF4-FFF2-40B4-BE49-F238E27FC236}">
                <a16:creationId xmlns:a16="http://schemas.microsoft.com/office/drawing/2014/main" id="{331DFBB3-0651-9FBE-6993-12B1FD7FF214}"/>
              </a:ext>
            </a:extLst>
          </p:cNvPr>
          <p:cNvCxnSpPr>
            <a:cxnSpLocks/>
          </p:cNvCxnSpPr>
          <p:nvPr/>
        </p:nvCxnSpPr>
        <p:spPr>
          <a:xfrm flipH="1">
            <a:off x="12401683" y="5579420"/>
            <a:ext cx="224289" cy="63325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4" name="组合 213">
            <a:extLst>
              <a:ext uri="{FF2B5EF4-FFF2-40B4-BE49-F238E27FC236}">
                <a16:creationId xmlns:a16="http://schemas.microsoft.com/office/drawing/2014/main" id="{30D154AD-A0FB-60DE-DD96-8374F34ADF2C}"/>
              </a:ext>
            </a:extLst>
          </p:cNvPr>
          <p:cNvGrpSpPr/>
          <p:nvPr/>
        </p:nvGrpSpPr>
        <p:grpSpPr>
          <a:xfrm rot="20903513">
            <a:off x="12999685" y="6828709"/>
            <a:ext cx="475917" cy="553171"/>
            <a:chOff x="6697923" y="1514690"/>
            <a:chExt cx="475917" cy="553171"/>
          </a:xfrm>
        </p:grpSpPr>
        <p:sp>
          <p:nvSpPr>
            <p:cNvPr id="215" name="椭圆 214">
              <a:extLst>
                <a:ext uri="{FF2B5EF4-FFF2-40B4-BE49-F238E27FC236}">
                  <a16:creationId xmlns:a16="http://schemas.microsoft.com/office/drawing/2014/main" id="{A3B24128-582C-CE17-1949-D4FD5722DDB7}"/>
                </a:ext>
              </a:extLst>
            </p:cNvPr>
            <p:cNvSpPr/>
            <p:nvPr/>
          </p:nvSpPr>
          <p:spPr>
            <a:xfrm>
              <a:off x="7048218" y="1719974"/>
              <a:ext cx="125622" cy="12562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椭圆 215">
              <a:extLst>
                <a:ext uri="{FF2B5EF4-FFF2-40B4-BE49-F238E27FC236}">
                  <a16:creationId xmlns:a16="http://schemas.microsoft.com/office/drawing/2014/main" id="{81ACE917-D4BA-8DF6-68C4-80897B435B15}"/>
                </a:ext>
              </a:extLst>
            </p:cNvPr>
            <p:cNvSpPr/>
            <p:nvPr/>
          </p:nvSpPr>
          <p:spPr>
            <a:xfrm>
              <a:off x="6697923" y="1942239"/>
              <a:ext cx="125622" cy="12562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椭圆 216">
              <a:extLst>
                <a:ext uri="{FF2B5EF4-FFF2-40B4-BE49-F238E27FC236}">
                  <a16:creationId xmlns:a16="http://schemas.microsoft.com/office/drawing/2014/main" id="{2DB5D440-85E3-5BAF-460D-62FC3773BDE1}"/>
                </a:ext>
              </a:extLst>
            </p:cNvPr>
            <p:cNvSpPr/>
            <p:nvPr/>
          </p:nvSpPr>
          <p:spPr>
            <a:xfrm>
              <a:off x="6846289" y="1514690"/>
              <a:ext cx="125622" cy="12562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椭圆 217">
              <a:extLst>
                <a:ext uri="{FF2B5EF4-FFF2-40B4-BE49-F238E27FC236}">
                  <a16:creationId xmlns:a16="http://schemas.microsoft.com/office/drawing/2014/main" id="{F5651B6B-C5BA-7B91-66F3-44286A27032D}"/>
                </a:ext>
              </a:extLst>
            </p:cNvPr>
            <p:cNvSpPr/>
            <p:nvPr/>
          </p:nvSpPr>
          <p:spPr>
            <a:xfrm>
              <a:off x="6835116" y="1745174"/>
              <a:ext cx="125622" cy="12562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A0861BC2-7E3E-04B4-D4FC-E38776E4EE56}"/>
                </a:ext>
              </a:extLst>
            </p:cNvPr>
            <p:cNvCxnSpPr>
              <a:cxnSpLocks/>
              <a:stCxn id="217" idx="4"/>
              <a:endCxn id="218" idx="0"/>
            </p:cNvCxnSpPr>
            <p:nvPr/>
          </p:nvCxnSpPr>
          <p:spPr>
            <a:xfrm rot="19835854" flipH="1">
              <a:off x="6872906" y="1649809"/>
              <a:ext cx="61215" cy="8586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F8D28A82-F838-3B2B-2792-4044EB6D5D95}"/>
                </a:ext>
              </a:extLst>
            </p:cNvPr>
            <p:cNvCxnSpPr>
              <a:cxnSpLocks/>
              <a:stCxn id="218" idx="3"/>
              <a:endCxn id="216" idx="7"/>
            </p:cNvCxnSpPr>
            <p:nvPr/>
          </p:nvCxnSpPr>
          <p:spPr>
            <a:xfrm rot="19835854" flipH="1">
              <a:off x="6781694" y="1871243"/>
              <a:ext cx="95273" cy="705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B88F73D4-CD73-F72F-A8D1-8255BF4545EB}"/>
                </a:ext>
              </a:extLst>
            </p:cNvPr>
            <p:cNvCxnSpPr>
              <a:cxnSpLocks/>
              <a:stCxn id="218" idx="6"/>
              <a:endCxn id="215" idx="2"/>
            </p:cNvCxnSpPr>
            <p:nvPr/>
          </p:nvCxnSpPr>
          <p:spPr>
            <a:xfrm rot="19835854">
              <a:off x="6960186" y="1784888"/>
              <a:ext cx="88583" cy="209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2" name="组合 221">
            <a:extLst>
              <a:ext uri="{FF2B5EF4-FFF2-40B4-BE49-F238E27FC236}">
                <a16:creationId xmlns:a16="http://schemas.microsoft.com/office/drawing/2014/main" id="{F63A114C-6E5B-69A8-38C1-6C33EA00B19A}"/>
              </a:ext>
            </a:extLst>
          </p:cNvPr>
          <p:cNvGrpSpPr/>
          <p:nvPr/>
        </p:nvGrpSpPr>
        <p:grpSpPr>
          <a:xfrm>
            <a:off x="13099075" y="5870015"/>
            <a:ext cx="412485" cy="534886"/>
            <a:chOff x="6747045" y="1514656"/>
            <a:chExt cx="412485" cy="534886"/>
          </a:xfrm>
        </p:grpSpPr>
        <p:sp>
          <p:nvSpPr>
            <p:cNvPr id="223" name="椭圆 222">
              <a:extLst>
                <a:ext uri="{FF2B5EF4-FFF2-40B4-BE49-F238E27FC236}">
                  <a16:creationId xmlns:a16="http://schemas.microsoft.com/office/drawing/2014/main" id="{B911183E-4969-037F-B5DB-39CB602F6944}"/>
                </a:ext>
              </a:extLst>
            </p:cNvPr>
            <p:cNvSpPr/>
            <p:nvPr/>
          </p:nvSpPr>
          <p:spPr>
            <a:xfrm>
              <a:off x="7033908" y="1786533"/>
              <a:ext cx="125622" cy="12562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4" name="椭圆 223">
              <a:extLst>
                <a:ext uri="{FF2B5EF4-FFF2-40B4-BE49-F238E27FC236}">
                  <a16:creationId xmlns:a16="http://schemas.microsoft.com/office/drawing/2014/main" id="{B188B104-2145-4D3A-5A39-E7B4BEDC1A26}"/>
                </a:ext>
              </a:extLst>
            </p:cNvPr>
            <p:cNvSpPr/>
            <p:nvPr/>
          </p:nvSpPr>
          <p:spPr>
            <a:xfrm>
              <a:off x="6747045" y="1923920"/>
              <a:ext cx="125622" cy="12562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" name="椭圆 224">
              <a:extLst>
                <a:ext uri="{FF2B5EF4-FFF2-40B4-BE49-F238E27FC236}">
                  <a16:creationId xmlns:a16="http://schemas.microsoft.com/office/drawing/2014/main" id="{F427AD9A-FE87-1DFF-612A-57995F261772}"/>
                </a:ext>
              </a:extLst>
            </p:cNvPr>
            <p:cNvSpPr/>
            <p:nvPr/>
          </p:nvSpPr>
          <p:spPr>
            <a:xfrm>
              <a:off x="6799050" y="1514656"/>
              <a:ext cx="125622" cy="12562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" name="椭圆 225">
              <a:extLst>
                <a:ext uri="{FF2B5EF4-FFF2-40B4-BE49-F238E27FC236}">
                  <a16:creationId xmlns:a16="http://schemas.microsoft.com/office/drawing/2014/main" id="{4A6EB3F8-A9E8-D050-B435-3AD881457177}"/>
                </a:ext>
              </a:extLst>
            </p:cNvPr>
            <p:cNvSpPr/>
            <p:nvPr/>
          </p:nvSpPr>
          <p:spPr>
            <a:xfrm>
              <a:off x="6835116" y="1745174"/>
              <a:ext cx="125622" cy="12562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7" name="直接连接符 226">
              <a:extLst>
                <a:ext uri="{FF2B5EF4-FFF2-40B4-BE49-F238E27FC236}">
                  <a16:creationId xmlns:a16="http://schemas.microsoft.com/office/drawing/2014/main" id="{71B9B86B-92A9-FAC9-3D1F-A83BB0F2C9E2}"/>
                </a:ext>
              </a:extLst>
            </p:cNvPr>
            <p:cNvCxnSpPr>
              <a:cxnSpLocks/>
              <a:stCxn id="225" idx="4"/>
              <a:endCxn id="226" idx="0"/>
            </p:cNvCxnSpPr>
            <p:nvPr/>
          </p:nvCxnSpPr>
          <p:spPr>
            <a:xfrm rot="19835854" flipH="1">
              <a:off x="6869855" y="1638181"/>
              <a:ext cx="20079" cy="1090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>
              <a:extLst>
                <a:ext uri="{FF2B5EF4-FFF2-40B4-BE49-F238E27FC236}">
                  <a16:creationId xmlns:a16="http://schemas.microsoft.com/office/drawing/2014/main" id="{CDFFFD2C-568E-0890-0541-1E3BD667CD72}"/>
                </a:ext>
              </a:extLst>
            </p:cNvPr>
            <p:cNvCxnSpPr>
              <a:cxnSpLocks/>
              <a:stCxn id="226" idx="4"/>
              <a:endCxn id="224" idx="7"/>
            </p:cNvCxnSpPr>
            <p:nvPr/>
          </p:nvCxnSpPr>
          <p:spPr>
            <a:xfrm rot="19835854" flipH="1">
              <a:off x="6839526" y="1886119"/>
              <a:ext cx="73146" cy="408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>
              <a:extLst>
                <a:ext uri="{FF2B5EF4-FFF2-40B4-BE49-F238E27FC236}">
                  <a16:creationId xmlns:a16="http://schemas.microsoft.com/office/drawing/2014/main" id="{2DF93B1F-3747-CC12-504F-097CD87496CB}"/>
                </a:ext>
              </a:extLst>
            </p:cNvPr>
            <p:cNvCxnSpPr>
              <a:cxnSpLocks/>
              <a:stCxn id="226" idx="6"/>
              <a:endCxn id="223" idx="2"/>
            </p:cNvCxnSpPr>
            <p:nvPr/>
          </p:nvCxnSpPr>
          <p:spPr>
            <a:xfrm rot="19835854">
              <a:off x="6975604" y="1792687"/>
              <a:ext cx="43439" cy="719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0" name="组合 229">
            <a:extLst>
              <a:ext uri="{FF2B5EF4-FFF2-40B4-BE49-F238E27FC236}">
                <a16:creationId xmlns:a16="http://schemas.microsoft.com/office/drawing/2014/main" id="{B62E6CB2-D363-FF00-38E7-340EEFA0397B}"/>
              </a:ext>
            </a:extLst>
          </p:cNvPr>
          <p:cNvGrpSpPr/>
          <p:nvPr/>
        </p:nvGrpSpPr>
        <p:grpSpPr>
          <a:xfrm rot="3403763">
            <a:off x="11868791" y="6889227"/>
            <a:ext cx="493864" cy="464563"/>
            <a:chOff x="6617749" y="1585285"/>
            <a:chExt cx="493864" cy="464563"/>
          </a:xfrm>
        </p:grpSpPr>
        <p:sp>
          <p:nvSpPr>
            <p:cNvPr id="231" name="椭圆 230">
              <a:extLst>
                <a:ext uri="{FF2B5EF4-FFF2-40B4-BE49-F238E27FC236}">
                  <a16:creationId xmlns:a16="http://schemas.microsoft.com/office/drawing/2014/main" id="{656B577A-53A4-5726-BD60-7C3D2D7C6527}"/>
                </a:ext>
              </a:extLst>
            </p:cNvPr>
            <p:cNvSpPr/>
            <p:nvPr/>
          </p:nvSpPr>
          <p:spPr>
            <a:xfrm>
              <a:off x="6985991" y="1924226"/>
              <a:ext cx="125622" cy="125622"/>
            </a:xfrm>
            <a:prstGeom prst="ellipse">
              <a:avLst/>
            </a:prstGeom>
            <a:solidFill>
              <a:srgbClr val="337D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椭圆 231">
              <a:extLst>
                <a:ext uri="{FF2B5EF4-FFF2-40B4-BE49-F238E27FC236}">
                  <a16:creationId xmlns:a16="http://schemas.microsoft.com/office/drawing/2014/main" id="{AA6EB53B-C897-3224-B972-E0218456331E}"/>
                </a:ext>
              </a:extLst>
            </p:cNvPr>
            <p:cNvSpPr/>
            <p:nvPr/>
          </p:nvSpPr>
          <p:spPr>
            <a:xfrm>
              <a:off x="6617749" y="1839891"/>
              <a:ext cx="125622" cy="125622"/>
            </a:xfrm>
            <a:prstGeom prst="ellipse">
              <a:avLst/>
            </a:prstGeom>
            <a:solidFill>
              <a:srgbClr val="337D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椭圆 232">
              <a:extLst>
                <a:ext uri="{FF2B5EF4-FFF2-40B4-BE49-F238E27FC236}">
                  <a16:creationId xmlns:a16="http://schemas.microsoft.com/office/drawing/2014/main" id="{CBC1FCDE-D989-4787-441D-34C2130FC499}"/>
                </a:ext>
              </a:extLst>
            </p:cNvPr>
            <p:cNvSpPr/>
            <p:nvPr/>
          </p:nvSpPr>
          <p:spPr>
            <a:xfrm>
              <a:off x="6973426" y="1585285"/>
              <a:ext cx="125622" cy="125622"/>
            </a:xfrm>
            <a:prstGeom prst="ellipse">
              <a:avLst/>
            </a:prstGeom>
            <a:solidFill>
              <a:srgbClr val="337D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4" name="椭圆 233">
              <a:extLst>
                <a:ext uri="{FF2B5EF4-FFF2-40B4-BE49-F238E27FC236}">
                  <a16:creationId xmlns:a16="http://schemas.microsoft.com/office/drawing/2014/main" id="{1D95D67D-214B-A6DB-F508-9D02164AF59E}"/>
                </a:ext>
              </a:extLst>
            </p:cNvPr>
            <p:cNvSpPr/>
            <p:nvPr/>
          </p:nvSpPr>
          <p:spPr>
            <a:xfrm>
              <a:off x="6835116" y="1745174"/>
              <a:ext cx="125622" cy="12562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5" name="直接连接符 234">
              <a:extLst>
                <a:ext uri="{FF2B5EF4-FFF2-40B4-BE49-F238E27FC236}">
                  <a16:creationId xmlns:a16="http://schemas.microsoft.com/office/drawing/2014/main" id="{B516D07B-4275-3948-40AF-0EE035C08F04}"/>
                </a:ext>
              </a:extLst>
            </p:cNvPr>
            <p:cNvCxnSpPr>
              <a:cxnSpLocks/>
              <a:stCxn id="233" idx="3"/>
              <a:endCxn id="234" idx="7"/>
            </p:cNvCxnSpPr>
            <p:nvPr/>
          </p:nvCxnSpPr>
          <p:spPr>
            <a:xfrm rot="19835854" flipH="1">
              <a:off x="6928085" y="1709234"/>
              <a:ext cx="77994" cy="376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>
              <a:extLst>
                <a:ext uri="{FF2B5EF4-FFF2-40B4-BE49-F238E27FC236}">
                  <a16:creationId xmlns:a16="http://schemas.microsoft.com/office/drawing/2014/main" id="{8C12B0C9-ABC2-1DCC-9278-2ED0438297A9}"/>
                </a:ext>
              </a:extLst>
            </p:cNvPr>
            <p:cNvCxnSpPr>
              <a:cxnSpLocks/>
              <a:stCxn id="234" idx="3"/>
              <a:endCxn id="232" idx="6"/>
            </p:cNvCxnSpPr>
            <p:nvPr/>
          </p:nvCxnSpPr>
          <p:spPr>
            <a:xfrm rot="19835854" flipH="1" flipV="1">
              <a:off x="6738117" y="1872425"/>
              <a:ext cx="120650" cy="102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>
              <a:extLst>
                <a:ext uri="{FF2B5EF4-FFF2-40B4-BE49-F238E27FC236}">
                  <a16:creationId xmlns:a16="http://schemas.microsoft.com/office/drawing/2014/main" id="{551CE8E3-8956-F214-9E26-4FBB1E286847}"/>
                </a:ext>
              </a:extLst>
            </p:cNvPr>
            <p:cNvCxnSpPr>
              <a:cxnSpLocks/>
              <a:stCxn id="234" idx="5"/>
              <a:endCxn id="231" idx="1"/>
            </p:cNvCxnSpPr>
            <p:nvPr/>
          </p:nvCxnSpPr>
          <p:spPr>
            <a:xfrm rot="19835854">
              <a:off x="6968485" y="1842979"/>
              <a:ext cx="9759" cy="1090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8" name="组合 237">
            <a:extLst>
              <a:ext uri="{FF2B5EF4-FFF2-40B4-BE49-F238E27FC236}">
                <a16:creationId xmlns:a16="http://schemas.microsoft.com/office/drawing/2014/main" id="{D4DDAF43-9BCD-271C-CF45-EC332B09A5C7}"/>
              </a:ext>
            </a:extLst>
          </p:cNvPr>
          <p:cNvGrpSpPr/>
          <p:nvPr/>
        </p:nvGrpSpPr>
        <p:grpSpPr>
          <a:xfrm>
            <a:off x="10038424" y="6930116"/>
            <a:ext cx="236522" cy="1259873"/>
            <a:chOff x="5482684" y="4006656"/>
            <a:chExt cx="236522" cy="1259873"/>
          </a:xfrm>
        </p:grpSpPr>
        <p:sp>
          <p:nvSpPr>
            <p:cNvPr id="239" name="矩形: 圆角 238">
              <a:extLst>
                <a:ext uri="{FF2B5EF4-FFF2-40B4-BE49-F238E27FC236}">
                  <a16:creationId xmlns:a16="http://schemas.microsoft.com/office/drawing/2014/main" id="{6B2FB325-8748-FEF2-47B6-EF3B22407F36}"/>
                </a:ext>
              </a:extLst>
            </p:cNvPr>
            <p:cNvSpPr/>
            <p:nvPr/>
          </p:nvSpPr>
          <p:spPr>
            <a:xfrm>
              <a:off x="5482684" y="4006656"/>
              <a:ext cx="236522" cy="1259873"/>
            </a:xfrm>
            <a:prstGeom prst="roundRect">
              <a:avLst>
                <a:gd name="adj" fmla="val 0"/>
              </a:avLst>
            </a:prstGeom>
            <a:solidFill>
              <a:srgbClr val="F6F6F7"/>
            </a:solidFill>
            <a:ln w="1905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6350" h="635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48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0" name="椭圆 239">
              <a:extLst>
                <a:ext uri="{FF2B5EF4-FFF2-40B4-BE49-F238E27FC236}">
                  <a16:creationId xmlns:a16="http://schemas.microsoft.com/office/drawing/2014/main" id="{9B38AD85-FA03-177E-F973-3D69A057E242}"/>
                </a:ext>
              </a:extLst>
            </p:cNvPr>
            <p:cNvSpPr/>
            <p:nvPr/>
          </p:nvSpPr>
          <p:spPr>
            <a:xfrm>
              <a:off x="5526327" y="4264019"/>
              <a:ext cx="144000" cy="144000"/>
            </a:xfrm>
            <a:prstGeom prst="ellipse">
              <a:avLst/>
            </a:prstGeom>
            <a:solidFill>
              <a:srgbClr val="79B94F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241" name="椭圆 240">
              <a:extLst>
                <a:ext uri="{FF2B5EF4-FFF2-40B4-BE49-F238E27FC236}">
                  <a16:creationId xmlns:a16="http://schemas.microsoft.com/office/drawing/2014/main" id="{904D6334-46A3-0DB0-E3D9-4E8A6D68F8AF}"/>
                </a:ext>
              </a:extLst>
            </p:cNvPr>
            <p:cNvSpPr/>
            <p:nvPr/>
          </p:nvSpPr>
          <p:spPr>
            <a:xfrm>
              <a:off x="5526327" y="4463692"/>
              <a:ext cx="144000" cy="144000"/>
            </a:xfrm>
            <a:prstGeom prst="ellipse">
              <a:avLst/>
            </a:prstGeom>
            <a:solidFill>
              <a:srgbClr val="B5DE99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  <p:sp>
          <p:nvSpPr>
            <p:cNvPr id="242" name="椭圆 241">
              <a:extLst>
                <a:ext uri="{FF2B5EF4-FFF2-40B4-BE49-F238E27FC236}">
                  <a16:creationId xmlns:a16="http://schemas.microsoft.com/office/drawing/2014/main" id="{C4390B9B-D91A-D8BC-F586-829EF59DD357}"/>
                </a:ext>
              </a:extLst>
            </p:cNvPr>
            <p:cNvSpPr/>
            <p:nvPr/>
          </p:nvSpPr>
          <p:spPr>
            <a:xfrm>
              <a:off x="5526327" y="4663365"/>
              <a:ext cx="144000" cy="144000"/>
            </a:xfrm>
            <a:prstGeom prst="ellipse">
              <a:avLst/>
            </a:prstGeom>
            <a:solidFill>
              <a:srgbClr val="A8D0F4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243" name="椭圆 242">
              <a:extLst>
                <a:ext uri="{FF2B5EF4-FFF2-40B4-BE49-F238E27FC236}">
                  <a16:creationId xmlns:a16="http://schemas.microsoft.com/office/drawing/2014/main" id="{C0E8AEF8-10D2-0FD2-CBCB-852B98A95765}"/>
                </a:ext>
              </a:extLst>
            </p:cNvPr>
            <p:cNvSpPr/>
            <p:nvPr/>
          </p:nvSpPr>
          <p:spPr>
            <a:xfrm>
              <a:off x="5526327" y="4863038"/>
              <a:ext cx="144000" cy="144000"/>
            </a:xfrm>
            <a:prstGeom prst="ellipse">
              <a:avLst/>
            </a:prstGeom>
            <a:solidFill>
              <a:srgbClr val="64A6E2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244" name="椭圆 243">
              <a:extLst>
                <a:ext uri="{FF2B5EF4-FFF2-40B4-BE49-F238E27FC236}">
                  <a16:creationId xmlns:a16="http://schemas.microsoft.com/office/drawing/2014/main" id="{DE8B26C0-7C6F-C7FD-F454-2741830F7F6C}"/>
                </a:ext>
              </a:extLst>
            </p:cNvPr>
            <p:cNvSpPr/>
            <p:nvPr/>
          </p:nvSpPr>
          <p:spPr>
            <a:xfrm>
              <a:off x="5526327" y="5062711"/>
              <a:ext cx="144000" cy="144000"/>
            </a:xfrm>
            <a:prstGeom prst="ellipse">
              <a:avLst/>
            </a:prstGeom>
            <a:solidFill>
              <a:srgbClr val="337DC0"/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245" name="椭圆 244">
              <a:extLst>
                <a:ext uri="{FF2B5EF4-FFF2-40B4-BE49-F238E27FC236}">
                  <a16:creationId xmlns:a16="http://schemas.microsoft.com/office/drawing/2014/main" id="{A08F2BBD-0C33-40ED-33D9-3A48A40A0183}"/>
                </a:ext>
              </a:extLst>
            </p:cNvPr>
            <p:cNvSpPr/>
            <p:nvPr/>
          </p:nvSpPr>
          <p:spPr>
            <a:xfrm>
              <a:off x="5526327" y="4064346"/>
              <a:ext cx="144000" cy="144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文本框 245">
                <a:extLst>
                  <a:ext uri="{FF2B5EF4-FFF2-40B4-BE49-F238E27FC236}">
                    <a16:creationId xmlns:a16="http://schemas.microsoft.com/office/drawing/2014/main" id="{E00E1BEE-4147-910D-F775-C16F75823DC0}"/>
                  </a:ext>
                </a:extLst>
              </p:cNvPr>
              <p:cNvSpPr txBox="1"/>
              <p:nvPr/>
            </p:nvSpPr>
            <p:spPr>
              <a:xfrm>
                <a:off x="10802762" y="7878707"/>
                <a:ext cx="459287" cy="2358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6" name="文本框 245">
                <a:extLst>
                  <a:ext uri="{FF2B5EF4-FFF2-40B4-BE49-F238E27FC236}">
                    <a16:creationId xmlns:a16="http://schemas.microsoft.com/office/drawing/2014/main" id="{E00E1BEE-4147-910D-F775-C16F75823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2762" y="7878707"/>
                <a:ext cx="459287" cy="235834"/>
              </a:xfrm>
              <a:prstGeom prst="rect">
                <a:avLst/>
              </a:prstGeom>
              <a:blipFill>
                <a:blip r:embed="rId47"/>
                <a:stretch>
                  <a:fillRect l="-6667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A5E378D8-536D-3B04-534D-9B04C2F000B9}"/>
                  </a:ext>
                </a:extLst>
              </p:cNvPr>
              <p:cNvSpPr txBox="1"/>
              <p:nvPr/>
            </p:nvSpPr>
            <p:spPr>
              <a:xfrm>
                <a:off x="10851491" y="6726964"/>
                <a:ext cx="37063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A5E378D8-536D-3B04-534D-9B04C2F00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1491" y="6726964"/>
                <a:ext cx="370638" cy="215444"/>
              </a:xfrm>
              <a:prstGeom prst="rect">
                <a:avLst/>
              </a:prstGeom>
              <a:blipFill>
                <a:blip r:embed="rId15"/>
                <a:stretch>
                  <a:fillRect l="-8197" b="-3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8" name="文本框 247">
            <a:extLst>
              <a:ext uri="{FF2B5EF4-FFF2-40B4-BE49-F238E27FC236}">
                <a16:creationId xmlns:a16="http://schemas.microsoft.com/office/drawing/2014/main" id="{2B142989-B638-8BF0-74D9-BF18971B91A6}"/>
              </a:ext>
            </a:extLst>
          </p:cNvPr>
          <p:cNvSpPr txBox="1"/>
          <p:nvPr/>
        </p:nvSpPr>
        <p:spPr>
          <a:xfrm>
            <a:off x="9688588" y="6390239"/>
            <a:ext cx="923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ID-Clothe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9" name="箭头: 右 248">
            <a:extLst>
              <a:ext uri="{FF2B5EF4-FFF2-40B4-BE49-F238E27FC236}">
                <a16:creationId xmlns:a16="http://schemas.microsoft.com/office/drawing/2014/main" id="{F548716B-4080-7EAB-74CA-8FCEECD0B608}"/>
              </a:ext>
            </a:extLst>
          </p:cNvPr>
          <p:cNvSpPr/>
          <p:nvPr/>
        </p:nvSpPr>
        <p:spPr>
          <a:xfrm rot="10800000">
            <a:off x="10369116" y="7368424"/>
            <a:ext cx="323416" cy="205250"/>
          </a:xfrm>
          <a:prstGeom prst="rightArrow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箭头: 右 249">
            <a:extLst>
              <a:ext uri="{FF2B5EF4-FFF2-40B4-BE49-F238E27FC236}">
                <a16:creationId xmlns:a16="http://schemas.microsoft.com/office/drawing/2014/main" id="{50581B64-EB1A-521A-2CDE-29E57C73F9D6}"/>
              </a:ext>
            </a:extLst>
          </p:cNvPr>
          <p:cNvSpPr/>
          <p:nvPr/>
        </p:nvSpPr>
        <p:spPr>
          <a:xfrm>
            <a:off x="11295569" y="7355571"/>
            <a:ext cx="323416" cy="205250"/>
          </a:xfrm>
          <a:prstGeom prst="rightArrow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箭头: 右 250">
            <a:extLst>
              <a:ext uri="{FF2B5EF4-FFF2-40B4-BE49-F238E27FC236}">
                <a16:creationId xmlns:a16="http://schemas.microsoft.com/office/drawing/2014/main" id="{57A2CB7E-E876-A2AD-8648-27FDCEEA0901}"/>
              </a:ext>
            </a:extLst>
          </p:cNvPr>
          <p:cNvSpPr/>
          <p:nvPr/>
        </p:nvSpPr>
        <p:spPr>
          <a:xfrm rot="10800000">
            <a:off x="9574165" y="7721257"/>
            <a:ext cx="323416" cy="205250"/>
          </a:xfrm>
          <a:prstGeom prst="rightArrow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箭头: 右 251">
            <a:extLst>
              <a:ext uri="{FF2B5EF4-FFF2-40B4-BE49-F238E27FC236}">
                <a16:creationId xmlns:a16="http://schemas.microsoft.com/office/drawing/2014/main" id="{5E09DCA8-4F96-73B1-A9EA-20ED1D3B477D}"/>
              </a:ext>
            </a:extLst>
          </p:cNvPr>
          <p:cNvSpPr/>
          <p:nvPr/>
        </p:nvSpPr>
        <p:spPr>
          <a:xfrm rot="10800000">
            <a:off x="9576325" y="7033399"/>
            <a:ext cx="323416" cy="205250"/>
          </a:xfrm>
          <a:prstGeom prst="rightArrow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3" name="组合 252">
            <a:extLst>
              <a:ext uri="{FF2B5EF4-FFF2-40B4-BE49-F238E27FC236}">
                <a16:creationId xmlns:a16="http://schemas.microsoft.com/office/drawing/2014/main" id="{6A25F758-FFFA-9CD1-0AC3-3E0833D1CC26}"/>
              </a:ext>
            </a:extLst>
          </p:cNvPr>
          <p:cNvGrpSpPr/>
          <p:nvPr/>
        </p:nvGrpSpPr>
        <p:grpSpPr>
          <a:xfrm>
            <a:off x="7425437" y="5215851"/>
            <a:ext cx="2160000" cy="2160000"/>
            <a:chOff x="8688808" y="8065089"/>
            <a:chExt cx="2160000" cy="2160000"/>
          </a:xfrm>
        </p:grpSpPr>
        <p:grpSp>
          <p:nvGrpSpPr>
            <p:cNvPr id="254" name="组合 253">
              <a:extLst>
                <a:ext uri="{FF2B5EF4-FFF2-40B4-BE49-F238E27FC236}">
                  <a16:creationId xmlns:a16="http://schemas.microsoft.com/office/drawing/2014/main" id="{7FB5AADF-504D-49A3-1ADD-874D427238CF}"/>
                </a:ext>
              </a:extLst>
            </p:cNvPr>
            <p:cNvGrpSpPr/>
            <p:nvPr/>
          </p:nvGrpSpPr>
          <p:grpSpPr>
            <a:xfrm>
              <a:off x="8688808" y="8065089"/>
              <a:ext cx="2160000" cy="2160000"/>
              <a:chOff x="4390359" y="6930569"/>
              <a:chExt cx="2160000" cy="2160000"/>
            </a:xfrm>
            <a:scene3d>
              <a:camera prst="orthographicFront">
                <a:rot lat="0" lon="21599973" rev="0"/>
              </a:camera>
              <a:lightRig rig="threePt" dir="t"/>
            </a:scene3d>
          </p:grpSpPr>
          <p:sp>
            <p:nvSpPr>
              <p:cNvPr id="263" name="不完整圆 262">
                <a:extLst>
                  <a:ext uri="{FF2B5EF4-FFF2-40B4-BE49-F238E27FC236}">
                    <a16:creationId xmlns:a16="http://schemas.microsoft.com/office/drawing/2014/main" id="{BB1AD1B6-32CD-1B4F-0FCE-1AED0E930AC3}"/>
                  </a:ext>
                </a:extLst>
              </p:cNvPr>
              <p:cNvSpPr/>
              <p:nvPr/>
            </p:nvSpPr>
            <p:spPr>
              <a:xfrm>
                <a:off x="4390359" y="6930569"/>
                <a:ext cx="2160000" cy="2160000"/>
              </a:xfrm>
              <a:prstGeom prst="pie">
                <a:avLst>
                  <a:gd name="adj1" fmla="val 16199733"/>
                  <a:gd name="adj2" fmla="val 21588680"/>
                </a:avLst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  <a:ln>
                <a:noFill/>
              </a:ln>
              <a:sp3d prstMaterial="matt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4" name="椭圆 263">
                <a:extLst>
                  <a:ext uri="{FF2B5EF4-FFF2-40B4-BE49-F238E27FC236}">
                    <a16:creationId xmlns:a16="http://schemas.microsoft.com/office/drawing/2014/main" id="{70A9E1EB-2906-C488-FCA0-2C791B6B563D}"/>
                  </a:ext>
                </a:extLst>
              </p:cNvPr>
              <p:cNvSpPr/>
              <p:nvPr/>
            </p:nvSpPr>
            <p:spPr>
              <a:xfrm>
                <a:off x="4390359" y="6930569"/>
                <a:ext cx="2160000" cy="2160000"/>
              </a:xfrm>
              <a:prstGeom prst="ellipse">
                <a:avLst/>
              </a:prstGeom>
              <a:noFill/>
              <a:ln w="19050">
                <a:solidFill>
                  <a:schemeClr val="accent4">
                    <a:lumMod val="75000"/>
                  </a:schemeClr>
                </a:solidFill>
              </a:ln>
              <a:sp3d prstMaterial="matt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  <p:grpSp>
          <p:nvGrpSpPr>
            <p:cNvPr id="255" name="组合 254">
              <a:extLst>
                <a:ext uri="{FF2B5EF4-FFF2-40B4-BE49-F238E27FC236}">
                  <a16:creationId xmlns:a16="http://schemas.microsoft.com/office/drawing/2014/main" id="{34AD4970-DC8F-9000-E8A2-9DD31B932EC2}"/>
                </a:ext>
              </a:extLst>
            </p:cNvPr>
            <p:cNvGrpSpPr/>
            <p:nvPr/>
          </p:nvGrpSpPr>
          <p:grpSpPr>
            <a:xfrm>
              <a:off x="8688808" y="8065089"/>
              <a:ext cx="2160000" cy="2160000"/>
              <a:chOff x="8623706" y="7495466"/>
              <a:chExt cx="2160000" cy="2160000"/>
            </a:xfrm>
            <a:scene3d>
              <a:camera prst="orthographicFront">
                <a:rot lat="0" lon="17999980" rev="0"/>
              </a:camera>
              <a:lightRig rig="threePt" dir="t"/>
            </a:scene3d>
          </p:grpSpPr>
          <p:sp>
            <p:nvSpPr>
              <p:cNvPr id="259" name="不完整圆 258">
                <a:extLst>
                  <a:ext uri="{FF2B5EF4-FFF2-40B4-BE49-F238E27FC236}">
                    <a16:creationId xmlns:a16="http://schemas.microsoft.com/office/drawing/2014/main" id="{03157D79-DB56-FA75-41F5-06448D03C18E}"/>
                  </a:ext>
                </a:extLst>
              </p:cNvPr>
              <p:cNvSpPr/>
              <p:nvPr/>
            </p:nvSpPr>
            <p:spPr>
              <a:xfrm>
                <a:off x="8623706" y="7495466"/>
                <a:ext cx="2160000" cy="2160000"/>
              </a:xfrm>
              <a:prstGeom prst="pie">
                <a:avLst>
                  <a:gd name="adj1" fmla="val 9375623"/>
                  <a:gd name="adj2" fmla="val 16202834"/>
                </a:avLst>
              </a:prstGeom>
              <a:solidFill>
                <a:srgbClr val="E2F0D9"/>
              </a:solidFill>
              <a:ln>
                <a:noFill/>
              </a:ln>
              <a:sp3d prstMaterial="matt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260" name="组合 259">
                <a:extLst>
                  <a:ext uri="{FF2B5EF4-FFF2-40B4-BE49-F238E27FC236}">
                    <a16:creationId xmlns:a16="http://schemas.microsoft.com/office/drawing/2014/main" id="{0B7D48E4-1911-518B-832E-95E4B172A288}"/>
                  </a:ext>
                </a:extLst>
              </p:cNvPr>
              <p:cNvGrpSpPr/>
              <p:nvPr/>
            </p:nvGrpSpPr>
            <p:grpSpPr>
              <a:xfrm>
                <a:off x="8623706" y="7495466"/>
                <a:ext cx="2160000" cy="2160000"/>
                <a:chOff x="8609659" y="7269479"/>
                <a:chExt cx="2168122" cy="2160000"/>
              </a:xfrm>
            </p:grpSpPr>
            <p:sp>
              <p:nvSpPr>
                <p:cNvPr id="261" name="弧形 260">
                  <a:extLst>
                    <a:ext uri="{FF2B5EF4-FFF2-40B4-BE49-F238E27FC236}">
                      <a16:creationId xmlns:a16="http://schemas.microsoft.com/office/drawing/2014/main" id="{FA0A8B39-93A8-6A90-457D-15CC034EFA5A}"/>
                    </a:ext>
                  </a:extLst>
                </p:cNvPr>
                <p:cNvSpPr/>
                <p:nvPr/>
              </p:nvSpPr>
              <p:spPr>
                <a:xfrm>
                  <a:off x="8609659" y="7269479"/>
                  <a:ext cx="2168122" cy="2160000"/>
                </a:xfrm>
                <a:prstGeom prst="arc">
                  <a:avLst>
                    <a:gd name="adj1" fmla="val 16192233"/>
                    <a:gd name="adj2" fmla="val 5405127"/>
                  </a:avLst>
                </a:prstGeom>
                <a:ln w="19050">
                  <a:solidFill>
                    <a:schemeClr val="accent4">
                      <a:lumMod val="75000"/>
                    </a:schemeClr>
                  </a:solidFill>
                  <a:prstDash val="lgDash"/>
                </a:ln>
                <a:sp3d prstMaterial="matte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2" name="弧形 261">
                  <a:extLst>
                    <a:ext uri="{FF2B5EF4-FFF2-40B4-BE49-F238E27FC236}">
                      <a16:creationId xmlns:a16="http://schemas.microsoft.com/office/drawing/2014/main" id="{EDDC3176-404B-F021-D29A-08470F7315AD}"/>
                    </a:ext>
                  </a:extLst>
                </p:cNvPr>
                <p:cNvSpPr/>
                <p:nvPr/>
              </p:nvSpPr>
              <p:spPr>
                <a:xfrm>
                  <a:off x="8609659" y="7269479"/>
                  <a:ext cx="2168122" cy="2160000"/>
                </a:xfrm>
                <a:prstGeom prst="arc">
                  <a:avLst>
                    <a:gd name="adj1" fmla="val 5404803"/>
                    <a:gd name="adj2" fmla="val 16198381"/>
                  </a:avLst>
                </a:prstGeom>
                <a:ln w="19050">
                  <a:solidFill>
                    <a:schemeClr val="accent4">
                      <a:lumMod val="75000"/>
                    </a:schemeClr>
                  </a:solidFill>
                </a:ln>
                <a:sp3d prstMaterial="matte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256" name="组合 255">
              <a:extLst>
                <a:ext uri="{FF2B5EF4-FFF2-40B4-BE49-F238E27FC236}">
                  <a16:creationId xmlns:a16="http://schemas.microsoft.com/office/drawing/2014/main" id="{A9103448-5159-ECCB-7DD1-D044798F983B}"/>
                </a:ext>
              </a:extLst>
            </p:cNvPr>
            <p:cNvGrpSpPr/>
            <p:nvPr/>
          </p:nvGrpSpPr>
          <p:grpSpPr>
            <a:xfrm>
              <a:off x="8688808" y="8065089"/>
              <a:ext cx="2160000" cy="2160000"/>
              <a:chOff x="8609659" y="7269479"/>
              <a:chExt cx="2168122" cy="2160000"/>
            </a:xfrm>
            <a:scene3d>
              <a:camera prst="orthographicFront">
                <a:rot lat="3780000" lon="0" rev="0"/>
              </a:camera>
              <a:lightRig rig="threePt" dir="t"/>
            </a:scene3d>
          </p:grpSpPr>
          <p:sp>
            <p:nvSpPr>
              <p:cNvPr id="257" name="弧形 256">
                <a:extLst>
                  <a:ext uri="{FF2B5EF4-FFF2-40B4-BE49-F238E27FC236}">
                    <a16:creationId xmlns:a16="http://schemas.microsoft.com/office/drawing/2014/main" id="{1117A8A3-9B79-77E9-C505-325B0EA49FD8}"/>
                  </a:ext>
                </a:extLst>
              </p:cNvPr>
              <p:cNvSpPr/>
              <p:nvPr/>
            </p:nvSpPr>
            <p:spPr>
              <a:xfrm>
                <a:off x="8609659" y="7269479"/>
                <a:ext cx="2168122" cy="2160000"/>
              </a:xfrm>
              <a:prstGeom prst="arc">
                <a:avLst>
                  <a:gd name="adj1" fmla="val 21596058"/>
                  <a:gd name="adj2" fmla="val 10803008"/>
                </a:avLst>
              </a:prstGeom>
              <a:ln w="19050">
                <a:solidFill>
                  <a:schemeClr val="accent4">
                    <a:lumMod val="75000"/>
                  </a:schemeClr>
                </a:solidFill>
              </a:ln>
              <a:sp3d prstMaterial="matte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8" name="弧形 257">
                <a:extLst>
                  <a:ext uri="{FF2B5EF4-FFF2-40B4-BE49-F238E27FC236}">
                    <a16:creationId xmlns:a16="http://schemas.microsoft.com/office/drawing/2014/main" id="{41CA3783-FB64-C40C-DD7A-6A71A828943B}"/>
                  </a:ext>
                </a:extLst>
              </p:cNvPr>
              <p:cNvSpPr/>
              <p:nvPr/>
            </p:nvSpPr>
            <p:spPr>
              <a:xfrm>
                <a:off x="8609659" y="7269479"/>
                <a:ext cx="2168122" cy="2160000"/>
              </a:xfrm>
              <a:prstGeom prst="arc">
                <a:avLst>
                  <a:gd name="adj1" fmla="val 10806643"/>
                  <a:gd name="adj2" fmla="val 21594557"/>
                </a:avLst>
              </a:prstGeom>
              <a:ln w="19050">
                <a:solidFill>
                  <a:schemeClr val="accent4">
                    <a:lumMod val="75000"/>
                  </a:schemeClr>
                </a:solidFill>
                <a:prstDash val="lgDash"/>
              </a:ln>
              <a:sp3d prstMaterial="matte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65" name="组合 264">
            <a:extLst>
              <a:ext uri="{FF2B5EF4-FFF2-40B4-BE49-F238E27FC236}">
                <a16:creationId xmlns:a16="http://schemas.microsoft.com/office/drawing/2014/main" id="{81F9FBEE-CD78-7FC8-E242-E0A3036A8990}"/>
              </a:ext>
            </a:extLst>
          </p:cNvPr>
          <p:cNvGrpSpPr/>
          <p:nvPr/>
        </p:nvGrpSpPr>
        <p:grpSpPr>
          <a:xfrm>
            <a:off x="7811847" y="6495689"/>
            <a:ext cx="449332" cy="446361"/>
            <a:chOff x="8227585" y="7146262"/>
            <a:chExt cx="449332" cy="446361"/>
          </a:xfrm>
          <a:scene3d>
            <a:camera prst="orthographicFront">
              <a:rot lat="0" lon="20399970" rev="0"/>
            </a:camera>
            <a:lightRig rig="threePt" dir="t"/>
          </a:scene3d>
        </p:grpSpPr>
        <p:sp>
          <p:nvSpPr>
            <p:cNvPr id="266" name="椭圆 265">
              <a:extLst>
                <a:ext uri="{FF2B5EF4-FFF2-40B4-BE49-F238E27FC236}">
                  <a16:creationId xmlns:a16="http://schemas.microsoft.com/office/drawing/2014/main" id="{E5D3737C-0B42-CBE5-C907-01E82F02DBFE}"/>
                </a:ext>
              </a:extLst>
            </p:cNvPr>
            <p:cNvSpPr/>
            <p:nvPr/>
          </p:nvSpPr>
          <p:spPr>
            <a:xfrm rot="1764146">
              <a:off x="8422630" y="7146262"/>
              <a:ext cx="125622" cy="125622"/>
            </a:xfrm>
            <a:prstGeom prst="ellipse">
              <a:avLst/>
            </a:prstGeom>
            <a:solidFill>
              <a:srgbClr val="5482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7" name="椭圆 266">
              <a:extLst>
                <a:ext uri="{FF2B5EF4-FFF2-40B4-BE49-F238E27FC236}">
                  <a16:creationId xmlns:a16="http://schemas.microsoft.com/office/drawing/2014/main" id="{99A0BCB5-508B-5AC3-3384-1D960E419353}"/>
                </a:ext>
              </a:extLst>
            </p:cNvPr>
            <p:cNvSpPr/>
            <p:nvPr/>
          </p:nvSpPr>
          <p:spPr>
            <a:xfrm rot="1764146">
              <a:off x="8472459" y="7467000"/>
              <a:ext cx="125622" cy="125622"/>
            </a:xfrm>
            <a:prstGeom prst="ellipse">
              <a:avLst/>
            </a:prstGeom>
            <a:solidFill>
              <a:srgbClr val="548235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椭圆 267">
              <a:extLst>
                <a:ext uri="{FF2B5EF4-FFF2-40B4-BE49-F238E27FC236}">
                  <a16:creationId xmlns:a16="http://schemas.microsoft.com/office/drawing/2014/main" id="{7B6ACB6C-D009-C85B-6C2D-BDC326F44375}"/>
                </a:ext>
              </a:extLst>
            </p:cNvPr>
            <p:cNvSpPr/>
            <p:nvPr/>
          </p:nvSpPr>
          <p:spPr>
            <a:xfrm rot="1764146">
              <a:off x="8258589" y="7467001"/>
              <a:ext cx="125622" cy="125622"/>
            </a:xfrm>
            <a:prstGeom prst="ellipse">
              <a:avLst/>
            </a:prstGeom>
            <a:solidFill>
              <a:srgbClr val="5482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椭圆 268">
              <a:extLst>
                <a:ext uri="{FF2B5EF4-FFF2-40B4-BE49-F238E27FC236}">
                  <a16:creationId xmlns:a16="http://schemas.microsoft.com/office/drawing/2014/main" id="{1066FC55-BD4C-60E9-D1F2-C90C83AADE65}"/>
                </a:ext>
              </a:extLst>
            </p:cNvPr>
            <p:cNvSpPr/>
            <p:nvPr/>
          </p:nvSpPr>
          <p:spPr>
            <a:xfrm rot="1764146">
              <a:off x="8227585" y="7229235"/>
              <a:ext cx="125622" cy="125622"/>
            </a:xfrm>
            <a:prstGeom prst="ellipse">
              <a:avLst/>
            </a:prstGeom>
            <a:solidFill>
              <a:srgbClr val="5482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椭圆 269">
              <a:extLst>
                <a:ext uri="{FF2B5EF4-FFF2-40B4-BE49-F238E27FC236}">
                  <a16:creationId xmlns:a16="http://schemas.microsoft.com/office/drawing/2014/main" id="{E95F3C66-992D-9BD4-D073-4DD39FBDD32B}"/>
                </a:ext>
              </a:extLst>
            </p:cNvPr>
            <p:cNvSpPr/>
            <p:nvPr/>
          </p:nvSpPr>
          <p:spPr>
            <a:xfrm rot="1764146">
              <a:off x="8551295" y="7286948"/>
              <a:ext cx="125622" cy="125622"/>
            </a:xfrm>
            <a:prstGeom prst="ellipse">
              <a:avLst/>
            </a:prstGeom>
            <a:solidFill>
              <a:srgbClr val="548235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71" name="直接箭头连接符 270">
            <a:extLst>
              <a:ext uri="{FF2B5EF4-FFF2-40B4-BE49-F238E27FC236}">
                <a16:creationId xmlns:a16="http://schemas.microsoft.com/office/drawing/2014/main" id="{5112F1EF-F9A9-F713-9C22-4A08273FED6C}"/>
              </a:ext>
            </a:extLst>
          </p:cNvPr>
          <p:cNvCxnSpPr>
            <a:cxnSpLocks/>
          </p:cNvCxnSpPr>
          <p:nvPr/>
        </p:nvCxnSpPr>
        <p:spPr>
          <a:xfrm flipH="1">
            <a:off x="7871075" y="6295851"/>
            <a:ext cx="634362" cy="559296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直接箭头连接符 271">
            <a:extLst>
              <a:ext uri="{FF2B5EF4-FFF2-40B4-BE49-F238E27FC236}">
                <a16:creationId xmlns:a16="http://schemas.microsoft.com/office/drawing/2014/main" id="{76A78C69-D2B8-1687-8640-59B716FBD7C1}"/>
              </a:ext>
            </a:extLst>
          </p:cNvPr>
          <p:cNvCxnSpPr>
            <a:cxnSpLocks/>
          </p:cNvCxnSpPr>
          <p:nvPr/>
        </p:nvCxnSpPr>
        <p:spPr>
          <a:xfrm flipV="1">
            <a:off x="8510413" y="5142081"/>
            <a:ext cx="571550" cy="1155523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3" name="组合 272">
            <a:extLst>
              <a:ext uri="{FF2B5EF4-FFF2-40B4-BE49-F238E27FC236}">
                <a16:creationId xmlns:a16="http://schemas.microsoft.com/office/drawing/2014/main" id="{3B4FE6AC-466E-B191-3DE7-2D4193B13792}"/>
              </a:ext>
            </a:extLst>
          </p:cNvPr>
          <p:cNvGrpSpPr/>
          <p:nvPr/>
        </p:nvGrpSpPr>
        <p:grpSpPr>
          <a:xfrm rot="2631682">
            <a:off x="8736281" y="5286917"/>
            <a:ext cx="449332" cy="446361"/>
            <a:chOff x="8227585" y="7146262"/>
            <a:chExt cx="449332" cy="446361"/>
          </a:xfrm>
          <a:scene3d>
            <a:camera prst="orthographicFront">
              <a:rot lat="2400000" lon="21599983" rev="21599992"/>
            </a:camera>
            <a:lightRig rig="threePt" dir="t"/>
          </a:scene3d>
        </p:grpSpPr>
        <p:sp>
          <p:nvSpPr>
            <p:cNvPr id="274" name="椭圆 273">
              <a:extLst>
                <a:ext uri="{FF2B5EF4-FFF2-40B4-BE49-F238E27FC236}">
                  <a16:creationId xmlns:a16="http://schemas.microsoft.com/office/drawing/2014/main" id="{28A90F1E-78BA-887B-DA6A-30B7DA482058}"/>
                </a:ext>
              </a:extLst>
            </p:cNvPr>
            <p:cNvSpPr/>
            <p:nvPr/>
          </p:nvSpPr>
          <p:spPr>
            <a:xfrm rot="1764146">
              <a:off x="8422630" y="7146262"/>
              <a:ext cx="125622" cy="12562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5" name="椭圆 274">
              <a:extLst>
                <a:ext uri="{FF2B5EF4-FFF2-40B4-BE49-F238E27FC236}">
                  <a16:creationId xmlns:a16="http://schemas.microsoft.com/office/drawing/2014/main" id="{01AD1E86-3BEF-CD44-2400-FC875CCECDB1}"/>
                </a:ext>
              </a:extLst>
            </p:cNvPr>
            <p:cNvSpPr/>
            <p:nvPr/>
          </p:nvSpPr>
          <p:spPr>
            <a:xfrm rot="1764146">
              <a:off x="8472459" y="7467000"/>
              <a:ext cx="125622" cy="125622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6" name="椭圆 275">
              <a:extLst>
                <a:ext uri="{FF2B5EF4-FFF2-40B4-BE49-F238E27FC236}">
                  <a16:creationId xmlns:a16="http://schemas.microsoft.com/office/drawing/2014/main" id="{C4B26D91-3C02-1911-1527-55D6EB5E5114}"/>
                </a:ext>
              </a:extLst>
            </p:cNvPr>
            <p:cNvSpPr/>
            <p:nvPr/>
          </p:nvSpPr>
          <p:spPr>
            <a:xfrm rot="1764146">
              <a:off x="8258589" y="7467001"/>
              <a:ext cx="125622" cy="12562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7" name="椭圆 276">
              <a:extLst>
                <a:ext uri="{FF2B5EF4-FFF2-40B4-BE49-F238E27FC236}">
                  <a16:creationId xmlns:a16="http://schemas.microsoft.com/office/drawing/2014/main" id="{02859CA9-4CED-465C-03E5-B1AC1D35D05E}"/>
                </a:ext>
              </a:extLst>
            </p:cNvPr>
            <p:cNvSpPr/>
            <p:nvPr/>
          </p:nvSpPr>
          <p:spPr>
            <a:xfrm rot="1764146">
              <a:off x="8227585" y="7229235"/>
              <a:ext cx="125622" cy="12562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8" name="椭圆 277">
              <a:extLst>
                <a:ext uri="{FF2B5EF4-FFF2-40B4-BE49-F238E27FC236}">
                  <a16:creationId xmlns:a16="http://schemas.microsoft.com/office/drawing/2014/main" id="{37B41440-54AD-5CE3-EB57-CBB6F5AC75DC}"/>
                </a:ext>
              </a:extLst>
            </p:cNvPr>
            <p:cNvSpPr/>
            <p:nvPr/>
          </p:nvSpPr>
          <p:spPr>
            <a:xfrm rot="1764146">
              <a:off x="8551295" y="7286948"/>
              <a:ext cx="125622" cy="125622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79" name="直接箭头连接符 278">
            <a:extLst>
              <a:ext uri="{FF2B5EF4-FFF2-40B4-BE49-F238E27FC236}">
                <a16:creationId xmlns:a16="http://schemas.microsoft.com/office/drawing/2014/main" id="{4DF7D038-7058-639A-94FE-6F79A8BD67B4}"/>
              </a:ext>
            </a:extLst>
          </p:cNvPr>
          <p:cNvCxnSpPr>
            <a:cxnSpLocks/>
          </p:cNvCxnSpPr>
          <p:nvPr/>
        </p:nvCxnSpPr>
        <p:spPr>
          <a:xfrm flipV="1">
            <a:off x="8505959" y="5967731"/>
            <a:ext cx="1225161" cy="327903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0" name="组合 279">
            <a:extLst>
              <a:ext uri="{FF2B5EF4-FFF2-40B4-BE49-F238E27FC236}">
                <a16:creationId xmlns:a16="http://schemas.microsoft.com/office/drawing/2014/main" id="{875821FC-088C-E9DF-F127-E6CC4BE9DC18}"/>
              </a:ext>
            </a:extLst>
          </p:cNvPr>
          <p:cNvGrpSpPr/>
          <p:nvPr/>
        </p:nvGrpSpPr>
        <p:grpSpPr>
          <a:xfrm rot="2631682">
            <a:off x="9151243" y="5854682"/>
            <a:ext cx="449332" cy="446361"/>
            <a:chOff x="8227585" y="7146262"/>
            <a:chExt cx="449332" cy="446361"/>
          </a:xfrm>
          <a:scene3d>
            <a:camera prst="orthographicFront">
              <a:rot lat="1140246" lon="1788333" rev="1651704"/>
            </a:camera>
            <a:lightRig rig="threePt" dir="t"/>
          </a:scene3d>
        </p:grpSpPr>
        <p:sp>
          <p:nvSpPr>
            <p:cNvPr id="281" name="椭圆 280">
              <a:extLst>
                <a:ext uri="{FF2B5EF4-FFF2-40B4-BE49-F238E27FC236}">
                  <a16:creationId xmlns:a16="http://schemas.microsoft.com/office/drawing/2014/main" id="{353601FF-991F-05BF-1D67-4020DD2F49A3}"/>
                </a:ext>
              </a:extLst>
            </p:cNvPr>
            <p:cNvSpPr/>
            <p:nvPr/>
          </p:nvSpPr>
          <p:spPr>
            <a:xfrm rot="1764146">
              <a:off x="8422630" y="7146262"/>
              <a:ext cx="125622" cy="125622"/>
            </a:xfrm>
            <a:prstGeom prst="ellipse">
              <a:avLst/>
            </a:prstGeom>
            <a:solidFill>
              <a:srgbClr val="337D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2" name="椭圆 281">
              <a:extLst>
                <a:ext uri="{FF2B5EF4-FFF2-40B4-BE49-F238E27FC236}">
                  <a16:creationId xmlns:a16="http://schemas.microsoft.com/office/drawing/2014/main" id="{BF95582B-3A78-DF3A-600B-DA4CFA57BE8A}"/>
                </a:ext>
              </a:extLst>
            </p:cNvPr>
            <p:cNvSpPr/>
            <p:nvPr/>
          </p:nvSpPr>
          <p:spPr>
            <a:xfrm rot="1764146">
              <a:off x="8472459" y="7467000"/>
              <a:ext cx="125622" cy="125622"/>
            </a:xfrm>
            <a:prstGeom prst="ellipse">
              <a:avLst/>
            </a:prstGeom>
            <a:solidFill>
              <a:srgbClr val="337DC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3" name="椭圆 282">
              <a:extLst>
                <a:ext uri="{FF2B5EF4-FFF2-40B4-BE49-F238E27FC236}">
                  <a16:creationId xmlns:a16="http://schemas.microsoft.com/office/drawing/2014/main" id="{7E960EF0-1510-D630-1288-9A63B6C3B5C2}"/>
                </a:ext>
              </a:extLst>
            </p:cNvPr>
            <p:cNvSpPr/>
            <p:nvPr/>
          </p:nvSpPr>
          <p:spPr>
            <a:xfrm rot="1764146">
              <a:off x="8258589" y="7467001"/>
              <a:ext cx="125622" cy="125622"/>
            </a:xfrm>
            <a:prstGeom prst="ellipse">
              <a:avLst/>
            </a:prstGeom>
            <a:solidFill>
              <a:srgbClr val="337D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4" name="椭圆 283">
              <a:extLst>
                <a:ext uri="{FF2B5EF4-FFF2-40B4-BE49-F238E27FC236}">
                  <a16:creationId xmlns:a16="http://schemas.microsoft.com/office/drawing/2014/main" id="{B5BE2F9B-4EDE-4CE5-49AA-F1F986D7540D}"/>
                </a:ext>
              </a:extLst>
            </p:cNvPr>
            <p:cNvSpPr/>
            <p:nvPr/>
          </p:nvSpPr>
          <p:spPr>
            <a:xfrm rot="1764146">
              <a:off x="8227585" y="7229235"/>
              <a:ext cx="125622" cy="125622"/>
            </a:xfrm>
            <a:prstGeom prst="ellipse">
              <a:avLst/>
            </a:prstGeom>
            <a:solidFill>
              <a:srgbClr val="337D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5" name="椭圆 284">
              <a:extLst>
                <a:ext uri="{FF2B5EF4-FFF2-40B4-BE49-F238E27FC236}">
                  <a16:creationId xmlns:a16="http://schemas.microsoft.com/office/drawing/2014/main" id="{3FBB4568-68C0-B119-74F0-DE026E0224CF}"/>
                </a:ext>
              </a:extLst>
            </p:cNvPr>
            <p:cNvSpPr/>
            <p:nvPr/>
          </p:nvSpPr>
          <p:spPr>
            <a:xfrm rot="1764146">
              <a:off x="8551295" y="7286948"/>
              <a:ext cx="125622" cy="125622"/>
            </a:xfrm>
            <a:prstGeom prst="ellipse">
              <a:avLst/>
            </a:prstGeom>
            <a:solidFill>
              <a:srgbClr val="337DC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6" name="组合 285">
            <a:extLst>
              <a:ext uri="{FF2B5EF4-FFF2-40B4-BE49-F238E27FC236}">
                <a16:creationId xmlns:a16="http://schemas.microsoft.com/office/drawing/2014/main" id="{48FCFBB7-B66E-A978-A7C8-DE184B3780FF}"/>
              </a:ext>
            </a:extLst>
          </p:cNvPr>
          <p:cNvGrpSpPr/>
          <p:nvPr/>
        </p:nvGrpSpPr>
        <p:grpSpPr>
          <a:xfrm>
            <a:off x="7885180" y="5506133"/>
            <a:ext cx="449332" cy="446361"/>
            <a:chOff x="8227585" y="7146262"/>
            <a:chExt cx="449332" cy="446361"/>
          </a:xfrm>
          <a:scene3d>
            <a:camera prst="orthographicFront">
              <a:rot lat="1056731" lon="20027169" rev="20051933"/>
            </a:camera>
            <a:lightRig rig="threePt" dir="t"/>
          </a:scene3d>
        </p:grpSpPr>
        <p:sp>
          <p:nvSpPr>
            <p:cNvPr id="287" name="椭圆 286">
              <a:extLst>
                <a:ext uri="{FF2B5EF4-FFF2-40B4-BE49-F238E27FC236}">
                  <a16:creationId xmlns:a16="http://schemas.microsoft.com/office/drawing/2014/main" id="{FA7FE03E-A99B-A95B-EA53-64A2D222103C}"/>
                </a:ext>
              </a:extLst>
            </p:cNvPr>
            <p:cNvSpPr/>
            <p:nvPr/>
          </p:nvSpPr>
          <p:spPr>
            <a:xfrm rot="1764146">
              <a:off x="8422630" y="7146262"/>
              <a:ext cx="125622" cy="12562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8" name="椭圆 287">
              <a:extLst>
                <a:ext uri="{FF2B5EF4-FFF2-40B4-BE49-F238E27FC236}">
                  <a16:creationId xmlns:a16="http://schemas.microsoft.com/office/drawing/2014/main" id="{9C6F751C-2982-448A-D9F1-99363F89AC70}"/>
                </a:ext>
              </a:extLst>
            </p:cNvPr>
            <p:cNvSpPr/>
            <p:nvPr/>
          </p:nvSpPr>
          <p:spPr>
            <a:xfrm rot="1764146">
              <a:off x="8472459" y="7467000"/>
              <a:ext cx="125622" cy="125622"/>
            </a:xfrm>
            <a:prstGeom prst="ellipse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9" name="椭圆 288">
              <a:extLst>
                <a:ext uri="{FF2B5EF4-FFF2-40B4-BE49-F238E27FC236}">
                  <a16:creationId xmlns:a16="http://schemas.microsoft.com/office/drawing/2014/main" id="{008D9247-78B2-45AA-700C-052C0B565752}"/>
                </a:ext>
              </a:extLst>
            </p:cNvPr>
            <p:cNvSpPr/>
            <p:nvPr/>
          </p:nvSpPr>
          <p:spPr>
            <a:xfrm rot="1764146">
              <a:off x="8258589" y="7467001"/>
              <a:ext cx="125622" cy="12562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0" name="椭圆 289">
              <a:extLst>
                <a:ext uri="{FF2B5EF4-FFF2-40B4-BE49-F238E27FC236}">
                  <a16:creationId xmlns:a16="http://schemas.microsoft.com/office/drawing/2014/main" id="{441DE618-7AF7-F8CB-533C-99A5B4871D04}"/>
                </a:ext>
              </a:extLst>
            </p:cNvPr>
            <p:cNvSpPr/>
            <p:nvPr/>
          </p:nvSpPr>
          <p:spPr>
            <a:xfrm rot="1764146">
              <a:off x="8227585" y="7229235"/>
              <a:ext cx="125622" cy="12562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1" name="椭圆 290">
              <a:extLst>
                <a:ext uri="{FF2B5EF4-FFF2-40B4-BE49-F238E27FC236}">
                  <a16:creationId xmlns:a16="http://schemas.microsoft.com/office/drawing/2014/main" id="{64E34B49-3D69-9678-7D0E-F9ED42C5E01D}"/>
                </a:ext>
              </a:extLst>
            </p:cNvPr>
            <p:cNvSpPr/>
            <p:nvPr/>
          </p:nvSpPr>
          <p:spPr>
            <a:xfrm rot="1764146">
              <a:off x="8551295" y="7286948"/>
              <a:ext cx="125622" cy="125622"/>
            </a:xfrm>
            <a:prstGeom prst="ellipse">
              <a:avLst/>
            </a:prstGeom>
            <a:solidFill>
              <a:srgbClr val="00B05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92" name="直接箭头连接符 291">
            <a:extLst>
              <a:ext uri="{FF2B5EF4-FFF2-40B4-BE49-F238E27FC236}">
                <a16:creationId xmlns:a16="http://schemas.microsoft.com/office/drawing/2014/main" id="{456163BD-A228-ED59-D822-0EA52978456D}"/>
              </a:ext>
            </a:extLst>
          </p:cNvPr>
          <p:cNvCxnSpPr>
            <a:cxnSpLocks/>
          </p:cNvCxnSpPr>
          <p:nvPr/>
        </p:nvCxnSpPr>
        <p:spPr>
          <a:xfrm flipH="1" flipV="1">
            <a:off x="7952020" y="5518656"/>
            <a:ext cx="553417" cy="777195"/>
          </a:xfrm>
          <a:prstGeom prst="straightConnector1">
            <a:avLst/>
          </a:prstGeom>
          <a:ln w="1905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3" name="组合 292">
            <a:extLst>
              <a:ext uri="{FF2B5EF4-FFF2-40B4-BE49-F238E27FC236}">
                <a16:creationId xmlns:a16="http://schemas.microsoft.com/office/drawing/2014/main" id="{BA5C5CAD-EA49-01BC-14EA-0FD0CEC10E59}"/>
              </a:ext>
            </a:extLst>
          </p:cNvPr>
          <p:cNvGrpSpPr/>
          <p:nvPr/>
        </p:nvGrpSpPr>
        <p:grpSpPr>
          <a:xfrm>
            <a:off x="9049753" y="7621557"/>
            <a:ext cx="408908" cy="399276"/>
            <a:chOff x="5901749" y="3393350"/>
            <a:chExt cx="408908" cy="399276"/>
          </a:xfrm>
        </p:grpSpPr>
        <p:sp>
          <p:nvSpPr>
            <p:cNvPr id="294" name="矩形: 圆角 293">
              <a:extLst>
                <a:ext uri="{FF2B5EF4-FFF2-40B4-BE49-F238E27FC236}">
                  <a16:creationId xmlns:a16="http://schemas.microsoft.com/office/drawing/2014/main" id="{AE65636F-FCD1-EE3D-7DBA-A60A0D3C70DA}"/>
                </a:ext>
              </a:extLst>
            </p:cNvPr>
            <p:cNvSpPr/>
            <p:nvPr/>
          </p:nvSpPr>
          <p:spPr>
            <a:xfrm>
              <a:off x="5901749" y="3393350"/>
              <a:ext cx="408908" cy="39927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5" name="文本框 294">
                  <a:extLst>
                    <a:ext uri="{FF2B5EF4-FFF2-40B4-BE49-F238E27FC236}">
                      <a16:creationId xmlns:a16="http://schemas.microsoft.com/office/drawing/2014/main" id="{1D33A3E1-B0D8-E244-3DD7-94CB7D499252}"/>
                    </a:ext>
                  </a:extLst>
                </p:cNvPr>
                <p:cNvSpPr txBox="1"/>
                <p:nvPr/>
              </p:nvSpPr>
              <p:spPr>
                <a:xfrm>
                  <a:off x="5908422" y="3436406"/>
                  <a:ext cx="37597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kl</m:t>
                            </m:r>
                          </m:sub>
                        </m:sSub>
                      </m:oMath>
                    </m:oMathPara>
                  </a14:m>
                  <a:endParaRPr lang="zh-CN" altLang="en-US" sz="105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88" name="文本框 1787">
                  <a:extLst>
                    <a:ext uri="{FF2B5EF4-FFF2-40B4-BE49-F238E27FC236}">
                      <a16:creationId xmlns:a16="http://schemas.microsoft.com/office/drawing/2014/main" id="{788334C1-F5BE-1919-FB91-35F8C6F35B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8422" y="3436406"/>
                  <a:ext cx="375979" cy="30777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6" name="矩形: 圆角 295">
            <a:extLst>
              <a:ext uri="{FF2B5EF4-FFF2-40B4-BE49-F238E27FC236}">
                <a16:creationId xmlns:a16="http://schemas.microsoft.com/office/drawing/2014/main" id="{D9282AA9-87DF-7758-DAB6-D27FD1A76748}"/>
              </a:ext>
            </a:extLst>
          </p:cNvPr>
          <p:cNvSpPr/>
          <p:nvPr/>
        </p:nvSpPr>
        <p:spPr>
          <a:xfrm>
            <a:off x="11773325" y="5289409"/>
            <a:ext cx="1859692" cy="2334092"/>
          </a:xfrm>
          <a:prstGeom prst="roundRect">
            <a:avLst>
              <a:gd name="adj" fmla="val 10927"/>
            </a:avLst>
          </a:prstGeom>
          <a:noFill/>
          <a:ln w="19050">
            <a:solidFill>
              <a:srgbClr val="D0A8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7" name="组合 296">
            <a:extLst>
              <a:ext uri="{FF2B5EF4-FFF2-40B4-BE49-F238E27FC236}">
                <a16:creationId xmlns:a16="http://schemas.microsoft.com/office/drawing/2014/main" id="{62FD7021-7AB7-257C-5817-10B865A152C3}"/>
              </a:ext>
            </a:extLst>
          </p:cNvPr>
          <p:cNvGrpSpPr/>
          <p:nvPr/>
        </p:nvGrpSpPr>
        <p:grpSpPr>
          <a:xfrm>
            <a:off x="12496252" y="7169043"/>
            <a:ext cx="453089" cy="399276"/>
            <a:chOff x="5100474" y="3353521"/>
            <a:chExt cx="453089" cy="399276"/>
          </a:xfrm>
        </p:grpSpPr>
        <p:sp>
          <p:nvSpPr>
            <p:cNvPr id="298" name="矩形: 圆角 297">
              <a:extLst>
                <a:ext uri="{FF2B5EF4-FFF2-40B4-BE49-F238E27FC236}">
                  <a16:creationId xmlns:a16="http://schemas.microsoft.com/office/drawing/2014/main" id="{302DEEE2-97D7-ACE9-17A8-F069698AEA5C}"/>
                </a:ext>
              </a:extLst>
            </p:cNvPr>
            <p:cNvSpPr/>
            <p:nvPr/>
          </p:nvSpPr>
          <p:spPr>
            <a:xfrm>
              <a:off x="5103781" y="3353521"/>
              <a:ext cx="408908" cy="39927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D9AB5CEE-8CB5-6B85-394B-E706F910B24C}"/>
                    </a:ext>
                  </a:extLst>
                </p:cNvPr>
                <p:cNvSpPr txBox="1"/>
                <p:nvPr/>
              </p:nvSpPr>
              <p:spPr>
                <a:xfrm>
                  <a:off x="5100474" y="3371394"/>
                  <a:ext cx="453089" cy="3281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𝒇𝒐</m:t>
                            </m:r>
                          </m:sub>
                        </m:sSub>
                      </m:oMath>
                    </m:oMathPara>
                  </a14:m>
                  <a:endParaRPr lang="zh-CN" altLang="en-US" sz="105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03" name="文本框 1802">
                  <a:extLst>
                    <a:ext uri="{FF2B5EF4-FFF2-40B4-BE49-F238E27FC236}">
                      <a16:creationId xmlns:a16="http://schemas.microsoft.com/office/drawing/2014/main" id="{CED3B5A7-3CCF-5E15-CA74-1FB857D4D9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0474" y="3371394"/>
                  <a:ext cx="453089" cy="328167"/>
                </a:xfrm>
                <a:prstGeom prst="rect">
                  <a:avLst/>
                </a:prstGeom>
                <a:blipFill>
                  <a:blip r:embed="rId49"/>
                  <a:stretch>
                    <a:fillRect b="-37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00" name="直接箭头连接符 299">
            <a:extLst>
              <a:ext uri="{FF2B5EF4-FFF2-40B4-BE49-F238E27FC236}">
                <a16:creationId xmlns:a16="http://schemas.microsoft.com/office/drawing/2014/main" id="{0F7F6356-1595-6D98-51C9-987DC9A54482}"/>
              </a:ext>
            </a:extLst>
          </p:cNvPr>
          <p:cNvCxnSpPr>
            <a:cxnSpLocks/>
          </p:cNvCxnSpPr>
          <p:nvPr/>
        </p:nvCxnSpPr>
        <p:spPr>
          <a:xfrm flipV="1">
            <a:off x="12144460" y="5805020"/>
            <a:ext cx="0" cy="591354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直接箭头连接符 300">
            <a:extLst>
              <a:ext uri="{FF2B5EF4-FFF2-40B4-BE49-F238E27FC236}">
                <a16:creationId xmlns:a16="http://schemas.microsoft.com/office/drawing/2014/main" id="{9D6A42E8-19C1-B490-7572-00982AEA93D5}"/>
              </a:ext>
            </a:extLst>
          </p:cNvPr>
          <p:cNvCxnSpPr>
            <a:cxnSpLocks/>
          </p:cNvCxnSpPr>
          <p:nvPr/>
        </p:nvCxnSpPr>
        <p:spPr>
          <a:xfrm>
            <a:off x="12135671" y="6526548"/>
            <a:ext cx="0" cy="538203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直接箭头连接符 301">
            <a:extLst>
              <a:ext uri="{FF2B5EF4-FFF2-40B4-BE49-F238E27FC236}">
                <a16:creationId xmlns:a16="http://schemas.microsoft.com/office/drawing/2014/main" id="{87E33279-E592-2F22-A0F7-D96D42C660E1}"/>
              </a:ext>
            </a:extLst>
          </p:cNvPr>
          <p:cNvCxnSpPr>
            <a:cxnSpLocks/>
          </p:cNvCxnSpPr>
          <p:nvPr/>
        </p:nvCxnSpPr>
        <p:spPr>
          <a:xfrm flipH="1" flipV="1">
            <a:off x="12177504" y="5813017"/>
            <a:ext cx="396609" cy="537174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接箭头连接符 302">
            <a:extLst>
              <a:ext uri="{FF2B5EF4-FFF2-40B4-BE49-F238E27FC236}">
                <a16:creationId xmlns:a16="http://schemas.microsoft.com/office/drawing/2014/main" id="{3EAD68C6-21B8-F1A2-D94F-9E09EFB49A2C}"/>
              </a:ext>
            </a:extLst>
          </p:cNvPr>
          <p:cNvCxnSpPr>
            <a:cxnSpLocks/>
          </p:cNvCxnSpPr>
          <p:nvPr/>
        </p:nvCxnSpPr>
        <p:spPr>
          <a:xfrm>
            <a:off x="12683855" y="6527571"/>
            <a:ext cx="421918" cy="564004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直接箭头连接符 303">
            <a:extLst>
              <a:ext uri="{FF2B5EF4-FFF2-40B4-BE49-F238E27FC236}">
                <a16:creationId xmlns:a16="http://schemas.microsoft.com/office/drawing/2014/main" id="{72A2D0C8-F392-559B-6AB9-B19447002A44}"/>
              </a:ext>
            </a:extLst>
          </p:cNvPr>
          <p:cNvCxnSpPr>
            <a:cxnSpLocks/>
          </p:cNvCxnSpPr>
          <p:nvPr/>
        </p:nvCxnSpPr>
        <p:spPr>
          <a:xfrm flipH="1" flipV="1">
            <a:off x="12208672" y="5801160"/>
            <a:ext cx="416208" cy="175441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直接箭头连接符 304">
            <a:extLst>
              <a:ext uri="{FF2B5EF4-FFF2-40B4-BE49-F238E27FC236}">
                <a16:creationId xmlns:a16="http://schemas.microsoft.com/office/drawing/2014/main" id="{54B64837-6893-944E-EE85-092A57FDEF75}"/>
              </a:ext>
            </a:extLst>
          </p:cNvPr>
          <p:cNvCxnSpPr>
            <a:cxnSpLocks/>
          </p:cNvCxnSpPr>
          <p:nvPr/>
        </p:nvCxnSpPr>
        <p:spPr>
          <a:xfrm>
            <a:off x="12741977" y="6021181"/>
            <a:ext cx="423797" cy="133605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椭圆 305">
            <a:extLst>
              <a:ext uri="{FF2B5EF4-FFF2-40B4-BE49-F238E27FC236}">
                <a16:creationId xmlns:a16="http://schemas.microsoft.com/office/drawing/2014/main" id="{7DDDD4EC-B260-1982-A87A-4B300226FC68}"/>
              </a:ext>
            </a:extLst>
          </p:cNvPr>
          <p:cNvSpPr/>
          <p:nvPr/>
        </p:nvSpPr>
        <p:spPr>
          <a:xfrm rot="20606895">
            <a:off x="11769617" y="5407635"/>
            <a:ext cx="1197503" cy="605340"/>
          </a:xfrm>
          <a:prstGeom prst="ellipse">
            <a:avLst/>
          </a:prstGeom>
          <a:noFill/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7" name="直接连接符 306">
            <a:extLst>
              <a:ext uri="{FF2B5EF4-FFF2-40B4-BE49-F238E27FC236}">
                <a16:creationId xmlns:a16="http://schemas.microsoft.com/office/drawing/2014/main" id="{37FAC2D1-F502-933C-8BCB-731B7C3C8111}"/>
              </a:ext>
            </a:extLst>
          </p:cNvPr>
          <p:cNvCxnSpPr>
            <a:cxnSpLocks/>
          </p:cNvCxnSpPr>
          <p:nvPr/>
        </p:nvCxnSpPr>
        <p:spPr>
          <a:xfrm>
            <a:off x="8505437" y="5223380"/>
            <a:ext cx="0" cy="2160928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8" name="组合 307">
            <a:extLst>
              <a:ext uri="{FF2B5EF4-FFF2-40B4-BE49-F238E27FC236}">
                <a16:creationId xmlns:a16="http://schemas.microsoft.com/office/drawing/2014/main" id="{52E4353F-C9DE-B07F-682A-D01DAFF451E6}"/>
              </a:ext>
            </a:extLst>
          </p:cNvPr>
          <p:cNvGrpSpPr/>
          <p:nvPr/>
        </p:nvGrpSpPr>
        <p:grpSpPr>
          <a:xfrm>
            <a:off x="8293988" y="6882624"/>
            <a:ext cx="428983" cy="399276"/>
            <a:chOff x="4641125" y="3353521"/>
            <a:chExt cx="428983" cy="399276"/>
          </a:xfrm>
        </p:grpSpPr>
        <p:sp>
          <p:nvSpPr>
            <p:cNvPr id="309" name="矩形: 圆角 308">
              <a:extLst>
                <a:ext uri="{FF2B5EF4-FFF2-40B4-BE49-F238E27FC236}">
                  <a16:creationId xmlns:a16="http://schemas.microsoft.com/office/drawing/2014/main" id="{73515AB3-EC28-2C9D-5853-311D75D22E06}"/>
                </a:ext>
              </a:extLst>
            </p:cNvPr>
            <p:cNvSpPr/>
            <p:nvPr/>
          </p:nvSpPr>
          <p:spPr>
            <a:xfrm>
              <a:off x="4661200" y="3353521"/>
              <a:ext cx="408908" cy="39927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0" name="文本框 309">
                  <a:extLst>
                    <a:ext uri="{FF2B5EF4-FFF2-40B4-BE49-F238E27FC236}">
                      <a16:creationId xmlns:a16="http://schemas.microsoft.com/office/drawing/2014/main" id="{B57B5A1A-792B-DEAC-BF96-2FC090B625C5}"/>
                    </a:ext>
                  </a:extLst>
                </p:cNvPr>
                <p:cNvSpPr txBox="1"/>
                <p:nvPr/>
              </p:nvSpPr>
              <p:spPr>
                <a:xfrm>
                  <a:off x="4641125" y="3387358"/>
                  <a:ext cx="389333" cy="327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𝒑𝒐</m:t>
                            </m:r>
                          </m:sub>
                        </m:sSub>
                      </m:oMath>
                    </m:oMathPara>
                  </a14:m>
                  <a:endParaRPr lang="zh-CN" altLang="en-US" sz="105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85" name="文本框 1784">
                  <a:extLst>
                    <a:ext uri="{FF2B5EF4-FFF2-40B4-BE49-F238E27FC236}">
                      <a16:creationId xmlns:a16="http://schemas.microsoft.com/office/drawing/2014/main" id="{1135908D-3CCE-FD99-ED6B-AC35F991B9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1125" y="3387358"/>
                  <a:ext cx="389333" cy="327077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11" name="直接连接符 310">
            <a:extLst>
              <a:ext uri="{FF2B5EF4-FFF2-40B4-BE49-F238E27FC236}">
                <a16:creationId xmlns:a16="http://schemas.microsoft.com/office/drawing/2014/main" id="{13C62F54-8A3F-3FB0-0E08-305277B1EE18}"/>
              </a:ext>
            </a:extLst>
          </p:cNvPr>
          <p:cNvCxnSpPr>
            <a:cxnSpLocks/>
          </p:cNvCxnSpPr>
          <p:nvPr/>
        </p:nvCxnSpPr>
        <p:spPr>
          <a:xfrm flipV="1">
            <a:off x="11915822" y="6440187"/>
            <a:ext cx="1456636" cy="16268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立方体 311">
            <a:extLst>
              <a:ext uri="{FF2B5EF4-FFF2-40B4-BE49-F238E27FC236}">
                <a16:creationId xmlns:a16="http://schemas.microsoft.com/office/drawing/2014/main" id="{32BCA0EC-F76E-EB72-447B-48DA5A3B018E}"/>
              </a:ext>
            </a:extLst>
          </p:cNvPr>
          <p:cNvSpPr/>
          <p:nvPr/>
        </p:nvSpPr>
        <p:spPr>
          <a:xfrm>
            <a:off x="10810160" y="7019129"/>
            <a:ext cx="396730" cy="395047"/>
          </a:xfrm>
          <a:prstGeom prst="cube">
            <a:avLst>
              <a:gd name="adj" fmla="val 6650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313" name="立方体 312">
            <a:extLst>
              <a:ext uri="{FF2B5EF4-FFF2-40B4-BE49-F238E27FC236}">
                <a16:creationId xmlns:a16="http://schemas.microsoft.com/office/drawing/2014/main" id="{716BCD63-B7AD-8047-9B16-758BF03AE871}"/>
              </a:ext>
            </a:extLst>
          </p:cNvPr>
          <p:cNvSpPr/>
          <p:nvPr/>
        </p:nvSpPr>
        <p:spPr>
          <a:xfrm>
            <a:off x="10817090" y="7442685"/>
            <a:ext cx="396730" cy="395047"/>
          </a:xfrm>
          <a:prstGeom prst="cube">
            <a:avLst>
              <a:gd name="adj" fmla="val 66500"/>
            </a:avLst>
          </a:prstGeom>
          <a:solidFill>
            <a:srgbClr val="E0E8F5"/>
          </a:solidFill>
          <a:ln w="19050">
            <a:solidFill>
              <a:srgbClr val="20386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cxnSp>
        <p:nvCxnSpPr>
          <p:cNvPr id="314" name="直接箭头连接符 313">
            <a:extLst>
              <a:ext uri="{FF2B5EF4-FFF2-40B4-BE49-F238E27FC236}">
                <a16:creationId xmlns:a16="http://schemas.microsoft.com/office/drawing/2014/main" id="{9A7C68FA-9EEC-C97D-3B0F-D15B84B17A17}"/>
              </a:ext>
            </a:extLst>
          </p:cNvPr>
          <p:cNvCxnSpPr>
            <a:cxnSpLocks/>
          </p:cNvCxnSpPr>
          <p:nvPr/>
        </p:nvCxnSpPr>
        <p:spPr>
          <a:xfrm>
            <a:off x="11811329" y="8118641"/>
            <a:ext cx="209581" cy="0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直接箭头连接符 314">
            <a:extLst>
              <a:ext uri="{FF2B5EF4-FFF2-40B4-BE49-F238E27FC236}">
                <a16:creationId xmlns:a16="http://schemas.microsoft.com/office/drawing/2014/main" id="{3CF2305A-0F94-7539-465E-6699F5095AAC}"/>
              </a:ext>
            </a:extLst>
          </p:cNvPr>
          <p:cNvCxnSpPr>
            <a:cxnSpLocks/>
          </p:cNvCxnSpPr>
          <p:nvPr/>
        </p:nvCxnSpPr>
        <p:spPr>
          <a:xfrm flipH="1">
            <a:off x="12041529" y="8117114"/>
            <a:ext cx="194575" cy="0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直接箭头连接符 315">
            <a:extLst>
              <a:ext uri="{FF2B5EF4-FFF2-40B4-BE49-F238E27FC236}">
                <a16:creationId xmlns:a16="http://schemas.microsoft.com/office/drawing/2014/main" id="{ECA915F8-E749-E455-86F9-6C7023E59D9F}"/>
              </a:ext>
            </a:extLst>
          </p:cNvPr>
          <p:cNvCxnSpPr>
            <a:cxnSpLocks/>
          </p:cNvCxnSpPr>
          <p:nvPr/>
        </p:nvCxnSpPr>
        <p:spPr>
          <a:xfrm>
            <a:off x="13000396" y="8117114"/>
            <a:ext cx="209581" cy="0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直接箭头连接符 316">
            <a:extLst>
              <a:ext uri="{FF2B5EF4-FFF2-40B4-BE49-F238E27FC236}">
                <a16:creationId xmlns:a16="http://schemas.microsoft.com/office/drawing/2014/main" id="{6D7BE078-5C5C-BCE1-383B-569A1C232115}"/>
              </a:ext>
            </a:extLst>
          </p:cNvPr>
          <p:cNvCxnSpPr>
            <a:cxnSpLocks/>
          </p:cNvCxnSpPr>
          <p:nvPr/>
        </p:nvCxnSpPr>
        <p:spPr>
          <a:xfrm flipH="1">
            <a:off x="12770326" y="8117114"/>
            <a:ext cx="194575" cy="0"/>
          </a:xfrm>
          <a:prstGeom prst="straightConnector1">
            <a:avLst/>
          </a:prstGeom>
          <a:ln w="12700" cmpd="sng">
            <a:solidFill>
              <a:schemeClr val="accent4">
                <a:lumMod val="75000"/>
              </a:schemeClr>
            </a:solidFill>
            <a:prstDash val="solid"/>
            <a:headEnd type="none" w="sm" len="sm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文本框 317">
            <a:extLst>
              <a:ext uri="{FF2B5EF4-FFF2-40B4-BE49-F238E27FC236}">
                <a16:creationId xmlns:a16="http://schemas.microsoft.com/office/drawing/2014/main" id="{8597A538-13DD-E8CE-8797-4FE3E1B193FD}"/>
              </a:ext>
            </a:extLst>
          </p:cNvPr>
          <p:cNvSpPr txBox="1"/>
          <p:nvPr/>
        </p:nvSpPr>
        <p:spPr>
          <a:xfrm>
            <a:off x="12128709" y="7842996"/>
            <a:ext cx="580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9" name="文本框 318">
            <a:extLst>
              <a:ext uri="{FF2B5EF4-FFF2-40B4-BE49-F238E27FC236}">
                <a16:creationId xmlns:a16="http://schemas.microsoft.com/office/drawing/2014/main" id="{F0E1FE23-F290-D3BF-45FF-9CF793893A29}"/>
              </a:ext>
            </a:extLst>
          </p:cNvPr>
          <p:cNvSpPr txBox="1"/>
          <p:nvPr/>
        </p:nvSpPr>
        <p:spPr>
          <a:xfrm>
            <a:off x="13120139" y="7826698"/>
            <a:ext cx="571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away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0" name="连接符: 曲线 319">
            <a:extLst>
              <a:ext uri="{FF2B5EF4-FFF2-40B4-BE49-F238E27FC236}">
                <a16:creationId xmlns:a16="http://schemas.microsoft.com/office/drawing/2014/main" id="{7644C373-B948-BE23-D1AC-E5E228BF9D48}"/>
              </a:ext>
            </a:extLst>
          </p:cNvPr>
          <p:cNvCxnSpPr>
            <a:cxnSpLocks/>
          </p:cNvCxnSpPr>
          <p:nvPr/>
        </p:nvCxnSpPr>
        <p:spPr>
          <a:xfrm>
            <a:off x="11277645" y="5913384"/>
            <a:ext cx="626838" cy="449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连接符: 曲线 320">
            <a:extLst>
              <a:ext uri="{FF2B5EF4-FFF2-40B4-BE49-F238E27FC236}">
                <a16:creationId xmlns:a16="http://schemas.microsoft.com/office/drawing/2014/main" id="{750A02FB-675F-EC6E-6CA6-8C3BCFAD6344}"/>
              </a:ext>
            </a:extLst>
          </p:cNvPr>
          <p:cNvCxnSpPr>
            <a:cxnSpLocks/>
          </p:cNvCxnSpPr>
          <p:nvPr/>
        </p:nvCxnSpPr>
        <p:spPr>
          <a:xfrm>
            <a:off x="11252162" y="5545005"/>
            <a:ext cx="793454" cy="184739"/>
          </a:xfrm>
          <a:prstGeom prst="curved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" name="文本框 321">
            <a:extLst>
              <a:ext uri="{FF2B5EF4-FFF2-40B4-BE49-F238E27FC236}">
                <a16:creationId xmlns:a16="http://schemas.microsoft.com/office/drawing/2014/main" id="{845602CF-B71F-E3AF-CCD8-5B61A0F2E810}"/>
              </a:ext>
            </a:extLst>
          </p:cNvPr>
          <p:cNvSpPr txBox="1"/>
          <p:nvPr/>
        </p:nvSpPr>
        <p:spPr>
          <a:xfrm>
            <a:off x="10493007" y="5766218"/>
            <a:ext cx="923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3" name="文本框 322">
            <a:extLst>
              <a:ext uri="{FF2B5EF4-FFF2-40B4-BE49-F238E27FC236}">
                <a16:creationId xmlns:a16="http://schemas.microsoft.com/office/drawing/2014/main" id="{EBEEAF98-54CF-975B-4CF3-58D8E5112EE8}"/>
              </a:ext>
            </a:extLst>
          </p:cNvPr>
          <p:cNvSpPr txBox="1"/>
          <p:nvPr/>
        </p:nvSpPr>
        <p:spPr>
          <a:xfrm>
            <a:off x="10483764" y="5253080"/>
            <a:ext cx="923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center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4" name="任意多边形: 形状 323">
            <a:extLst>
              <a:ext uri="{FF2B5EF4-FFF2-40B4-BE49-F238E27FC236}">
                <a16:creationId xmlns:a16="http://schemas.microsoft.com/office/drawing/2014/main" id="{D131FFC0-A939-DF74-180F-A8B4AF4157BB}"/>
              </a:ext>
            </a:extLst>
          </p:cNvPr>
          <p:cNvSpPr/>
          <p:nvPr/>
        </p:nvSpPr>
        <p:spPr>
          <a:xfrm>
            <a:off x="4802764" y="2623728"/>
            <a:ext cx="479644" cy="353243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  <a:gd name="connsiteX0" fmla="*/ 0 w 533400"/>
              <a:gd name="connsiteY0" fmla="*/ 718670 h 718670"/>
              <a:gd name="connsiteX1" fmla="*/ 149225 w 533400"/>
              <a:gd name="connsiteY1" fmla="*/ 566270 h 718670"/>
              <a:gd name="connsiteX2" fmla="*/ 274560 w 533400"/>
              <a:gd name="connsiteY2" fmla="*/ 0 h 718670"/>
              <a:gd name="connsiteX3" fmla="*/ 393700 w 533400"/>
              <a:gd name="connsiteY3" fmla="*/ 569445 h 718670"/>
              <a:gd name="connsiteX4" fmla="*/ 533400 w 533400"/>
              <a:gd name="connsiteY4" fmla="*/ 715495 h 718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718670">
                <a:moveTo>
                  <a:pt x="0" y="718670"/>
                </a:moveTo>
                <a:cubicBezTo>
                  <a:pt x="52387" y="703853"/>
                  <a:pt x="103465" y="686048"/>
                  <a:pt x="149225" y="566270"/>
                </a:cubicBezTo>
                <a:cubicBezTo>
                  <a:pt x="194985" y="446492"/>
                  <a:pt x="233814" y="-529"/>
                  <a:pt x="274560" y="0"/>
                </a:cubicBezTo>
                <a:cubicBezTo>
                  <a:pt x="315306" y="529"/>
                  <a:pt x="349250" y="447207"/>
                  <a:pt x="393700" y="569445"/>
                </a:cubicBezTo>
                <a:cubicBezTo>
                  <a:pt x="438150" y="691682"/>
                  <a:pt x="485775" y="703588"/>
                  <a:pt x="533400" y="715495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5" name="直接连接符 324">
            <a:extLst>
              <a:ext uri="{FF2B5EF4-FFF2-40B4-BE49-F238E27FC236}">
                <a16:creationId xmlns:a16="http://schemas.microsoft.com/office/drawing/2014/main" id="{4BF7959F-D797-7C16-AF5D-FEA1A91059BD}"/>
              </a:ext>
            </a:extLst>
          </p:cNvPr>
          <p:cNvCxnSpPr>
            <a:cxnSpLocks/>
          </p:cNvCxnSpPr>
          <p:nvPr/>
        </p:nvCxnSpPr>
        <p:spPr>
          <a:xfrm>
            <a:off x="2732180" y="2552207"/>
            <a:ext cx="0" cy="430804"/>
          </a:xfrm>
          <a:prstGeom prst="line">
            <a:avLst/>
          </a:prstGeom>
          <a:ln w="19050">
            <a:solidFill>
              <a:srgbClr val="2E75B5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6" name="图片 325">
            <a:extLst>
              <a:ext uri="{FF2B5EF4-FFF2-40B4-BE49-F238E27FC236}">
                <a16:creationId xmlns:a16="http://schemas.microsoft.com/office/drawing/2014/main" id="{AA24248E-45AB-B93B-6496-8A211098E84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278" b="89691" l="7547" r="89623">
                        <a14:foregroundMark x1="23585" y1="18557" x2="7547" y2="76289"/>
                        <a14:foregroundMark x1="8491" y1="77320" x2="16981" y2="79381"/>
                        <a14:foregroundMark x1="16981" y1="79381" x2="31132" y2="39175"/>
                        <a14:foregroundMark x1="32075" y1="39175" x2="30189" y2="85567"/>
                        <a14:foregroundMark x1="30189" y1="85567" x2="66038" y2="84536"/>
                        <a14:foregroundMark x1="66038" y1="84536" x2="67925" y2="39175"/>
                        <a14:foregroundMark x1="68868" y1="39175" x2="80189" y2="80412"/>
                        <a14:foregroundMark x1="81132" y1="79381" x2="88679" y2="74227"/>
                        <a14:foregroundMark x1="86792" y1="72165" x2="75472" y2="21649"/>
                        <a14:foregroundMark x1="75472" y1="21649" x2="61321" y2="12371"/>
                        <a14:foregroundMark x1="59434" y1="14433" x2="38679" y2="14433"/>
                        <a14:foregroundMark x1="39623" y1="14433" x2="23585" y2="19588"/>
                        <a14:foregroundMark x1="23585" y1="19588" x2="20755" y2="45361"/>
                        <a14:foregroundMark x1="22642" y1="43299" x2="50000" y2="28866"/>
                        <a14:foregroundMark x1="33962" y1="28866" x2="48113" y2="54639"/>
                        <a14:foregroundMark x1="58491" y1="37113" x2="47170" y2="72165"/>
                        <a14:foregroundMark x1="50000" y1="39175" x2="50000" y2="39175"/>
                        <a14:foregroundMark x1="58491" y1="60825" x2="58491" y2="64948"/>
                        <a14:foregroundMark x1="50943" y1="76289" x2="44340" y2="43299"/>
                        <a14:foregroundMark x1="42453" y1="67010" x2="42453" y2="670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24632" y="2533602"/>
            <a:ext cx="380481" cy="390019"/>
          </a:xfrm>
          <a:prstGeom prst="rect">
            <a:avLst/>
          </a:prstGeom>
        </p:spPr>
      </p:pic>
      <p:sp>
        <p:nvSpPr>
          <p:cNvPr id="327" name="任意多边形: 形状 326">
            <a:extLst>
              <a:ext uri="{FF2B5EF4-FFF2-40B4-BE49-F238E27FC236}">
                <a16:creationId xmlns:a16="http://schemas.microsoft.com/office/drawing/2014/main" id="{1544CBF2-45DD-3E8D-FB75-E294CCF14DC9}"/>
              </a:ext>
            </a:extLst>
          </p:cNvPr>
          <p:cNvSpPr/>
          <p:nvPr/>
        </p:nvSpPr>
        <p:spPr>
          <a:xfrm>
            <a:off x="5712486" y="2688734"/>
            <a:ext cx="479644" cy="279431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  <a:gd name="connsiteX0" fmla="*/ 0 w 533400"/>
              <a:gd name="connsiteY0" fmla="*/ 718670 h 718670"/>
              <a:gd name="connsiteX1" fmla="*/ 149225 w 533400"/>
              <a:gd name="connsiteY1" fmla="*/ 566270 h 718670"/>
              <a:gd name="connsiteX2" fmla="*/ 274560 w 533400"/>
              <a:gd name="connsiteY2" fmla="*/ 0 h 718670"/>
              <a:gd name="connsiteX3" fmla="*/ 393700 w 533400"/>
              <a:gd name="connsiteY3" fmla="*/ 569445 h 718670"/>
              <a:gd name="connsiteX4" fmla="*/ 533400 w 533400"/>
              <a:gd name="connsiteY4" fmla="*/ 715495 h 718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718670">
                <a:moveTo>
                  <a:pt x="0" y="718670"/>
                </a:moveTo>
                <a:cubicBezTo>
                  <a:pt x="52387" y="703853"/>
                  <a:pt x="103465" y="686048"/>
                  <a:pt x="149225" y="566270"/>
                </a:cubicBezTo>
                <a:cubicBezTo>
                  <a:pt x="194985" y="446492"/>
                  <a:pt x="233814" y="-529"/>
                  <a:pt x="274560" y="0"/>
                </a:cubicBezTo>
                <a:cubicBezTo>
                  <a:pt x="315306" y="529"/>
                  <a:pt x="349250" y="447207"/>
                  <a:pt x="393700" y="569445"/>
                </a:cubicBezTo>
                <a:cubicBezTo>
                  <a:pt x="438150" y="691682"/>
                  <a:pt x="485775" y="703588"/>
                  <a:pt x="533400" y="715495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8" name="图片 327">
            <a:extLst>
              <a:ext uri="{FF2B5EF4-FFF2-40B4-BE49-F238E27FC236}">
                <a16:creationId xmlns:a16="http://schemas.microsoft.com/office/drawing/2014/main" id="{B5B0FC04-4C49-87CB-7434-6A1089D4FF7D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278" b="89691" l="7547" r="89623">
                        <a14:foregroundMark x1="23585" y1="18557" x2="7547" y2="76289"/>
                        <a14:foregroundMark x1="8491" y1="77320" x2="16981" y2="79381"/>
                        <a14:foregroundMark x1="16981" y1="79381" x2="31132" y2="39175"/>
                        <a14:foregroundMark x1="32075" y1="39175" x2="30189" y2="85567"/>
                        <a14:foregroundMark x1="30189" y1="85567" x2="66038" y2="84536"/>
                        <a14:foregroundMark x1="66038" y1="84536" x2="67925" y2="39175"/>
                        <a14:foregroundMark x1="68868" y1="39175" x2="80189" y2="80412"/>
                        <a14:foregroundMark x1="81132" y1="79381" x2="88679" y2="74227"/>
                        <a14:foregroundMark x1="86792" y1="72165" x2="75472" y2="21649"/>
                        <a14:foregroundMark x1="75472" y1="21649" x2="61321" y2="12371"/>
                        <a14:foregroundMark x1="59434" y1="14433" x2="38679" y2="14433"/>
                        <a14:foregroundMark x1="39623" y1="14433" x2="23585" y2="19588"/>
                        <a14:foregroundMark x1="23585" y1="19588" x2="20755" y2="45361"/>
                        <a14:foregroundMark x1="22642" y1="43299" x2="50000" y2="28866"/>
                        <a14:foregroundMark x1="33962" y1="28866" x2="48113" y2="54639"/>
                        <a14:foregroundMark x1="58491" y1="37113" x2="47170" y2="72165"/>
                        <a14:foregroundMark x1="50000" y1="39175" x2="50000" y2="39175"/>
                        <a14:foregroundMark x1="58491" y1="60825" x2="58491" y2="64948"/>
                        <a14:foregroundMark x1="50943" y1="76289" x2="44340" y2="43299"/>
                        <a14:foregroundMark x1="42453" y1="67010" x2="42453" y2="670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94431" y="2538039"/>
            <a:ext cx="380481" cy="390019"/>
          </a:xfrm>
          <a:prstGeom prst="rect">
            <a:avLst/>
          </a:prstGeom>
        </p:spPr>
      </p:pic>
      <p:sp>
        <p:nvSpPr>
          <p:cNvPr id="329" name="任意多边形: 形状 328">
            <a:extLst>
              <a:ext uri="{FF2B5EF4-FFF2-40B4-BE49-F238E27FC236}">
                <a16:creationId xmlns:a16="http://schemas.microsoft.com/office/drawing/2014/main" id="{DB1BB8C6-059A-0EF7-EF2F-EF0DA09B39AA}"/>
              </a:ext>
            </a:extLst>
          </p:cNvPr>
          <p:cNvSpPr/>
          <p:nvPr/>
        </p:nvSpPr>
        <p:spPr>
          <a:xfrm>
            <a:off x="6582285" y="2623728"/>
            <a:ext cx="447263" cy="348875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  <a:gd name="connsiteX0" fmla="*/ 0 w 533400"/>
              <a:gd name="connsiteY0" fmla="*/ 718670 h 718670"/>
              <a:gd name="connsiteX1" fmla="*/ 149225 w 533400"/>
              <a:gd name="connsiteY1" fmla="*/ 566270 h 718670"/>
              <a:gd name="connsiteX2" fmla="*/ 274560 w 533400"/>
              <a:gd name="connsiteY2" fmla="*/ 0 h 718670"/>
              <a:gd name="connsiteX3" fmla="*/ 393700 w 533400"/>
              <a:gd name="connsiteY3" fmla="*/ 569445 h 718670"/>
              <a:gd name="connsiteX4" fmla="*/ 533400 w 533400"/>
              <a:gd name="connsiteY4" fmla="*/ 715495 h 718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718670">
                <a:moveTo>
                  <a:pt x="0" y="718670"/>
                </a:moveTo>
                <a:cubicBezTo>
                  <a:pt x="52387" y="703853"/>
                  <a:pt x="103465" y="686048"/>
                  <a:pt x="149225" y="566270"/>
                </a:cubicBezTo>
                <a:cubicBezTo>
                  <a:pt x="194985" y="446492"/>
                  <a:pt x="233814" y="-529"/>
                  <a:pt x="274560" y="0"/>
                </a:cubicBezTo>
                <a:cubicBezTo>
                  <a:pt x="315306" y="529"/>
                  <a:pt x="349250" y="447207"/>
                  <a:pt x="393700" y="569445"/>
                </a:cubicBezTo>
                <a:cubicBezTo>
                  <a:pt x="438150" y="691682"/>
                  <a:pt x="485775" y="703588"/>
                  <a:pt x="533400" y="715495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箭头: 右 329">
            <a:extLst>
              <a:ext uri="{FF2B5EF4-FFF2-40B4-BE49-F238E27FC236}">
                <a16:creationId xmlns:a16="http://schemas.microsoft.com/office/drawing/2014/main" id="{DC6BA408-9469-F6E1-5F00-16514E3AFC63}"/>
              </a:ext>
            </a:extLst>
          </p:cNvPr>
          <p:cNvSpPr/>
          <p:nvPr/>
        </p:nvSpPr>
        <p:spPr>
          <a:xfrm rot="5400000">
            <a:off x="5135001" y="2155773"/>
            <a:ext cx="273645" cy="308344"/>
          </a:xfrm>
          <a:prstGeom prst="rightArrow">
            <a:avLst/>
          </a:prstGeom>
          <a:noFill/>
          <a:ln w="28575">
            <a:solidFill>
              <a:srgbClr val="BF9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1" name="文本框 330">
            <a:extLst>
              <a:ext uri="{FF2B5EF4-FFF2-40B4-BE49-F238E27FC236}">
                <a16:creationId xmlns:a16="http://schemas.microsoft.com/office/drawing/2014/main" id="{0156C139-7A14-2D28-6DF6-0A2E37A0BAB6}"/>
              </a:ext>
            </a:extLst>
          </p:cNvPr>
          <p:cNvSpPr txBox="1"/>
          <p:nvPr/>
        </p:nvSpPr>
        <p:spPr>
          <a:xfrm>
            <a:off x="3915181" y="3939290"/>
            <a:ext cx="1172612" cy="519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411" marR="4813" indent="-64980" algn="ctr">
              <a:lnSpc>
                <a:spcPct val="102499"/>
              </a:lnSpc>
              <a:spcBef>
                <a:spcPts val="85"/>
              </a:spcBef>
            </a:pPr>
            <a:r>
              <a:rPr lang="en-US" altLang="zh-CN" sz="1400" b="1" spc="-9" dirty="0">
                <a:latin typeface="Times New Roman"/>
                <a:cs typeface="Times New Roman"/>
              </a:rPr>
              <a:t>Backdoor Adjustment</a:t>
            </a:r>
            <a:endParaRPr lang="en-US" altLang="zh-CN" sz="14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文本框 331">
                <a:extLst>
                  <a:ext uri="{FF2B5EF4-FFF2-40B4-BE49-F238E27FC236}">
                    <a16:creationId xmlns:a16="http://schemas.microsoft.com/office/drawing/2014/main" id="{1249FEC0-DAD7-EB04-708E-B779D6AEC33B}"/>
                  </a:ext>
                </a:extLst>
              </p:cNvPr>
              <p:cNvSpPr txBox="1"/>
              <p:nvPr/>
            </p:nvSpPr>
            <p:spPr>
              <a:xfrm>
                <a:off x="4506835" y="2826024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2" name="文本框 331">
                <a:extLst>
                  <a:ext uri="{FF2B5EF4-FFF2-40B4-BE49-F238E27FC236}">
                    <a16:creationId xmlns:a16="http://schemas.microsoft.com/office/drawing/2014/main" id="{1249FEC0-DAD7-EB04-708E-B779D6AEC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835" y="2826024"/>
                <a:ext cx="435314" cy="215444"/>
              </a:xfrm>
              <a:prstGeom prst="rect">
                <a:avLst/>
              </a:prstGeom>
              <a:blipFill>
                <a:blip r:embed="rId51"/>
                <a:stretch>
                  <a:fillRect b="-1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文本框 332">
                <a:extLst>
                  <a:ext uri="{FF2B5EF4-FFF2-40B4-BE49-F238E27FC236}">
                    <a16:creationId xmlns:a16="http://schemas.microsoft.com/office/drawing/2014/main" id="{285D730F-D999-55ED-E9F0-3339C7C6ED31}"/>
                  </a:ext>
                </a:extLst>
              </p:cNvPr>
              <p:cNvSpPr txBox="1"/>
              <p:nvPr/>
            </p:nvSpPr>
            <p:spPr>
              <a:xfrm>
                <a:off x="5415760" y="2826024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3" name="文本框 332">
                <a:extLst>
                  <a:ext uri="{FF2B5EF4-FFF2-40B4-BE49-F238E27FC236}">
                    <a16:creationId xmlns:a16="http://schemas.microsoft.com/office/drawing/2014/main" id="{285D730F-D999-55ED-E9F0-3339C7C6E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5760" y="2826024"/>
                <a:ext cx="435314" cy="215444"/>
              </a:xfrm>
              <a:prstGeom prst="rect">
                <a:avLst/>
              </a:prstGeom>
              <a:blipFill>
                <a:blip r:embed="rId52"/>
                <a:stretch>
                  <a:fillRect b="-1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4" name="文本框 333">
                <a:extLst>
                  <a:ext uri="{FF2B5EF4-FFF2-40B4-BE49-F238E27FC236}">
                    <a16:creationId xmlns:a16="http://schemas.microsoft.com/office/drawing/2014/main" id="{78B3448D-BFB4-9A99-71B6-453C23C48761}"/>
                  </a:ext>
                </a:extLst>
              </p:cNvPr>
              <p:cNvSpPr txBox="1"/>
              <p:nvPr/>
            </p:nvSpPr>
            <p:spPr>
              <a:xfrm>
                <a:off x="6269039" y="2817552"/>
                <a:ext cx="4353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4" name="文本框 333">
                <a:extLst>
                  <a:ext uri="{FF2B5EF4-FFF2-40B4-BE49-F238E27FC236}">
                    <a16:creationId xmlns:a16="http://schemas.microsoft.com/office/drawing/2014/main" id="{78B3448D-BFB4-9A99-71B6-453C23C48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9039" y="2817552"/>
                <a:ext cx="435314" cy="215444"/>
              </a:xfrm>
              <a:prstGeom prst="rect">
                <a:avLst/>
              </a:prstGeom>
              <a:blipFill>
                <a:blip r:embed="rId5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5" name="组合 334">
            <a:extLst>
              <a:ext uri="{FF2B5EF4-FFF2-40B4-BE49-F238E27FC236}">
                <a16:creationId xmlns:a16="http://schemas.microsoft.com/office/drawing/2014/main" id="{22025C5E-C4CB-E582-DF91-6E9E5245616D}"/>
              </a:ext>
            </a:extLst>
          </p:cNvPr>
          <p:cNvGrpSpPr/>
          <p:nvPr/>
        </p:nvGrpSpPr>
        <p:grpSpPr>
          <a:xfrm>
            <a:off x="5665561" y="1226344"/>
            <a:ext cx="308123" cy="440780"/>
            <a:chOff x="10715589" y="1290080"/>
            <a:chExt cx="590413" cy="1079341"/>
          </a:xfrm>
        </p:grpSpPr>
        <p:sp>
          <p:nvSpPr>
            <p:cNvPr id="336" name="矩形 335">
              <a:extLst>
                <a:ext uri="{FF2B5EF4-FFF2-40B4-BE49-F238E27FC236}">
                  <a16:creationId xmlns:a16="http://schemas.microsoft.com/office/drawing/2014/main" id="{71FB2931-C008-9936-9AEE-FD174D7A3F9D}"/>
                </a:ext>
              </a:extLst>
            </p:cNvPr>
            <p:cNvSpPr/>
            <p:nvPr/>
          </p:nvSpPr>
          <p:spPr>
            <a:xfrm>
              <a:off x="10715589" y="1290080"/>
              <a:ext cx="590413" cy="10793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6"/>
            </a:p>
          </p:txBody>
        </p:sp>
        <p:pic>
          <p:nvPicPr>
            <p:cNvPr id="337" name="图片 336">
              <a:extLst>
                <a:ext uri="{FF2B5EF4-FFF2-40B4-BE49-F238E27FC236}">
                  <a16:creationId xmlns:a16="http://schemas.microsoft.com/office/drawing/2014/main" id="{C8EFC7A6-538C-4C03-BE92-0DAC20E60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780900" y="1339095"/>
              <a:ext cx="476729" cy="990768"/>
            </a:xfrm>
            <a:prstGeom prst="rect">
              <a:avLst/>
            </a:prstGeom>
          </p:spPr>
        </p:pic>
      </p:grpSp>
      <p:grpSp>
        <p:nvGrpSpPr>
          <p:cNvPr id="338" name="组合 337">
            <a:extLst>
              <a:ext uri="{FF2B5EF4-FFF2-40B4-BE49-F238E27FC236}">
                <a16:creationId xmlns:a16="http://schemas.microsoft.com/office/drawing/2014/main" id="{BF2BC201-3BFC-E29A-5D92-680273B87041}"/>
              </a:ext>
            </a:extLst>
          </p:cNvPr>
          <p:cNvGrpSpPr/>
          <p:nvPr/>
        </p:nvGrpSpPr>
        <p:grpSpPr>
          <a:xfrm>
            <a:off x="5582721" y="1336247"/>
            <a:ext cx="308123" cy="440780"/>
            <a:chOff x="10715589" y="1290080"/>
            <a:chExt cx="590413" cy="1079341"/>
          </a:xfrm>
        </p:grpSpPr>
        <p:sp>
          <p:nvSpPr>
            <p:cNvPr id="339" name="矩形 338">
              <a:extLst>
                <a:ext uri="{FF2B5EF4-FFF2-40B4-BE49-F238E27FC236}">
                  <a16:creationId xmlns:a16="http://schemas.microsoft.com/office/drawing/2014/main" id="{C9D3E70E-CC34-3ADF-D961-6FB1727DAC6C}"/>
                </a:ext>
              </a:extLst>
            </p:cNvPr>
            <p:cNvSpPr/>
            <p:nvPr/>
          </p:nvSpPr>
          <p:spPr>
            <a:xfrm>
              <a:off x="10715589" y="1290080"/>
              <a:ext cx="590413" cy="10793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26"/>
            </a:p>
          </p:txBody>
        </p:sp>
        <p:pic>
          <p:nvPicPr>
            <p:cNvPr id="340" name="图片 339">
              <a:extLst>
                <a:ext uri="{FF2B5EF4-FFF2-40B4-BE49-F238E27FC236}">
                  <a16:creationId xmlns:a16="http://schemas.microsoft.com/office/drawing/2014/main" id="{BA327848-3DD0-0E50-93D6-569442A862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780900" y="1339095"/>
              <a:ext cx="476729" cy="990768"/>
            </a:xfrm>
            <a:prstGeom prst="rect">
              <a:avLst/>
            </a:prstGeom>
          </p:spPr>
        </p:pic>
      </p:grpSp>
      <p:pic>
        <p:nvPicPr>
          <p:cNvPr id="341" name="图片 340">
            <a:extLst>
              <a:ext uri="{FF2B5EF4-FFF2-40B4-BE49-F238E27FC236}">
                <a16:creationId xmlns:a16="http://schemas.microsoft.com/office/drawing/2014/main" id="{1F1BB0ED-AAC6-78DF-A3AC-6E198DB9139A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278" b="89691" l="7547" r="89623">
                        <a14:foregroundMark x1="23585" y1="18557" x2="7547" y2="76289"/>
                        <a14:foregroundMark x1="8491" y1="77320" x2="16981" y2="79381"/>
                        <a14:foregroundMark x1="16981" y1="79381" x2="31132" y2="39175"/>
                        <a14:foregroundMark x1="32075" y1="39175" x2="30189" y2="85567"/>
                        <a14:foregroundMark x1="30189" y1="85567" x2="66038" y2="84536"/>
                        <a14:foregroundMark x1="66038" y1="84536" x2="67925" y2="39175"/>
                        <a14:foregroundMark x1="68868" y1="39175" x2="80189" y2="80412"/>
                        <a14:foregroundMark x1="81132" y1="79381" x2="88679" y2="74227"/>
                        <a14:foregroundMark x1="86792" y1="72165" x2="75472" y2="21649"/>
                        <a14:foregroundMark x1="75472" y1="21649" x2="61321" y2="12371"/>
                        <a14:foregroundMark x1="59434" y1="14433" x2="38679" y2="14433"/>
                        <a14:foregroundMark x1="39623" y1="14433" x2="23585" y2="19588"/>
                        <a14:foregroundMark x1="23585" y1="19588" x2="20755" y2="45361"/>
                        <a14:foregroundMark x1="22642" y1="43299" x2="50000" y2="28866"/>
                        <a14:foregroundMark x1="33962" y1="28866" x2="48113" y2="54639"/>
                        <a14:foregroundMark x1="58491" y1="37113" x2="47170" y2="72165"/>
                        <a14:foregroundMark x1="50000" y1="39175" x2="50000" y2="39175"/>
                        <a14:foregroundMark x1="58491" y1="60825" x2="58491" y2="64948"/>
                        <a14:foregroundMark x1="50943" y1="76289" x2="44340" y2="43299"/>
                        <a14:foregroundMark x1="42453" y1="67010" x2="42453" y2="670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05343" y="1252302"/>
            <a:ext cx="380481" cy="390019"/>
          </a:xfrm>
          <a:prstGeom prst="rect">
            <a:avLst/>
          </a:prstGeom>
        </p:spPr>
      </p:pic>
      <p:pic>
        <p:nvPicPr>
          <p:cNvPr id="342" name="图片 341">
            <a:extLst>
              <a:ext uri="{FF2B5EF4-FFF2-40B4-BE49-F238E27FC236}">
                <a16:creationId xmlns:a16="http://schemas.microsoft.com/office/drawing/2014/main" id="{CFAEF6E4-D35E-5D26-5768-E6A7D70B41F8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278" b="89691" l="7547" r="89623">
                        <a14:foregroundMark x1="23585" y1="18557" x2="7547" y2="76289"/>
                        <a14:foregroundMark x1="8491" y1="77320" x2="16981" y2="79381"/>
                        <a14:foregroundMark x1="16981" y1="79381" x2="31132" y2="39175"/>
                        <a14:foregroundMark x1="32075" y1="39175" x2="30189" y2="85567"/>
                        <a14:foregroundMark x1="30189" y1="85567" x2="66038" y2="84536"/>
                        <a14:foregroundMark x1="66038" y1="84536" x2="67925" y2="39175"/>
                        <a14:foregroundMark x1="68868" y1="39175" x2="80189" y2="80412"/>
                        <a14:foregroundMark x1="81132" y1="79381" x2="88679" y2="74227"/>
                        <a14:foregroundMark x1="86792" y1="72165" x2="75472" y2="21649"/>
                        <a14:foregroundMark x1="75472" y1="21649" x2="61321" y2="12371"/>
                        <a14:foregroundMark x1="59434" y1="14433" x2="38679" y2="14433"/>
                        <a14:foregroundMark x1="39623" y1="14433" x2="23585" y2="19588"/>
                        <a14:foregroundMark x1="23585" y1="19588" x2="20755" y2="45361"/>
                        <a14:foregroundMark x1="22642" y1="43299" x2="50000" y2="28866"/>
                        <a14:foregroundMark x1="33962" y1="28866" x2="48113" y2="54639"/>
                        <a14:foregroundMark x1="58491" y1="37113" x2="47170" y2="72165"/>
                        <a14:foregroundMark x1="50000" y1="39175" x2="50000" y2="39175"/>
                        <a14:foregroundMark x1="58491" y1="60825" x2="58491" y2="64948"/>
                        <a14:foregroundMark x1="50943" y1="76289" x2="44340" y2="43299"/>
                        <a14:foregroundMark x1="42453" y1="67010" x2="42453" y2="670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265" y="1318800"/>
            <a:ext cx="380481" cy="390019"/>
          </a:xfrm>
          <a:prstGeom prst="rect">
            <a:avLst/>
          </a:prstGeom>
        </p:spPr>
      </p:pic>
      <p:sp>
        <p:nvSpPr>
          <p:cNvPr id="343" name="矩形 342">
            <a:extLst>
              <a:ext uri="{FF2B5EF4-FFF2-40B4-BE49-F238E27FC236}">
                <a16:creationId xmlns:a16="http://schemas.microsoft.com/office/drawing/2014/main" id="{48968771-25B9-B5C3-CBBF-0903E8AF9EDF}"/>
              </a:ext>
            </a:extLst>
          </p:cNvPr>
          <p:cNvSpPr/>
          <p:nvPr/>
        </p:nvSpPr>
        <p:spPr>
          <a:xfrm>
            <a:off x="639746" y="615345"/>
            <a:ext cx="13091524" cy="7777714"/>
          </a:xfrm>
          <a:prstGeom prst="rect">
            <a:avLst/>
          </a:prstGeom>
          <a:noFill/>
          <a:ln w="19050">
            <a:solidFill>
              <a:srgbClr val="00206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4" name="组合 343">
            <a:extLst>
              <a:ext uri="{FF2B5EF4-FFF2-40B4-BE49-F238E27FC236}">
                <a16:creationId xmlns:a16="http://schemas.microsoft.com/office/drawing/2014/main" id="{0E4550E3-DC7E-46E2-8C07-6F0E1A2980A7}"/>
              </a:ext>
            </a:extLst>
          </p:cNvPr>
          <p:cNvGrpSpPr/>
          <p:nvPr/>
        </p:nvGrpSpPr>
        <p:grpSpPr>
          <a:xfrm>
            <a:off x="7544030" y="3501022"/>
            <a:ext cx="707850" cy="724554"/>
            <a:chOff x="4534247" y="6079615"/>
            <a:chExt cx="586629" cy="600472"/>
          </a:xfrm>
          <a:solidFill>
            <a:srgbClr val="E0E8F5">
              <a:alpha val="60000"/>
            </a:srgbClr>
          </a:solidFill>
        </p:grpSpPr>
        <p:sp>
          <p:nvSpPr>
            <p:cNvPr id="345" name="矩形 344">
              <a:extLst>
                <a:ext uri="{FF2B5EF4-FFF2-40B4-BE49-F238E27FC236}">
                  <a16:creationId xmlns:a16="http://schemas.microsoft.com/office/drawing/2014/main" id="{C74D9BE6-F21E-C883-DDEC-63442E2554AA}"/>
                </a:ext>
              </a:extLst>
            </p:cNvPr>
            <p:cNvSpPr/>
            <p:nvPr/>
          </p:nvSpPr>
          <p:spPr>
            <a:xfrm>
              <a:off x="4732732" y="6079615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346" name="矩形 345">
              <a:extLst>
                <a:ext uri="{FF2B5EF4-FFF2-40B4-BE49-F238E27FC236}">
                  <a16:creationId xmlns:a16="http://schemas.microsoft.com/office/drawing/2014/main" id="{EF684CFA-DA6D-C3CE-5845-450C638B5C68}"/>
                </a:ext>
              </a:extLst>
            </p:cNvPr>
            <p:cNvSpPr/>
            <p:nvPr/>
          </p:nvSpPr>
          <p:spPr>
            <a:xfrm>
              <a:off x="4665423" y="6147895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347" name="矩形 346">
              <a:extLst>
                <a:ext uri="{FF2B5EF4-FFF2-40B4-BE49-F238E27FC236}">
                  <a16:creationId xmlns:a16="http://schemas.microsoft.com/office/drawing/2014/main" id="{D8E388AD-052B-AE7D-7D68-58522D03B257}"/>
                </a:ext>
              </a:extLst>
            </p:cNvPr>
            <p:cNvSpPr/>
            <p:nvPr/>
          </p:nvSpPr>
          <p:spPr>
            <a:xfrm>
              <a:off x="4601556" y="6217728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  <p:sp>
          <p:nvSpPr>
            <p:cNvPr id="348" name="矩形 347">
              <a:extLst>
                <a:ext uri="{FF2B5EF4-FFF2-40B4-BE49-F238E27FC236}">
                  <a16:creationId xmlns:a16="http://schemas.microsoft.com/office/drawing/2014/main" id="{261635CE-D133-30E8-37E5-9BF6CFF979B3}"/>
                </a:ext>
              </a:extLst>
            </p:cNvPr>
            <p:cNvSpPr/>
            <p:nvPr/>
          </p:nvSpPr>
          <p:spPr>
            <a:xfrm>
              <a:off x="4534247" y="6286008"/>
              <a:ext cx="388144" cy="394079"/>
            </a:xfrm>
            <a:prstGeom prst="rect">
              <a:avLst/>
            </a:prstGeom>
            <a:grpFill/>
            <a:ln w="1905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72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文本框 348">
                <a:extLst>
                  <a:ext uri="{FF2B5EF4-FFF2-40B4-BE49-F238E27FC236}">
                    <a16:creationId xmlns:a16="http://schemas.microsoft.com/office/drawing/2014/main" id="{C8CEEC0A-01A0-DDE2-DF85-FF76CFC7D7BB}"/>
                  </a:ext>
                </a:extLst>
              </p:cNvPr>
              <p:cNvSpPr txBox="1"/>
              <p:nvPr/>
            </p:nvSpPr>
            <p:spPr>
              <a:xfrm>
                <a:off x="7695923" y="4253061"/>
                <a:ext cx="435314" cy="2358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9" name="文本框 348">
                <a:extLst>
                  <a:ext uri="{FF2B5EF4-FFF2-40B4-BE49-F238E27FC236}">
                    <a16:creationId xmlns:a16="http://schemas.microsoft.com/office/drawing/2014/main" id="{C8CEEC0A-01A0-DDE2-DF85-FF76CFC7D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5923" y="4253061"/>
                <a:ext cx="435314" cy="235834"/>
              </a:xfrm>
              <a:prstGeom prst="rect">
                <a:avLst/>
              </a:prstGeom>
              <a:blipFill>
                <a:blip r:embed="rId42"/>
                <a:stretch>
                  <a:fillRect l="-6944" r="-1389"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0" name="组合 349">
            <a:extLst>
              <a:ext uri="{FF2B5EF4-FFF2-40B4-BE49-F238E27FC236}">
                <a16:creationId xmlns:a16="http://schemas.microsoft.com/office/drawing/2014/main" id="{ED870EDA-0545-828D-4004-DA1D31626D42}"/>
              </a:ext>
            </a:extLst>
          </p:cNvPr>
          <p:cNvGrpSpPr/>
          <p:nvPr/>
        </p:nvGrpSpPr>
        <p:grpSpPr>
          <a:xfrm>
            <a:off x="8510641" y="3154268"/>
            <a:ext cx="463443" cy="472791"/>
            <a:chOff x="3283624" y="8102607"/>
            <a:chExt cx="378060" cy="385686"/>
          </a:xfrm>
        </p:grpSpPr>
        <p:sp>
          <p:nvSpPr>
            <p:cNvPr id="351" name="矩形 350">
              <a:extLst>
                <a:ext uri="{FF2B5EF4-FFF2-40B4-BE49-F238E27FC236}">
                  <a16:creationId xmlns:a16="http://schemas.microsoft.com/office/drawing/2014/main" id="{036E65F5-76BA-679E-399B-806694D5801D}"/>
                </a:ext>
              </a:extLst>
            </p:cNvPr>
            <p:cNvSpPr/>
            <p:nvPr/>
          </p:nvSpPr>
          <p:spPr>
            <a:xfrm>
              <a:off x="3283624" y="8102607"/>
              <a:ext cx="95706" cy="9570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2" name="矩形 351">
              <a:extLst>
                <a:ext uri="{FF2B5EF4-FFF2-40B4-BE49-F238E27FC236}">
                  <a16:creationId xmlns:a16="http://schemas.microsoft.com/office/drawing/2014/main" id="{6DB39000-35C6-0BCD-0D37-BC4AEC087F34}"/>
                </a:ext>
              </a:extLst>
            </p:cNvPr>
            <p:cNvSpPr/>
            <p:nvPr/>
          </p:nvSpPr>
          <p:spPr>
            <a:xfrm>
              <a:off x="3377742" y="8102607"/>
              <a:ext cx="95706" cy="9570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3" name="矩形 352">
              <a:extLst>
                <a:ext uri="{FF2B5EF4-FFF2-40B4-BE49-F238E27FC236}">
                  <a16:creationId xmlns:a16="http://schemas.microsoft.com/office/drawing/2014/main" id="{EBE94F47-22BF-5A74-3DDA-9FF26E115C83}"/>
                </a:ext>
              </a:extLst>
            </p:cNvPr>
            <p:cNvSpPr/>
            <p:nvPr/>
          </p:nvSpPr>
          <p:spPr>
            <a:xfrm>
              <a:off x="3283624" y="8200324"/>
              <a:ext cx="95706" cy="9570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4" name="矩形 353">
              <a:extLst>
                <a:ext uri="{FF2B5EF4-FFF2-40B4-BE49-F238E27FC236}">
                  <a16:creationId xmlns:a16="http://schemas.microsoft.com/office/drawing/2014/main" id="{2BFB457B-DD76-E5C2-A110-CAA556BD39A2}"/>
                </a:ext>
              </a:extLst>
            </p:cNvPr>
            <p:cNvSpPr/>
            <p:nvPr/>
          </p:nvSpPr>
          <p:spPr>
            <a:xfrm>
              <a:off x="3377742" y="8200324"/>
              <a:ext cx="95706" cy="957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5" name="矩形 354">
              <a:extLst>
                <a:ext uri="{FF2B5EF4-FFF2-40B4-BE49-F238E27FC236}">
                  <a16:creationId xmlns:a16="http://schemas.microsoft.com/office/drawing/2014/main" id="{2FB3FE51-AD51-EDFD-A753-2F91DCA41E94}"/>
                </a:ext>
              </a:extLst>
            </p:cNvPr>
            <p:cNvSpPr/>
            <p:nvPr/>
          </p:nvSpPr>
          <p:spPr>
            <a:xfrm>
              <a:off x="3471860" y="8102607"/>
              <a:ext cx="95706" cy="957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6" name="矩形 355">
              <a:extLst>
                <a:ext uri="{FF2B5EF4-FFF2-40B4-BE49-F238E27FC236}">
                  <a16:creationId xmlns:a16="http://schemas.microsoft.com/office/drawing/2014/main" id="{4EBB2B0B-ACA2-5455-0393-1105C9B0C9E1}"/>
                </a:ext>
              </a:extLst>
            </p:cNvPr>
            <p:cNvSpPr/>
            <p:nvPr/>
          </p:nvSpPr>
          <p:spPr>
            <a:xfrm>
              <a:off x="3565978" y="8102607"/>
              <a:ext cx="95706" cy="9570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7" name="矩形 356">
              <a:extLst>
                <a:ext uri="{FF2B5EF4-FFF2-40B4-BE49-F238E27FC236}">
                  <a16:creationId xmlns:a16="http://schemas.microsoft.com/office/drawing/2014/main" id="{C0EF5B71-DBFD-835A-6C49-5FB9DEABB97D}"/>
                </a:ext>
              </a:extLst>
            </p:cNvPr>
            <p:cNvSpPr/>
            <p:nvPr/>
          </p:nvSpPr>
          <p:spPr>
            <a:xfrm>
              <a:off x="3471860" y="8200324"/>
              <a:ext cx="95706" cy="9570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8" name="矩形 357">
              <a:extLst>
                <a:ext uri="{FF2B5EF4-FFF2-40B4-BE49-F238E27FC236}">
                  <a16:creationId xmlns:a16="http://schemas.microsoft.com/office/drawing/2014/main" id="{26520978-7ED1-E04D-CE11-83DAC0462B8A}"/>
                </a:ext>
              </a:extLst>
            </p:cNvPr>
            <p:cNvSpPr/>
            <p:nvPr/>
          </p:nvSpPr>
          <p:spPr>
            <a:xfrm>
              <a:off x="3565978" y="8200324"/>
              <a:ext cx="95706" cy="9570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9" name="矩形 358">
              <a:extLst>
                <a:ext uri="{FF2B5EF4-FFF2-40B4-BE49-F238E27FC236}">
                  <a16:creationId xmlns:a16="http://schemas.microsoft.com/office/drawing/2014/main" id="{CEBAF6FA-8A1F-C1F6-3EAD-0A6005AAD3AC}"/>
                </a:ext>
              </a:extLst>
            </p:cNvPr>
            <p:cNvSpPr/>
            <p:nvPr/>
          </p:nvSpPr>
          <p:spPr>
            <a:xfrm>
              <a:off x="3283624" y="8295602"/>
              <a:ext cx="95706" cy="9570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0" name="矩形 359">
              <a:extLst>
                <a:ext uri="{FF2B5EF4-FFF2-40B4-BE49-F238E27FC236}">
                  <a16:creationId xmlns:a16="http://schemas.microsoft.com/office/drawing/2014/main" id="{6930DAE9-6DB0-5431-C398-49C638A2891B}"/>
                </a:ext>
              </a:extLst>
            </p:cNvPr>
            <p:cNvSpPr/>
            <p:nvPr/>
          </p:nvSpPr>
          <p:spPr>
            <a:xfrm>
              <a:off x="3377742" y="8295602"/>
              <a:ext cx="95706" cy="9570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1" name="矩形 360">
              <a:extLst>
                <a:ext uri="{FF2B5EF4-FFF2-40B4-BE49-F238E27FC236}">
                  <a16:creationId xmlns:a16="http://schemas.microsoft.com/office/drawing/2014/main" id="{DE2CF181-E656-48CF-6D18-41FEB86EFA53}"/>
                </a:ext>
              </a:extLst>
            </p:cNvPr>
            <p:cNvSpPr/>
            <p:nvPr/>
          </p:nvSpPr>
          <p:spPr>
            <a:xfrm>
              <a:off x="3283624" y="8392587"/>
              <a:ext cx="95706" cy="957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2" name="矩形 361">
              <a:extLst>
                <a:ext uri="{FF2B5EF4-FFF2-40B4-BE49-F238E27FC236}">
                  <a16:creationId xmlns:a16="http://schemas.microsoft.com/office/drawing/2014/main" id="{F59101A2-6A71-0E5D-D7B9-4869CD87ADDA}"/>
                </a:ext>
              </a:extLst>
            </p:cNvPr>
            <p:cNvSpPr/>
            <p:nvPr/>
          </p:nvSpPr>
          <p:spPr>
            <a:xfrm>
              <a:off x="3377742" y="8392587"/>
              <a:ext cx="95706" cy="9570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3" name="矩形 362">
              <a:extLst>
                <a:ext uri="{FF2B5EF4-FFF2-40B4-BE49-F238E27FC236}">
                  <a16:creationId xmlns:a16="http://schemas.microsoft.com/office/drawing/2014/main" id="{AD774196-E87E-618D-DBD9-F4F88DB1FFE9}"/>
                </a:ext>
              </a:extLst>
            </p:cNvPr>
            <p:cNvSpPr/>
            <p:nvPr/>
          </p:nvSpPr>
          <p:spPr>
            <a:xfrm>
              <a:off x="3471860" y="8295602"/>
              <a:ext cx="95706" cy="9570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4" name="矩形 363">
              <a:extLst>
                <a:ext uri="{FF2B5EF4-FFF2-40B4-BE49-F238E27FC236}">
                  <a16:creationId xmlns:a16="http://schemas.microsoft.com/office/drawing/2014/main" id="{7E34C9E9-6B47-F758-BBEC-6496186747D9}"/>
                </a:ext>
              </a:extLst>
            </p:cNvPr>
            <p:cNvSpPr/>
            <p:nvPr/>
          </p:nvSpPr>
          <p:spPr>
            <a:xfrm>
              <a:off x="3565978" y="8295602"/>
              <a:ext cx="95706" cy="9570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5" name="矩形 364">
              <a:extLst>
                <a:ext uri="{FF2B5EF4-FFF2-40B4-BE49-F238E27FC236}">
                  <a16:creationId xmlns:a16="http://schemas.microsoft.com/office/drawing/2014/main" id="{179377FB-6AE8-6190-BA39-5CAC7C029D79}"/>
                </a:ext>
              </a:extLst>
            </p:cNvPr>
            <p:cNvSpPr/>
            <p:nvPr/>
          </p:nvSpPr>
          <p:spPr>
            <a:xfrm>
              <a:off x="3471860" y="8392587"/>
              <a:ext cx="95706" cy="9570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6" name="矩形 365">
              <a:extLst>
                <a:ext uri="{FF2B5EF4-FFF2-40B4-BE49-F238E27FC236}">
                  <a16:creationId xmlns:a16="http://schemas.microsoft.com/office/drawing/2014/main" id="{BF1B01D7-ABFA-3D41-97CB-7E2E3C9EBA5B}"/>
                </a:ext>
              </a:extLst>
            </p:cNvPr>
            <p:cNvSpPr/>
            <p:nvPr/>
          </p:nvSpPr>
          <p:spPr>
            <a:xfrm>
              <a:off x="3565978" y="8392587"/>
              <a:ext cx="95706" cy="9570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7" name="组合 366">
            <a:extLst>
              <a:ext uri="{FF2B5EF4-FFF2-40B4-BE49-F238E27FC236}">
                <a16:creationId xmlns:a16="http://schemas.microsoft.com/office/drawing/2014/main" id="{FEA94BDB-CE9A-7CFE-CC68-FB77AA74C1B5}"/>
              </a:ext>
            </a:extLst>
          </p:cNvPr>
          <p:cNvGrpSpPr/>
          <p:nvPr/>
        </p:nvGrpSpPr>
        <p:grpSpPr>
          <a:xfrm>
            <a:off x="8510334" y="2392586"/>
            <a:ext cx="463443" cy="472791"/>
            <a:chOff x="3283624" y="8102607"/>
            <a:chExt cx="378060" cy="385686"/>
          </a:xfrm>
        </p:grpSpPr>
        <p:sp>
          <p:nvSpPr>
            <p:cNvPr id="368" name="矩形 367">
              <a:extLst>
                <a:ext uri="{FF2B5EF4-FFF2-40B4-BE49-F238E27FC236}">
                  <a16:creationId xmlns:a16="http://schemas.microsoft.com/office/drawing/2014/main" id="{CC3E5DA6-D698-9051-8EB7-19648F507415}"/>
                </a:ext>
              </a:extLst>
            </p:cNvPr>
            <p:cNvSpPr/>
            <p:nvPr/>
          </p:nvSpPr>
          <p:spPr>
            <a:xfrm>
              <a:off x="3283624" y="8102607"/>
              <a:ext cx="95706" cy="9570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9" name="矩形 368">
              <a:extLst>
                <a:ext uri="{FF2B5EF4-FFF2-40B4-BE49-F238E27FC236}">
                  <a16:creationId xmlns:a16="http://schemas.microsoft.com/office/drawing/2014/main" id="{A0FE7FAB-2782-5690-9FC1-F6D14DC73185}"/>
                </a:ext>
              </a:extLst>
            </p:cNvPr>
            <p:cNvSpPr/>
            <p:nvPr/>
          </p:nvSpPr>
          <p:spPr>
            <a:xfrm>
              <a:off x="3377742" y="8102607"/>
              <a:ext cx="95706" cy="9570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0" name="矩形 369">
              <a:extLst>
                <a:ext uri="{FF2B5EF4-FFF2-40B4-BE49-F238E27FC236}">
                  <a16:creationId xmlns:a16="http://schemas.microsoft.com/office/drawing/2014/main" id="{754A74BB-B80E-55B1-39F4-1566EBEF88AF}"/>
                </a:ext>
              </a:extLst>
            </p:cNvPr>
            <p:cNvSpPr/>
            <p:nvPr/>
          </p:nvSpPr>
          <p:spPr>
            <a:xfrm>
              <a:off x="3283624" y="8200324"/>
              <a:ext cx="95706" cy="9570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1" name="矩形 370">
              <a:extLst>
                <a:ext uri="{FF2B5EF4-FFF2-40B4-BE49-F238E27FC236}">
                  <a16:creationId xmlns:a16="http://schemas.microsoft.com/office/drawing/2014/main" id="{DC73BC91-8FD6-FF05-FAD8-9EE1CC784ACE}"/>
                </a:ext>
              </a:extLst>
            </p:cNvPr>
            <p:cNvSpPr/>
            <p:nvPr/>
          </p:nvSpPr>
          <p:spPr>
            <a:xfrm>
              <a:off x="3377742" y="8200324"/>
              <a:ext cx="95706" cy="9570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2" name="矩形 371">
              <a:extLst>
                <a:ext uri="{FF2B5EF4-FFF2-40B4-BE49-F238E27FC236}">
                  <a16:creationId xmlns:a16="http://schemas.microsoft.com/office/drawing/2014/main" id="{BF7584F7-9041-5631-6EF7-2679816BB919}"/>
                </a:ext>
              </a:extLst>
            </p:cNvPr>
            <p:cNvSpPr/>
            <p:nvPr/>
          </p:nvSpPr>
          <p:spPr>
            <a:xfrm>
              <a:off x="3471860" y="8102607"/>
              <a:ext cx="95706" cy="9570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3" name="矩形 372">
              <a:extLst>
                <a:ext uri="{FF2B5EF4-FFF2-40B4-BE49-F238E27FC236}">
                  <a16:creationId xmlns:a16="http://schemas.microsoft.com/office/drawing/2014/main" id="{33511398-4090-39CC-F5D5-683317FB34CE}"/>
                </a:ext>
              </a:extLst>
            </p:cNvPr>
            <p:cNvSpPr/>
            <p:nvPr/>
          </p:nvSpPr>
          <p:spPr>
            <a:xfrm>
              <a:off x="3565978" y="8102607"/>
              <a:ext cx="95706" cy="9570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4" name="矩形 373">
              <a:extLst>
                <a:ext uri="{FF2B5EF4-FFF2-40B4-BE49-F238E27FC236}">
                  <a16:creationId xmlns:a16="http://schemas.microsoft.com/office/drawing/2014/main" id="{D65E2680-3A85-9D81-1685-D4C8768FEA1D}"/>
                </a:ext>
              </a:extLst>
            </p:cNvPr>
            <p:cNvSpPr/>
            <p:nvPr/>
          </p:nvSpPr>
          <p:spPr>
            <a:xfrm>
              <a:off x="3471860" y="8200324"/>
              <a:ext cx="95706" cy="9570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5" name="矩形 374">
              <a:extLst>
                <a:ext uri="{FF2B5EF4-FFF2-40B4-BE49-F238E27FC236}">
                  <a16:creationId xmlns:a16="http://schemas.microsoft.com/office/drawing/2014/main" id="{20BB8489-AB22-A2B8-DC7B-2F6D390D4C7B}"/>
                </a:ext>
              </a:extLst>
            </p:cNvPr>
            <p:cNvSpPr/>
            <p:nvPr/>
          </p:nvSpPr>
          <p:spPr>
            <a:xfrm>
              <a:off x="3565978" y="8200324"/>
              <a:ext cx="95706" cy="9570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6" name="矩形 375">
              <a:extLst>
                <a:ext uri="{FF2B5EF4-FFF2-40B4-BE49-F238E27FC236}">
                  <a16:creationId xmlns:a16="http://schemas.microsoft.com/office/drawing/2014/main" id="{A97B9040-C80E-43D6-62FC-778C4FA036E6}"/>
                </a:ext>
              </a:extLst>
            </p:cNvPr>
            <p:cNvSpPr/>
            <p:nvPr/>
          </p:nvSpPr>
          <p:spPr>
            <a:xfrm>
              <a:off x="3283624" y="8295602"/>
              <a:ext cx="95706" cy="9570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7" name="矩形 376">
              <a:extLst>
                <a:ext uri="{FF2B5EF4-FFF2-40B4-BE49-F238E27FC236}">
                  <a16:creationId xmlns:a16="http://schemas.microsoft.com/office/drawing/2014/main" id="{3C173744-7B1C-4D71-AC24-171457445FA4}"/>
                </a:ext>
              </a:extLst>
            </p:cNvPr>
            <p:cNvSpPr/>
            <p:nvPr/>
          </p:nvSpPr>
          <p:spPr>
            <a:xfrm>
              <a:off x="3377742" y="8295602"/>
              <a:ext cx="95706" cy="957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8" name="矩形 377">
              <a:extLst>
                <a:ext uri="{FF2B5EF4-FFF2-40B4-BE49-F238E27FC236}">
                  <a16:creationId xmlns:a16="http://schemas.microsoft.com/office/drawing/2014/main" id="{BF5B4A6C-07DD-23F3-6BBB-AD2D58D9E8BE}"/>
                </a:ext>
              </a:extLst>
            </p:cNvPr>
            <p:cNvSpPr/>
            <p:nvPr/>
          </p:nvSpPr>
          <p:spPr>
            <a:xfrm>
              <a:off x="3283624" y="8392587"/>
              <a:ext cx="95706" cy="9570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9" name="矩形 378">
              <a:extLst>
                <a:ext uri="{FF2B5EF4-FFF2-40B4-BE49-F238E27FC236}">
                  <a16:creationId xmlns:a16="http://schemas.microsoft.com/office/drawing/2014/main" id="{311037C4-032F-69C8-64D5-472F3A103653}"/>
                </a:ext>
              </a:extLst>
            </p:cNvPr>
            <p:cNvSpPr/>
            <p:nvPr/>
          </p:nvSpPr>
          <p:spPr>
            <a:xfrm>
              <a:off x="3377742" y="8392587"/>
              <a:ext cx="95706" cy="9570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0" name="矩形 379">
              <a:extLst>
                <a:ext uri="{FF2B5EF4-FFF2-40B4-BE49-F238E27FC236}">
                  <a16:creationId xmlns:a16="http://schemas.microsoft.com/office/drawing/2014/main" id="{BE661D5D-43FB-3FA5-223B-F0F9930C2670}"/>
                </a:ext>
              </a:extLst>
            </p:cNvPr>
            <p:cNvSpPr/>
            <p:nvPr/>
          </p:nvSpPr>
          <p:spPr>
            <a:xfrm>
              <a:off x="3471860" y="8295602"/>
              <a:ext cx="95706" cy="9570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1" name="矩形 380">
              <a:extLst>
                <a:ext uri="{FF2B5EF4-FFF2-40B4-BE49-F238E27FC236}">
                  <a16:creationId xmlns:a16="http://schemas.microsoft.com/office/drawing/2014/main" id="{F50D6223-C34F-B609-4D3B-EE6AEDEE5921}"/>
                </a:ext>
              </a:extLst>
            </p:cNvPr>
            <p:cNvSpPr/>
            <p:nvPr/>
          </p:nvSpPr>
          <p:spPr>
            <a:xfrm>
              <a:off x="3565978" y="8295602"/>
              <a:ext cx="95706" cy="9570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2" name="矩形 381">
              <a:extLst>
                <a:ext uri="{FF2B5EF4-FFF2-40B4-BE49-F238E27FC236}">
                  <a16:creationId xmlns:a16="http://schemas.microsoft.com/office/drawing/2014/main" id="{799CB80A-10FB-A342-F2B1-14FA2EA0877A}"/>
                </a:ext>
              </a:extLst>
            </p:cNvPr>
            <p:cNvSpPr/>
            <p:nvPr/>
          </p:nvSpPr>
          <p:spPr>
            <a:xfrm>
              <a:off x="3471860" y="8392587"/>
              <a:ext cx="95706" cy="9570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3" name="矩形 382">
              <a:extLst>
                <a:ext uri="{FF2B5EF4-FFF2-40B4-BE49-F238E27FC236}">
                  <a16:creationId xmlns:a16="http://schemas.microsoft.com/office/drawing/2014/main" id="{6EB794FE-940A-6689-9E19-442B46A07CD1}"/>
                </a:ext>
              </a:extLst>
            </p:cNvPr>
            <p:cNvSpPr/>
            <p:nvPr/>
          </p:nvSpPr>
          <p:spPr>
            <a:xfrm>
              <a:off x="3565978" y="8392587"/>
              <a:ext cx="95706" cy="957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20386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4" name="文本框 383">
                <a:extLst>
                  <a:ext uri="{FF2B5EF4-FFF2-40B4-BE49-F238E27FC236}">
                    <a16:creationId xmlns:a16="http://schemas.microsoft.com/office/drawing/2014/main" id="{5D366E2D-8346-1DBA-12DB-82AE1337DBCE}"/>
                  </a:ext>
                </a:extLst>
              </p:cNvPr>
              <p:cNvSpPr txBox="1"/>
              <p:nvPr/>
            </p:nvSpPr>
            <p:spPr>
              <a:xfrm>
                <a:off x="8301161" y="3619318"/>
                <a:ext cx="370638" cy="2358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4" name="文本框 383">
                <a:extLst>
                  <a:ext uri="{FF2B5EF4-FFF2-40B4-BE49-F238E27FC236}">
                    <a16:creationId xmlns:a16="http://schemas.microsoft.com/office/drawing/2014/main" id="{5D366E2D-8346-1DBA-12DB-82AE1337D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161" y="3619318"/>
                <a:ext cx="370638" cy="235834"/>
              </a:xfrm>
              <a:prstGeom prst="rect">
                <a:avLst/>
              </a:prstGeom>
              <a:blipFill>
                <a:blip r:embed="rId54"/>
                <a:stretch>
                  <a:fillRect l="-16393" r="-24590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5" name="文本框 384">
                <a:extLst>
                  <a:ext uri="{FF2B5EF4-FFF2-40B4-BE49-F238E27FC236}">
                    <a16:creationId xmlns:a16="http://schemas.microsoft.com/office/drawing/2014/main" id="{185AD19F-5CD1-FE08-757D-DB362A4EDCD0}"/>
                  </a:ext>
                </a:extLst>
              </p:cNvPr>
              <p:cNvSpPr txBox="1"/>
              <p:nvPr/>
            </p:nvSpPr>
            <p:spPr>
              <a:xfrm>
                <a:off x="7928818" y="2843926"/>
                <a:ext cx="818255" cy="2358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5" name="文本框 384">
                <a:extLst>
                  <a:ext uri="{FF2B5EF4-FFF2-40B4-BE49-F238E27FC236}">
                    <a16:creationId xmlns:a16="http://schemas.microsoft.com/office/drawing/2014/main" id="{185AD19F-5CD1-FE08-757D-DB362A4ED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8818" y="2843926"/>
                <a:ext cx="818255" cy="235834"/>
              </a:xfrm>
              <a:prstGeom prst="rect">
                <a:avLst/>
              </a:prstGeom>
              <a:blipFill>
                <a:blip r:embed="rId55"/>
                <a:stretch>
                  <a:fillRect l="-2985" r="-746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6" name="立方体 385">
            <a:extLst>
              <a:ext uri="{FF2B5EF4-FFF2-40B4-BE49-F238E27FC236}">
                <a16:creationId xmlns:a16="http://schemas.microsoft.com/office/drawing/2014/main" id="{680A7816-6F3E-F60E-C9C2-76E5CD35D0C1}"/>
              </a:ext>
            </a:extLst>
          </p:cNvPr>
          <p:cNvSpPr/>
          <p:nvPr/>
        </p:nvSpPr>
        <p:spPr>
          <a:xfrm>
            <a:off x="9248792" y="3850844"/>
            <a:ext cx="396730" cy="395047"/>
          </a:xfrm>
          <a:prstGeom prst="cube">
            <a:avLst>
              <a:gd name="adj" fmla="val 66500"/>
            </a:avLst>
          </a:prstGeom>
          <a:solidFill>
            <a:srgbClr val="E0E8F5"/>
          </a:solidFill>
          <a:ln w="19050">
            <a:solidFill>
              <a:srgbClr val="20386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cxnSp>
        <p:nvCxnSpPr>
          <p:cNvPr id="387" name="直接箭头连接符 386">
            <a:extLst>
              <a:ext uri="{FF2B5EF4-FFF2-40B4-BE49-F238E27FC236}">
                <a16:creationId xmlns:a16="http://schemas.microsoft.com/office/drawing/2014/main" id="{A719BCBF-5DD1-8A61-2AF6-10C8ACCEA302}"/>
              </a:ext>
            </a:extLst>
          </p:cNvPr>
          <p:cNvCxnSpPr>
            <a:cxnSpLocks/>
            <a:endCxn id="390" idx="2"/>
          </p:cNvCxnSpPr>
          <p:nvPr/>
        </p:nvCxnSpPr>
        <p:spPr>
          <a:xfrm>
            <a:off x="8106215" y="4099173"/>
            <a:ext cx="546612" cy="313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连接符: 肘形 387">
            <a:extLst>
              <a:ext uri="{FF2B5EF4-FFF2-40B4-BE49-F238E27FC236}">
                <a16:creationId xmlns:a16="http://schemas.microsoft.com/office/drawing/2014/main" id="{FE901D8B-1F81-B9BC-31AC-E247E49CF8EE}"/>
              </a:ext>
            </a:extLst>
          </p:cNvPr>
          <p:cNvCxnSpPr>
            <a:cxnSpLocks/>
            <a:stCxn id="353" idx="1"/>
            <a:endCxn id="345" idx="0"/>
          </p:cNvCxnSpPr>
          <p:nvPr/>
        </p:nvCxnSpPr>
        <p:spPr>
          <a:xfrm rot="10800000" flipV="1">
            <a:off x="8017705" y="3332714"/>
            <a:ext cx="492936" cy="168307"/>
          </a:xfrm>
          <a:prstGeom prst="bentConnector2">
            <a:avLst/>
          </a:prstGeom>
          <a:ln w="19050">
            <a:solidFill>
              <a:srgbClr val="2E75B6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9" name="组合 388">
            <a:extLst>
              <a:ext uri="{FF2B5EF4-FFF2-40B4-BE49-F238E27FC236}">
                <a16:creationId xmlns:a16="http://schemas.microsoft.com/office/drawing/2014/main" id="{DCC57BED-FCDE-5C74-5717-DB9F5A06A9F7}"/>
              </a:ext>
            </a:extLst>
          </p:cNvPr>
          <p:cNvGrpSpPr/>
          <p:nvPr/>
        </p:nvGrpSpPr>
        <p:grpSpPr>
          <a:xfrm>
            <a:off x="8652827" y="4009486"/>
            <a:ext cx="180000" cy="180000"/>
            <a:chOff x="2860993" y="3897083"/>
            <a:chExt cx="135143" cy="135143"/>
          </a:xfrm>
        </p:grpSpPr>
        <p:sp>
          <p:nvSpPr>
            <p:cNvPr id="390" name="椭圆 389">
              <a:extLst>
                <a:ext uri="{FF2B5EF4-FFF2-40B4-BE49-F238E27FC236}">
                  <a16:creationId xmlns:a16="http://schemas.microsoft.com/office/drawing/2014/main" id="{20D53985-8BCC-E6DA-97F8-829BE62DC0FD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391" name="椭圆 390">
              <a:extLst>
                <a:ext uri="{FF2B5EF4-FFF2-40B4-BE49-F238E27FC236}">
                  <a16:creationId xmlns:a16="http://schemas.microsoft.com/office/drawing/2014/main" id="{D9DE36B1-DA1B-3FDA-0722-44D3E436A655}"/>
                </a:ext>
              </a:extLst>
            </p:cNvPr>
            <p:cNvSpPr/>
            <p:nvPr/>
          </p:nvSpPr>
          <p:spPr>
            <a:xfrm>
              <a:off x="2899093" y="3935183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 dirty="0"/>
            </a:p>
          </p:txBody>
        </p:sp>
      </p:grpSp>
      <p:cxnSp>
        <p:nvCxnSpPr>
          <p:cNvPr id="392" name="直接箭头连接符 391">
            <a:extLst>
              <a:ext uri="{FF2B5EF4-FFF2-40B4-BE49-F238E27FC236}">
                <a16:creationId xmlns:a16="http://schemas.microsoft.com/office/drawing/2014/main" id="{F9C777C0-F9A3-4312-2BAD-81A7F19C7BAF}"/>
              </a:ext>
            </a:extLst>
          </p:cNvPr>
          <p:cNvCxnSpPr>
            <a:cxnSpLocks/>
          </p:cNvCxnSpPr>
          <p:nvPr/>
        </p:nvCxnSpPr>
        <p:spPr>
          <a:xfrm>
            <a:off x="8842815" y="4098860"/>
            <a:ext cx="386981" cy="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3" name="文本框 392">
                <a:extLst>
                  <a:ext uri="{FF2B5EF4-FFF2-40B4-BE49-F238E27FC236}">
                    <a16:creationId xmlns:a16="http://schemas.microsoft.com/office/drawing/2014/main" id="{6BCA901A-1A82-C785-8E82-5EB2849C2BB1}"/>
                  </a:ext>
                </a:extLst>
              </p:cNvPr>
              <p:cNvSpPr txBox="1"/>
              <p:nvPr/>
            </p:nvSpPr>
            <p:spPr>
              <a:xfrm>
                <a:off x="9181637" y="4253061"/>
                <a:ext cx="459287" cy="2358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3" name="文本框 392">
                <a:extLst>
                  <a:ext uri="{FF2B5EF4-FFF2-40B4-BE49-F238E27FC236}">
                    <a16:creationId xmlns:a16="http://schemas.microsoft.com/office/drawing/2014/main" id="{6BCA901A-1A82-C785-8E82-5EB2849C2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1637" y="4253061"/>
                <a:ext cx="459287" cy="235834"/>
              </a:xfrm>
              <a:prstGeom prst="rect">
                <a:avLst/>
              </a:prstGeom>
              <a:blipFill>
                <a:blip r:embed="rId56"/>
                <a:stretch>
                  <a:fillRect l="-6579" b="-23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4" name="连接符: 肘形 393">
            <a:extLst>
              <a:ext uri="{FF2B5EF4-FFF2-40B4-BE49-F238E27FC236}">
                <a16:creationId xmlns:a16="http://schemas.microsoft.com/office/drawing/2014/main" id="{49BF48DA-87D5-7BC6-CC45-76338F05A153}"/>
              </a:ext>
            </a:extLst>
          </p:cNvPr>
          <p:cNvCxnSpPr>
            <a:cxnSpLocks/>
          </p:cNvCxnSpPr>
          <p:nvPr/>
        </p:nvCxnSpPr>
        <p:spPr>
          <a:xfrm rot="10800000" flipV="1">
            <a:off x="8027865" y="1281412"/>
            <a:ext cx="492936" cy="168307"/>
          </a:xfrm>
          <a:prstGeom prst="bentConnector2">
            <a:avLst/>
          </a:prstGeom>
          <a:ln w="19050">
            <a:solidFill>
              <a:srgbClr val="69924E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5" name="图片 394">
            <a:extLst>
              <a:ext uri="{FF2B5EF4-FFF2-40B4-BE49-F238E27FC236}">
                <a16:creationId xmlns:a16="http://schemas.microsoft.com/office/drawing/2014/main" id="{13FC0CC7-DCB0-DDA3-BF22-8D767EE2723B}"/>
              </a:ext>
            </a:extLst>
          </p:cNvPr>
          <p:cNvPicPr preferRelativeResize="0">
            <a:picLocks/>
          </p:cNvPicPr>
          <p:nvPr/>
        </p:nvPicPr>
        <p:blipFill>
          <a:blip r:embed="rId5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8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905" y="1203802"/>
            <a:ext cx="523345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96" name="图片 395">
            <a:extLst>
              <a:ext uri="{FF2B5EF4-FFF2-40B4-BE49-F238E27FC236}">
                <a16:creationId xmlns:a16="http://schemas.microsoft.com/office/drawing/2014/main" id="{6F59034B-AD25-2489-93AB-C7227B720FCF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BEBA8EAE-BF5A-486C-A8C5-ECC9F3942E4B}">
                <a14:imgProps xmlns:a14="http://schemas.microsoft.com/office/drawing/2010/main">
                  <a14:imgLayer r:embed="rId60">
                    <a14:imgEffect>
                      <a14:backgroundRemoval t="3704" b="97685" l="9735" r="89381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68191" y="1249097"/>
            <a:ext cx="470305" cy="747120"/>
          </a:xfrm>
          <a:prstGeom prst="rect">
            <a:avLst/>
          </a:prstGeom>
        </p:spPr>
      </p:pic>
      <p:pic>
        <p:nvPicPr>
          <p:cNvPr id="397" name="图片 396">
            <a:extLst>
              <a:ext uri="{FF2B5EF4-FFF2-40B4-BE49-F238E27FC236}">
                <a16:creationId xmlns:a16="http://schemas.microsoft.com/office/drawing/2014/main" id="{C0DF1AAC-291E-61A2-DF17-D1D65253D494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6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78" t="16425" r="25062" b="35359"/>
          <a:stretch/>
        </p:blipFill>
        <p:spPr>
          <a:xfrm>
            <a:off x="11582744" y="1175168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98" name="图片 397">
            <a:extLst>
              <a:ext uri="{FF2B5EF4-FFF2-40B4-BE49-F238E27FC236}">
                <a16:creationId xmlns:a16="http://schemas.microsoft.com/office/drawing/2014/main" id="{1A97977F-FDDA-3016-4362-38505E616CC9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3008" b="97494" l="9610" r="8961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2075" y="1376861"/>
            <a:ext cx="629777" cy="590400"/>
          </a:xfrm>
          <a:prstGeom prst="rect">
            <a:avLst/>
          </a:prstGeom>
        </p:spPr>
      </p:pic>
      <p:pic>
        <p:nvPicPr>
          <p:cNvPr id="399" name="图片 398">
            <a:extLst>
              <a:ext uri="{FF2B5EF4-FFF2-40B4-BE49-F238E27FC236}">
                <a16:creationId xmlns:a16="http://schemas.microsoft.com/office/drawing/2014/main" id="{5D1C93E8-847F-DE27-725B-3CCB57A8C797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0480" y="1149852"/>
            <a:ext cx="540358" cy="562560"/>
          </a:xfrm>
          <a:prstGeom prst="rect">
            <a:avLst/>
          </a:prstGeom>
        </p:spPr>
      </p:pic>
      <p:cxnSp>
        <p:nvCxnSpPr>
          <p:cNvPr id="400" name="连接符: 肘形 399">
            <a:extLst>
              <a:ext uri="{FF2B5EF4-FFF2-40B4-BE49-F238E27FC236}">
                <a16:creationId xmlns:a16="http://schemas.microsoft.com/office/drawing/2014/main" id="{735EE325-137E-326E-C571-DE0AE09E82AD}"/>
              </a:ext>
            </a:extLst>
          </p:cNvPr>
          <p:cNvCxnSpPr>
            <a:cxnSpLocks/>
          </p:cNvCxnSpPr>
          <p:nvPr/>
        </p:nvCxnSpPr>
        <p:spPr>
          <a:xfrm rot="16200000" flipV="1">
            <a:off x="9572004" y="2069519"/>
            <a:ext cx="385123" cy="361132"/>
          </a:xfrm>
          <a:prstGeom prst="bentConnector3">
            <a:avLst>
              <a:gd name="adj1" fmla="val 98805"/>
            </a:avLst>
          </a:prstGeom>
          <a:ln w="19050">
            <a:solidFill>
              <a:srgbClr val="69924E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1" name="文本框 400">
                <a:extLst>
                  <a:ext uri="{FF2B5EF4-FFF2-40B4-BE49-F238E27FC236}">
                    <a16:creationId xmlns:a16="http://schemas.microsoft.com/office/drawing/2014/main" id="{84244316-D800-F2D3-A0B8-8E729CA77FAF}"/>
                  </a:ext>
                </a:extLst>
              </p:cNvPr>
              <p:cNvSpPr txBox="1"/>
              <p:nvPr/>
            </p:nvSpPr>
            <p:spPr>
              <a:xfrm>
                <a:off x="9407459" y="3091750"/>
                <a:ext cx="370638" cy="2335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400" b="1" i="1"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  <m:sup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1" name="文本框 400">
                <a:extLst>
                  <a:ext uri="{FF2B5EF4-FFF2-40B4-BE49-F238E27FC236}">
                    <a16:creationId xmlns:a16="http://schemas.microsoft.com/office/drawing/2014/main" id="{84244316-D800-F2D3-A0B8-8E729CA77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7459" y="3091750"/>
                <a:ext cx="370638" cy="233590"/>
              </a:xfrm>
              <a:prstGeom prst="rect">
                <a:avLst/>
              </a:prstGeom>
              <a:blipFill>
                <a:blip r:embed="rId66"/>
                <a:stretch>
                  <a:fillRect r="-1639" b="-2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2" name="文本框 401">
                <a:extLst>
                  <a:ext uri="{FF2B5EF4-FFF2-40B4-BE49-F238E27FC236}">
                    <a16:creationId xmlns:a16="http://schemas.microsoft.com/office/drawing/2014/main" id="{2BE61838-518D-C7EB-7D0B-154B25127DE6}"/>
                  </a:ext>
                </a:extLst>
              </p:cNvPr>
              <p:cNvSpPr txBox="1"/>
              <p:nvPr/>
            </p:nvSpPr>
            <p:spPr>
              <a:xfrm>
                <a:off x="9426548" y="2618012"/>
                <a:ext cx="370638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𝒄𝒍𝒕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2" name="文本框 401">
                <a:extLst>
                  <a:ext uri="{FF2B5EF4-FFF2-40B4-BE49-F238E27FC236}">
                    <a16:creationId xmlns:a16="http://schemas.microsoft.com/office/drawing/2014/main" id="{2BE61838-518D-C7EB-7D0B-154B25127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548" y="2618012"/>
                <a:ext cx="370638" cy="215444"/>
              </a:xfrm>
              <a:prstGeom prst="rect">
                <a:avLst/>
              </a:prstGeom>
              <a:blipFill>
                <a:blip r:embed="rId67"/>
                <a:stretch>
                  <a:fillRect l="-4918" r="-1639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3" name="立方体 402">
            <a:extLst>
              <a:ext uri="{FF2B5EF4-FFF2-40B4-BE49-F238E27FC236}">
                <a16:creationId xmlns:a16="http://schemas.microsoft.com/office/drawing/2014/main" id="{F4D2F4A8-0596-9C68-8D05-D30F188E8F0A}"/>
              </a:ext>
            </a:extLst>
          </p:cNvPr>
          <p:cNvSpPr/>
          <p:nvPr/>
        </p:nvSpPr>
        <p:spPr>
          <a:xfrm>
            <a:off x="10942188" y="2957308"/>
            <a:ext cx="396730" cy="395047"/>
          </a:xfrm>
          <a:prstGeom prst="cube">
            <a:avLst>
              <a:gd name="adj" fmla="val 66500"/>
            </a:avLst>
          </a:prstGeom>
          <a:solidFill>
            <a:schemeClr val="accent6"/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404" name="立方体 403">
            <a:extLst>
              <a:ext uri="{FF2B5EF4-FFF2-40B4-BE49-F238E27FC236}">
                <a16:creationId xmlns:a16="http://schemas.microsoft.com/office/drawing/2014/main" id="{A4FCE0B2-219C-0FA2-654B-D6D3B919BDC9}"/>
              </a:ext>
            </a:extLst>
          </p:cNvPr>
          <p:cNvSpPr/>
          <p:nvPr/>
        </p:nvSpPr>
        <p:spPr>
          <a:xfrm>
            <a:off x="10942188" y="2473428"/>
            <a:ext cx="396730" cy="395047"/>
          </a:xfrm>
          <a:prstGeom prst="cube">
            <a:avLst>
              <a:gd name="adj" fmla="val 66500"/>
            </a:avLst>
          </a:prstGeom>
          <a:solidFill>
            <a:srgbClr val="92D050"/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405" name="立方体 404">
            <a:extLst>
              <a:ext uri="{FF2B5EF4-FFF2-40B4-BE49-F238E27FC236}">
                <a16:creationId xmlns:a16="http://schemas.microsoft.com/office/drawing/2014/main" id="{527F753F-F5C9-5299-A11F-29B4DEF7634C}"/>
              </a:ext>
            </a:extLst>
          </p:cNvPr>
          <p:cNvSpPr/>
          <p:nvPr/>
        </p:nvSpPr>
        <p:spPr>
          <a:xfrm>
            <a:off x="11744163" y="2953029"/>
            <a:ext cx="396730" cy="395047"/>
          </a:xfrm>
          <a:prstGeom prst="cube">
            <a:avLst>
              <a:gd name="adj" fmla="val 66500"/>
            </a:avLst>
          </a:prstGeom>
          <a:solidFill>
            <a:schemeClr val="accent6"/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406" name="立方体 405">
            <a:extLst>
              <a:ext uri="{FF2B5EF4-FFF2-40B4-BE49-F238E27FC236}">
                <a16:creationId xmlns:a16="http://schemas.microsoft.com/office/drawing/2014/main" id="{8B54777F-E66A-F391-7187-C1DF0A4C655E}"/>
              </a:ext>
            </a:extLst>
          </p:cNvPr>
          <p:cNvSpPr/>
          <p:nvPr/>
        </p:nvSpPr>
        <p:spPr>
          <a:xfrm>
            <a:off x="11744163" y="2469149"/>
            <a:ext cx="396730" cy="395047"/>
          </a:xfrm>
          <a:prstGeom prst="cube">
            <a:avLst>
              <a:gd name="adj" fmla="val 66500"/>
            </a:avLst>
          </a:prstGeom>
          <a:solidFill>
            <a:srgbClr val="92D050"/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407" name="立方体 406">
            <a:extLst>
              <a:ext uri="{FF2B5EF4-FFF2-40B4-BE49-F238E27FC236}">
                <a16:creationId xmlns:a16="http://schemas.microsoft.com/office/drawing/2014/main" id="{7B86DAEF-5F74-0781-BF1D-8387CD2C77EB}"/>
              </a:ext>
            </a:extLst>
          </p:cNvPr>
          <p:cNvSpPr/>
          <p:nvPr/>
        </p:nvSpPr>
        <p:spPr>
          <a:xfrm>
            <a:off x="12993628" y="2964890"/>
            <a:ext cx="396730" cy="395047"/>
          </a:xfrm>
          <a:prstGeom prst="cube">
            <a:avLst>
              <a:gd name="adj" fmla="val 66500"/>
            </a:avLst>
          </a:prstGeom>
          <a:solidFill>
            <a:schemeClr val="accent6"/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408" name="立方体 407">
            <a:extLst>
              <a:ext uri="{FF2B5EF4-FFF2-40B4-BE49-F238E27FC236}">
                <a16:creationId xmlns:a16="http://schemas.microsoft.com/office/drawing/2014/main" id="{C4DBB39E-695B-3437-A1DC-497C5D696FEA}"/>
              </a:ext>
            </a:extLst>
          </p:cNvPr>
          <p:cNvSpPr/>
          <p:nvPr/>
        </p:nvSpPr>
        <p:spPr>
          <a:xfrm>
            <a:off x="12993628" y="2481010"/>
            <a:ext cx="396730" cy="395047"/>
          </a:xfrm>
          <a:prstGeom prst="cube">
            <a:avLst>
              <a:gd name="adj" fmla="val 66500"/>
            </a:avLst>
          </a:prstGeom>
          <a:solidFill>
            <a:srgbClr val="92D050"/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409" name="任意多边形: 形状 408">
            <a:extLst>
              <a:ext uri="{FF2B5EF4-FFF2-40B4-BE49-F238E27FC236}">
                <a16:creationId xmlns:a16="http://schemas.microsoft.com/office/drawing/2014/main" id="{25DE1C12-7312-A42A-E4EB-7317E0335675}"/>
              </a:ext>
            </a:extLst>
          </p:cNvPr>
          <p:cNvSpPr/>
          <p:nvPr/>
        </p:nvSpPr>
        <p:spPr>
          <a:xfrm>
            <a:off x="10838701" y="3601215"/>
            <a:ext cx="625285" cy="412604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  <a:gd name="connsiteX0" fmla="*/ 0 w 533400"/>
              <a:gd name="connsiteY0" fmla="*/ 718670 h 718670"/>
              <a:gd name="connsiteX1" fmla="*/ 149225 w 533400"/>
              <a:gd name="connsiteY1" fmla="*/ 566270 h 718670"/>
              <a:gd name="connsiteX2" fmla="*/ 274560 w 533400"/>
              <a:gd name="connsiteY2" fmla="*/ 0 h 718670"/>
              <a:gd name="connsiteX3" fmla="*/ 393700 w 533400"/>
              <a:gd name="connsiteY3" fmla="*/ 569445 h 718670"/>
              <a:gd name="connsiteX4" fmla="*/ 533400 w 533400"/>
              <a:gd name="connsiteY4" fmla="*/ 715495 h 718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718670">
                <a:moveTo>
                  <a:pt x="0" y="718670"/>
                </a:moveTo>
                <a:cubicBezTo>
                  <a:pt x="52387" y="703853"/>
                  <a:pt x="103465" y="686048"/>
                  <a:pt x="149225" y="566270"/>
                </a:cubicBezTo>
                <a:cubicBezTo>
                  <a:pt x="194985" y="446492"/>
                  <a:pt x="233814" y="-529"/>
                  <a:pt x="274560" y="0"/>
                </a:cubicBezTo>
                <a:cubicBezTo>
                  <a:pt x="315306" y="529"/>
                  <a:pt x="349250" y="447207"/>
                  <a:pt x="393700" y="569445"/>
                </a:cubicBezTo>
                <a:cubicBezTo>
                  <a:pt x="438150" y="691682"/>
                  <a:pt x="485775" y="703588"/>
                  <a:pt x="533400" y="715495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0" name="任意多边形: 形状 409">
            <a:extLst>
              <a:ext uri="{FF2B5EF4-FFF2-40B4-BE49-F238E27FC236}">
                <a16:creationId xmlns:a16="http://schemas.microsoft.com/office/drawing/2014/main" id="{0DDB5470-A705-2008-978D-69A04D0D6D9E}"/>
              </a:ext>
            </a:extLst>
          </p:cNvPr>
          <p:cNvSpPr/>
          <p:nvPr/>
        </p:nvSpPr>
        <p:spPr>
          <a:xfrm>
            <a:off x="11730345" y="3700782"/>
            <a:ext cx="479644" cy="300821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  <a:gd name="connsiteX0" fmla="*/ 0 w 533400"/>
              <a:gd name="connsiteY0" fmla="*/ 718670 h 718670"/>
              <a:gd name="connsiteX1" fmla="*/ 149225 w 533400"/>
              <a:gd name="connsiteY1" fmla="*/ 566270 h 718670"/>
              <a:gd name="connsiteX2" fmla="*/ 274560 w 533400"/>
              <a:gd name="connsiteY2" fmla="*/ 0 h 718670"/>
              <a:gd name="connsiteX3" fmla="*/ 393700 w 533400"/>
              <a:gd name="connsiteY3" fmla="*/ 569445 h 718670"/>
              <a:gd name="connsiteX4" fmla="*/ 533400 w 533400"/>
              <a:gd name="connsiteY4" fmla="*/ 715495 h 718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718670">
                <a:moveTo>
                  <a:pt x="0" y="718670"/>
                </a:moveTo>
                <a:cubicBezTo>
                  <a:pt x="52387" y="703853"/>
                  <a:pt x="103465" y="686048"/>
                  <a:pt x="149225" y="566270"/>
                </a:cubicBezTo>
                <a:cubicBezTo>
                  <a:pt x="194985" y="446492"/>
                  <a:pt x="233814" y="-529"/>
                  <a:pt x="274560" y="0"/>
                </a:cubicBezTo>
                <a:cubicBezTo>
                  <a:pt x="315306" y="529"/>
                  <a:pt x="349250" y="447207"/>
                  <a:pt x="393700" y="569445"/>
                </a:cubicBezTo>
                <a:cubicBezTo>
                  <a:pt x="438150" y="691682"/>
                  <a:pt x="485775" y="703588"/>
                  <a:pt x="533400" y="715495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1" name="任意多边形: 形状 410">
            <a:extLst>
              <a:ext uri="{FF2B5EF4-FFF2-40B4-BE49-F238E27FC236}">
                <a16:creationId xmlns:a16="http://schemas.microsoft.com/office/drawing/2014/main" id="{8CA17D52-2E1D-00D3-BE8A-8E23C618673E}"/>
              </a:ext>
            </a:extLst>
          </p:cNvPr>
          <p:cNvSpPr/>
          <p:nvPr/>
        </p:nvSpPr>
        <p:spPr>
          <a:xfrm>
            <a:off x="13000997" y="3561297"/>
            <a:ext cx="447263" cy="445434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  <a:gd name="connsiteX0" fmla="*/ 0 w 533400"/>
              <a:gd name="connsiteY0" fmla="*/ 718670 h 718670"/>
              <a:gd name="connsiteX1" fmla="*/ 149225 w 533400"/>
              <a:gd name="connsiteY1" fmla="*/ 566270 h 718670"/>
              <a:gd name="connsiteX2" fmla="*/ 274560 w 533400"/>
              <a:gd name="connsiteY2" fmla="*/ 0 h 718670"/>
              <a:gd name="connsiteX3" fmla="*/ 393700 w 533400"/>
              <a:gd name="connsiteY3" fmla="*/ 569445 h 718670"/>
              <a:gd name="connsiteX4" fmla="*/ 533400 w 533400"/>
              <a:gd name="connsiteY4" fmla="*/ 715495 h 718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718670">
                <a:moveTo>
                  <a:pt x="0" y="718670"/>
                </a:moveTo>
                <a:cubicBezTo>
                  <a:pt x="52387" y="703853"/>
                  <a:pt x="103465" y="686048"/>
                  <a:pt x="149225" y="566270"/>
                </a:cubicBezTo>
                <a:cubicBezTo>
                  <a:pt x="194985" y="446492"/>
                  <a:pt x="233814" y="-529"/>
                  <a:pt x="274560" y="0"/>
                </a:cubicBezTo>
                <a:cubicBezTo>
                  <a:pt x="315306" y="529"/>
                  <a:pt x="349250" y="447207"/>
                  <a:pt x="393700" y="569445"/>
                </a:cubicBezTo>
                <a:cubicBezTo>
                  <a:pt x="438150" y="691682"/>
                  <a:pt x="485775" y="703588"/>
                  <a:pt x="533400" y="715495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立方体 411">
            <a:extLst>
              <a:ext uri="{FF2B5EF4-FFF2-40B4-BE49-F238E27FC236}">
                <a16:creationId xmlns:a16="http://schemas.microsoft.com/office/drawing/2014/main" id="{69A13D36-82DD-320B-5F55-2496A82785C6}"/>
              </a:ext>
            </a:extLst>
          </p:cNvPr>
          <p:cNvSpPr/>
          <p:nvPr/>
        </p:nvSpPr>
        <p:spPr>
          <a:xfrm>
            <a:off x="872488" y="7639448"/>
            <a:ext cx="396730" cy="395047"/>
          </a:xfrm>
          <a:prstGeom prst="cube">
            <a:avLst>
              <a:gd name="adj" fmla="val 66500"/>
            </a:avLst>
          </a:prstGeom>
          <a:solidFill>
            <a:srgbClr val="E0E8F5"/>
          </a:solidFill>
          <a:ln w="19050">
            <a:solidFill>
              <a:srgbClr val="20386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413" name="任意多边形: 形状 412">
            <a:extLst>
              <a:ext uri="{FF2B5EF4-FFF2-40B4-BE49-F238E27FC236}">
                <a16:creationId xmlns:a16="http://schemas.microsoft.com/office/drawing/2014/main" id="{B7ADD88D-8264-78B6-90F9-819812072C94}"/>
              </a:ext>
            </a:extLst>
          </p:cNvPr>
          <p:cNvSpPr/>
          <p:nvPr/>
        </p:nvSpPr>
        <p:spPr>
          <a:xfrm>
            <a:off x="695967" y="5431261"/>
            <a:ext cx="761560" cy="800112"/>
          </a:xfrm>
          <a:custGeom>
            <a:avLst/>
            <a:gdLst>
              <a:gd name="connsiteX0" fmla="*/ 0 w 533400"/>
              <a:gd name="connsiteY0" fmla="*/ 736600 h 736600"/>
              <a:gd name="connsiteX1" fmla="*/ 149225 w 533400"/>
              <a:gd name="connsiteY1" fmla="*/ 584200 h 736600"/>
              <a:gd name="connsiteX2" fmla="*/ 266700 w 533400"/>
              <a:gd name="connsiteY2" fmla="*/ 0 h 736600"/>
              <a:gd name="connsiteX3" fmla="*/ 393700 w 533400"/>
              <a:gd name="connsiteY3" fmla="*/ 587375 h 736600"/>
              <a:gd name="connsiteX4" fmla="*/ 533400 w 533400"/>
              <a:gd name="connsiteY4" fmla="*/ 733425 h 736600"/>
              <a:gd name="connsiteX0" fmla="*/ 0 w 533400"/>
              <a:gd name="connsiteY0" fmla="*/ 642471 h 642471"/>
              <a:gd name="connsiteX1" fmla="*/ 149225 w 533400"/>
              <a:gd name="connsiteY1" fmla="*/ 490071 h 642471"/>
              <a:gd name="connsiteX2" fmla="*/ 266700 w 533400"/>
              <a:gd name="connsiteY2" fmla="*/ 1 h 642471"/>
              <a:gd name="connsiteX3" fmla="*/ 393700 w 533400"/>
              <a:gd name="connsiteY3" fmla="*/ 493246 h 642471"/>
              <a:gd name="connsiteX4" fmla="*/ 533400 w 533400"/>
              <a:gd name="connsiteY4" fmla="*/ 639296 h 642471"/>
              <a:gd name="connsiteX0" fmla="*/ 0 w 533400"/>
              <a:gd name="connsiteY0" fmla="*/ 718670 h 718670"/>
              <a:gd name="connsiteX1" fmla="*/ 149225 w 533400"/>
              <a:gd name="connsiteY1" fmla="*/ 566270 h 718670"/>
              <a:gd name="connsiteX2" fmla="*/ 274560 w 533400"/>
              <a:gd name="connsiteY2" fmla="*/ 0 h 718670"/>
              <a:gd name="connsiteX3" fmla="*/ 393700 w 533400"/>
              <a:gd name="connsiteY3" fmla="*/ 569445 h 718670"/>
              <a:gd name="connsiteX4" fmla="*/ 533400 w 533400"/>
              <a:gd name="connsiteY4" fmla="*/ 715495 h 718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3400" h="718670">
                <a:moveTo>
                  <a:pt x="0" y="718670"/>
                </a:moveTo>
                <a:cubicBezTo>
                  <a:pt x="52387" y="703853"/>
                  <a:pt x="103465" y="686048"/>
                  <a:pt x="149225" y="566270"/>
                </a:cubicBezTo>
                <a:cubicBezTo>
                  <a:pt x="194985" y="446492"/>
                  <a:pt x="233814" y="-529"/>
                  <a:pt x="274560" y="0"/>
                </a:cubicBezTo>
                <a:cubicBezTo>
                  <a:pt x="315306" y="529"/>
                  <a:pt x="349250" y="447207"/>
                  <a:pt x="393700" y="569445"/>
                </a:cubicBezTo>
                <a:cubicBezTo>
                  <a:pt x="438150" y="691682"/>
                  <a:pt x="485775" y="703588"/>
                  <a:pt x="533400" y="715495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4" name="箭头: 右 413">
            <a:extLst>
              <a:ext uri="{FF2B5EF4-FFF2-40B4-BE49-F238E27FC236}">
                <a16:creationId xmlns:a16="http://schemas.microsoft.com/office/drawing/2014/main" id="{2AAC8A46-08C1-2C14-F7ED-A4AB0CF8F658}"/>
              </a:ext>
            </a:extLst>
          </p:cNvPr>
          <p:cNvSpPr/>
          <p:nvPr/>
        </p:nvSpPr>
        <p:spPr>
          <a:xfrm>
            <a:off x="1467253" y="5896189"/>
            <a:ext cx="422615" cy="308344"/>
          </a:xfrm>
          <a:prstGeom prst="rightArrow">
            <a:avLst/>
          </a:prstGeom>
          <a:noFill/>
          <a:ln w="28575">
            <a:solidFill>
              <a:srgbClr val="5482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5" name="文本框 414">
            <a:extLst>
              <a:ext uri="{FF2B5EF4-FFF2-40B4-BE49-F238E27FC236}">
                <a16:creationId xmlns:a16="http://schemas.microsoft.com/office/drawing/2014/main" id="{7CFB5B1F-665D-8151-9C83-0607B3174930}"/>
              </a:ext>
            </a:extLst>
          </p:cNvPr>
          <p:cNvSpPr txBox="1"/>
          <p:nvPr/>
        </p:nvSpPr>
        <p:spPr>
          <a:xfrm>
            <a:off x="1072286" y="5621526"/>
            <a:ext cx="975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立方体 415">
            <a:extLst>
              <a:ext uri="{FF2B5EF4-FFF2-40B4-BE49-F238E27FC236}">
                <a16:creationId xmlns:a16="http://schemas.microsoft.com/office/drawing/2014/main" id="{E3DE210D-6AC6-0444-D9F6-9402C9649268}"/>
              </a:ext>
            </a:extLst>
          </p:cNvPr>
          <p:cNvSpPr/>
          <p:nvPr/>
        </p:nvSpPr>
        <p:spPr>
          <a:xfrm>
            <a:off x="2007085" y="6081648"/>
            <a:ext cx="396730" cy="395047"/>
          </a:xfrm>
          <a:prstGeom prst="cube">
            <a:avLst>
              <a:gd name="adj" fmla="val 6650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417" name="立方体 416">
            <a:extLst>
              <a:ext uri="{FF2B5EF4-FFF2-40B4-BE49-F238E27FC236}">
                <a16:creationId xmlns:a16="http://schemas.microsoft.com/office/drawing/2014/main" id="{A7DFACDD-5425-A6AC-D761-238456D9CBCF}"/>
              </a:ext>
            </a:extLst>
          </p:cNvPr>
          <p:cNvSpPr/>
          <p:nvPr/>
        </p:nvSpPr>
        <p:spPr>
          <a:xfrm>
            <a:off x="1997755" y="5826420"/>
            <a:ext cx="396730" cy="395047"/>
          </a:xfrm>
          <a:prstGeom prst="cube">
            <a:avLst>
              <a:gd name="adj" fmla="val 6650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418" name="立方体 417">
            <a:extLst>
              <a:ext uri="{FF2B5EF4-FFF2-40B4-BE49-F238E27FC236}">
                <a16:creationId xmlns:a16="http://schemas.microsoft.com/office/drawing/2014/main" id="{B4E7E1D5-D51D-AF5C-ADF7-0D536E5BB6EF}"/>
              </a:ext>
            </a:extLst>
          </p:cNvPr>
          <p:cNvSpPr/>
          <p:nvPr/>
        </p:nvSpPr>
        <p:spPr>
          <a:xfrm>
            <a:off x="1997755" y="5540425"/>
            <a:ext cx="396730" cy="395047"/>
          </a:xfrm>
          <a:prstGeom prst="cube">
            <a:avLst>
              <a:gd name="adj" fmla="val 6650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" name="文本框 418">
                <a:extLst>
                  <a:ext uri="{FF2B5EF4-FFF2-40B4-BE49-F238E27FC236}">
                    <a16:creationId xmlns:a16="http://schemas.microsoft.com/office/drawing/2014/main" id="{DC3544F4-440D-4F68-5990-2CE39EBFCAEE}"/>
                  </a:ext>
                </a:extLst>
              </p:cNvPr>
              <p:cNvSpPr txBox="1"/>
              <p:nvPr/>
            </p:nvSpPr>
            <p:spPr>
              <a:xfrm>
                <a:off x="1140361" y="7875667"/>
                <a:ext cx="459287" cy="2358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𝒊𝒎𝒈</m:t>
                          </m:r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9" name="文本框 418">
                <a:extLst>
                  <a:ext uri="{FF2B5EF4-FFF2-40B4-BE49-F238E27FC236}">
                    <a16:creationId xmlns:a16="http://schemas.microsoft.com/office/drawing/2014/main" id="{DC3544F4-440D-4F68-5990-2CE39EBFCA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361" y="7875667"/>
                <a:ext cx="459287" cy="235834"/>
              </a:xfrm>
              <a:prstGeom prst="rect">
                <a:avLst/>
              </a:prstGeom>
              <a:blipFill>
                <a:blip r:embed="rId68"/>
                <a:stretch>
                  <a:fillRect l="-6667" b="-205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文本框 419">
                <a:extLst>
                  <a:ext uri="{FF2B5EF4-FFF2-40B4-BE49-F238E27FC236}">
                    <a16:creationId xmlns:a16="http://schemas.microsoft.com/office/drawing/2014/main" id="{52552671-EDCA-3A62-95A6-45003C52FD8D}"/>
                  </a:ext>
                </a:extLst>
              </p:cNvPr>
              <p:cNvSpPr txBox="1"/>
              <p:nvPr/>
            </p:nvSpPr>
            <p:spPr>
              <a:xfrm>
                <a:off x="1810836" y="5192474"/>
                <a:ext cx="814889" cy="2585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</a:rPr>
                                <m:t>𝒋𝑲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0" name="文本框 419">
                <a:extLst>
                  <a:ext uri="{FF2B5EF4-FFF2-40B4-BE49-F238E27FC236}">
                    <a16:creationId xmlns:a16="http://schemas.microsoft.com/office/drawing/2014/main" id="{52552671-EDCA-3A62-95A6-45003C52F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836" y="5192474"/>
                <a:ext cx="814889" cy="258597"/>
              </a:xfrm>
              <a:prstGeom prst="rect">
                <a:avLst/>
              </a:prstGeom>
              <a:blipFill>
                <a:blip r:embed="rId69"/>
                <a:stretch>
                  <a:fillRect l="-2985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1" name="文本框 420">
                <a:extLst>
                  <a:ext uri="{FF2B5EF4-FFF2-40B4-BE49-F238E27FC236}">
                    <a16:creationId xmlns:a16="http://schemas.microsoft.com/office/drawing/2014/main" id="{1ABD8B77-3C72-0CB9-DC64-58C05A686EC3}"/>
                  </a:ext>
                </a:extLst>
              </p:cNvPr>
              <p:cNvSpPr txBox="1"/>
              <p:nvPr/>
            </p:nvSpPr>
            <p:spPr>
              <a:xfrm>
                <a:off x="4256406" y="6238508"/>
                <a:ext cx="1214821" cy="2358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𝒋𝑲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1" name="文本框 420">
                <a:extLst>
                  <a:ext uri="{FF2B5EF4-FFF2-40B4-BE49-F238E27FC236}">
                    <a16:creationId xmlns:a16="http://schemas.microsoft.com/office/drawing/2014/main" id="{1ABD8B77-3C72-0CB9-DC64-58C05A686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406" y="6238508"/>
                <a:ext cx="1214821" cy="235834"/>
              </a:xfrm>
              <a:prstGeom prst="rect">
                <a:avLst/>
              </a:prstGeom>
              <a:blipFill>
                <a:blip r:embed="rId70"/>
                <a:stretch>
                  <a:fillRect l="-2000" r="-3500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2" name="立方体 421">
            <a:extLst>
              <a:ext uri="{FF2B5EF4-FFF2-40B4-BE49-F238E27FC236}">
                <a16:creationId xmlns:a16="http://schemas.microsoft.com/office/drawing/2014/main" id="{8558A11B-2D1A-C106-3BBB-92B72E2E7D13}"/>
              </a:ext>
            </a:extLst>
          </p:cNvPr>
          <p:cNvSpPr/>
          <p:nvPr/>
        </p:nvSpPr>
        <p:spPr>
          <a:xfrm>
            <a:off x="2730617" y="5094040"/>
            <a:ext cx="396730" cy="395047"/>
          </a:xfrm>
          <a:prstGeom prst="cube">
            <a:avLst>
              <a:gd name="adj" fmla="val 66500"/>
            </a:avLst>
          </a:prstGeom>
          <a:solidFill>
            <a:srgbClr val="92D050"/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3" name="文本框 422">
                <a:extLst>
                  <a:ext uri="{FF2B5EF4-FFF2-40B4-BE49-F238E27FC236}">
                    <a16:creationId xmlns:a16="http://schemas.microsoft.com/office/drawing/2014/main" id="{B9B23AF5-114C-EDCB-0736-95B7A4FCDEAC}"/>
                  </a:ext>
                </a:extLst>
              </p:cNvPr>
              <p:cNvSpPr txBox="1"/>
              <p:nvPr/>
            </p:nvSpPr>
            <p:spPr>
              <a:xfrm>
                <a:off x="3158956" y="5196646"/>
                <a:ext cx="370638" cy="257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1400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sz="14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23" name="文本框 422">
                <a:extLst>
                  <a:ext uri="{FF2B5EF4-FFF2-40B4-BE49-F238E27FC236}">
                    <a16:creationId xmlns:a16="http://schemas.microsoft.com/office/drawing/2014/main" id="{B9B23AF5-114C-EDCB-0736-95B7A4FCD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956" y="5196646"/>
                <a:ext cx="370638" cy="257443"/>
              </a:xfrm>
              <a:prstGeom prst="rect">
                <a:avLst/>
              </a:prstGeom>
              <a:blipFill>
                <a:blip r:embed="rId71"/>
                <a:stretch>
                  <a:fillRect b="-186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4" name="文本框 423">
                <a:extLst>
                  <a:ext uri="{FF2B5EF4-FFF2-40B4-BE49-F238E27FC236}">
                    <a16:creationId xmlns:a16="http://schemas.microsoft.com/office/drawing/2014/main" id="{3247CD14-5914-624D-7FE2-8FF5E2FDCBF9}"/>
                  </a:ext>
                </a:extLst>
              </p:cNvPr>
              <p:cNvSpPr txBox="1"/>
              <p:nvPr/>
            </p:nvSpPr>
            <p:spPr>
              <a:xfrm>
                <a:off x="3706414" y="5219755"/>
                <a:ext cx="435314" cy="2358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altLang="zh-CN" sz="1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4" name="文本框 423">
                <a:extLst>
                  <a:ext uri="{FF2B5EF4-FFF2-40B4-BE49-F238E27FC236}">
                    <a16:creationId xmlns:a16="http://schemas.microsoft.com/office/drawing/2014/main" id="{3247CD14-5914-624D-7FE2-8FF5E2FDC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414" y="5219755"/>
                <a:ext cx="435314" cy="235834"/>
              </a:xfrm>
              <a:prstGeom prst="rect">
                <a:avLst/>
              </a:prstGeom>
              <a:blipFill>
                <a:blip r:embed="rId72"/>
                <a:stretch>
                  <a:fillRect l="-12676" r="-18310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5" name="矩形 424">
            <a:extLst>
              <a:ext uri="{FF2B5EF4-FFF2-40B4-BE49-F238E27FC236}">
                <a16:creationId xmlns:a16="http://schemas.microsoft.com/office/drawing/2014/main" id="{FA2D94C9-07B5-5AE2-9BEB-4E958C3A4448}"/>
              </a:ext>
            </a:extLst>
          </p:cNvPr>
          <p:cNvSpPr/>
          <p:nvPr/>
        </p:nvSpPr>
        <p:spPr>
          <a:xfrm rot="16200000">
            <a:off x="2645945" y="5798299"/>
            <a:ext cx="917469" cy="3480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6" name="文本框 425">
            <a:extLst>
              <a:ext uri="{FF2B5EF4-FFF2-40B4-BE49-F238E27FC236}">
                <a16:creationId xmlns:a16="http://schemas.microsoft.com/office/drawing/2014/main" id="{22B651A8-E6F3-80AC-A73F-903BFBC2D85B}"/>
              </a:ext>
            </a:extLst>
          </p:cNvPr>
          <p:cNvSpPr txBox="1"/>
          <p:nvPr/>
        </p:nvSpPr>
        <p:spPr>
          <a:xfrm>
            <a:off x="3169497" y="5608242"/>
            <a:ext cx="853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zh-CN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27" name="组合 426">
            <a:extLst>
              <a:ext uri="{FF2B5EF4-FFF2-40B4-BE49-F238E27FC236}">
                <a16:creationId xmlns:a16="http://schemas.microsoft.com/office/drawing/2014/main" id="{58759FC5-318C-6D29-41E4-0C7397200C7A}"/>
              </a:ext>
            </a:extLst>
          </p:cNvPr>
          <p:cNvGrpSpPr/>
          <p:nvPr/>
        </p:nvGrpSpPr>
        <p:grpSpPr>
          <a:xfrm>
            <a:off x="3854232" y="5942033"/>
            <a:ext cx="180000" cy="180000"/>
            <a:chOff x="2860993" y="3897083"/>
            <a:chExt cx="135143" cy="135143"/>
          </a:xfrm>
        </p:grpSpPr>
        <p:sp>
          <p:nvSpPr>
            <p:cNvPr id="428" name="椭圆 427">
              <a:extLst>
                <a:ext uri="{FF2B5EF4-FFF2-40B4-BE49-F238E27FC236}">
                  <a16:creationId xmlns:a16="http://schemas.microsoft.com/office/drawing/2014/main" id="{CD004A37-0719-15E4-9C75-50BBA67E4181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429" name="椭圆 428">
              <a:extLst>
                <a:ext uri="{FF2B5EF4-FFF2-40B4-BE49-F238E27FC236}">
                  <a16:creationId xmlns:a16="http://schemas.microsoft.com/office/drawing/2014/main" id="{7F1AF905-5FA2-5D21-405D-AA95D132EF7C}"/>
                </a:ext>
              </a:extLst>
            </p:cNvPr>
            <p:cNvSpPr/>
            <p:nvPr/>
          </p:nvSpPr>
          <p:spPr>
            <a:xfrm>
              <a:off x="2899093" y="3935183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sp>
        <p:nvSpPr>
          <p:cNvPr id="430" name="箭头: 右 429">
            <a:extLst>
              <a:ext uri="{FF2B5EF4-FFF2-40B4-BE49-F238E27FC236}">
                <a16:creationId xmlns:a16="http://schemas.microsoft.com/office/drawing/2014/main" id="{9F39DC38-CFE0-435D-97C1-3779783D7CDB}"/>
              </a:ext>
            </a:extLst>
          </p:cNvPr>
          <p:cNvSpPr/>
          <p:nvPr/>
        </p:nvSpPr>
        <p:spPr>
          <a:xfrm>
            <a:off x="2461378" y="5877861"/>
            <a:ext cx="422615" cy="308344"/>
          </a:xfrm>
          <a:prstGeom prst="rightArrow">
            <a:avLst/>
          </a:prstGeom>
          <a:noFill/>
          <a:ln w="28575">
            <a:solidFill>
              <a:srgbClr val="5482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1" name="箭头: 右 430">
            <a:extLst>
              <a:ext uri="{FF2B5EF4-FFF2-40B4-BE49-F238E27FC236}">
                <a16:creationId xmlns:a16="http://schemas.microsoft.com/office/drawing/2014/main" id="{A8A3A129-6F6B-D130-1F90-15B0144D8072}"/>
              </a:ext>
            </a:extLst>
          </p:cNvPr>
          <p:cNvSpPr/>
          <p:nvPr/>
        </p:nvSpPr>
        <p:spPr>
          <a:xfrm>
            <a:off x="3382463" y="5877861"/>
            <a:ext cx="422615" cy="308344"/>
          </a:xfrm>
          <a:prstGeom prst="rightArrow">
            <a:avLst/>
          </a:prstGeom>
          <a:noFill/>
          <a:ln w="28575">
            <a:solidFill>
              <a:srgbClr val="5482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32" name="直接连接符 431">
            <a:extLst>
              <a:ext uri="{FF2B5EF4-FFF2-40B4-BE49-F238E27FC236}">
                <a16:creationId xmlns:a16="http://schemas.microsoft.com/office/drawing/2014/main" id="{F1B2AFD0-A343-C8B7-8134-7EAA1FD7F255}"/>
              </a:ext>
            </a:extLst>
          </p:cNvPr>
          <p:cNvCxnSpPr>
            <a:cxnSpLocks/>
          </p:cNvCxnSpPr>
          <p:nvPr/>
        </p:nvCxnSpPr>
        <p:spPr>
          <a:xfrm>
            <a:off x="3944232" y="5504643"/>
            <a:ext cx="0" cy="430804"/>
          </a:xfrm>
          <a:prstGeom prst="line">
            <a:avLst/>
          </a:prstGeom>
          <a:ln w="19050">
            <a:solidFill>
              <a:srgbClr val="5482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3" name="箭头: 右 432">
            <a:extLst>
              <a:ext uri="{FF2B5EF4-FFF2-40B4-BE49-F238E27FC236}">
                <a16:creationId xmlns:a16="http://schemas.microsoft.com/office/drawing/2014/main" id="{A6511098-F880-BC5A-D19D-6621172D450A}"/>
              </a:ext>
            </a:extLst>
          </p:cNvPr>
          <p:cNvSpPr/>
          <p:nvPr/>
        </p:nvSpPr>
        <p:spPr>
          <a:xfrm>
            <a:off x="4111598" y="5871511"/>
            <a:ext cx="422615" cy="308344"/>
          </a:xfrm>
          <a:prstGeom prst="rightArrow">
            <a:avLst/>
          </a:prstGeom>
          <a:noFill/>
          <a:ln w="28575">
            <a:solidFill>
              <a:srgbClr val="5482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34" name="直接连接符 433">
            <a:extLst>
              <a:ext uri="{FF2B5EF4-FFF2-40B4-BE49-F238E27FC236}">
                <a16:creationId xmlns:a16="http://schemas.microsoft.com/office/drawing/2014/main" id="{C96DDAD1-B5D7-5B98-66C2-68B298197CE3}"/>
              </a:ext>
            </a:extLst>
          </p:cNvPr>
          <p:cNvCxnSpPr>
            <a:cxnSpLocks/>
          </p:cNvCxnSpPr>
          <p:nvPr/>
        </p:nvCxnSpPr>
        <p:spPr>
          <a:xfrm>
            <a:off x="3105422" y="5252871"/>
            <a:ext cx="0" cy="270371"/>
          </a:xfrm>
          <a:prstGeom prst="line">
            <a:avLst/>
          </a:prstGeom>
          <a:ln w="19050">
            <a:solidFill>
              <a:srgbClr val="5482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5" name="组合 434">
            <a:extLst>
              <a:ext uri="{FF2B5EF4-FFF2-40B4-BE49-F238E27FC236}">
                <a16:creationId xmlns:a16="http://schemas.microsoft.com/office/drawing/2014/main" id="{A648A956-2D96-13E1-86FF-7E165BCF1DE4}"/>
              </a:ext>
            </a:extLst>
          </p:cNvPr>
          <p:cNvGrpSpPr/>
          <p:nvPr/>
        </p:nvGrpSpPr>
        <p:grpSpPr>
          <a:xfrm>
            <a:off x="4603634" y="5644307"/>
            <a:ext cx="442609" cy="499923"/>
            <a:chOff x="5738984" y="9176560"/>
            <a:chExt cx="442609" cy="499923"/>
          </a:xfrm>
          <a:solidFill>
            <a:srgbClr val="00B050"/>
          </a:solidFill>
          <a:effectLst/>
        </p:grpSpPr>
        <p:sp>
          <p:nvSpPr>
            <p:cNvPr id="436" name="矩形 435">
              <a:extLst>
                <a:ext uri="{FF2B5EF4-FFF2-40B4-BE49-F238E27FC236}">
                  <a16:creationId xmlns:a16="http://schemas.microsoft.com/office/drawing/2014/main" id="{1E16AB7D-4085-DBEC-0183-4A375612E9B1}"/>
                </a:ext>
              </a:extLst>
            </p:cNvPr>
            <p:cNvSpPr/>
            <p:nvPr/>
          </p:nvSpPr>
          <p:spPr>
            <a:xfrm>
              <a:off x="5738984" y="9383644"/>
              <a:ext cx="120401" cy="29283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7" name="矩形 436">
              <a:extLst>
                <a:ext uri="{FF2B5EF4-FFF2-40B4-BE49-F238E27FC236}">
                  <a16:creationId xmlns:a16="http://schemas.microsoft.com/office/drawing/2014/main" id="{3ACB909F-554E-A677-C497-84BCB86DE166}"/>
                </a:ext>
              </a:extLst>
            </p:cNvPr>
            <p:cNvSpPr/>
            <p:nvPr/>
          </p:nvSpPr>
          <p:spPr>
            <a:xfrm>
              <a:off x="5900088" y="9176560"/>
              <a:ext cx="120401" cy="4999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8" name="矩形 437">
              <a:extLst>
                <a:ext uri="{FF2B5EF4-FFF2-40B4-BE49-F238E27FC236}">
                  <a16:creationId xmlns:a16="http://schemas.microsoft.com/office/drawing/2014/main" id="{0245283B-F500-7CE5-C42F-0776CC669F29}"/>
                </a:ext>
              </a:extLst>
            </p:cNvPr>
            <p:cNvSpPr/>
            <p:nvPr/>
          </p:nvSpPr>
          <p:spPr>
            <a:xfrm>
              <a:off x="6061192" y="9347230"/>
              <a:ext cx="120401" cy="32925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39" name="直接连接符 438">
            <a:extLst>
              <a:ext uri="{FF2B5EF4-FFF2-40B4-BE49-F238E27FC236}">
                <a16:creationId xmlns:a16="http://schemas.microsoft.com/office/drawing/2014/main" id="{2E641B9C-F805-9B28-C96D-930EF9061144}"/>
              </a:ext>
            </a:extLst>
          </p:cNvPr>
          <p:cNvCxnSpPr>
            <a:cxnSpLocks/>
          </p:cNvCxnSpPr>
          <p:nvPr/>
        </p:nvCxnSpPr>
        <p:spPr>
          <a:xfrm>
            <a:off x="797899" y="6591850"/>
            <a:ext cx="4577376" cy="0"/>
          </a:xfrm>
          <a:prstGeom prst="line">
            <a:avLst/>
          </a:prstGeom>
          <a:solidFill>
            <a:schemeClr val="bg1"/>
          </a:solidFill>
          <a:ln w="19050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立方体 439">
            <a:extLst>
              <a:ext uri="{FF2B5EF4-FFF2-40B4-BE49-F238E27FC236}">
                <a16:creationId xmlns:a16="http://schemas.microsoft.com/office/drawing/2014/main" id="{0A8F2606-BF7E-A9B6-0E40-58BCF3B97476}"/>
              </a:ext>
            </a:extLst>
          </p:cNvPr>
          <p:cNvSpPr/>
          <p:nvPr/>
        </p:nvSpPr>
        <p:spPr>
          <a:xfrm>
            <a:off x="1669150" y="6894283"/>
            <a:ext cx="396730" cy="395047"/>
          </a:xfrm>
          <a:prstGeom prst="cube">
            <a:avLst>
              <a:gd name="adj" fmla="val 6650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sp>
        <p:nvSpPr>
          <p:cNvPr id="441" name="立方体 440">
            <a:extLst>
              <a:ext uri="{FF2B5EF4-FFF2-40B4-BE49-F238E27FC236}">
                <a16:creationId xmlns:a16="http://schemas.microsoft.com/office/drawing/2014/main" id="{7A8115D2-F877-697E-FEB1-82F58145824C}"/>
              </a:ext>
            </a:extLst>
          </p:cNvPr>
          <p:cNvSpPr/>
          <p:nvPr/>
        </p:nvSpPr>
        <p:spPr>
          <a:xfrm>
            <a:off x="873921" y="6881228"/>
            <a:ext cx="396730" cy="395047"/>
          </a:xfrm>
          <a:prstGeom prst="cube">
            <a:avLst>
              <a:gd name="adj" fmla="val 6650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 dirty="0"/>
          </a:p>
        </p:txBody>
      </p:sp>
      <p:grpSp>
        <p:nvGrpSpPr>
          <p:cNvPr id="442" name="组合 441">
            <a:extLst>
              <a:ext uri="{FF2B5EF4-FFF2-40B4-BE49-F238E27FC236}">
                <a16:creationId xmlns:a16="http://schemas.microsoft.com/office/drawing/2014/main" id="{3971E6FD-1B1D-9FF0-0C4A-83C9643B88BC}"/>
              </a:ext>
            </a:extLst>
          </p:cNvPr>
          <p:cNvGrpSpPr/>
          <p:nvPr/>
        </p:nvGrpSpPr>
        <p:grpSpPr>
          <a:xfrm>
            <a:off x="1954877" y="7739708"/>
            <a:ext cx="180000" cy="180000"/>
            <a:chOff x="2860993" y="3897083"/>
            <a:chExt cx="135143" cy="135143"/>
          </a:xfrm>
        </p:grpSpPr>
        <p:sp>
          <p:nvSpPr>
            <p:cNvPr id="443" name="椭圆 442">
              <a:extLst>
                <a:ext uri="{FF2B5EF4-FFF2-40B4-BE49-F238E27FC236}">
                  <a16:creationId xmlns:a16="http://schemas.microsoft.com/office/drawing/2014/main" id="{328E7C60-A453-D276-B3C7-E0C71157F62F}"/>
                </a:ext>
              </a:extLst>
            </p:cNvPr>
            <p:cNvSpPr/>
            <p:nvPr/>
          </p:nvSpPr>
          <p:spPr>
            <a:xfrm>
              <a:off x="2860993" y="3897083"/>
              <a:ext cx="135143" cy="1351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444" name="椭圆 443">
              <a:extLst>
                <a:ext uri="{FF2B5EF4-FFF2-40B4-BE49-F238E27FC236}">
                  <a16:creationId xmlns:a16="http://schemas.microsoft.com/office/drawing/2014/main" id="{FA8E1CBD-4062-EBFB-20BC-1E3D67F49C85}"/>
                </a:ext>
              </a:extLst>
            </p:cNvPr>
            <p:cNvSpPr/>
            <p:nvPr/>
          </p:nvSpPr>
          <p:spPr>
            <a:xfrm>
              <a:off x="2899093" y="3935182"/>
              <a:ext cx="58943" cy="58943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cxnSp>
        <p:nvCxnSpPr>
          <p:cNvPr id="445" name="直接箭头连接符 444">
            <a:extLst>
              <a:ext uri="{FF2B5EF4-FFF2-40B4-BE49-F238E27FC236}">
                <a16:creationId xmlns:a16="http://schemas.microsoft.com/office/drawing/2014/main" id="{76E11EE5-0785-324F-C58E-7E0491B04A4B}"/>
              </a:ext>
            </a:extLst>
          </p:cNvPr>
          <p:cNvCxnSpPr>
            <a:cxnSpLocks/>
          </p:cNvCxnSpPr>
          <p:nvPr/>
        </p:nvCxnSpPr>
        <p:spPr>
          <a:xfrm>
            <a:off x="2822606" y="7825430"/>
            <a:ext cx="506769" cy="45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6" name="矩形 445">
            <a:extLst>
              <a:ext uri="{FF2B5EF4-FFF2-40B4-BE49-F238E27FC236}">
                <a16:creationId xmlns:a16="http://schemas.microsoft.com/office/drawing/2014/main" id="{866E1680-3364-FAA0-CC33-0511A8DB6BB3}"/>
              </a:ext>
            </a:extLst>
          </p:cNvPr>
          <p:cNvSpPr/>
          <p:nvPr/>
        </p:nvSpPr>
        <p:spPr>
          <a:xfrm>
            <a:off x="4310154" y="7005871"/>
            <a:ext cx="120401" cy="14960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7" name="椭圆 446">
            <a:extLst>
              <a:ext uri="{FF2B5EF4-FFF2-40B4-BE49-F238E27FC236}">
                <a16:creationId xmlns:a16="http://schemas.microsoft.com/office/drawing/2014/main" id="{424CE823-897F-5096-AB90-D0CEE7D43672}"/>
              </a:ext>
            </a:extLst>
          </p:cNvPr>
          <p:cNvSpPr/>
          <p:nvPr/>
        </p:nvSpPr>
        <p:spPr>
          <a:xfrm>
            <a:off x="949706" y="5712146"/>
            <a:ext cx="87299" cy="8729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8" name="椭圆 447">
            <a:extLst>
              <a:ext uri="{FF2B5EF4-FFF2-40B4-BE49-F238E27FC236}">
                <a16:creationId xmlns:a16="http://schemas.microsoft.com/office/drawing/2014/main" id="{C074DD9C-5D0C-3DC3-26B5-D726CEF7E59B}"/>
              </a:ext>
            </a:extLst>
          </p:cNvPr>
          <p:cNvSpPr/>
          <p:nvPr/>
        </p:nvSpPr>
        <p:spPr>
          <a:xfrm>
            <a:off x="1163647" y="5866034"/>
            <a:ext cx="87299" cy="8729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9" name="椭圆 448">
            <a:extLst>
              <a:ext uri="{FF2B5EF4-FFF2-40B4-BE49-F238E27FC236}">
                <a16:creationId xmlns:a16="http://schemas.microsoft.com/office/drawing/2014/main" id="{E1C7B1E2-65F3-3A20-BF56-B61A8C27AC79}"/>
              </a:ext>
            </a:extLst>
          </p:cNvPr>
          <p:cNvSpPr/>
          <p:nvPr/>
        </p:nvSpPr>
        <p:spPr>
          <a:xfrm>
            <a:off x="1098931" y="5494658"/>
            <a:ext cx="87299" cy="8729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0" name="文本框 449">
                <a:extLst>
                  <a:ext uri="{FF2B5EF4-FFF2-40B4-BE49-F238E27FC236}">
                    <a16:creationId xmlns:a16="http://schemas.microsoft.com/office/drawing/2014/main" id="{4258CFAB-635B-1E30-F54A-30E94A909934}"/>
                  </a:ext>
                </a:extLst>
              </p:cNvPr>
              <p:cNvSpPr txBox="1"/>
              <p:nvPr/>
            </p:nvSpPr>
            <p:spPr>
              <a:xfrm>
                <a:off x="596081" y="6229991"/>
                <a:ext cx="1115062" cy="2671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sub>
                      </m:sSub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400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en-US" altLang="zh-CN" sz="1400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sub>
                        <m:sup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450" name="文本框 449">
                <a:extLst>
                  <a:ext uri="{FF2B5EF4-FFF2-40B4-BE49-F238E27FC236}">
                    <a16:creationId xmlns:a16="http://schemas.microsoft.com/office/drawing/2014/main" id="{4258CFAB-635B-1E30-F54A-30E94A909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081" y="6229991"/>
                <a:ext cx="1115062" cy="267189"/>
              </a:xfrm>
              <a:prstGeom prst="rect">
                <a:avLst/>
              </a:prstGeom>
              <a:blipFill>
                <a:blip r:embed="rId73"/>
                <a:stretch>
                  <a:fillRect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90DF7D07-83DE-5800-389D-8DF3EB1DA93B}"/>
              </a:ext>
            </a:extLst>
          </p:cNvPr>
          <p:cNvSpPr txBox="1"/>
          <p:nvPr/>
        </p:nvSpPr>
        <p:spPr>
          <a:xfrm>
            <a:off x="533404" y="8514154"/>
            <a:ext cx="135002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最后增加更多细节</a:t>
            </a:r>
          </a:p>
        </p:txBody>
      </p:sp>
    </p:spTree>
    <p:extLst>
      <p:ext uri="{BB962C8B-B14F-4D97-AF65-F5344CB8AC3E}">
        <p14:creationId xmlns:p14="http://schemas.microsoft.com/office/powerpoint/2010/main" val="1120319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9034D-7F29-5FE7-6041-12FAC63FC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云形 3">
            <a:extLst>
              <a:ext uri="{FF2B5EF4-FFF2-40B4-BE49-F238E27FC236}">
                <a16:creationId xmlns:a16="http://schemas.microsoft.com/office/drawing/2014/main" id="{CBF03BE4-8F89-C6FC-D802-F7295708FFE3}"/>
              </a:ext>
            </a:extLst>
          </p:cNvPr>
          <p:cNvSpPr/>
          <p:nvPr/>
        </p:nvSpPr>
        <p:spPr>
          <a:xfrm rot="563538">
            <a:off x="4926973" y="584869"/>
            <a:ext cx="4696758" cy="2897794"/>
          </a:xfrm>
          <a:prstGeom prst="clou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EA4665D-6223-6A1F-2F1D-E719FA661DFF}"/>
              </a:ext>
            </a:extLst>
          </p:cNvPr>
          <p:cNvSpPr/>
          <p:nvPr/>
        </p:nvSpPr>
        <p:spPr>
          <a:xfrm>
            <a:off x="4189872" y="2071521"/>
            <a:ext cx="235138" cy="23513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1F2A66E-0B18-6850-AF01-14644DB9020E}"/>
              </a:ext>
            </a:extLst>
          </p:cNvPr>
          <p:cNvSpPr/>
          <p:nvPr/>
        </p:nvSpPr>
        <p:spPr>
          <a:xfrm>
            <a:off x="4540410" y="1737591"/>
            <a:ext cx="375284" cy="37528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E5A2C5D1-A938-4F77-018A-3F6F923CD41D}"/>
              </a:ext>
            </a:extLst>
          </p:cNvPr>
          <p:cNvSpPr/>
          <p:nvPr/>
        </p:nvSpPr>
        <p:spPr>
          <a:xfrm>
            <a:off x="4311495" y="4876975"/>
            <a:ext cx="235138" cy="23513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922DB7B5-F11E-93AA-E7A6-703FA06434C5}"/>
              </a:ext>
            </a:extLst>
          </p:cNvPr>
          <p:cNvSpPr/>
          <p:nvPr/>
        </p:nvSpPr>
        <p:spPr>
          <a:xfrm>
            <a:off x="4621228" y="4545151"/>
            <a:ext cx="375284" cy="37528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10477762-AB12-5BCA-1792-6EFFF7485B13}"/>
              </a:ext>
            </a:extLst>
          </p:cNvPr>
          <p:cNvSpPr/>
          <p:nvPr/>
        </p:nvSpPr>
        <p:spPr>
          <a:xfrm>
            <a:off x="4351945" y="1182976"/>
            <a:ext cx="549669" cy="308344"/>
          </a:xfrm>
          <a:prstGeom prst="rightArrow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A3E6D701-FFAF-0467-EE9E-B39B9F3D1380}"/>
              </a:ext>
            </a:extLst>
          </p:cNvPr>
          <p:cNvSpPr/>
          <p:nvPr/>
        </p:nvSpPr>
        <p:spPr>
          <a:xfrm>
            <a:off x="4324638" y="4057871"/>
            <a:ext cx="549669" cy="308344"/>
          </a:xfrm>
          <a:prstGeom prst="rightArrow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云形 48">
            <a:extLst>
              <a:ext uri="{FF2B5EF4-FFF2-40B4-BE49-F238E27FC236}">
                <a16:creationId xmlns:a16="http://schemas.microsoft.com/office/drawing/2014/main" id="{058BA336-9C76-3D50-6B3B-91194975175C}"/>
              </a:ext>
            </a:extLst>
          </p:cNvPr>
          <p:cNvSpPr/>
          <p:nvPr/>
        </p:nvSpPr>
        <p:spPr>
          <a:xfrm rot="563538">
            <a:off x="4961143" y="3424085"/>
            <a:ext cx="4778282" cy="2900892"/>
          </a:xfrm>
          <a:prstGeom prst="clou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B2D154B-972B-6843-F230-CBFA3F4C86BC}"/>
              </a:ext>
            </a:extLst>
          </p:cNvPr>
          <p:cNvGrpSpPr/>
          <p:nvPr/>
        </p:nvGrpSpPr>
        <p:grpSpPr>
          <a:xfrm>
            <a:off x="2298056" y="1942985"/>
            <a:ext cx="2203239" cy="1493331"/>
            <a:chOff x="7895800" y="4216819"/>
            <a:chExt cx="2203239" cy="1493331"/>
          </a:xfrm>
        </p:grpSpPr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7BDFC493-ADE1-4EFD-DD33-E200B246EB90}"/>
                </a:ext>
              </a:extLst>
            </p:cNvPr>
            <p:cNvSpPr/>
            <p:nvPr/>
          </p:nvSpPr>
          <p:spPr>
            <a:xfrm>
              <a:off x="9770632" y="4830226"/>
              <a:ext cx="328407" cy="66458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654E7FFB-D2DF-6F76-FF9F-8DA06B5DDDA4}"/>
                </a:ext>
              </a:extLst>
            </p:cNvPr>
            <p:cNvSpPr/>
            <p:nvPr/>
          </p:nvSpPr>
          <p:spPr>
            <a:xfrm>
              <a:off x="7895800" y="4849049"/>
              <a:ext cx="328407" cy="66458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: 圆角 69">
              <a:extLst>
                <a:ext uri="{FF2B5EF4-FFF2-40B4-BE49-F238E27FC236}">
                  <a16:creationId xmlns:a16="http://schemas.microsoft.com/office/drawing/2014/main" id="{37578BAB-8705-9B54-E5F6-9653D39142D6}"/>
                </a:ext>
              </a:extLst>
            </p:cNvPr>
            <p:cNvSpPr/>
            <p:nvPr/>
          </p:nvSpPr>
          <p:spPr>
            <a:xfrm>
              <a:off x="8060004" y="4635080"/>
              <a:ext cx="1862548" cy="1075070"/>
            </a:xfrm>
            <a:prstGeom prst="roundRect">
              <a:avLst>
                <a:gd name="adj" fmla="val 25645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8C88B1F5-831F-41C0-BCAB-09AFC49ED78F}"/>
                </a:ext>
              </a:extLst>
            </p:cNvPr>
            <p:cNvSpPr/>
            <p:nvPr/>
          </p:nvSpPr>
          <p:spPr>
            <a:xfrm>
              <a:off x="9043051" y="4267608"/>
              <a:ext cx="99752" cy="37745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6880DFDF-B819-D192-A9CD-6F8D4CA36357}"/>
                </a:ext>
              </a:extLst>
            </p:cNvPr>
            <p:cNvSpPr/>
            <p:nvPr/>
          </p:nvSpPr>
          <p:spPr>
            <a:xfrm>
              <a:off x="8718199" y="4216819"/>
              <a:ext cx="748086" cy="11349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E3402DD7-2D37-E895-5FFC-5E038DBBEEC2}"/>
                </a:ext>
              </a:extLst>
            </p:cNvPr>
            <p:cNvSpPr/>
            <p:nvPr/>
          </p:nvSpPr>
          <p:spPr>
            <a:xfrm>
              <a:off x="8174348" y="4717808"/>
              <a:ext cx="1666348" cy="927066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51A4062B-2C87-A042-FF9B-BC84F44C825F}"/>
                </a:ext>
              </a:extLst>
            </p:cNvPr>
            <p:cNvSpPr/>
            <p:nvPr/>
          </p:nvSpPr>
          <p:spPr>
            <a:xfrm>
              <a:off x="8490100" y="4446253"/>
              <a:ext cx="548640" cy="54864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B6E2F3EE-DAF7-1A47-51A4-D86C798664B9}"/>
                </a:ext>
              </a:extLst>
            </p:cNvPr>
            <p:cNvSpPr/>
            <p:nvPr/>
          </p:nvSpPr>
          <p:spPr>
            <a:xfrm>
              <a:off x="9140542" y="4456334"/>
              <a:ext cx="548640" cy="54864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: 圆角 75">
              <a:extLst>
                <a:ext uri="{FF2B5EF4-FFF2-40B4-BE49-F238E27FC236}">
                  <a16:creationId xmlns:a16="http://schemas.microsoft.com/office/drawing/2014/main" id="{F28DECA0-0D4A-2A5C-DA1F-6E52BC07EC76}"/>
                </a:ext>
              </a:extLst>
            </p:cNvPr>
            <p:cNvSpPr/>
            <p:nvPr/>
          </p:nvSpPr>
          <p:spPr>
            <a:xfrm>
              <a:off x="8174348" y="5294515"/>
              <a:ext cx="1261598" cy="50865"/>
            </a:xfrm>
            <a:prstGeom prst="roundRect">
              <a:avLst/>
            </a:prstGeom>
            <a:solidFill>
              <a:srgbClr val="A6A6A6"/>
            </a:solidFill>
            <a:ln>
              <a:solidFill>
                <a:srgbClr val="A6A6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7F896F8B-88E5-6B04-3DB6-2C2028F0856A}"/>
                </a:ext>
              </a:extLst>
            </p:cNvPr>
            <p:cNvSpPr/>
            <p:nvPr/>
          </p:nvSpPr>
          <p:spPr>
            <a:xfrm>
              <a:off x="8625436" y="4625604"/>
              <a:ext cx="267373" cy="26737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E2F8B0AA-2628-F261-8C76-368E3C8056E2}"/>
                </a:ext>
              </a:extLst>
            </p:cNvPr>
            <p:cNvSpPr/>
            <p:nvPr/>
          </p:nvSpPr>
          <p:spPr>
            <a:xfrm>
              <a:off x="9272110" y="4633099"/>
              <a:ext cx="267373" cy="26737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0E75150A-8CFA-33EF-8813-D8FA55383FAF}"/>
                </a:ext>
              </a:extLst>
            </p:cNvPr>
            <p:cNvCxnSpPr>
              <a:cxnSpLocks/>
              <a:stCxn id="74" idx="6"/>
              <a:endCxn id="74" idx="1"/>
            </p:cNvCxnSpPr>
            <p:nvPr/>
          </p:nvCxnSpPr>
          <p:spPr>
            <a:xfrm flipH="1" flipV="1">
              <a:off x="8570446" y="4526599"/>
              <a:ext cx="468294" cy="19397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50C31DD1-C439-F6A6-C966-E702351FB7A0}"/>
                </a:ext>
              </a:extLst>
            </p:cNvPr>
            <p:cNvCxnSpPr>
              <a:cxnSpLocks/>
              <a:stCxn id="75" idx="7"/>
              <a:endCxn id="75" idx="2"/>
            </p:cNvCxnSpPr>
            <p:nvPr/>
          </p:nvCxnSpPr>
          <p:spPr>
            <a:xfrm flipH="1">
              <a:off x="9140542" y="4536680"/>
              <a:ext cx="468294" cy="19397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新月形 80">
              <a:extLst>
                <a:ext uri="{FF2B5EF4-FFF2-40B4-BE49-F238E27FC236}">
                  <a16:creationId xmlns:a16="http://schemas.microsoft.com/office/drawing/2014/main" id="{C8710745-C97D-C469-4E3A-250B300F9033}"/>
                </a:ext>
              </a:extLst>
            </p:cNvPr>
            <p:cNvSpPr/>
            <p:nvPr/>
          </p:nvSpPr>
          <p:spPr>
            <a:xfrm>
              <a:off x="9412839" y="5127136"/>
              <a:ext cx="190449" cy="388493"/>
            </a:xfrm>
            <a:prstGeom prst="moon">
              <a:avLst>
                <a:gd name="adj" fmla="val 24977"/>
              </a:avLst>
            </a:prstGeom>
            <a:solidFill>
              <a:srgbClr val="A6A6A6"/>
            </a:solidFill>
            <a:ln>
              <a:solidFill>
                <a:srgbClr val="A6A6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3" name="图片 82">
            <a:extLst>
              <a:ext uri="{FF2B5EF4-FFF2-40B4-BE49-F238E27FC236}">
                <a16:creationId xmlns:a16="http://schemas.microsoft.com/office/drawing/2014/main" id="{8ABE0F40-2FC1-7A3A-1C7A-01162ABD3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36" y="3103942"/>
            <a:ext cx="2286000" cy="2286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19C3AA7-49D4-A44D-1EA3-30E6EC02A863}"/>
              </a:ext>
            </a:extLst>
          </p:cNvPr>
          <p:cNvSpPr txBox="1"/>
          <p:nvPr/>
        </p:nvSpPr>
        <p:spPr>
          <a:xfrm>
            <a:off x="397162" y="6493565"/>
            <a:ext cx="96623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先画两机器人</a:t>
            </a:r>
            <a:endParaRPr lang="en-US" altLang="zh-CN" sz="4800" b="1" dirty="0">
              <a:solidFill>
                <a:srgbClr val="C00000"/>
              </a:solidFill>
              <a:latin typeface="方正卡通_GBK" panose="03000509000000000000" pitchFamily="65" charset="-122"/>
              <a:ea typeface="方正卡通_GBK" panose="03000509000000000000" pitchFamily="65" charset="-122"/>
            </a:endParaRPr>
          </a:p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展示过去方法和我们的思路</a:t>
            </a: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47E4651C-DFD4-31E1-CF7C-E2EA7FBB403A}"/>
              </a:ext>
            </a:extLst>
          </p:cNvPr>
          <p:cNvGrpSpPr/>
          <p:nvPr/>
        </p:nvGrpSpPr>
        <p:grpSpPr>
          <a:xfrm>
            <a:off x="2298056" y="4825182"/>
            <a:ext cx="2203239" cy="1493331"/>
            <a:chOff x="7895800" y="4216819"/>
            <a:chExt cx="2203239" cy="1493331"/>
          </a:xfrm>
        </p:grpSpPr>
        <p:sp>
          <p:nvSpPr>
            <p:cNvPr id="99" name="矩形: 圆角 98">
              <a:extLst>
                <a:ext uri="{FF2B5EF4-FFF2-40B4-BE49-F238E27FC236}">
                  <a16:creationId xmlns:a16="http://schemas.microsoft.com/office/drawing/2014/main" id="{E0E2C515-A5CD-9AC3-9666-FBDB2E934F07}"/>
                </a:ext>
              </a:extLst>
            </p:cNvPr>
            <p:cNvSpPr/>
            <p:nvPr/>
          </p:nvSpPr>
          <p:spPr>
            <a:xfrm>
              <a:off x="9770632" y="4830226"/>
              <a:ext cx="328407" cy="66458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: 圆角 99">
              <a:extLst>
                <a:ext uri="{FF2B5EF4-FFF2-40B4-BE49-F238E27FC236}">
                  <a16:creationId xmlns:a16="http://schemas.microsoft.com/office/drawing/2014/main" id="{60B0AC67-3E6D-8674-87C0-9C6EACE2EEF8}"/>
                </a:ext>
              </a:extLst>
            </p:cNvPr>
            <p:cNvSpPr/>
            <p:nvPr/>
          </p:nvSpPr>
          <p:spPr>
            <a:xfrm>
              <a:off x="7895800" y="4849049"/>
              <a:ext cx="328407" cy="66458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矩形: 圆角 100">
              <a:extLst>
                <a:ext uri="{FF2B5EF4-FFF2-40B4-BE49-F238E27FC236}">
                  <a16:creationId xmlns:a16="http://schemas.microsoft.com/office/drawing/2014/main" id="{1A7FB055-E920-3B84-D72F-3F4E03912847}"/>
                </a:ext>
              </a:extLst>
            </p:cNvPr>
            <p:cNvSpPr/>
            <p:nvPr/>
          </p:nvSpPr>
          <p:spPr>
            <a:xfrm>
              <a:off x="8060004" y="4635080"/>
              <a:ext cx="1862548" cy="1075070"/>
            </a:xfrm>
            <a:prstGeom prst="roundRect">
              <a:avLst>
                <a:gd name="adj" fmla="val 25645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B3EABC1F-19A2-A728-A8A4-C7D342219570}"/>
                </a:ext>
              </a:extLst>
            </p:cNvPr>
            <p:cNvSpPr/>
            <p:nvPr/>
          </p:nvSpPr>
          <p:spPr>
            <a:xfrm>
              <a:off x="9043051" y="4267608"/>
              <a:ext cx="99752" cy="37745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AF360E88-FEA3-E209-9E92-B932AF6B04EA}"/>
                </a:ext>
              </a:extLst>
            </p:cNvPr>
            <p:cNvSpPr/>
            <p:nvPr/>
          </p:nvSpPr>
          <p:spPr>
            <a:xfrm>
              <a:off x="8718199" y="4216819"/>
              <a:ext cx="748086" cy="11349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矩形: 圆角 103">
              <a:extLst>
                <a:ext uri="{FF2B5EF4-FFF2-40B4-BE49-F238E27FC236}">
                  <a16:creationId xmlns:a16="http://schemas.microsoft.com/office/drawing/2014/main" id="{1E045312-F522-BE9D-CFD7-7059ED6713AB}"/>
                </a:ext>
              </a:extLst>
            </p:cNvPr>
            <p:cNvSpPr/>
            <p:nvPr/>
          </p:nvSpPr>
          <p:spPr>
            <a:xfrm>
              <a:off x="8174348" y="4717808"/>
              <a:ext cx="1666348" cy="927066"/>
            </a:xfrm>
            <a:prstGeom prst="roundRect">
              <a:avLst>
                <a:gd name="adj" fmla="val 5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20CE794A-A790-7957-4103-CB4679EDD4DE}"/>
                </a:ext>
              </a:extLst>
            </p:cNvPr>
            <p:cNvSpPr/>
            <p:nvPr/>
          </p:nvSpPr>
          <p:spPr>
            <a:xfrm>
              <a:off x="8490100" y="4446253"/>
              <a:ext cx="548640" cy="54864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392490DA-5280-4EC8-4ACA-F563FAC729A2}"/>
                </a:ext>
              </a:extLst>
            </p:cNvPr>
            <p:cNvSpPr/>
            <p:nvPr/>
          </p:nvSpPr>
          <p:spPr>
            <a:xfrm>
              <a:off x="9140542" y="4456334"/>
              <a:ext cx="548640" cy="54864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矩形: 圆角 106">
              <a:extLst>
                <a:ext uri="{FF2B5EF4-FFF2-40B4-BE49-F238E27FC236}">
                  <a16:creationId xmlns:a16="http://schemas.microsoft.com/office/drawing/2014/main" id="{D5488E4F-FECE-5C24-92B1-F9602538F4DF}"/>
                </a:ext>
              </a:extLst>
            </p:cNvPr>
            <p:cNvSpPr/>
            <p:nvPr/>
          </p:nvSpPr>
          <p:spPr>
            <a:xfrm>
              <a:off x="8174348" y="5294515"/>
              <a:ext cx="1261598" cy="50865"/>
            </a:xfrm>
            <a:prstGeom prst="roundRect">
              <a:avLst/>
            </a:prstGeom>
            <a:solidFill>
              <a:srgbClr val="A6A6A6"/>
            </a:solidFill>
            <a:ln>
              <a:solidFill>
                <a:srgbClr val="A6A6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098A719C-E4A4-12AC-F693-65AB25C20F04}"/>
                </a:ext>
              </a:extLst>
            </p:cNvPr>
            <p:cNvSpPr/>
            <p:nvPr/>
          </p:nvSpPr>
          <p:spPr>
            <a:xfrm>
              <a:off x="8625436" y="4625604"/>
              <a:ext cx="267373" cy="26737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30961585-4767-AF6F-268F-2F8B4A45EB16}"/>
                </a:ext>
              </a:extLst>
            </p:cNvPr>
            <p:cNvSpPr/>
            <p:nvPr/>
          </p:nvSpPr>
          <p:spPr>
            <a:xfrm>
              <a:off x="9272110" y="4633099"/>
              <a:ext cx="267373" cy="26737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510AAF45-DB02-BCC6-2936-28057225DF82}"/>
                </a:ext>
              </a:extLst>
            </p:cNvPr>
            <p:cNvCxnSpPr>
              <a:cxnSpLocks/>
              <a:stCxn id="105" idx="6"/>
              <a:endCxn id="105" idx="1"/>
            </p:cNvCxnSpPr>
            <p:nvPr/>
          </p:nvCxnSpPr>
          <p:spPr>
            <a:xfrm flipH="1" flipV="1">
              <a:off x="8570446" y="4526599"/>
              <a:ext cx="468294" cy="19397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C951B9BF-C7EF-0DDA-2F98-D55359990AE7}"/>
                </a:ext>
              </a:extLst>
            </p:cNvPr>
            <p:cNvCxnSpPr>
              <a:cxnSpLocks/>
              <a:stCxn id="106" idx="7"/>
              <a:endCxn id="106" idx="2"/>
            </p:cNvCxnSpPr>
            <p:nvPr/>
          </p:nvCxnSpPr>
          <p:spPr>
            <a:xfrm flipH="1">
              <a:off x="9140542" y="4536680"/>
              <a:ext cx="468294" cy="19397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新月形 111">
              <a:extLst>
                <a:ext uri="{FF2B5EF4-FFF2-40B4-BE49-F238E27FC236}">
                  <a16:creationId xmlns:a16="http://schemas.microsoft.com/office/drawing/2014/main" id="{B92670D3-5207-BBBB-36BE-F2DAF668359A}"/>
                </a:ext>
              </a:extLst>
            </p:cNvPr>
            <p:cNvSpPr/>
            <p:nvPr/>
          </p:nvSpPr>
          <p:spPr>
            <a:xfrm>
              <a:off x="9412839" y="5127136"/>
              <a:ext cx="190449" cy="388493"/>
            </a:xfrm>
            <a:prstGeom prst="moon">
              <a:avLst>
                <a:gd name="adj" fmla="val 24977"/>
              </a:avLst>
            </a:prstGeom>
            <a:solidFill>
              <a:srgbClr val="A6A6A6"/>
            </a:solidFill>
            <a:ln>
              <a:solidFill>
                <a:srgbClr val="A6A6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4093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云形 3">
            <a:extLst>
              <a:ext uri="{FF2B5EF4-FFF2-40B4-BE49-F238E27FC236}">
                <a16:creationId xmlns:a16="http://schemas.microsoft.com/office/drawing/2014/main" id="{738FD409-A177-321B-FCE9-6B4BE6187297}"/>
              </a:ext>
            </a:extLst>
          </p:cNvPr>
          <p:cNvSpPr/>
          <p:nvPr/>
        </p:nvSpPr>
        <p:spPr>
          <a:xfrm rot="563538">
            <a:off x="2788206" y="762667"/>
            <a:ext cx="4696758" cy="2897794"/>
          </a:xfrm>
          <a:prstGeom prst="cloud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FDE4F09-E191-7805-DFA1-6123F1D1AEFB}"/>
              </a:ext>
            </a:extLst>
          </p:cNvPr>
          <p:cNvSpPr/>
          <p:nvPr/>
        </p:nvSpPr>
        <p:spPr>
          <a:xfrm>
            <a:off x="2051105" y="2249319"/>
            <a:ext cx="235138" cy="23513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FBA6799-CA2D-EA53-254F-27A95A4E54DD}"/>
              </a:ext>
            </a:extLst>
          </p:cNvPr>
          <p:cNvSpPr/>
          <p:nvPr/>
        </p:nvSpPr>
        <p:spPr>
          <a:xfrm>
            <a:off x="2401643" y="1915389"/>
            <a:ext cx="375284" cy="375284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11DE273-7D1D-4028-1793-054A7C975425}"/>
              </a:ext>
            </a:extLst>
          </p:cNvPr>
          <p:cNvGrpSpPr/>
          <p:nvPr/>
        </p:nvGrpSpPr>
        <p:grpSpPr>
          <a:xfrm>
            <a:off x="245311" y="2104658"/>
            <a:ext cx="2355159" cy="1493331"/>
            <a:chOff x="6670484" y="4675982"/>
            <a:chExt cx="2355159" cy="149333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0C2D4189-16ED-5FBD-EFA4-162E83F74E57}"/>
                </a:ext>
              </a:extLst>
            </p:cNvPr>
            <p:cNvSpPr/>
            <p:nvPr/>
          </p:nvSpPr>
          <p:spPr>
            <a:xfrm>
              <a:off x="8697236" y="5265677"/>
              <a:ext cx="328407" cy="66458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3770AC70-8104-E28B-CF9F-303870A9DA5E}"/>
                </a:ext>
              </a:extLst>
            </p:cNvPr>
            <p:cNvSpPr/>
            <p:nvPr/>
          </p:nvSpPr>
          <p:spPr>
            <a:xfrm>
              <a:off x="6670484" y="5308212"/>
              <a:ext cx="328407" cy="66458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366E02A6-0104-4A01-15F7-CE724BC6C069}"/>
                </a:ext>
              </a:extLst>
            </p:cNvPr>
            <p:cNvSpPr/>
            <p:nvPr/>
          </p:nvSpPr>
          <p:spPr>
            <a:xfrm>
              <a:off x="6834688" y="5094243"/>
              <a:ext cx="2021840" cy="1075070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79C2054-7135-EC8F-6872-7D7B1E02603D}"/>
                </a:ext>
              </a:extLst>
            </p:cNvPr>
            <p:cNvSpPr/>
            <p:nvPr/>
          </p:nvSpPr>
          <p:spPr>
            <a:xfrm>
              <a:off x="7817735" y="4726771"/>
              <a:ext cx="99752" cy="37745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EAE0988-BFF2-910E-18CA-FC54EB52E3D2}"/>
                </a:ext>
              </a:extLst>
            </p:cNvPr>
            <p:cNvSpPr/>
            <p:nvPr/>
          </p:nvSpPr>
          <p:spPr>
            <a:xfrm>
              <a:off x="7492883" y="4675982"/>
              <a:ext cx="748086" cy="11349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A2C0BD7C-F222-BD02-7ABD-B9F33497CDB0}"/>
                </a:ext>
              </a:extLst>
            </p:cNvPr>
            <p:cNvSpPr/>
            <p:nvPr/>
          </p:nvSpPr>
          <p:spPr>
            <a:xfrm>
              <a:off x="6926486" y="5176971"/>
              <a:ext cx="1838244" cy="927066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619B66B1-BCC4-E7A5-D4F5-35A60AECBC01}"/>
                </a:ext>
              </a:extLst>
            </p:cNvPr>
            <p:cNvSpPr/>
            <p:nvPr/>
          </p:nvSpPr>
          <p:spPr>
            <a:xfrm>
              <a:off x="7050739" y="5242712"/>
              <a:ext cx="548640" cy="54864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BAEE256A-F56D-9A52-8CD2-189A308570E2}"/>
                </a:ext>
              </a:extLst>
            </p:cNvPr>
            <p:cNvSpPr/>
            <p:nvPr/>
          </p:nvSpPr>
          <p:spPr>
            <a:xfrm>
              <a:off x="8114134" y="5242712"/>
              <a:ext cx="548640" cy="54864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FD7F88A6-2F85-E0E2-F354-7160E2BF9ABB}"/>
                </a:ext>
              </a:extLst>
            </p:cNvPr>
            <p:cNvSpPr/>
            <p:nvPr/>
          </p:nvSpPr>
          <p:spPr>
            <a:xfrm>
              <a:off x="7599379" y="5930261"/>
              <a:ext cx="577065" cy="117568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6A051DE5-1EC1-CE5F-7A54-460C4669EC7A}"/>
                </a:ext>
              </a:extLst>
            </p:cNvPr>
            <p:cNvSpPr/>
            <p:nvPr/>
          </p:nvSpPr>
          <p:spPr>
            <a:xfrm>
              <a:off x="7329617" y="5396026"/>
              <a:ext cx="267373" cy="26737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5E309647-0683-4A42-D449-6E9DF9227E65}"/>
                </a:ext>
              </a:extLst>
            </p:cNvPr>
            <p:cNvSpPr/>
            <p:nvPr/>
          </p:nvSpPr>
          <p:spPr>
            <a:xfrm>
              <a:off x="8129884" y="5393025"/>
              <a:ext cx="267373" cy="26737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椭圆 18">
            <a:extLst>
              <a:ext uri="{FF2B5EF4-FFF2-40B4-BE49-F238E27FC236}">
                <a16:creationId xmlns:a16="http://schemas.microsoft.com/office/drawing/2014/main" id="{D4F50950-F0A4-D349-9CAB-4C1CE6DA59C7}"/>
              </a:ext>
            </a:extLst>
          </p:cNvPr>
          <p:cNvSpPr/>
          <p:nvPr/>
        </p:nvSpPr>
        <p:spPr>
          <a:xfrm>
            <a:off x="2172728" y="5054773"/>
            <a:ext cx="235138" cy="23513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82A952F8-7D44-763B-5408-656B7D99C2EA}"/>
              </a:ext>
            </a:extLst>
          </p:cNvPr>
          <p:cNvSpPr/>
          <p:nvPr/>
        </p:nvSpPr>
        <p:spPr>
          <a:xfrm>
            <a:off x="2482461" y="4722949"/>
            <a:ext cx="375284" cy="37528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088FFFA-8AE5-C428-4E02-5A8E6EB329FC}"/>
              </a:ext>
            </a:extLst>
          </p:cNvPr>
          <p:cNvGrpSpPr/>
          <p:nvPr/>
        </p:nvGrpSpPr>
        <p:grpSpPr>
          <a:xfrm>
            <a:off x="281731" y="4932649"/>
            <a:ext cx="2355159" cy="1488513"/>
            <a:chOff x="6670484" y="4680800"/>
            <a:chExt cx="2355159" cy="1488513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3A3A8067-94EB-B741-35AE-FD900FF339EC}"/>
                </a:ext>
              </a:extLst>
            </p:cNvPr>
            <p:cNvSpPr/>
            <p:nvPr/>
          </p:nvSpPr>
          <p:spPr>
            <a:xfrm>
              <a:off x="8697236" y="5265677"/>
              <a:ext cx="328407" cy="66458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78B011AF-9F1C-70FF-784B-255B50BB4F79}"/>
                </a:ext>
              </a:extLst>
            </p:cNvPr>
            <p:cNvSpPr/>
            <p:nvPr/>
          </p:nvSpPr>
          <p:spPr>
            <a:xfrm>
              <a:off x="6670484" y="5308212"/>
              <a:ext cx="328407" cy="66458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A4F7CE1F-2BD3-3C78-D7D1-64E5B044F215}"/>
                </a:ext>
              </a:extLst>
            </p:cNvPr>
            <p:cNvSpPr/>
            <p:nvPr/>
          </p:nvSpPr>
          <p:spPr>
            <a:xfrm>
              <a:off x="6834688" y="5094243"/>
              <a:ext cx="2021840" cy="1075070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CC81B11-C906-1439-9143-C3FC3E901AC1}"/>
                </a:ext>
              </a:extLst>
            </p:cNvPr>
            <p:cNvSpPr/>
            <p:nvPr/>
          </p:nvSpPr>
          <p:spPr>
            <a:xfrm>
              <a:off x="7817735" y="4726771"/>
              <a:ext cx="99752" cy="37745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4C8DF122-995C-B7F6-B41A-8CA0BBB5A280}"/>
                </a:ext>
              </a:extLst>
            </p:cNvPr>
            <p:cNvSpPr/>
            <p:nvPr/>
          </p:nvSpPr>
          <p:spPr>
            <a:xfrm>
              <a:off x="7491206" y="4680800"/>
              <a:ext cx="748086" cy="11349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C6D45C73-86E8-4CB2-BC1E-487A77E09280}"/>
                </a:ext>
              </a:extLst>
            </p:cNvPr>
            <p:cNvSpPr/>
            <p:nvPr/>
          </p:nvSpPr>
          <p:spPr>
            <a:xfrm>
              <a:off x="6926486" y="5176971"/>
              <a:ext cx="1838244" cy="927066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0F4C8EA-FEF0-A34E-1697-63CEA7A2D942}"/>
                </a:ext>
              </a:extLst>
            </p:cNvPr>
            <p:cNvSpPr/>
            <p:nvPr/>
          </p:nvSpPr>
          <p:spPr>
            <a:xfrm>
              <a:off x="7050739" y="5242712"/>
              <a:ext cx="548640" cy="54864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D48FC861-CA0C-C57C-28C5-DE9BAB95B00D}"/>
                </a:ext>
              </a:extLst>
            </p:cNvPr>
            <p:cNvSpPr/>
            <p:nvPr/>
          </p:nvSpPr>
          <p:spPr>
            <a:xfrm>
              <a:off x="8114134" y="5242712"/>
              <a:ext cx="548640" cy="54864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E0A126D3-433B-B820-6C97-2C594D8E7BE2}"/>
                </a:ext>
              </a:extLst>
            </p:cNvPr>
            <p:cNvSpPr/>
            <p:nvPr/>
          </p:nvSpPr>
          <p:spPr>
            <a:xfrm>
              <a:off x="7599379" y="5930261"/>
              <a:ext cx="577065" cy="117568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5F7BB85C-1DE8-28B5-6576-C3E84CEDB093}"/>
                </a:ext>
              </a:extLst>
            </p:cNvPr>
            <p:cNvSpPr/>
            <p:nvPr/>
          </p:nvSpPr>
          <p:spPr>
            <a:xfrm>
              <a:off x="7329617" y="5396026"/>
              <a:ext cx="267373" cy="26737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CF5643E4-7820-4C64-BC0B-07BA153C3D4E}"/>
                </a:ext>
              </a:extLst>
            </p:cNvPr>
            <p:cNvSpPr/>
            <p:nvPr/>
          </p:nvSpPr>
          <p:spPr>
            <a:xfrm>
              <a:off x="8129884" y="5393025"/>
              <a:ext cx="267373" cy="26737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5F2639FE-99E4-BA5B-BA56-5CDB0809CB15}"/>
              </a:ext>
            </a:extLst>
          </p:cNvPr>
          <p:cNvSpPr txBox="1"/>
          <p:nvPr/>
        </p:nvSpPr>
        <p:spPr>
          <a:xfrm>
            <a:off x="5906191" y="1355863"/>
            <a:ext cx="1574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person A ✔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190DB8E-AD16-3BA1-BE4F-3234A54DF531}"/>
              </a:ext>
            </a:extLst>
          </p:cNvPr>
          <p:cNvSpPr txBox="1"/>
          <p:nvPr/>
        </p:nvSpPr>
        <p:spPr>
          <a:xfrm>
            <a:off x="5896350" y="2393830"/>
            <a:ext cx="1298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person A ✔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2CABA25D-ABA3-D726-4D3C-39C659F89222}"/>
              </a:ext>
            </a:extLst>
          </p:cNvPr>
          <p:cNvCxnSpPr>
            <a:cxnSpLocks/>
          </p:cNvCxnSpPr>
          <p:nvPr/>
        </p:nvCxnSpPr>
        <p:spPr>
          <a:xfrm>
            <a:off x="3886965" y="2606693"/>
            <a:ext cx="52695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B0365C1B-B5CA-3B95-578E-DC97C1247536}"/>
              </a:ext>
            </a:extLst>
          </p:cNvPr>
          <p:cNvCxnSpPr>
            <a:cxnSpLocks/>
          </p:cNvCxnSpPr>
          <p:nvPr/>
        </p:nvCxnSpPr>
        <p:spPr>
          <a:xfrm>
            <a:off x="3880381" y="1605347"/>
            <a:ext cx="5401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90A500A0-1137-F766-E7CA-30F18ABD6055}"/>
              </a:ext>
            </a:extLst>
          </p:cNvPr>
          <p:cNvSpPr txBox="1"/>
          <p:nvPr/>
        </p:nvSpPr>
        <p:spPr>
          <a:xfrm>
            <a:off x="445934" y="1363936"/>
            <a:ext cx="2127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Likelihood-based method P(Y|X)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184A07D-B2B9-EC48-D206-F69EDDD21670}"/>
              </a:ext>
            </a:extLst>
          </p:cNvPr>
          <p:cNvSpPr txBox="1"/>
          <p:nvPr/>
        </p:nvSpPr>
        <p:spPr>
          <a:xfrm>
            <a:off x="445934" y="4221042"/>
            <a:ext cx="2049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Causality-based method P(</a:t>
            </a:r>
            <a:r>
              <a:rPr lang="en-US" altLang="zh-CN" dirty="0" err="1"/>
              <a:t>Y|do</a:t>
            </a:r>
            <a:r>
              <a:rPr lang="en-US" altLang="zh-CN" dirty="0"/>
              <a:t>(X))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CBABCB5-7B66-7826-AC44-E4CD7E396F6C}"/>
              </a:ext>
            </a:extLst>
          </p:cNvPr>
          <p:cNvSpPr txBox="1"/>
          <p:nvPr/>
        </p:nvSpPr>
        <p:spPr>
          <a:xfrm>
            <a:off x="159054" y="6478833"/>
            <a:ext cx="2868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Human or Neural network</a:t>
            </a:r>
            <a:endParaRPr lang="zh-CN" altLang="en-US" dirty="0"/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23C55E47-83AF-9BA2-9089-C9558FB4BCAC}"/>
              </a:ext>
            </a:extLst>
          </p:cNvPr>
          <p:cNvSpPr/>
          <p:nvPr/>
        </p:nvSpPr>
        <p:spPr>
          <a:xfrm>
            <a:off x="2213178" y="1360774"/>
            <a:ext cx="549669" cy="308344"/>
          </a:xfrm>
          <a:prstGeom prst="rightArrow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8B5E12E9-8D0E-6C1C-DC8E-EF8A7908A60D}"/>
              </a:ext>
            </a:extLst>
          </p:cNvPr>
          <p:cNvSpPr/>
          <p:nvPr/>
        </p:nvSpPr>
        <p:spPr>
          <a:xfrm>
            <a:off x="2185871" y="4235669"/>
            <a:ext cx="549669" cy="308344"/>
          </a:xfrm>
          <a:prstGeom prst="rightArrow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693208BD-48C4-9EB8-19A8-47DD66588487}"/>
              </a:ext>
            </a:extLst>
          </p:cNvPr>
          <p:cNvCxnSpPr>
            <a:cxnSpLocks/>
          </p:cNvCxnSpPr>
          <p:nvPr/>
        </p:nvCxnSpPr>
        <p:spPr>
          <a:xfrm>
            <a:off x="5476680" y="2599585"/>
            <a:ext cx="4749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图片 42">
            <a:extLst>
              <a:ext uri="{FF2B5EF4-FFF2-40B4-BE49-F238E27FC236}">
                <a16:creationId xmlns:a16="http://schemas.microsoft.com/office/drawing/2014/main" id="{81708170-96BA-06D8-8F54-7CFCEA64ADAE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625" y="1374933"/>
            <a:ext cx="720000" cy="1440000"/>
          </a:xfrm>
          <a:prstGeom prst="rect">
            <a:avLst/>
          </a:prstGeom>
        </p:spPr>
      </p:pic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169FA31A-EEF9-DA0D-86B8-CA4073F39BC8}"/>
              </a:ext>
            </a:extLst>
          </p:cNvPr>
          <p:cNvSpPr/>
          <p:nvPr/>
        </p:nvSpPr>
        <p:spPr>
          <a:xfrm>
            <a:off x="4409028" y="1196911"/>
            <a:ext cx="331279" cy="710063"/>
          </a:xfrm>
          <a:custGeom>
            <a:avLst/>
            <a:gdLst>
              <a:gd name="connsiteX0" fmla="*/ 133360 w 331279"/>
              <a:gd name="connsiteY0" fmla="*/ 3444 h 710063"/>
              <a:gd name="connsiteX1" fmla="*/ 130185 w 331279"/>
              <a:gd name="connsiteY1" fmla="*/ 60594 h 710063"/>
              <a:gd name="connsiteX2" fmla="*/ 103198 w 331279"/>
              <a:gd name="connsiteY2" fmla="*/ 84406 h 710063"/>
              <a:gd name="connsiteX3" fmla="*/ 46048 w 331279"/>
              <a:gd name="connsiteY3" fmla="*/ 100281 h 710063"/>
              <a:gd name="connsiteX4" fmla="*/ 19060 w 331279"/>
              <a:gd name="connsiteY4" fmla="*/ 138381 h 710063"/>
              <a:gd name="connsiteX5" fmla="*/ 3185 w 331279"/>
              <a:gd name="connsiteY5" fmla="*/ 190769 h 710063"/>
              <a:gd name="connsiteX6" fmla="*/ 15885 w 331279"/>
              <a:gd name="connsiteY6" fmla="*/ 289194 h 710063"/>
              <a:gd name="connsiteX7" fmla="*/ 30173 w 331279"/>
              <a:gd name="connsiteY7" fmla="*/ 376506 h 710063"/>
              <a:gd name="connsiteX8" fmla="*/ 28585 w 331279"/>
              <a:gd name="connsiteY8" fmla="*/ 440006 h 710063"/>
              <a:gd name="connsiteX9" fmla="*/ 10 w 331279"/>
              <a:gd name="connsiteY9" fmla="*/ 498744 h 710063"/>
              <a:gd name="connsiteX10" fmla="*/ 25410 w 331279"/>
              <a:gd name="connsiteY10" fmla="*/ 571769 h 710063"/>
              <a:gd name="connsiteX11" fmla="*/ 38110 w 331279"/>
              <a:gd name="connsiteY11" fmla="*/ 632094 h 710063"/>
              <a:gd name="connsiteX12" fmla="*/ 20648 w 331279"/>
              <a:gd name="connsiteY12" fmla="*/ 686069 h 710063"/>
              <a:gd name="connsiteX13" fmla="*/ 11123 w 331279"/>
              <a:gd name="connsiteY13" fmla="*/ 703531 h 710063"/>
              <a:gd name="connsiteX14" fmla="*/ 109548 w 331279"/>
              <a:gd name="connsiteY14" fmla="*/ 706706 h 710063"/>
              <a:gd name="connsiteX15" fmla="*/ 95260 w 331279"/>
              <a:gd name="connsiteY15" fmla="*/ 657494 h 710063"/>
              <a:gd name="connsiteX16" fmla="*/ 119073 w 331279"/>
              <a:gd name="connsiteY16" fmla="*/ 552719 h 710063"/>
              <a:gd name="connsiteX17" fmla="*/ 128598 w 331279"/>
              <a:gd name="connsiteY17" fmla="*/ 581294 h 710063"/>
              <a:gd name="connsiteX18" fmla="*/ 146060 w 331279"/>
              <a:gd name="connsiteY18" fmla="*/ 662256 h 710063"/>
              <a:gd name="connsiteX19" fmla="*/ 115898 w 331279"/>
              <a:gd name="connsiteY19" fmla="*/ 697181 h 710063"/>
              <a:gd name="connsiteX20" fmla="*/ 260360 w 331279"/>
              <a:gd name="connsiteY20" fmla="*/ 701944 h 710063"/>
              <a:gd name="connsiteX21" fmla="*/ 198448 w 331279"/>
              <a:gd name="connsiteY21" fmla="*/ 663844 h 710063"/>
              <a:gd name="connsiteX22" fmla="*/ 239723 w 331279"/>
              <a:gd name="connsiteY22" fmla="*/ 562244 h 710063"/>
              <a:gd name="connsiteX23" fmla="*/ 241310 w 331279"/>
              <a:gd name="connsiteY23" fmla="*/ 543194 h 710063"/>
              <a:gd name="connsiteX24" fmla="*/ 285760 w 331279"/>
              <a:gd name="connsiteY24" fmla="*/ 516206 h 710063"/>
              <a:gd name="connsiteX25" fmla="*/ 282585 w 331279"/>
              <a:gd name="connsiteY25" fmla="*/ 433656 h 710063"/>
              <a:gd name="connsiteX26" fmla="*/ 317510 w 331279"/>
              <a:gd name="connsiteY26" fmla="*/ 401906 h 710063"/>
              <a:gd name="connsiteX27" fmla="*/ 288935 w 331279"/>
              <a:gd name="connsiteY27" fmla="*/ 336819 h 710063"/>
              <a:gd name="connsiteX28" fmla="*/ 323860 w 331279"/>
              <a:gd name="connsiteY28" fmla="*/ 314594 h 710063"/>
              <a:gd name="connsiteX29" fmla="*/ 309573 w 331279"/>
              <a:gd name="connsiteY29" fmla="*/ 243156 h 710063"/>
              <a:gd name="connsiteX30" fmla="*/ 325448 w 331279"/>
              <a:gd name="connsiteY30" fmla="*/ 217756 h 710063"/>
              <a:gd name="connsiteX31" fmla="*/ 323860 w 331279"/>
              <a:gd name="connsiteY31" fmla="*/ 132031 h 710063"/>
              <a:gd name="connsiteX32" fmla="*/ 239723 w 331279"/>
              <a:gd name="connsiteY32" fmla="*/ 79644 h 710063"/>
              <a:gd name="connsiteX33" fmla="*/ 284173 w 331279"/>
              <a:gd name="connsiteY33" fmla="*/ 6619 h 710063"/>
              <a:gd name="connsiteX34" fmla="*/ 219085 w 331279"/>
              <a:gd name="connsiteY34" fmla="*/ 6619 h 710063"/>
              <a:gd name="connsiteX35" fmla="*/ 133360 w 331279"/>
              <a:gd name="connsiteY35" fmla="*/ 3444 h 710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31279" h="710063">
                <a:moveTo>
                  <a:pt x="133360" y="3444"/>
                </a:moveTo>
                <a:cubicBezTo>
                  <a:pt x="118543" y="12440"/>
                  <a:pt x="135212" y="47100"/>
                  <a:pt x="130185" y="60594"/>
                </a:cubicBezTo>
                <a:cubicBezTo>
                  <a:pt x="125158" y="74088"/>
                  <a:pt x="117221" y="77792"/>
                  <a:pt x="103198" y="84406"/>
                </a:cubicBezTo>
                <a:cubicBezTo>
                  <a:pt x="89175" y="91020"/>
                  <a:pt x="60071" y="91285"/>
                  <a:pt x="46048" y="100281"/>
                </a:cubicBezTo>
                <a:cubicBezTo>
                  <a:pt x="32025" y="109277"/>
                  <a:pt x="26204" y="123300"/>
                  <a:pt x="19060" y="138381"/>
                </a:cubicBezTo>
                <a:cubicBezTo>
                  <a:pt x="11916" y="153462"/>
                  <a:pt x="3714" y="165634"/>
                  <a:pt x="3185" y="190769"/>
                </a:cubicBezTo>
                <a:cubicBezTo>
                  <a:pt x="2656" y="215904"/>
                  <a:pt x="11387" y="258238"/>
                  <a:pt x="15885" y="289194"/>
                </a:cubicBezTo>
                <a:cubicBezTo>
                  <a:pt x="20383" y="320150"/>
                  <a:pt x="28056" y="351371"/>
                  <a:pt x="30173" y="376506"/>
                </a:cubicBezTo>
                <a:cubicBezTo>
                  <a:pt x="32290" y="401641"/>
                  <a:pt x="33612" y="419633"/>
                  <a:pt x="28585" y="440006"/>
                </a:cubicBezTo>
                <a:cubicBezTo>
                  <a:pt x="23558" y="460379"/>
                  <a:pt x="539" y="476784"/>
                  <a:pt x="10" y="498744"/>
                </a:cubicBezTo>
                <a:cubicBezTo>
                  <a:pt x="-519" y="520704"/>
                  <a:pt x="19060" y="549544"/>
                  <a:pt x="25410" y="571769"/>
                </a:cubicBezTo>
                <a:cubicBezTo>
                  <a:pt x="31760" y="593994"/>
                  <a:pt x="38904" y="613044"/>
                  <a:pt x="38110" y="632094"/>
                </a:cubicBezTo>
                <a:cubicBezTo>
                  <a:pt x="37316" y="651144"/>
                  <a:pt x="25146" y="674163"/>
                  <a:pt x="20648" y="686069"/>
                </a:cubicBezTo>
                <a:cubicBezTo>
                  <a:pt x="16150" y="697975"/>
                  <a:pt x="-3694" y="700092"/>
                  <a:pt x="11123" y="703531"/>
                </a:cubicBezTo>
                <a:cubicBezTo>
                  <a:pt x="25940" y="706970"/>
                  <a:pt x="95525" y="714379"/>
                  <a:pt x="109548" y="706706"/>
                </a:cubicBezTo>
                <a:cubicBezTo>
                  <a:pt x="123571" y="699033"/>
                  <a:pt x="93672" y="683159"/>
                  <a:pt x="95260" y="657494"/>
                </a:cubicBezTo>
                <a:cubicBezTo>
                  <a:pt x="96847" y="631830"/>
                  <a:pt x="113517" y="565419"/>
                  <a:pt x="119073" y="552719"/>
                </a:cubicBezTo>
                <a:cubicBezTo>
                  <a:pt x="124629" y="540019"/>
                  <a:pt x="124100" y="563038"/>
                  <a:pt x="128598" y="581294"/>
                </a:cubicBezTo>
                <a:cubicBezTo>
                  <a:pt x="133096" y="599550"/>
                  <a:pt x="148177" y="642942"/>
                  <a:pt x="146060" y="662256"/>
                </a:cubicBezTo>
                <a:cubicBezTo>
                  <a:pt x="143943" y="681570"/>
                  <a:pt x="96848" y="690566"/>
                  <a:pt x="115898" y="697181"/>
                </a:cubicBezTo>
                <a:cubicBezTo>
                  <a:pt x="134948" y="703796"/>
                  <a:pt x="246602" y="707500"/>
                  <a:pt x="260360" y="701944"/>
                </a:cubicBezTo>
                <a:cubicBezTo>
                  <a:pt x="274118" y="696388"/>
                  <a:pt x="201888" y="687127"/>
                  <a:pt x="198448" y="663844"/>
                </a:cubicBezTo>
                <a:cubicBezTo>
                  <a:pt x="195008" y="640561"/>
                  <a:pt x="232579" y="582352"/>
                  <a:pt x="239723" y="562244"/>
                </a:cubicBezTo>
                <a:cubicBezTo>
                  <a:pt x="246867" y="542136"/>
                  <a:pt x="233637" y="550867"/>
                  <a:pt x="241310" y="543194"/>
                </a:cubicBezTo>
                <a:cubicBezTo>
                  <a:pt x="248983" y="535521"/>
                  <a:pt x="278881" y="534462"/>
                  <a:pt x="285760" y="516206"/>
                </a:cubicBezTo>
                <a:cubicBezTo>
                  <a:pt x="292639" y="497950"/>
                  <a:pt x="277293" y="452706"/>
                  <a:pt x="282585" y="433656"/>
                </a:cubicBezTo>
                <a:cubicBezTo>
                  <a:pt x="287877" y="414606"/>
                  <a:pt x="316452" y="418045"/>
                  <a:pt x="317510" y="401906"/>
                </a:cubicBezTo>
                <a:cubicBezTo>
                  <a:pt x="318568" y="385767"/>
                  <a:pt x="287877" y="351371"/>
                  <a:pt x="288935" y="336819"/>
                </a:cubicBezTo>
                <a:cubicBezTo>
                  <a:pt x="289993" y="322267"/>
                  <a:pt x="320420" y="330205"/>
                  <a:pt x="323860" y="314594"/>
                </a:cubicBezTo>
                <a:cubicBezTo>
                  <a:pt x="327300" y="298984"/>
                  <a:pt x="309308" y="259296"/>
                  <a:pt x="309573" y="243156"/>
                </a:cubicBezTo>
                <a:cubicBezTo>
                  <a:pt x="309838" y="227016"/>
                  <a:pt x="323067" y="236277"/>
                  <a:pt x="325448" y="217756"/>
                </a:cubicBezTo>
                <a:cubicBezTo>
                  <a:pt x="327829" y="199235"/>
                  <a:pt x="338148" y="155050"/>
                  <a:pt x="323860" y="132031"/>
                </a:cubicBezTo>
                <a:cubicBezTo>
                  <a:pt x="309573" y="109012"/>
                  <a:pt x="246337" y="100546"/>
                  <a:pt x="239723" y="79644"/>
                </a:cubicBezTo>
                <a:cubicBezTo>
                  <a:pt x="233109" y="58742"/>
                  <a:pt x="287613" y="18790"/>
                  <a:pt x="284173" y="6619"/>
                </a:cubicBezTo>
                <a:cubicBezTo>
                  <a:pt x="280733" y="-5552"/>
                  <a:pt x="245808" y="7413"/>
                  <a:pt x="219085" y="6619"/>
                </a:cubicBezTo>
                <a:cubicBezTo>
                  <a:pt x="192362" y="5825"/>
                  <a:pt x="148177" y="-5552"/>
                  <a:pt x="133360" y="3444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5089E665-BA61-7CEA-4677-1AE934C7E02C}"/>
              </a:ext>
            </a:extLst>
          </p:cNvPr>
          <p:cNvSpPr/>
          <p:nvPr/>
        </p:nvSpPr>
        <p:spPr>
          <a:xfrm>
            <a:off x="3519254" y="1354949"/>
            <a:ext cx="138664" cy="1386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8CBBC5C7-126A-3D29-7212-92A8AC1CA507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04" r="19560" b="85709"/>
          <a:stretch/>
        </p:blipFill>
        <p:spPr>
          <a:xfrm>
            <a:off x="4935410" y="1464818"/>
            <a:ext cx="329300" cy="205806"/>
          </a:xfrm>
          <a:prstGeom prst="rect">
            <a:avLst/>
          </a:prstGeom>
        </p:spPr>
      </p:pic>
      <p:sp>
        <p:nvSpPr>
          <p:cNvPr id="47" name="椭圆 46">
            <a:extLst>
              <a:ext uri="{FF2B5EF4-FFF2-40B4-BE49-F238E27FC236}">
                <a16:creationId xmlns:a16="http://schemas.microsoft.com/office/drawing/2014/main" id="{0F36BB62-09E5-6499-C932-86835E101D12}"/>
              </a:ext>
            </a:extLst>
          </p:cNvPr>
          <p:cNvSpPr/>
          <p:nvPr/>
        </p:nvSpPr>
        <p:spPr>
          <a:xfrm>
            <a:off x="5024409" y="1472892"/>
            <a:ext cx="138664" cy="1386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D1CEE77C-B9BC-3E8D-AE78-91CEA9F20413}"/>
              </a:ext>
            </a:extLst>
          </p:cNvPr>
          <p:cNvCxnSpPr>
            <a:cxnSpLocks/>
          </p:cNvCxnSpPr>
          <p:nvPr/>
        </p:nvCxnSpPr>
        <p:spPr>
          <a:xfrm>
            <a:off x="5476680" y="1561779"/>
            <a:ext cx="4749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云形 48">
            <a:extLst>
              <a:ext uri="{FF2B5EF4-FFF2-40B4-BE49-F238E27FC236}">
                <a16:creationId xmlns:a16="http://schemas.microsoft.com/office/drawing/2014/main" id="{86C2957C-1A6E-5D3A-A335-790603C60EC5}"/>
              </a:ext>
            </a:extLst>
          </p:cNvPr>
          <p:cNvSpPr/>
          <p:nvPr/>
        </p:nvSpPr>
        <p:spPr>
          <a:xfrm rot="563538">
            <a:off x="2822376" y="3601883"/>
            <a:ext cx="4778282" cy="2900892"/>
          </a:xfrm>
          <a:prstGeom prst="cloud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2701DEE-0908-2A1D-1AB2-1139FE6693A5}"/>
              </a:ext>
            </a:extLst>
          </p:cNvPr>
          <p:cNvSpPr txBox="1"/>
          <p:nvPr/>
        </p:nvSpPr>
        <p:spPr>
          <a:xfrm>
            <a:off x="5998752" y="4175256"/>
            <a:ext cx="1574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person A ✔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6353B52-B6BA-95A3-1413-839BEEA7EC5E}"/>
              </a:ext>
            </a:extLst>
          </p:cNvPr>
          <p:cNvSpPr txBox="1"/>
          <p:nvPr/>
        </p:nvSpPr>
        <p:spPr>
          <a:xfrm>
            <a:off x="6022720" y="5205830"/>
            <a:ext cx="1298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person</a:t>
            </a:r>
            <a:endParaRPr lang="zh-CN" altLang="en-US" dirty="0">
              <a:solidFill>
                <a:srgbClr val="00B050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F20D2CAD-D1A7-9850-D637-0A5869450EE3}"/>
              </a:ext>
            </a:extLst>
          </p:cNvPr>
          <p:cNvCxnSpPr>
            <a:cxnSpLocks/>
          </p:cNvCxnSpPr>
          <p:nvPr/>
        </p:nvCxnSpPr>
        <p:spPr>
          <a:xfrm>
            <a:off x="3979526" y="5426086"/>
            <a:ext cx="52695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2B607B2F-8FA5-5063-5B8F-1DC5A7FB55E6}"/>
              </a:ext>
            </a:extLst>
          </p:cNvPr>
          <p:cNvCxnSpPr>
            <a:cxnSpLocks/>
          </p:cNvCxnSpPr>
          <p:nvPr/>
        </p:nvCxnSpPr>
        <p:spPr>
          <a:xfrm>
            <a:off x="3972942" y="4424740"/>
            <a:ext cx="5401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EA0003CE-4022-5F0B-FFDE-E503E8B08863}"/>
              </a:ext>
            </a:extLst>
          </p:cNvPr>
          <p:cNvCxnSpPr>
            <a:cxnSpLocks/>
          </p:cNvCxnSpPr>
          <p:nvPr/>
        </p:nvCxnSpPr>
        <p:spPr>
          <a:xfrm>
            <a:off x="5569241" y="5418978"/>
            <a:ext cx="4749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图片 54">
            <a:extLst>
              <a:ext uri="{FF2B5EF4-FFF2-40B4-BE49-F238E27FC236}">
                <a16:creationId xmlns:a16="http://schemas.microsoft.com/office/drawing/2014/main" id="{91144E6E-89DF-E51C-35CB-21C05B6299C5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186" y="4194326"/>
            <a:ext cx="720000" cy="1440000"/>
          </a:xfrm>
          <a:prstGeom prst="rect">
            <a:avLst/>
          </a:prstGeom>
        </p:spPr>
      </p:pic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268413AF-F149-3362-8DF1-DECD76FB73D5}"/>
              </a:ext>
            </a:extLst>
          </p:cNvPr>
          <p:cNvSpPr/>
          <p:nvPr/>
        </p:nvSpPr>
        <p:spPr>
          <a:xfrm>
            <a:off x="4501589" y="4016304"/>
            <a:ext cx="331279" cy="710063"/>
          </a:xfrm>
          <a:custGeom>
            <a:avLst/>
            <a:gdLst>
              <a:gd name="connsiteX0" fmla="*/ 133360 w 331279"/>
              <a:gd name="connsiteY0" fmla="*/ 3444 h 710063"/>
              <a:gd name="connsiteX1" fmla="*/ 130185 w 331279"/>
              <a:gd name="connsiteY1" fmla="*/ 60594 h 710063"/>
              <a:gd name="connsiteX2" fmla="*/ 103198 w 331279"/>
              <a:gd name="connsiteY2" fmla="*/ 84406 h 710063"/>
              <a:gd name="connsiteX3" fmla="*/ 46048 w 331279"/>
              <a:gd name="connsiteY3" fmla="*/ 100281 h 710063"/>
              <a:gd name="connsiteX4" fmla="*/ 19060 w 331279"/>
              <a:gd name="connsiteY4" fmla="*/ 138381 h 710063"/>
              <a:gd name="connsiteX5" fmla="*/ 3185 w 331279"/>
              <a:gd name="connsiteY5" fmla="*/ 190769 h 710063"/>
              <a:gd name="connsiteX6" fmla="*/ 15885 w 331279"/>
              <a:gd name="connsiteY6" fmla="*/ 289194 h 710063"/>
              <a:gd name="connsiteX7" fmla="*/ 30173 w 331279"/>
              <a:gd name="connsiteY7" fmla="*/ 376506 h 710063"/>
              <a:gd name="connsiteX8" fmla="*/ 28585 w 331279"/>
              <a:gd name="connsiteY8" fmla="*/ 440006 h 710063"/>
              <a:gd name="connsiteX9" fmla="*/ 10 w 331279"/>
              <a:gd name="connsiteY9" fmla="*/ 498744 h 710063"/>
              <a:gd name="connsiteX10" fmla="*/ 25410 w 331279"/>
              <a:gd name="connsiteY10" fmla="*/ 571769 h 710063"/>
              <a:gd name="connsiteX11" fmla="*/ 38110 w 331279"/>
              <a:gd name="connsiteY11" fmla="*/ 632094 h 710063"/>
              <a:gd name="connsiteX12" fmla="*/ 20648 w 331279"/>
              <a:gd name="connsiteY12" fmla="*/ 686069 h 710063"/>
              <a:gd name="connsiteX13" fmla="*/ 11123 w 331279"/>
              <a:gd name="connsiteY13" fmla="*/ 703531 h 710063"/>
              <a:gd name="connsiteX14" fmla="*/ 109548 w 331279"/>
              <a:gd name="connsiteY14" fmla="*/ 706706 h 710063"/>
              <a:gd name="connsiteX15" fmla="*/ 95260 w 331279"/>
              <a:gd name="connsiteY15" fmla="*/ 657494 h 710063"/>
              <a:gd name="connsiteX16" fmla="*/ 119073 w 331279"/>
              <a:gd name="connsiteY16" fmla="*/ 552719 h 710063"/>
              <a:gd name="connsiteX17" fmla="*/ 128598 w 331279"/>
              <a:gd name="connsiteY17" fmla="*/ 581294 h 710063"/>
              <a:gd name="connsiteX18" fmla="*/ 146060 w 331279"/>
              <a:gd name="connsiteY18" fmla="*/ 662256 h 710063"/>
              <a:gd name="connsiteX19" fmla="*/ 115898 w 331279"/>
              <a:gd name="connsiteY19" fmla="*/ 697181 h 710063"/>
              <a:gd name="connsiteX20" fmla="*/ 260360 w 331279"/>
              <a:gd name="connsiteY20" fmla="*/ 701944 h 710063"/>
              <a:gd name="connsiteX21" fmla="*/ 198448 w 331279"/>
              <a:gd name="connsiteY21" fmla="*/ 663844 h 710063"/>
              <a:gd name="connsiteX22" fmla="*/ 239723 w 331279"/>
              <a:gd name="connsiteY22" fmla="*/ 562244 h 710063"/>
              <a:gd name="connsiteX23" fmla="*/ 241310 w 331279"/>
              <a:gd name="connsiteY23" fmla="*/ 543194 h 710063"/>
              <a:gd name="connsiteX24" fmla="*/ 285760 w 331279"/>
              <a:gd name="connsiteY24" fmla="*/ 516206 h 710063"/>
              <a:gd name="connsiteX25" fmla="*/ 282585 w 331279"/>
              <a:gd name="connsiteY25" fmla="*/ 433656 h 710063"/>
              <a:gd name="connsiteX26" fmla="*/ 317510 w 331279"/>
              <a:gd name="connsiteY26" fmla="*/ 401906 h 710063"/>
              <a:gd name="connsiteX27" fmla="*/ 288935 w 331279"/>
              <a:gd name="connsiteY27" fmla="*/ 336819 h 710063"/>
              <a:gd name="connsiteX28" fmla="*/ 323860 w 331279"/>
              <a:gd name="connsiteY28" fmla="*/ 314594 h 710063"/>
              <a:gd name="connsiteX29" fmla="*/ 309573 w 331279"/>
              <a:gd name="connsiteY29" fmla="*/ 243156 h 710063"/>
              <a:gd name="connsiteX30" fmla="*/ 325448 w 331279"/>
              <a:gd name="connsiteY30" fmla="*/ 217756 h 710063"/>
              <a:gd name="connsiteX31" fmla="*/ 323860 w 331279"/>
              <a:gd name="connsiteY31" fmla="*/ 132031 h 710063"/>
              <a:gd name="connsiteX32" fmla="*/ 239723 w 331279"/>
              <a:gd name="connsiteY32" fmla="*/ 79644 h 710063"/>
              <a:gd name="connsiteX33" fmla="*/ 284173 w 331279"/>
              <a:gd name="connsiteY33" fmla="*/ 6619 h 710063"/>
              <a:gd name="connsiteX34" fmla="*/ 219085 w 331279"/>
              <a:gd name="connsiteY34" fmla="*/ 6619 h 710063"/>
              <a:gd name="connsiteX35" fmla="*/ 133360 w 331279"/>
              <a:gd name="connsiteY35" fmla="*/ 3444 h 710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31279" h="710063">
                <a:moveTo>
                  <a:pt x="133360" y="3444"/>
                </a:moveTo>
                <a:cubicBezTo>
                  <a:pt x="118543" y="12440"/>
                  <a:pt x="135212" y="47100"/>
                  <a:pt x="130185" y="60594"/>
                </a:cubicBezTo>
                <a:cubicBezTo>
                  <a:pt x="125158" y="74088"/>
                  <a:pt x="117221" y="77792"/>
                  <a:pt x="103198" y="84406"/>
                </a:cubicBezTo>
                <a:cubicBezTo>
                  <a:pt x="89175" y="91020"/>
                  <a:pt x="60071" y="91285"/>
                  <a:pt x="46048" y="100281"/>
                </a:cubicBezTo>
                <a:cubicBezTo>
                  <a:pt x="32025" y="109277"/>
                  <a:pt x="26204" y="123300"/>
                  <a:pt x="19060" y="138381"/>
                </a:cubicBezTo>
                <a:cubicBezTo>
                  <a:pt x="11916" y="153462"/>
                  <a:pt x="3714" y="165634"/>
                  <a:pt x="3185" y="190769"/>
                </a:cubicBezTo>
                <a:cubicBezTo>
                  <a:pt x="2656" y="215904"/>
                  <a:pt x="11387" y="258238"/>
                  <a:pt x="15885" y="289194"/>
                </a:cubicBezTo>
                <a:cubicBezTo>
                  <a:pt x="20383" y="320150"/>
                  <a:pt x="28056" y="351371"/>
                  <a:pt x="30173" y="376506"/>
                </a:cubicBezTo>
                <a:cubicBezTo>
                  <a:pt x="32290" y="401641"/>
                  <a:pt x="33612" y="419633"/>
                  <a:pt x="28585" y="440006"/>
                </a:cubicBezTo>
                <a:cubicBezTo>
                  <a:pt x="23558" y="460379"/>
                  <a:pt x="539" y="476784"/>
                  <a:pt x="10" y="498744"/>
                </a:cubicBezTo>
                <a:cubicBezTo>
                  <a:pt x="-519" y="520704"/>
                  <a:pt x="19060" y="549544"/>
                  <a:pt x="25410" y="571769"/>
                </a:cubicBezTo>
                <a:cubicBezTo>
                  <a:pt x="31760" y="593994"/>
                  <a:pt x="38904" y="613044"/>
                  <a:pt x="38110" y="632094"/>
                </a:cubicBezTo>
                <a:cubicBezTo>
                  <a:pt x="37316" y="651144"/>
                  <a:pt x="25146" y="674163"/>
                  <a:pt x="20648" y="686069"/>
                </a:cubicBezTo>
                <a:cubicBezTo>
                  <a:pt x="16150" y="697975"/>
                  <a:pt x="-3694" y="700092"/>
                  <a:pt x="11123" y="703531"/>
                </a:cubicBezTo>
                <a:cubicBezTo>
                  <a:pt x="25940" y="706970"/>
                  <a:pt x="95525" y="714379"/>
                  <a:pt x="109548" y="706706"/>
                </a:cubicBezTo>
                <a:cubicBezTo>
                  <a:pt x="123571" y="699033"/>
                  <a:pt x="93672" y="683159"/>
                  <a:pt x="95260" y="657494"/>
                </a:cubicBezTo>
                <a:cubicBezTo>
                  <a:pt x="96847" y="631830"/>
                  <a:pt x="113517" y="565419"/>
                  <a:pt x="119073" y="552719"/>
                </a:cubicBezTo>
                <a:cubicBezTo>
                  <a:pt x="124629" y="540019"/>
                  <a:pt x="124100" y="563038"/>
                  <a:pt x="128598" y="581294"/>
                </a:cubicBezTo>
                <a:cubicBezTo>
                  <a:pt x="133096" y="599550"/>
                  <a:pt x="148177" y="642942"/>
                  <a:pt x="146060" y="662256"/>
                </a:cubicBezTo>
                <a:cubicBezTo>
                  <a:pt x="143943" y="681570"/>
                  <a:pt x="96848" y="690566"/>
                  <a:pt x="115898" y="697181"/>
                </a:cubicBezTo>
                <a:cubicBezTo>
                  <a:pt x="134948" y="703796"/>
                  <a:pt x="246602" y="707500"/>
                  <a:pt x="260360" y="701944"/>
                </a:cubicBezTo>
                <a:cubicBezTo>
                  <a:pt x="274118" y="696388"/>
                  <a:pt x="201888" y="687127"/>
                  <a:pt x="198448" y="663844"/>
                </a:cubicBezTo>
                <a:cubicBezTo>
                  <a:pt x="195008" y="640561"/>
                  <a:pt x="232579" y="582352"/>
                  <a:pt x="239723" y="562244"/>
                </a:cubicBezTo>
                <a:cubicBezTo>
                  <a:pt x="246867" y="542136"/>
                  <a:pt x="233637" y="550867"/>
                  <a:pt x="241310" y="543194"/>
                </a:cubicBezTo>
                <a:cubicBezTo>
                  <a:pt x="248983" y="535521"/>
                  <a:pt x="278881" y="534462"/>
                  <a:pt x="285760" y="516206"/>
                </a:cubicBezTo>
                <a:cubicBezTo>
                  <a:pt x="292639" y="497950"/>
                  <a:pt x="277293" y="452706"/>
                  <a:pt x="282585" y="433656"/>
                </a:cubicBezTo>
                <a:cubicBezTo>
                  <a:pt x="287877" y="414606"/>
                  <a:pt x="316452" y="418045"/>
                  <a:pt x="317510" y="401906"/>
                </a:cubicBezTo>
                <a:cubicBezTo>
                  <a:pt x="318568" y="385767"/>
                  <a:pt x="287877" y="351371"/>
                  <a:pt x="288935" y="336819"/>
                </a:cubicBezTo>
                <a:cubicBezTo>
                  <a:pt x="289993" y="322267"/>
                  <a:pt x="320420" y="330205"/>
                  <a:pt x="323860" y="314594"/>
                </a:cubicBezTo>
                <a:cubicBezTo>
                  <a:pt x="327300" y="298984"/>
                  <a:pt x="309308" y="259296"/>
                  <a:pt x="309573" y="243156"/>
                </a:cubicBezTo>
                <a:cubicBezTo>
                  <a:pt x="309838" y="227016"/>
                  <a:pt x="323067" y="236277"/>
                  <a:pt x="325448" y="217756"/>
                </a:cubicBezTo>
                <a:cubicBezTo>
                  <a:pt x="327829" y="199235"/>
                  <a:pt x="338148" y="155050"/>
                  <a:pt x="323860" y="132031"/>
                </a:cubicBezTo>
                <a:cubicBezTo>
                  <a:pt x="309573" y="109012"/>
                  <a:pt x="246337" y="100546"/>
                  <a:pt x="239723" y="79644"/>
                </a:cubicBezTo>
                <a:cubicBezTo>
                  <a:pt x="233109" y="58742"/>
                  <a:pt x="287613" y="18790"/>
                  <a:pt x="284173" y="6619"/>
                </a:cubicBezTo>
                <a:cubicBezTo>
                  <a:pt x="280733" y="-5552"/>
                  <a:pt x="245808" y="7413"/>
                  <a:pt x="219085" y="6619"/>
                </a:cubicBezTo>
                <a:cubicBezTo>
                  <a:pt x="192362" y="5825"/>
                  <a:pt x="148177" y="-5552"/>
                  <a:pt x="133360" y="3444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D32D15DA-0C12-D0ED-803C-26CE2564F1D5}"/>
              </a:ext>
            </a:extLst>
          </p:cNvPr>
          <p:cNvSpPr/>
          <p:nvPr/>
        </p:nvSpPr>
        <p:spPr>
          <a:xfrm>
            <a:off x="3611815" y="4174342"/>
            <a:ext cx="138664" cy="1386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8F48463F-F383-561E-98C2-61CC686F3C0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04" r="19560" b="85709"/>
          <a:stretch/>
        </p:blipFill>
        <p:spPr>
          <a:xfrm>
            <a:off x="5027971" y="4284211"/>
            <a:ext cx="329300" cy="205806"/>
          </a:xfrm>
          <a:prstGeom prst="rect">
            <a:avLst/>
          </a:prstGeom>
        </p:spPr>
      </p:pic>
      <p:sp>
        <p:nvSpPr>
          <p:cNvPr id="59" name="椭圆 58">
            <a:extLst>
              <a:ext uri="{FF2B5EF4-FFF2-40B4-BE49-F238E27FC236}">
                <a16:creationId xmlns:a16="http://schemas.microsoft.com/office/drawing/2014/main" id="{68ED43B5-B90C-DA2D-B328-7A6467CC0ED0}"/>
              </a:ext>
            </a:extLst>
          </p:cNvPr>
          <p:cNvSpPr/>
          <p:nvPr/>
        </p:nvSpPr>
        <p:spPr>
          <a:xfrm>
            <a:off x="5116970" y="4292285"/>
            <a:ext cx="138664" cy="1386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8784A1F8-3EE4-676B-9970-CCF4A02E07B9}"/>
              </a:ext>
            </a:extLst>
          </p:cNvPr>
          <p:cNvCxnSpPr>
            <a:cxnSpLocks/>
          </p:cNvCxnSpPr>
          <p:nvPr/>
        </p:nvCxnSpPr>
        <p:spPr>
          <a:xfrm>
            <a:off x="5569241" y="4381172"/>
            <a:ext cx="47499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C73F7290-95F6-33A3-85D8-58232E4F6191}"/>
              </a:ext>
            </a:extLst>
          </p:cNvPr>
          <p:cNvSpPr txBox="1"/>
          <p:nvPr/>
        </p:nvSpPr>
        <p:spPr>
          <a:xfrm>
            <a:off x="4205278" y="1871878"/>
            <a:ext cx="2190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body</a:t>
            </a:r>
            <a:r>
              <a:rPr lang="zh-CN" altLang="en-US" dirty="0"/>
              <a:t> </a:t>
            </a:r>
            <a:r>
              <a:rPr lang="en-US" altLang="zh-CN" dirty="0"/>
              <a:t>shape / head</a:t>
            </a:r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0810CA9-1490-0137-7F59-26B10599F265}"/>
              </a:ext>
            </a:extLst>
          </p:cNvPr>
          <p:cNvSpPr txBox="1"/>
          <p:nvPr/>
        </p:nvSpPr>
        <p:spPr>
          <a:xfrm>
            <a:off x="4308294" y="4690543"/>
            <a:ext cx="2283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body</a:t>
            </a:r>
            <a:r>
              <a:rPr lang="zh-CN" altLang="en-US" dirty="0"/>
              <a:t> </a:t>
            </a:r>
            <a:r>
              <a:rPr lang="en-US" altLang="zh-CN" dirty="0"/>
              <a:t>shape / head</a:t>
            </a:r>
            <a:endParaRPr lang="zh-CN" altLang="en-US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EFB1AC6-04CE-87A7-08BB-59C79058AFA0}"/>
              </a:ext>
            </a:extLst>
          </p:cNvPr>
          <p:cNvSpPr txBox="1"/>
          <p:nvPr/>
        </p:nvSpPr>
        <p:spPr>
          <a:xfrm>
            <a:off x="4152594" y="2850142"/>
            <a:ext cx="2243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 know that clothing</a:t>
            </a:r>
            <a:endParaRPr lang="zh-CN" altLang="en-US" dirty="0"/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9352F0E3-5773-9339-E9F7-34D95CA022C5}"/>
              </a:ext>
            </a:extLst>
          </p:cNvPr>
          <p:cNvSpPr/>
          <p:nvPr/>
        </p:nvSpPr>
        <p:spPr>
          <a:xfrm>
            <a:off x="4535029" y="2249319"/>
            <a:ext cx="710916" cy="568012"/>
          </a:xfrm>
          <a:custGeom>
            <a:avLst/>
            <a:gdLst>
              <a:gd name="connsiteX0" fmla="*/ 363104 w 710916"/>
              <a:gd name="connsiteY0" fmla="*/ 65179 h 568012"/>
              <a:gd name="connsiteX1" fmla="*/ 275792 w 710916"/>
              <a:gd name="connsiteY1" fmla="*/ 47717 h 568012"/>
              <a:gd name="connsiteX2" fmla="*/ 244042 w 710916"/>
              <a:gd name="connsiteY2" fmla="*/ 22317 h 568012"/>
              <a:gd name="connsiteX3" fmla="*/ 244042 w 710916"/>
              <a:gd name="connsiteY3" fmla="*/ 92 h 568012"/>
              <a:gd name="connsiteX4" fmla="*/ 188479 w 710916"/>
              <a:gd name="connsiteY4" fmla="*/ 15967 h 568012"/>
              <a:gd name="connsiteX5" fmla="*/ 80529 w 710916"/>
              <a:gd name="connsiteY5" fmla="*/ 52479 h 568012"/>
              <a:gd name="connsiteX6" fmla="*/ 39254 w 710916"/>
              <a:gd name="connsiteY6" fmla="*/ 131854 h 568012"/>
              <a:gd name="connsiteX7" fmla="*/ 2742 w 710916"/>
              <a:gd name="connsiteY7" fmla="*/ 195354 h 568012"/>
              <a:gd name="connsiteX8" fmla="*/ 117042 w 710916"/>
              <a:gd name="connsiteY8" fmla="*/ 215992 h 568012"/>
              <a:gd name="connsiteX9" fmla="*/ 139267 w 710916"/>
              <a:gd name="connsiteY9" fmla="*/ 215992 h 568012"/>
              <a:gd name="connsiteX10" fmla="*/ 145617 w 710916"/>
              <a:gd name="connsiteY10" fmla="*/ 377917 h 568012"/>
              <a:gd name="connsiteX11" fmla="*/ 118629 w 710916"/>
              <a:gd name="connsiteY11" fmla="*/ 450942 h 568012"/>
              <a:gd name="connsiteX12" fmla="*/ 107517 w 710916"/>
              <a:gd name="connsiteY12" fmla="*/ 533492 h 568012"/>
              <a:gd name="connsiteX13" fmla="*/ 231342 w 710916"/>
              <a:gd name="connsiteY13" fmla="*/ 557304 h 568012"/>
              <a:gd name="connsiteX14" fmla="*/ 382154 w 710916"/>
              <a:gd name="connsiteY14" fmla="*/ 566829 h 568012"/>
              <a:gd name="connsiteX15" fmla="*/ 544079 w 710916"/>
              <a:gd name="connsiteY15" fmla="*/ 558892 h 568012"/>
              <a:gd name="connsiteX16" fmla="*/ 572654 w 710916"/>
              <a:gd name="connsiteY16" fmla="*/ 558892 h 568012"/>
              <a:gd name="connsiteX17" fmla="*/ 569479 w 710916"/>
              <a:gd name="connsiteY17" fmla="*/ 431892 h 568012"/>
              <a:gd name="connsiteX18" fmla="*/ 548842 w 710916"/>
              <a:gd name="connsiteY18" fmla="*/ 306479 h 568012"/>
              <a:gd name="connsiteX19" fmla="*/ 556779 w 710916"/>
              <a:gd name="connsiteY19" fmla="*/ 242979 h 568012"/>
              <a:gd name="connsiteX20" fmla="*/ 659967 w 710916"/>
              <a:gd name="connsiteY20" fmla="*/ 236629 h 568012"/>
              <a:gd name="connsiteX21" fmla="*/ 710767 w 710916"/>
              <a:gd name="connsiteY21" fmla="*/ 219167 h 568012"/>
              <a:gd name="connsiteX22" fmla="*/ 674254 w 710916"/>
              <a:gd name="connsiteY22" fmla="*/ 149317 h 568012"/>
              <a:gd name="connsiteX23" fmla="*/ 637742 w 710916"/>
              <a:gd name="connsiteY23" fmla="*/ 52479 h 568012"/>
              <a:gd name="connsiteX24" fmla="*/ 599642 w 710916"/>
              <a:gd name="connsiteY24" fmla="*/ 33429 h 568012"/>
              <a:gd name="connsiteX25" fmla="*/ 498042 w 710916"/>
              <a:gd name="connsiteY25" fmla="*/ 9617 h 568012"/>
              <a:gd name="connsiteX26" fmla="*/ 450417 w 710916"/>
              <a:gd name="connsiteY26" fmla="*/ 49304 h 568012"/>
              <a:gd name="connsiteX27" fmla="*/ 426604 w 710916"/>
              <a:gd name="connsiteY27" fmla="*/ 55654 h 568012"/>
              <a:gd name="connsiteX28" fmla="*/ 363104 w 710916"/>
              <a:gd name="connsiteY28" fmla="*/ 65179 h 568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10916" h="568012">
                <a:moveTo>
                  <a:pt x="363104" y="65179"/>
                </a:moveTo>
                <a:cubicBezTo>
                  <a:pt x="337969" y="63856"/>
                  <a:pt x="295636" y="54861"/>
                  <a:pt x="275792" y="47717"/>
                </a:cubicBezTo>
                <a:cubicBezTo>
                  <a:pt x="255948" y="40573"/>
                  <a:pt x="249334" y="30254"/>
                  <a:pt x="244042" y="22317"/>
                </a:cubicBezTo>
                <a:cubicBezTo>
                  <a:pt x="238750" y="14380"/>
                  <a:pt x="253302" y="1150"/>
                  <a:pt x="244042" y="92"/>
                </a:cubicBezTo>
                <a:cubicBezTo>
                  <a:pt x="234782" y="-966"/>
                  <a:pt x="215731" y="7236"/>
                  <a:pt x="188479" y="15967"/>
                </a:cubicBezTo>
                <a:cubicBezTo>
                  <a:pt x="161227" y="24698"/>
                  <a:pt x="105400" y="33165"/>
                  <a:pt x="80529" y="52479"/>
                </a:cubicBezTo>
                <a:cubicBezTo>
                  <a:pt x="55658" y="71793"/>
                  <a:pt x="52218" y="108042"/>
                  <a:pt x="39254" y="131854"/>
                </a:cubicBezTo>
                <a:cubicBezTo>
                  <a:pt x="26290" y="155666"/>
                  <a:pt x="-10223" y="181331"/>
                  <a:pt x="2742" y="195354"/>
                </a:cubicBezTo>
                <a:cubicBezTo>
                  <a:pt x="15707" y="209377"/>
                  <a:pt x="94288" y="212552"/>
                  <a:pt x="117042" y="215992"/>
                </a:cubicBezTo>
                <a:cubicBezTo>
                  <a:pt x="139796" y="219432"/>
                  <a:pt x="134505" y="189005"/>
                  <a:pt x="139267" y="215992"/>
                </a:cubicBezTo>
                <a:cubicBezTo>
                  <a:pt x="144029" y="242979"/>
                  <a:pt x="149057" y="338759"/>
                  <a:pt x="145617" y="377917"/>
                </a:cubicBezTo>
                <a:cubicBezTo>
                  <a:pt x="142177" y="417075"/>
                  <a:pt x="124979" y="425013"/>
                  <a:pt x="118629" y="450942"/>
                </a:cubicBezTo>
                <a:cubicBezTo>
                  <a:pt x="112279" y="476871"/>
                  <a:pt x="88731" y="515765"/>
                  <a:pt x="107517" y="533492"/>
                </a:cubicBezTo>
                <a:cubicBezTo>
                  <a:pt x="126302" y="551219"/>
                  <a:pt x="185569" y="551748"/>
                  <a:pt x="231342" y="557304"/>
                </a:cubicBezTo>
                <a:cubicBezTo>
                  <a:pt x="277115" y="562860"/>
                  <a:pt x="330031" y="566564"/>
                  <a:pt x="382154" y="566829"/>
                </a:cubicBezTo>
                <a:cubicBezTo>
                  <a:pt x="434277" y="567094"/>
                  <a:pt x="512329" y="560215"/>
                  <a:pt x="544079" y="558892"/>
                </a:cubicBezTo>
                <a:cubicBezTo>
                  <a:pt x="575829" y="557569"/>
                  <a:pt x="568421" y="580059"/>
                  <a:pt x="572654" y="558892"/>
                </a:cubicBezTo>
                <a:cubicBezTo>
                  <a:pt x="576887" y="537725"/>
                  <a:pt x="573448" y="473961"/>
                  <a:pt x="569479" y="431892"/>
                </a:cubicBezTo>
                <a:cubicBezTo>
                  <a:pt x="565510" y="389823"/>
                  <a:pt x="550959" y="337964"/>
                  <a:pt x="548842" y="306479"/>
                </a:cubicBezTo>
                <a:cubicBezTo>
                  <a:pt x="546725" y="274994"/>
                  <a:pt x="538258" y="254621"/>
                  <a:pt x="556779" y="242979"/>
                </a:cubicBezTo>
                <a:cubicBezTo>
                  <a:pt x="575300" y="231337"/>
                  <a:pt x="634302" y="240598"/>
                  <a:pt x="659967" y="236629"/>
                </a:cubicBezTo>
                <a:cubicBezTo>
                  <a:pt x="685632" y="232660"/>
                  <a:pt x="708386" y="233719"/>
                  <a:pt x="710767" y="219167"/>
                </a:cubicBezTo>
                <a:cubicBezTo>
                  <a:pt x="713148" y="204615"/>
                  <a:pt x="686425" y="177098"/>
                  <a:pt x="674254" y="149317"/>
                </a:cubicBezTo>
                <a:cubicBezTo>
                  <a:pt x="662083" y="121536"/>
                  <a:pt x="650177" y="71794"/>
                  <a:pt x="637742" y="52479"/>
                </a:cubicBezTo>
                <a:cubicBezTo>
                  <a:pt x="625307" y="33164"/>
                  <a:pt x="622925" y="40573"/>
                  <a:pt x="599642" y="33429"/>
                </a:cubicBezTo>
                <a:cubicBezTo>
                  <a:pt x="576359" y="26285"/>
                  <a:pt x="522913" y="6971"/>
                  <a:pt x="498042" y="9617"/>
                </a:cubicBezTo>
                <a:cubicBezTo>
                  <a:pt x="473171" y="12263"/>
                  <a:pt x="462323" y="41631"/>
                  <a:pt x="450417" y="49304"/>
                </a:cubicBezTo>
                <a:cubicBezTo>
                  <a:pt x="438511" y="56977"/>
                  <a:pt x="440891" y="53273"/>
                  <a:pt x="426604" y="55654"/>
                </a:cubicBezTo>
                <a:cubicBezTo>
                  <a:pt x="412317" y="58035"/>
                  <a:pt x="388239" y="66502"/>
                  <a:pt x="363104" y="65179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8F32C867-4ACF-5C52-7E50-13013A67506C}"/>
              </a:ext>
            </a:extLst>
          </p:cNvPr>
          <p:cNvSpPr/>
          <p:nvPr/>
        </p:nvSpPr>
        <p:spPr>
          <a:xfrm>
            <a:off x="4678243" y="5125248"/>
            <a:ext cx="710916" cy="568012"/>
          </a:xfrm>
          <a:custGeom>
            <a:avLst/>
            <a:gdLst>
              <a:gd name="connsiteX0" fmla="*/ 363104 w 710916"/>
              <a:gd name="connsiteY0" fmla="*/ 65179 h 568012"/>
              <a:gd name="connsiteX1" fmla="*/ 275792 w 710916"/>
              <a:gd name="connsiteY1" fmla="*/ 47717 h 568012"/>
              <a:gd name="connsiteX2" fmla="*/ 244042 w 710916"/>
              <a:gd name="connsiteY2" fmla="*/ 22317 h 568012"/>
              <a:gd name="connsiteX3" fmla="*/ 244042 w 710916"/>
              <a:gd name="connsiteY3" fmla="*/ 92 h 568012"/>
              <a:gd name="connsiteX4" fmla="*/ 188479 w 710916"/>
              <a:gd name="connsiteY4" fmla="*/ 15967 h 568012"/>
              <a:gd name="connsiteX5" fmla="*/ 80529 w 710916"/>
              <a:gd name="connsiteY5" fmla="*/ 52479 h 568012"/>
              <a:gd name="connsiteX6" fmla="*/ 39254 w 710916"/>
              <a:gd name="connsiteY6" fmla="*/ 131854 h 568012"/>
              <a:gd name="connsiteX7" fmla="*/ 2742 w 710916"/>
              <a:gd name="connsiteY7" fmla="*/ 195354 h 568012"/>
              <a:gd name="connsiteX8" fmla="*/ 117042 w 710916"/>
              <a:gd name="connsiteY8" fmla="*/ 215992 h 568012"/>
              <a:gd name="connsiteX9" fmla="*/ 139267 w 710916"/>
              <a:gd name="connsiteY9" fmla="*/ 215992 h 568012"/>
              <a:gd name="connsiteX10" fmla="*/ 145617 w 710916"/>
              <a:gd name="connsiteY10" fmla="*/ 377917 h 568012"/>
              <a:gd name="connsiteX11" fmla="*/ 118629 w 710916"/>
              <a:gd name="connsiteY11" fmla="*/ 450942 h 568012"/>
              <a:gd name="connsiteX12" fmla="*/ 107517 w 710916"/>
              <a:gd name="connsiteY12" fmla="*/ 533492 h 568012"/>
              <a:gd name="connsiteX13" fmla="*/ 231342 w 710916"/>
              <a:gd name="connsiteY13" fmla="*/ 557304 h 568012"/>
              <a:gd name="connsiteX14" fmla="*/ 382154 w 710916"/>
              <a:gd name="connsiteY14" fmla="*/ 566829 h 568012"/>
              <a:gd name="connsiteX15" fmla="*/ 544079 w 710916"/>
              <a:gd name="connsiteY15" fmla="*/ 558892 h 568012"/>
              <a:gd name="connsiteX16" fmla="*/ 572654 w 710916"/>
              <a:gd name="connsiteY16" fmla="*/ 558892 h 568012"/>
              <a:gd name="connsiteX17" fmla="*/ 569479 w 710916"/>
              <a:gd name="connsiteY17" fmla="*/ 431892 h 568012"/>
              <a:gd name="connsiteX18" fmla="*/ 548842 w 710916"/>
              <a:gd name="connsiteY18" fmla="*/ 306479 h 568012"/>
              <a:gd name="connsiteX19" fmla="*/ 556779 w 710916"/>
              <a:gd name="connsiteY19" fmla="*/ 242979 h 568012"/>
              <a:gd name="connsiteX20" fmla="*/ 659967 w 710916"/>
              <a:gd name="connsiteY20" fmla="*/ 236629 h 568012"/>
              <a:gd name="connsiteX21" fmla="*/ 710767 w 710916"/>
              <a:gd name="connsiteY21" fmla="*/ 219167 h 568012"/>
              <a:gd name="connsiteX22" fmla="*/ 674254 w 710916"/>
              <a:gd name="connsiteY22" fmla="*/ 149317 h 568012"/>
              <a:gd name="connsiteX23" fmla="*/ 637742 w 710916"/>
              <a:gd name="connsiteY23" fmla="*/ 52479 h 568012"/>
              <a:gd name="connsiteX24" fmla="*/ 599642 w 710916"/>
              <a:gd name="connsiteY24" fmla="*/ 33429 h 568012"/>
              <a:gd name="connsiteX25" fmla="*/ 498042 w 710916"/>
              <a:gd name="connsiteY25" fmla="*/ 9617 h 568012"/>
              <a:gd name="connsiteX26" fmla="*/ 450417 w 710916"/>
              <a:gd name="connsiteY26" fmla="*/ 49304 h 568012"/>
              <a:gd name="connsiteX27" fmla="*/ 426604 w 710916"/>
              <a:gd name="connsiteY27" fmla="*/ 55654 h 568012"/>
              <a:gd name="connsiteX28" fmla="*/ 363104 w 710916"/>
              <a:gd name="connsiteY28" fmla="*/ 65179 h 568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10916" h="568012">
                <a:moveTo>
                  <a:pt x="363104" y="65179"/>
                </a:moveTo>
                <a:cubicBezTo>
                  <a:pt x="337969" y="63856"/>
                  <a:pt x="295636" y="54861"/>
                  <a:pt x="275792" y="47717"/>
                </a:cubicBezTo>
                <a:cubicBezTo>
                  <a:pt x="255948" y="40573"/>
                  <a:pt x="249334" y="30254"/>
                  <a:pt x="244042" y="22317"/>
                </a:cubicBezTo>
                <a:cubicBezTo>
                  <a:pt x="238750" y="14380"/>
                  <a:pt x="253302" y="1150"/>
                  <a:pt x="244042" y="92"/>
                </a:cubicBezTo>
                <a:cubicBezTo>
                  <a:pt x="234782" y="-966"/>
                  <a:pt x="215731" y="7236"/>
                  <a:pt x="188479" y="15967"/>
                </a:cubicBezTo>
                <a:cubicBezTo>
                  <a:pt x="161227" y="24698"/>
                  <a:pt x="105400" y="33165"/>
                  <a:pt x="80529" y="52479"/>
                </a:cubicBezTo>
                <a:cubicBezTo>
                  <a:pt x="55658" y="71793"/>
                  <a:pt x="52218" y="108042"/>
                  <a:pt x="39254" y="131854"/>
                </a:cubicBezTo>
                <a:cubicBezTo>
                  <a:pt x="26290" y="155666"/>
                  <a:pt x="-10223" y="181331"/>
                  <a:pt x="2742" y="195354"/>
                </a:cubicBezTo>
                <a:cubicBezTo>
                  <a:pt x="15707" y="209377"/>
                  <a:pt x="94288" y="212552"/>
                  <a:pt x="117042" y="215992"/>
                </a:cubicBezTo>
                <a:cubicBezTo>
                  <a:pt x="139796" y="219432"/>
                  <a:pt x="134505" y="189005"/>
                  <a:pt x="139267" y="215992"/>
                </a:cubicBezTo>
                <a:cubicBezTo>
                  <a:pt x="144029" y="242979"/>
                  <a:pt x="149057" y="338759"/>
                  <a:pt x="145617" y="377917"/>
                </a:cubicBezTo>
                <a:cubicBezTo>
                  <a:pt x="142177" y="417075"/>
                  <a:pt x="124979" y="425013"/>
                  <a:pt x="118629" y="450942"/>
                </a:cubicBezTo>
                <a:cubicBezTo>
                  <a:pt x="112279" y="476871"/>
                  <a:pt x="88731" y="515765"/>
                  <a:pt x="107517" y="533492"/>
                </a:cubicBezTo>
                <a:cubicBezTo>
                  <a:pt x="126302" y="551219"/>
                  <a:pt x="185569" y="551748"/>
                  <a:pt x="231342" y="557304"/>
                </a:cubicBezTo>
                <a:cubicBezTo>
                  <a:pt x="277115" y="562860"/>
                  <a:pt x="330031" y="566564"/>
                  <a:pt x="382154" y="566829"/>
                </a:cubicBezTo>
                <a:cubicBezTo>
                  <a:pt x="434277" y="567094"/>
                  <a:pt x="512329" y="560215"/>
                  <a:pt x="544079" y="558892"/>
                </a:cubicBezTo>
                <a:cubicBezTo>
                  <a:pt x="575829" y="557569"/>
                  <a:pt x="568421" y="580059"/>
                  <a:pt x="572654" y="558892"/>
                </a:cubicBezTo>
                <a:cubicBezTo>
                  <a:pt x="576887" y="537725"/>
                  <a:pt x="573448" y="473961"/>
                  <a:pt x="569479" y="431892"/>
                </a:cubicBezTo>
                <a:cubicBezTo>
                  <a:pt x="565510" y="389823"/>
                  <a:pt x="550959" y="337964"/>
                  <a:pt x="548842" y="306479"/>
                </a:cubicBezTo>
                <a:cubicBezTo>
                  <a:pt x="546725" y="274994"/>
                  <a:pt x="538258" y="254621"/>
                  <a:pt x="556779" y="242979"/>
                </a:cubicBezTo>
                <a:cubicBezTo>
                  <a:pt x="575300" y="231337"/>
                  <a:pt x="634302" y="240598"/>
                  <a:pt x="659967" y="236629"/>
                </a:cubicBezTo>
                <a:cubicBezTo>
                  <a:pt x="685632" y="232660"/>
                  <a:pt x="708386" y="233719"/>
                  <a:pt x="710767" y="219167"/>
                </a:cubicBezTo>
                <a:cubicBezTo>
                  <a:pt x="713148" y="204615"/>
                  <a:pt x="686425" y="177098"/>
                  <a:pt x="674254" y="149317"/>
                </a:cubicBezTo>
                <a:cubicBezTo>
                  <a:pt x="662083" y="121536"/>
                  <a:pt x="650177" y="71794"/>
                  <a:pt x="637742" y="52479"/>
                </a:cubicBezTo>
                <a:cubicBezTo>
                  <a:pt x="625307" y="33164"/>
                  <a:pt x="622925" y="40573"/>
                  <a:pt x="599642" y="33429"/>
                </a:cubicBezTo>
                <a:cubicBezTo>
                  <a:pt x="576359" y="26285"/>
                  <a:pt x="522913" y="6971"/>
                  <a:pt x="498042" y="9617"/>
                </a:cubicBezTo>
                <a:cubicBezTo>
                  <a:pt x="473171" y="12263"/>
                  <a:pt x="462323" y="41631"/>
                  <a:pt x="450417" y="49304"/>
                </a:cubicBezTo>
                <a:cubicBezTo>
                  <a:pt x="438511" y="56977"/>
                  <a:pt x="440891" y="53273"/>
                  <a:pt x="426604" y="55654"/>
                </a:cubicBezTo>
                <a:cubicBezTo>
                  <a:pt x="412317" y="58035"/>
                  <a:pt x="388239" y="66502"/>
                  <a:pt x="363104" y="65179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1A5DBF34-21E0-C6C0-DCC8-0018A064C2D5}"/>
              </a:ext>
            </a:extLst>
          </p:cNvPr>
          <p:cNvSpPr txBox="1"/>
          <p:nvPr/>
        </p:nvSpPr>
        <p:spPr>
          <a:xfrm>
            <a:off x="3966927" y="5102920"/>
            <a:ext cx="797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B050"/>
                </a:solidFill>
              </a:rPr>
              <a:t>X</a:t>
            </a:r>
            <a:endParaRPr lang="zh-CN" altLang="en-US" sz="3600" dirty="0">
              <a:solidFill>
                <a:srgbClr val="00B050"/>
              </a:solidFill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2C35281-0C5C-EB97-DC18-F1BAB0476AFC}"/>
              </a:ext>
            </a:extLst>
          </p:cNvPr>
          <p:cNvSpPr txBox="1"/>
          <p:nvPr/>
        </p:nvSpPr>
        <p:spPr>
          <a:xfrm>
            <a:off x="4342063" y="5695866"/>
            <a:ext cx="2021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 should not use this knowledge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A630D21-11FE-22A6-2163-86C3E999D2FC}"/>
              </a:ext>
            </a:extLst>
          </p:cNvPr>
          <p:cNvSpPr txBox="1"/>
          <p:nvPr/>
        </p:nvSpPr>
        <p:spPr>
          <a:xfrm>
            <a:off x="281731" y="7040602"/>
            <a:ext cx="7199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算了，修改下机器人</a:t>
            </a:r>
          </a:p>
        </p:txBody>
      </p:sp>
    </p:spTree>
    <p:extLst>
      <p:ext uri="{BB962C8B-B14F-4D97-AF65-F5344CB8AC3E}">
        <p14:creationId xmlns:p14="http://schemas.microsoft.com/office/powerpoint/2010/main" val="865604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36870605-14E5-D5E7-5219-2331AB88C4F1}"/>
              </a:ext>
            </a:extLst>
          </p:cNvPr>
          <p:cNvSpPr/>
          <p:nvPr/>
        </p:nvSpPr>
        <p:spPr>
          <a:xfrm>
            <a:off x="2985639" y="6559832"/>
            <a:ext cx="5637954" cy="708174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B169D65-5475-39EA-EC49-DDCFA0836A9D}"/>
              </a:ext>
            </a:extLst>
          </p:cNvPr>
          <p:cNvSpPr/>
          <p:nvPr/>
        </p:nvSpPr>
        <p:spPr>
          <a:xfrm>
            <a:off x="2981297" y="5909897"/>
            <a:ext cx="5641211" cy="651278"/>
          </a:xfrm>
          <a:prstGeom prst="roundRect">
            <a:avLst>
              <a:gd name="adj" fmla="val 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5433D25-C343-C062-D3FF-7FE08B66C485}"/>
              </a:ext>
            </a:extLst>
          </p:cNvPr>
          <p:cNvSpPr/>
          <p:nvPr/>
        </p:nvSpPr>
        <p:spPr>
          <a:xfrm>
            <a:off x="6088381" y="851551"/>
            <a:ext cx="2219996" cy="1671182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4F9AA80-4B6F-32F2-BE55-479386CF0126}"/>
              </a:ext>
            </a:extLst>
          </p:cNvPr>
          <p:cNvSpPr/>
          <p:nvPr/>
        </p:nvSpPr>
        <p:spPr>
          <a:xfrm>
            <a:off x="4229971" y="2576882"/>
            <a:ext cx="4386718" cy="968827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46C2FBB-1177-6CFE-FE3E-6679DB692533}"/>
              </a:ext>
            </a:extLst>
          </p:cNvPr>
          <p:cNvSpPr/>
          <p:nvPr/>
        </p:nvSpPr>
        <p:spPr>
          <a:xfrm>
            <a:off x="2981639" y="5366061"/>
            <a:ext cx="5641211" cy="1231380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3356760-75B1-9EAD-CB3E-942530B3B058}"/>
              </a:ext>
            </a:extLst>
          </p:cNvPr>
          <p:cNvGrpSpPr/>
          <p:nvPr/>
        </p:nvGrpSpPr>
        <p:grpSpPr>
          <a:xfrm>
            <a:off x="4229972" y="848203"/>
            <a:ext cx="2167970" cy="1679373"/>
            <a:chOff x="4192685" y="1775303"/>
            <a:chExt cx="2167970" cy="1679373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2E5C40AD-052E-0770-CB79-98C065A885E5}"/>
                </a:ext>
              </a:extLst>
            </p:cNvPr>
            <p:cNvSpPr/>
            <p:nvPr/>
          </p:nvSpPr>
          <p:spPr>
            <a:xfrm>
              <a:off x="4551412" y="1775303"/>
              <a:ext cx="1803532" cy="167118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D1E42CAF-04C4-ED16-4120-57AA7C586E01}"/>
                </a:ext>
              </a:extLst>
            </p:cNvPr>
            <p:cNvSpPr/>
            <p:nvPr/>
          </p:nvSpPr>
          <p:spPr>
            <a:xfrm>
              <a:off x="4192685" y="1783494"/>
              <a:ext cx="2167970" cy="1671182"/>
            </a:xfrm>
            <a:prstGeom prst="roundRect">
              <a:avLst>
                <a:gd name="adj" fmla="val 2137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F867C96-3FE8-A20C-21E4-E3B93289B57A}"/>
              </a:ext>
            </a:extLst>
          </p:cNvPr>
          <p:cNvSpPr/>
          <p:nvPr/>
        </p:nvSpPr>
        <p:spPr>
          <a:xfrm>
            <a:off x="6396693" y="845803"/>
            <a:ext cx="2219996" cy="1671182"/>
          </a:xfrm>
          <a:prstGeom prst="roundRect">
            <a:avLst>
              <a:gd name="adj" fmla="val 22007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1C9B736-3308-FEE1-D4D4-6734C30171D8}"/>
              </a:ext>
            </a:extLst>
          </p:cNvPr>
          <p:cNvSpPr txBox="1"/>
          <p:nvPr/>
        </p:nvSpPr>
        <p:spPr>
          <a:xfrm>
            <a:off x="4177713" y="860802"/>
            <a:ext cx="2307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Clothing Shortcut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2AEF2F9-6170-B25E-9851-174B97CC9D03}"/>
              </a:ext>
            </a:extLst>
          </p:cNvPr>
          <p:cNvSpPr txBox="1"/>
          <p:nvPr/>
        </p:nvSpPr>
        <p:spPr>
          <a:xfrm>
            <a:off x="4224870" y="2897532"/>
            <a:ext cx="11476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Y|do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(X))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3D56362-C921-AFFA-8173-40EA4B7768D2}"/>
              </a:ext>
            </a:extLst>
          </p:cNvPr>
          <p:cNvSpPr txBox="1"/>
          <p:nvPr/>
        </p:nvSpPr>
        <p:spPr>
          <a:xfrm>
            <a:off x="6152334" y="849172"/>
            <a:ext cx="2745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Causal Relationship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86FAC14A-A283-7028-FD9C-581E49774902}"/>
              </a:ext>
            </a:extLst>
          </p:cNvPr>
          <p:cNvSpPr/>
          <p:nvPr/>
        </p:nvSpPr>
        <p:spPr>
          <a:xfrm>
            <a:off x="3617101" y="911932"/>
            <a:ext cx="566999" cy="308344"/>
          </a:xfrm>
          <a:prstGeom prst="rightArrow">
            <a:avLst/>
          </a:prstGeom>
          <a:noFill/>
          <a:ln w="28575"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3094112-2132-DFEF-C6E6-6FF8FD0712AB}"/>
              </a:ext>
            </a:extLst>
          </p:cNvPr>
          <p:cNvGrpSpPr/>
          <p:nvPr/>
        </p:nvGrpSpPr>
        <p:grpSpPr>
          <a:xfrm>
            <a:off x="6121539" y="1222012"/>
            <a:ext cx="540000" cy="1080000"/>
            <a:chOff x="4739954" y="3889290"/>
            <a:chExt cx="540000" cy="108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3BDA02EA-D517-A6DE-3AF1-F4F1C249680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9954" y="3889290"/>
              <a:ext cx="540000" cy="1080000"/>
            </a:xfrm>
            <a:prstGeom prst="rect">
              <a:avLst/>
            </a:prstGeom>
          </p:spPr>
        </p:pic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F14AFB25-F76C-E6C3-AFBF-C68292C367BD}"/>
                </a:ext>
              </a:extLst>
            </p:cNvPr>
            <p:cNvSpPr/>
            <p:nvPr/>
          </p:nvSpPr>
          <p:spPr>
            <a:xfrm>
              <a:off x="4966226" y="3917865"/>
              <a:ext cx="111171" cy="10259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E512A217-E5F9-F8F9-9B3D-C83892C712B7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17" b="97281" l="3106" r="97516">
                        <a14:foregroundMark x1="33851" y1="12689" x2="41925" y2="5136"/>
                        <a14:foregroundMark x1="42236" y1="7855" x2="56832" y2="3323"/>
                        <a14:foregroundMark x1="19565" y1="32931" x2="3416" y2="46828"/>
                        <a14:foregroundMark x1="6522" y1="47734" x2="18323" y2="57704"/>
                        <a14:foregroundMark x1="18944" y1="59215" x2="18012" y2="92145"/>
                        <a14:foregroundMark x1="19255" y1="89426" x2="46273" y2="97583"/>
                        <a14:foregroundMark x1="45031" y1="93051" x2="77950" y2="92447"/>
                        <a14:foregroundMark x1="79814" y1="90332" x2="83230" y2="58006"/>
                        <a14:foregroundMark x1="83540" y1="57402" x2="94720" y2="47734"/>
                        <a14:foregroundMark x1="89130" y1="39577" x2="97516" y2="483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473" y="1364960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0A3E443B-0B80-26A2-2368-BEADB8588878}"/>
              </a:ext>
            </a:extLst>
          </p:cNvPr>
          <p:cNvSpPr txBox="1"/>
          <p:nvPr/>
        </p:nvSpPr>
        <p:spPr>
          <a:xfrm>
            <a:off x="8078094" y="1565524"/>
            <a:ext cx="6366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1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DE28B13-1BE0-C20B-952D-8FB7BB1572FC}"/>
              </a:ext>
            </a:extLst>
          </p:cNvPr>
          <p:cNvCxnSpPr>
            <a:cxnSpLocks/>
          </p:cNvCxnSpPr>
          <p:nvPr/>
        </p:nvCxnSpPr>
        <p:spPr>
          <a:xfrm>
            <a:off x="6237527" y="5856210"/>
            <a:ext cx="451509" cy="0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F57D4C8B-E709-26A2-C912-EA791FB81835}"/>
              </a:ext>
            </a:extLst>
          </p:cNvPr>
          <p:cNvSpPr txBox="1"/>
          <p:nvPr/>
        </p:nvSpPr>
        <p:spPr>
          <a:xfrm>
            <a:off x="5139063" y="5662306"/>
            <a:ext cx="1325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7A9F3DA-9112-3E5D-B331-85619E2FD2B7}"/>
              </a:ext>
            </a:extLst>
          </p:cNvPr>
          <p:cNvSpPr txBox="1"/>
          <p:nvPr/>
        </p:nvSpPr>
        <p:spPr>
          <a:xfrm>
            <a:off x="5518712" y="5793431"/>
            <a:ext cx="4084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0A7DCC33-A3AB-21BA-C208-2CBD585D17D3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25714" y1="4843" x2="33810" y2="24501"/>
                        <a14:foregroundMark x1="6190" y1="94587" x2="27143" y2="90883"/>
                        <a14:foregroundMark x1="25714" y1="91168" x2="42381" y2="95726"/>
                        <a14:foregroundMark x1="42381" y1="96011" x2="84762" y2="93162"/>
                        <a14:foregroundMark x1="84762" y1="93447" x2="90952" y2="95157"/>
                        <a14:foregroundMark x1="88571" y1="93732" x2="90000" y2="79487"/>
                        <a14:foregroundMark x1="90000" y1="79202" x2="84286" y2="51282"/>
                        <a14:foregroundMark x1="84286" y1="51282" x2="67143" y2="21652"/>
                        <a14:foregroundMark x1="68095" y1="21937" x2="72857" y2="3419"/>
                        <a14:foregroundMark x1="72857" y1="4843" x2="67619" y2="3419"/>
                        <a14:foregroundMark x1="67619" y1="3419" x2="64286" y2="19943"/>
                        <a14:foregroundMark x1="64286" y1="19943" x2="33333" y2="19373"/>
                        <a14:foregroundMark x1="33810" y1="19373" x2="29524" y2="3419"/>
                        <a14:foregroundMark x1="29524" y1="3419" x2="23810" y2="3989"/>
                        <a14:foregroundMark x1="23810" y1="4274" x2="29524" y2="21083"/>
                        <a14:foregroundMark x1="29048" y1="21083" x2="19524" y2="41026"/>
                        <a14:foregroundMark x1="19524" y1="41026" x2="12381" y2="56410"/>
                        <a14:foregroundMark x1="12381" y1="56410" x2="6667" y2="74644"/>
                        <a14:foregroundMark x1="2857" y1="96866" x2="12857" y2="96011"/>
                        <a14:foregroundMark x1="11429" y1="96011" x2="33810" y2="92593"/>
                        <a14:foregroundMark x1="34286" y1="92593" x2="61905" y2="96296"/>
                        <a14:foregroundMark x1="41429" y1="94872" x2="40476" y2="98291"/>
                        <a14:foregroundMark x1="6190" y1="88319" x2="10476" y2="95726"/>
                        <a14:foregroundMark x1="6190" y1="94017" x2="5238" y2="96011"/>
                        <a14:foregroundMark x1="6190" y1="95442" x2="14286" y2="94587"/>
                        <a14:foregroundMark x1="8571" y1="89174" x2="4762" y2="951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45403" y="5455392"/>
            <a:ext cx="432000" cy="648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3BE7AEEF-FFDE-D307-394C-A3E8C8D234FF}"/>
              </a:ext>
            </a:extLst>
          </p:cNvPr>
          <p:cNvGrpSpPr/>
          <p:nvPr/>
        </p:nvGrpSpPr>
        <p:grpSpPr>
          <a:xfrm>
            <a:off x="604294" y="812319"/>
            <a:ext cx="3162917" cy="4075976"/>
            <a:chOff x="654863" y="1512560"/>
            <a:chExt cx="3162917" cy="4075976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5A4D0F7E-2A31-45B0-B120-121531FE0E11}"/>
                </a:ext>
              </a:extLst>
            </p:cNvPr>
            <p:cNvGrpSpPr/>
            <p:nvPr/>
          </p:nvGrpSpPr>
          <p:grpSpPr>
            <a:xfrm>
              <a:off x="654863" y="1512560"/>
              <a:ext cx="3162917" cy="4075976"/>
              <a:chOff x="403671" y="1166314"/>
              <a:chExt cx="3162917" cy="4075976"/>
            </a:xfrm>
          </p:grpSpPr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1CAFEDF4-7E90-B31E-B3C6-3B0673B32A97}"/>
                  </a:ext>
                </a:extLst>
              </p:cNvPr>
              <p:cNvSpPr/>
              <p:nvPr/>
            </p:nvSpPr>
            <p:spPr>
              <a:xfrm>
                <a:off x="464117" y="1943422"/>
                <a:ext cx="579412" cy="3265073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06"/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D82A7929-6CF9-2417-A897-85CC6FDFB1CC}"/>
                  </a:ext>
                </a:extLst>
              </p:cNvPr>
              <p:cNvSpPr/>
              <p:nvPr/>
            </p:nvSpPr>
            <p:spPr>
              <a:xfrm>
                <a:off x="1055276" y="1563094"/>
                <a:ext cx="2282977" cy="367496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06"/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EF294390-9445-2933-8309-5A98B2A36250}"/>
                  </a:ext>
                </a:extLst>
              </p:cNvPr>
              <p:cNvSpPr/>
              <p:nvPr/>
            </p:nvSpPr>
            <p:spPr>
              <a:xfrm>
                <a:off x="2301172" y="4290123"/>
                <a:ext cx="619341" cy="58035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06"/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ABC031CC-931E-EE6C-A35A-644AFF48F601}"/>
                  </a:ext>
                </a:extLst>
              </p:cNvPr>
              <p:cNvSpPr/>
              <p:nvPr/>
            </p:nvSpPr>
            <p:spPr>
              <a:xfrm>
                <a:off x="1678872" y="3702973"/>
                <a:ext cx="619340" cy="58035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06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FCDB9847-DDB2-2E0B-C4DA-A9E96C4B4FD3}"/>
                  </a:ext>
                </a:extLst>
              </p:cNvPr>
              <p:cNvSpPr/>
              <p:nvPr/>
            </p:nvSpPr>
            <p:spPr>
              <a:xfrm>
                <a:off x="1682315" y="3119666"/>
                <a:ext cx="617405" cy="58035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06"/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7CA90CAD-08B9-A8EE-963F-D8B1420F3BDE}"/>
                  </a:ext>
                </a:extLst>
              </p:cNvPr>
              <p:cNvSpPr/>
              <p:nvPr/>
            </p:nvSpPr>
            <p:spPr>
              <a:xfrm>
                <a:off x="1052717" y="2526047"/>
                <a:ext cx="608785" cy="58035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06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4587C58F-2FAD-F47C-735F-9ADCB018C47D}"/>
                  </a:ext>
                </a:extLst>
              </p:cNvPr>
              <p:cNvSpPr/>
              <p:nvPr/>
            </p:nvSpPr>
            <p:spPr>
              <a:xfrm>
                <a:off x="1054073" y="1942740"/>
                <a:ext cx="617405" cy="58035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06"/>
              </a:p>
            </p:txBody>
          </p:sp>
          <p:pic>
            <p:nvPicPr>
              <p:cNvPr id="36" name="图片 35">
                <a:extLst>
                  <a:ext uri="{FF2B5EF4-FFF2-40B4-BE49-F238E27FC236}">
                    <a16:creationId xmlns:a16="http://schemas.microsoft.com/office/drawing/2014/main" id="{F22C8A67-F8C6-78B3-693F-526A899D75A2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978" t="16425" r="25062" b="35359"/>
              <a:stretch/>
            </p:blipFill>
            <p:spPr>
              <a:xfrm>
                <a:off x="474002" y="3146528"/>
                <a:ext cx="540000" cy="54000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06EB23F-268C-43F7-914F-AA60DF1A1391}"/>
                  </a:ext>
                </a:extLst>
              </p:cNvPr>
              <p:cNvSpPr txBox="1"/>
              <p:nvPr/>
            </p:nvSpPr>
            <p:spPr>
              <a:xfrm>
                <a:off x="1092002" y="1575502"/>
                <a:ext cx="636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 1</a:t>
                </a:r>
                <a:endParaRPr lang="zh-CN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4392BE74-AB3C-D5F9-7A74-F8C80C74B1D2}"/>
                  </a:ext>
                </a:extLst>
              </p:cNvPr>
              <p:cNvSpPr txBox="1"/>
              <p:nvPr/>
            </p:nvSpPr>
            <p:spPr>
              <a:xfrm>
                <a:off x="1728680" y="1572334"/>
                <a:ext cx="636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 2</a:t>
                </a:r>
                <a:endParaRPr lang="zh-CN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D63DB22C-954D-51E2-892B-DDE1F719BF72}"/>
                  </a:ext>
                </a:extLst>
              </p:cNvPr>
              <p:cNvSpPr txBox="1"/>
              <p:nvPr/>
            </p:nvSpPr>
            <p:spPr>
              <a:xfrm>
                <a:off x="2365358" y="1579820"/>
                <a:ext cx="6366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 3</a:t>
                </a:r>
                <a:endParaRPr lang="zh-CN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25463013-6673-E7AC-1D3C-24137C46BEBA}"/>
                  </a:ext>
                </a:extLst>
              </p:cNvPr>
              <p:cNvSpPr txBox="1"/>
              <p:nvPr/>
            </p:nvSpPr>
            <p:spPr>
              <a:xfrm>
                <a:off x="504670" y="1185097"/>
                <a:ext cx="285121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b="1" dirty="0">
                    <a:highlight>
                      <a:srgbClr val="FF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Spurious Correlation</a:t>
                </a:r>
                <a:endParaRPr lang="zh-CN" alt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41" name="图片 40">
                <a:extLst>
                  <a:ext uri="{FF2B5EF4-FFF2-40B4-BE49-F238E27FC236}">
                    <a16:creationId xmlns:a16="http://schemas.microsoft.com/office/drawing/2014/main" id="{0F0A06F5-E26C-7A09-B4DF-78B6151EEE9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1220" b="96037" l="2961" r="96382">
                            <a14:foregroundMark x1="29605" y1="13720" x2="36184" y2="3963"/>
                            <a14:foregroundMark x1="61513" y1="13110" x2="60197" y2="1524"/>
                            <a14:foregroundMark x1="17434" y1="20122" x2="2961" y2="36280"/>
                            <a14:foregroundMark x1="33553" y1="58232" x2="30592" y2="96037"/>
                            <a14:foregroundMark x1="84868" y1="27439" x2="96382" y2="36280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5431" y="2560463"/>
                <a:ext cx="540000" cy="54000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DE4B0943-8EFE-CA2E-07F1-885F8E6268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6379" y="1941523"/>
                <a:ext cx="288187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9AAD31DB-5A7A-2A9C-7006-AD1DDDA3DD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3507" y="2528673"/>
                <a:ext cx="2036826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3820F44C-8B7F-4BC8-7EE2-04535D693B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3528" y="3115823"/>
                <a:ext cx="204680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C48C4E9F-5FD7-A220-9B3D-14350BAD0C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3528" y="3702973"/>
                <a:ext cx="204680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0F0113A7-96FC-3533-0B47-894DDDEAD5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3507" y="4290123"/>
                <a:ext cx="2036826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93321737-3648-9C82-8DCD-72745CC1D8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3528" y="1557491"/>
                <a:ext cx="0" cy="365674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7F6B0C40-4B0A-0E78-32CB-AD5B28B91D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71770" y="1941523"/>
                <a:ext cx="0" cy="309960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3C6C817A-0279-5786-212A-D1006E7940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9722" y="1937249"/>
                <a:ext cx="0" cy="310387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BFCF952B-B763-FBEB-4D01-6A1C8831B652}"/>
                  </a:ext>
                </a:extLst>
              </p:cNvPr>
              <p:cNvSpPr/>
              <p:nvPr/>
            </p:nvSpPr>
            <p:spPr>
              <a:xfrm>
                <a:off x="456089" y="1166314"/>
                <a:ext cx="2882165" cy="40421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52E85E49-68BD-8628-37E1-7C0419511E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3528" y="4865452"/>
                <a:ext cx="2046805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F798F58F-917F-16ED-1762-B4F099E3F2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27673" y="1937249"/>
                <a:ext cx="0" cy="310387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bject 237">
                <a:extLst>
                  <a:ext uri="{FF2B5EF4-FFF2-40B4-BE49-F238E27FC236}">
                    <a16:creationId xmlns:a16="http://schemas.microsoft.com/office/drawing/2014/main" id="{60ABB210-E281-9BA7-67EA-A99AF3E9F6F4}"/>
                  </a:ext>
                </a:extLst>
              </p:cNvPr>
              <p:cNvSpPr txBox="1"/>
              <p:nvPr/>
            </p:nvSpPr>
            <p:spPr>
              <a:xfrm>
                <a:off x="2920891" y="1406563"/>
                <a:ext cx="571499" cy="446682"/>
              </a:xfrm>
              <a:prstGeom prst="rect">
                <a:avLst/>
              </a:prstGeom>
            </p:spPr>
            <p:txBody>
              <a:bodyPr vert="horz" wrap="square" lIns="0" tIns="15642" rIns="0" bIns="0" rtlCol="0">
                <a:spAutoFit/>
              </a:bodyPr>
              <a:lstStyle/>
              <a:p>
                <a:pPr marL="12033">
                  <a:spcBef>
                    <a:spcPts val="123"/>
                  </a:spcBef>
                </a:pPr>
                <a:r>
                  <a:rPr sz="2800" b="1" i="1" spc="28" dirty="0">
                    <a:latin typeface="Times New Roman"/>
                    <a:cs typeface="Times New Roman"/>
                  </a:rPr>
                  <a:t>…</a:t>
                </a:r>
                <a:endParaRPr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54" name="object 237">
                <a:extLst>
                  <a:ext uri="{FF2B5EF4-FFF2-40B4-BE49-F238E27FC236}">
                    <a16:creationId xmlns:a16="http://schemas.microsoft.com/office/drawing/2014/main" id="{7894CDEB-5927-3CCF-0779-D842FAE0F053}"/>
                  </a:ext>
                </a:extLst>
              </p:cNvPr>
              <p:cNvSpPr txBox="1"/>
              <p:nvPr/>
            </p:nvSpPr>
            <p:spPr>
              <a:xfrm rot="16200000">
                <a:off x="341262" y="4699404"/>
                <a:ext cx="571499" cy="446682"/>
              </a:xfrm>
              <a:prstGeom prst="rect">
                <a:avLst/>
              </a:prstGeom>
            </p:spPr>
            <p:txBody>
              <a:bodyPr vert="horz" wrap="square" lIns="0" tIns="15642" rIns="0" bIns="0" rtlCol="0">
                <a:spAutoFit/>
              </a:bodyPr>
              <a:lstStyle/>
              <a:p>
                <a:pPr marL="12033">
                  <a:spcBef>
                    <a:spcPts val="123"/>
                  </a:spcBef>
                </a:pPr>
                <a:r>
                  <a:rPr sz="2800" b="1" i="1" spc="28" dirty="0">
                    <a:latin typeface="Times New Roman"/>
                    <a:cs typeface="Times New Roman"/>
                  </a:rPr>
                  <a:t>…</a:t>
                </a:r>
                <a:endParaRPr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55" name="object 237">
                <a:extLst>
                  <a:ext uri="{FF2B5EF4-FFF2-40B4-BE49-F238E27FC236}">
                    <a16:creationId xmlns:a16="http://schemas.microsoft.com/office/drawing/2014/main" id="{01EACD28-5E7C-94EA-1C96-A330E4079B4C}"/>
                  </a:ext>
                </a:extLst>
              </p:cNvPr>
              <p:cNvSpPr txBox="1"/>
              <p:nvPr/>
            </p:nvSpPr>
            <p:spPr>
              <a:xfrm rot="2178510">
                <a:off x="2995089" y="4795608"/>
                <a:ext cx="571499" cy="446682"/>
              </a:xfrm>
              <a:prstGeom prst="rect">
                <a:avLst/>
              </a:prstGeom>
            </p:spPr>
            <p:txBody>
              <a:bodyPr vert="horz" wrap="square" lIns="0" tIns="15642" rIns="0" bIns="0" rtlCol="0">
                <a:spAutoFit/>
              </a:bodyPr>
              <a:lstStyle/>
              <a:p>
                <a:pPr marL="12033">
                  <a:spcBef>
                    <a:spcPts val="123"/>
                  </a:spcBef>
                </a:pPr>
                <a:r>
                  <a:rPr sz="2800" b="1" i="1" spc="28" dirty="0">
                    <a:latin typeface="Times New Roman"/>
                    <a:cs typeface="Times New Roman"/>
                  </a:rPr>
                  <a:t>…</a:t>
                </a:r>
                <a:endParaRPr dirty="0">
                  <a:latin typeface="Times New Roman"/>
                  <a:cs typeface="Times New Roman"/>
                </a:endParaRPr>
              </a:p>
            </p:txBody>
          </p:sp>
          <p:pic>
            <p:nvPicPr>
              <p:cNvPr id="56" name="图片 55">
                <a:extLst>
                  <a:ext uri="{FF2B5EF4-FFF2-40B4-BE49-F238E27FC236}">
                    <a16:creationId xmlns:a16="http://schemas.microsoft.com/office/drawing/2014/main" id="{16AED1F8-36E0-2419-35A7-EEA6C4A37C5A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10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238" t="12270" r="25308" b="30944"/>
              <a:stretch/>
            </p:blipFill>
            <p:spPr>
              <a:xfrm>
                <a:off x="470763" y="4305959"/>
                <a:ext cx="540000" cy="54000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FB732F98-3888-2FEC-63D1-8CEE2F18AA1F}"/>
                  </a:ext>
                </a:extLst>
              </p:cNvPr>
              <p:cNvSpPr txBox="1"/>
              <p:nvPr/>
            </p:nvSpPr>
            <p:spPr>
              <a:xfrm>
                <a:off x="1118993" y="2014011"/>
                <a:ext cx="4084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/>
                  <a:t>✔</a:t>
                </a:r>
                <a:endParaRPr lang="zh-CN" altLang="en-US" sz="2800" dirty="0"/>
              </a:p>
            </p:txBody>
          </p:sp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5F99B860-370F-8756-2407-3EFB7998F7E4}"/>
                  </a:ext>
                </a:extLst>
              </p:cNvPr>
              <p:cNvSpPr txBox="1"/>
              <p:nvPr/>
            </p:nvSpPr>
            <p:spPr>
              <a:xfrm>
                <a:off x="1113202" y="2604012"/>
                <a:ext cx="4084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/>
                  <a:t>✔</a:t>
                </a:r>
                <a:endParaRPr lang="zh-CN" altLang="en-US" sz="2800" dirty="0"/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D7FD4A5B-BD68-5727-0B60-E24C17D96130}"/>
                  </a:ext>
                </a:extLst>
              </p:cNvPr>
              <p:cNvSpPr txBox="1"/>
              <p:nvPr/>
            </p:nvSpPr>
            <p:spPr>
              <a:xfrm>
                <a:off x="1761043" y="3156623"/>
                <a:ext cx="4084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/>
                  <a:t>✔</a:t>
                </a:r>
                <a:endParaRPr lang="zh-CN" altLang="en-US" sz="2800" dirty="0"/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24D983C1-1045-EE83-B8DA-01923BCF6A35}"/>
                  </a:ext>
                </a:extLst>
              </p:cNvPr>
              <p:cNvSpPr txBox="1"/>
              <p:nvPr/>
            </p:nvSpPr>
            <p:spPr>
              <a:xfrm>
                <a:off x="1755252" y="3746624"/>
                <a:ext cx="4084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/>
                  <a:t>✔</a:t>
                </a:r>
                <a:endParaRPr lang="zh-CN" altLang="en-US" sz="2800" dirty="0"/>
              </a:p>
            </p:txBody>
          </p: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30EC31B3-352E-EBD0-45FE-58B8C59CDB62}"/>
                  </a:ext>
                </a:extLst>
              </p:cNvPr>
              <p:cNvSpPr txBox="1"/>
              <p:nvPr/>
            </p:nvSpPr>
            <p:spPr>
              <a:xfrm>
                <a:off x="2385732" y="4351519"/>
                <a:ext cx="4084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/>
                  <a:t>✔</a:t>
                </a:r>
                <a:endParaRPr lang="zh-CN" altLang="en-US" sz="2800" dirty="0"/>
              </a:p>
            </p:txBody>
          </p: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B8F068ED-8719-DCF4-0516-68054F7F6196}"/>
                  </a:ext>
                </a:extLst>
              </p:cNvPr>
              <p:cNvSpPr txBox="1"/>
              <p:nvPr/>
            </p:nvSpPr>
            <p:spPr>
              <a:xfrm>
                <a:off x="1772745" y="1991328"/>
                <a:ext cx="4084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dirty="0"/>
                  <a:t>×</a:t>
                </a:r>
                <a:endParaRPr lang="zh-CN" altLang="en-US" sz="2800" b="1" dirty="0"/>
              </a:p>
            </p:txBody>
          </p:sp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48B2BD20-177C-1B5E-D815-4D01C88682B2}"/>
                  </a:ext>
                </a:extLst>
              </p:cNvPr>
              <p:cNvSpPr txBox="1"/>
              <p:nvPr/>
            </p:nvSpPr>
            <p:spPr>
              <a:xfrm>
                <a:off x="2396255" y="1991800"/>
                <a:ext cx="4084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dirty="0"/>
                  <a:t>×</a:t>
                </a:r>
                <a:endParaRPr lang="zh-CN" altLang="en-US" sz="2800" b="1" dirty="0"/>
              </a:p>
            </p:txBody>
          </p: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C8AAA473-4022-247D-12D5-FA5486748247}"/>
                  </a:ext>
                </a:extLst>
              </p:cNvPr>
              <p:cNvSpPr txBox="1"/>
              <p:nvPr/>
            </p:nvSpPr>
            <p:spPr>
              <a:xfrm>
                <a:off x="1782668" y="2580158"/>
                <a:ext cx="4084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dirty="0"/>
                  <a:t>×</a:t>
                </a:r>
                <a:endParaRPr lang="zh-CN" altLang="en-US" sz="2800" b="1" dirty="0"/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003363D3-F770-7612-DF27-7A3B1A276A24}"/>
                  </a:ext>
                </a:extLst>
              </p:cNvPr>
              <p:cNvSpPr txBox="1"/>
              <p:nvPr/>
            </p:nvSpPr>
            <p:spPr>
              <a:xfrm>
                <a:off x="2406178" y="2580630"/>
                <a:ext cx="4084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dirty="0"/>
                  <a:t>×</a:t>
                </a:r>
                <a:endParaRPr lang="zh-CN" altLang="en-US" sz="2800" b="1" dirty="0"/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C728ACA7-29D7-7533-F4E8-89BC61BB3E8D}"/>
                  </a:ext>
                </a:extLst>
              </p:cNvPr>
              <p:cNvSpPr txBox="1"/>
              <p:nvPr/>
            </p:nvSpPr>
            <p:spPr>
              <a:xfrm>
                <a:off x="1135073" y="4331137"/>
                <a:ext cx="4084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dirty="0"/>
                  <a:t>×</a:t>
                </a:r>
                <a:endParaRPr lang="zh-CN" altLang="en-US" sz="2800" b="1" dirty="0"/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EA35263B-AE6F-2C85-1DB9-2505792DD975}"/>
                  </a:ext>
                </a:extLst>
              </p:cNvPr>
              <p:cNvSpPr txBox="1"/>
              <p:nvPr/>
            </p:nvSpPr>
            <p:spPr>
              <a:xfrm>
                <a:off x="1758583" y="4331609"/>
                <a:ext cx="4084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dirty="0"/>
                  <a:t>×</a:t>
                </a:r>
                <a:endParaRPr lang="zh-CN" altLang="en-US" sz="2800" b="1" dirty="0"/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6E31B647-3E65-AFD6-430B-9F20F0C9A00A}"/>
                  </a:ext>
                </a:extLst>
              </p:cNvPr>
              <p:cNvSpPr txBox="1"/>
              <p:nvPr/>
            </p:nvSpPr>
            <p:spPr>
              <a:xfrm>
                <a:off x="1125150" y="3161998"/>
                <a:ext cx="4084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dirty="0"/>
                  <a:t>×</a:t>
                </a:r>
                <a:endParaRPr lang="zh-CN" altLang="en-US" sz="2800" b="1" dirty="0"/>
              </a:p>
            </p:txBody>
          </p: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F205F323-8CE1-4113-FAE9-62BE3606C2C8}"/>
                  </a:ext>
                </a:extLst>
              </p:cNvPr>
              <p:cNvSpPr txBox="1"/>
              <p:nvPr/>
            </p:nvSpPr>
            <p:spPr>
              <a:xfrm>
                <a:off x="1135073" y="3750828"/>
                <a:ext cx="4084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dirty="0"/>
                  <a:t>×</a:t>
                </a:r>
                <a:endParaRPr lang="zh-CN" altLang="en-US" sz="2800" b="1" dirty="0"/>
              </a:p>
            </p:txBody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2852C859-1BA5-1205-104C-314E1E0B4A51}"/>
                  </a:ext>
                </a:extLst>
              </p:cNvPr>
              <p:cNvSpPr txBox="1"/>
              <p:nvPr/>
            </p:nvSpPr>
            <p:spPr>
              <a:xfrm>
                <a:off x="2412462" y="3161998"/>
                <a:ext cx="4084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dirty="0"/>
                  <a:t>×</a:t>
                </a:r>
                <a:endParaRPr lang="zh-CN" altLang="en-US" sz="2800" b="1" dirty="0"/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030B3532-0542-9F18-0BCD-48B56D0E8EA7}"/>
                  </a:ext>
                </a:extLst>
              </p:cNvPr>
              <p:cNvSpPr txBox="1"/>
              <p:nvPr/>
            </p:nvSpPr>
            <p:spPr>
              <a:xfrm>
                <a:off x="2422385" y="3750828"/>
                <a:ext cx="4084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dirty="0"/>
                  <a:t>×</a:t>
                </a:r>
                <a:endParaRPr lang="zh-CN" altLang="en-US" sz="2800" b="1" dirty="0"/>
              </a:p>
            </p:txBody>
          </p:sp>
        </p:grp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3FD9EAFD-C479-403D-C519-62B7BA3A56E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0" b="98901" l="9831" r="89831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6338" y="4085216"/>
              <a:ext cx="625127" cy="540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72" name="图片 71">
            <a:extLst>
              <a:ext uri="{FF2B5EF4-FFF2-40B4-BE49-F238E27FC236}">
                <a16:creationId xmlns:a16="http://schemas.microsoft.com/office/drawing/2014/main" id="{90188AA4-8CFD-564D-09A4-2A013B5C60A4}"/>
              </a:ext>
            </a:extLst>
          </p:cNvPr>
          <p:cNvPicPr preferRelativeResize="0">
            <a:picLocks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384" y="1591024"/>
            <a:ext cx="432000" cy="720000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grpSp>
        <p:nvGrpSpPr>
          <p:cNvPr id="73" name="组合 72">
            <a:extLst>
              <a:ext uri="{FF2B5EF4-FFF2-40B4-BE49-F238E27FC236}">
                <a16:creationId xmlns:a16="http://schemas.microsoft.com/office/drawing/2014/main" id="{1002A932-C430-482D-ECC4-0003CD15842A}"/>
              </a:ext>
            </a:extLst>
          </p:cNvPr>
          <p:cNvGrpSpPr/>
          <p:nvPr/>
        </p:nvGrpSpPr>
        <p:grpSpPr>
          <a:xfrm>
            <a:off x="7152052" y="1208969"/>
            <a:ext cx="540000" cy="360000"/>
            <a:chOff x="6624133" y="3790205"/>
            <a:chExt cx="720000" cy="54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74" name="图片 73">
              <a:extLst>
                <a:ext uri="{FF2B5EF4-FFF2-40B4-BE49-F238E27FC236}">
                  <a16:creationId xmlns:a16="http://schemas.microsoft.com/office/drawing/2014/main" id="{FB49A3A4-E28F-DE52-E7BC-BA0FC4362B2A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843" r="21192" b="81901"/>
            <a:stretch/>
          </p:blipFill>
          <p:spPr>
            <a:xfrm>
              <a:off x="6624133" y="3790205"/>
              <a:ext cx="720000" cy="540000"/>
            </a:xfrm>
            <a:prstGeom prst="rect">
              <a:avLst/>
            </a:prstGeom>
          </p:spPr>
        </p:pic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64489B74-AE6E-082C-5655-C2CB89202ADF}"/>
                </a:ext>
              </a:extLst>
            </p:cNvPr>
            <p:cNvSpPr/>
            <p:nvPr/>
          </p:nvSpPr>
          <p:spPr>
            <a:xfrm>
              <a:off x="6865409" y="3861803"/>
              <a:ext cx="277888" cy="25644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6DC4E020-48BD-EC4D-13C1-6F729E90FCEB}"/>
              </a:ext>
            </a:extLst>
          </p:cNvPr>
          <p:cNvSpPr/>
          <p:nvPr/>
        </p:nvSpPr>
        <p:spPr>
          <a:xfrm>
            <a:off x="2981415" y="6563746"/>
            <a:ext cx="5641211" cy="1398161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B315FF1F-8E43-B697-AF9A-7F72FA6E228E}"/>
              </a:ext>
            </a:extLst>
          </p:cNvPr>
          <p:cNvPicPr preferRelativeResize="0">
            <a:picLocks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757" y="7083953"/>
            <a:ext cx="432000" cy="720000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78" name="图片 77">
            <a:extLst>
              <a:ext uri="{FF2B5EF4-FFF2-40B4-BE49-F238E27FC236}">
                <a16:creationId xmlns:a16="http://schemas.microsoft.com/office/drawing/2014/main" id="{9F3DBECA-79A8-FD7E-5922-D97E407BF58D}"/>
              </a:ext>
            </a:extLst>
          </p:cNvPr>
          <p:cNvPicPr preferRelativeResize="0">
            <a:picLocks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326" y="7075336"/>
            <a:ext cx="432000" cy="720000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C1AF38FE-C50D-9C31-45B2-EF3BFE18DE9E}"/>
              </a:ext>
            </a:extLst>
          </p:cNvPr>
          <p:cNvCxnSpPr>
            <a:cxnSpLocks/>
          </p:cNvCxnSpPr>
          <p:nvPr/>
        </p:nvCxnSpPr>
        <p:spPr>
          <a:xfrm>
            <a:off x="3818085" y="7265619"/>
            <a:ext cx="451509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CA990F19-433A-01B8-3830-F2111071CA56}"/>
              </a:ext>
            </a:extLst>
          </p:cNvPr>
          <p:cNvCxnSpPr>
            <a:cxnSpLocks/>
          </p:cNvCxnSpPr>
          <p:nvPr/>
        </p:nvCxnSpPr>
        <p:spPr>
          <a:xfrm>
            <a:off x="6248270" y="7259713"/>
            <a:ext cx="451509" cy="0"/>
          </a:xfrm>
          <a:prstGeom prst="straightConnector1">
            <a:avLst/>
          </a:prstGeom>
          <a:ln w="38100">
            <a:solidFill>
              <a:srgbClr val="0070C0"/>
            </a:solidFill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FD05924A-09AE-F759-C6EE-EF275BB76F7D}"/>
              </a:ext>
            </a:extLst>
          </p:cNvPr>
          <p:cNvSpPr txBox="1"/>
          <p:nvPr/>
        </p:nvSpPr>
        <p:spPr>
          <a:xfrm>
            <a:off x="5323294" y="7084133"/>
            <a:ext cx="972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ID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67460A66-0602-CE25-1C50-DCBE985DF28B}"/>
              </a:ext>
            </a:extLst>
          </p:cNvPr>
          <p:cNvSpPr txBox="1"/>
          <p:nvPr/>
        </p:nvSpPr>
        <p:spPr>
          <a:xfrm>
            <a:off x="5540792" y="7342763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✔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E6E311DD-6251-2874-A5F1-80F8CFDB2139}"/>
              </a:ext>
            </a:extLst>
          </p:cNvPr>
          <p:cNvGrpSpPr/>
          <p:nvPr/>
        </p:nvGrpSpPr>
        <p:grpSpPr>
          <a:xfrm>
            <a:off x="4257444" y="6696547"/>
            <a:ext cx="540000" cy="360000"/>
            <a:chOff x="7655447" y="6147079"/>
            <a:chExt cx="540000" cy="36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84" name="图片 83">
              <a:extLst>
                <a:ext uri="{FF2B5EF4-FFF2-40B4-BE49-F238E27FC236}">
                  <a16:creationId xmlns:a16="http://schemas.microsoft.com/office/drawing/2014/main" id="{6BB090A2-6FE8-D95F-033C-6AA17BEC343F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210" r="17492" b="81684"/>
            <a:stretch/>
          </p:blipFill>
          <p:spPr>
            <a:xfrm>
              <a:off x="7655447" y="6147079"/>
              <a:ext cx="540000" cy="360000"/>
            </a:xfrm>
            <a:prstGeom prst="rect">
              <a:avLst/>
            </a:prstGeom>
          </p:spPr>
        </p:pic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0EDE9AA0-714F-D507-E9BE-370C47F71A96}"/>
                </a:ext>
              </a:extLst>
            </p:cNvPr>
            <p:cNvSpPr/>
            <p:nvPr/>
          </p:nvSpPr>
          <p:spPr>
            <a:xfrm>
              <a:off x="7807478" y="6192164"/>
              <a:ext cx="208416" cy="1709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0E6056BB-3EC7-23F7-FECA-AAB182851F1F}"/>
              </a:ext>
            </a:extLst>
          </p:cNvPr>
          <p:cNvCxnSpPr>
            <a:cxnSpLocks/>
          </p:cNvCxnSpPr>
          <p:nvPr/>
        </p:nvCxnSpPr>
        <p:spPr>
          <a:xfrm>
            <a:off x="4862431" y="7269277"/>
            <a:ext cx="451509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407E8AD0-11C1-13B5-2A10-5B1F61944BE2}"/>
              </a:ext>
            </a:extLst>
          </p:cNvPr>
          <p:cNvGrpSpPr/>
          <p:nvPr/>
        </p:nvGrpSpPr>
        <p:grpSpPr>
          <a:xfrm>
            <a:off x="6790685" y="6705164"/>
            <a:ext cx="540000" cy="360000"/>
            <a:chOff x="9348708" y="6166329"/>
            <a:chExt cx="540000" cy="36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88" name="图片 87">
              <a:extLst>
                <a:ext uri="{FF2B5EF4-FFF2-40B4-BE49-F238E27FC236}">
                  <a16:creationId xmlns:a16="http://schemas.microsoft.com/office/drawing/2014/main" id="{309E96E9-E5E3-A928-4319-651F09B16D0D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03" r="17399" b="81684"/>
            <a:stretch/>
          </p:blipFill>
          <p:spPr>
            <a:xfrm>
              <a:off x="9348708" y="6166329"/>
              <a:ext cx="540000" cy="360000"/>
            </a:xfrm>
            <a:prstGeom prst="rect">
              <a:avLst/>
            </a:prstGeom>
          </p:spPr>
        </p:pic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2936631C-4BC9-9103-24F7-6C278B384747}"/>
                </a:ext>
              </a:extLst>
            </p:cNvPr>
            <p:cNvSpPr/>
            <p:nvPr/>
          </p:nvSpPr>
          <p:spPr>
            <a:xfrm>
              <a:off x="9490258" y="6196685"/>
              <a:ext cx="208416" cy="1709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3CEF1CA1-5A76-0EF6-B519-213F8C5C644C}"/>
              </a:ext>
            </a:extLst>
          </p:cNvPr>
          <p:cNvCxnSpPr>
            <a:cxnSpLocks/>
          </p:cNvCxnSpPr>
          <p:nvPr/>
        </p:nvCxnSpPr>
        <p:spPr>
          <a:xfrm>
            <a:off x="7330685" y="7259713"/>
            <a:ext cx="451509" cy="0"/>
          </a:xfrm>
          <a:prstGeom prst="straightConnector1">
            <a:avLst/>
          </a:prstGeom>
          <a:ln w="38100">
            <a:solidFill>
              <a:srgbClr val="0070C0"/>
            </a:solidFill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112B9EB6-07EA-07D3-8F05-CCE86B4BB5AB}"/>
              </a:ext>
            </a:extLst>
          </p:cNvPr>
          <p:cNvCxnSpPr>
            <a:cxnSpLocks/>
          </p:cNvCxnSpPr>
          <p:nvPr/>
        </p:nvCxnSpPr>
        <p:spPr>
          <a:xfrm>
            <a:off x="3814418" y="5857250"/>
            <a:ext cx="451509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图片 91">
            <a:extLst>
              <a:ext uri="{FF2B5EF4-FFF2-40B4-BE49-F238E27FC236}">
                <a16:creationId xmlns:a16="http://schemas.microsoft.com/office/drawing/2014/main" id="{2EFFDE9A-3CC6-8C79-5BE6-E1E4B057CFD5}"/>
              </a:ext>
            </a:extLst>
          </p:cNvPr>
          <p:cNvPicPr preferRelativeResize="0">
            <a:picLocks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2508" b="95611" l="2632" r="98355">
                        <a14:foregroundMark x1="35855" y1="2821" x2="36842" y2="2821"/>
                        <a14:foregroundMark x1="36184" y1="4702" x2="46382" y2="8777"/>
                        <a14:foregroundMark x1="66447" y1="3135" x2="71711" y2="7210"/>
                        <a14:foregroundMark x1="25987" y1="12539" x2="18750" y2="19122"/>
                        <a14:foregroundMark x1="23684" y1="19436" x2="13816" y2="33542"/>
                        <a14:foregroundMark x1="20066" y1="27586" x2="3289" y2="43260"/>
                        <a14:foregroundMark x1="13487" y1="38871" x2="17105" y2="25392"/>
                        <a14:foregroundMark x1="20724" y1="13166" x2="14474" y2="25392"/>
                        <a14:foregroundMark x1="21711" y1="12853" x2="10855" y2="29781"/>
                        <a14:foregroundMark x1="22697" y1="12853" x2="6579" y2="32915"/>
                        <a14:foregroundMark x1="23684" y1="11599" x2="14145" y2="17555"/>
                        <a14:foregroundMark x1="25000" y1="13166" x2="12829" y2="24765"/>
                        <a14:foregroundMark x1="12829" y1="29154" x2="4276" y2="41379"/>
                        <a14:foregroundMark x1="8882" y1="33856" x2="2632" y2="41693"/>
                        <a14:foregroundMark x1="88487" y1="23511" x2="99013" y2="45455"/>
                        <a14:foregroundMark x1="98026" y1="44514" x2="83553" y2="53918"/>
                        <a14:foregroundMark x1="83553" y1="53918" x2="80263" y2="49216"/>
                        <a14:foregroundMark x1="21382" y1="87774" x2="22039" y2="95611"/>
                        <a14:foregroundMark x1="23026" y1="94044" x2="81579" y2="956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16414" y="5538657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1BE00477-59B1-DD96-E873-AC08D0180366}"/>
              </a:ext>
            </a:extLst>
          </p:cNvPr>
          <p:cNvCxnSpPr>
            <a:cxnSpLocks/>
          </p:cNvCxnSpPr>
          <p:nvPr/>
        </p:nvCxnSpPr>
        <p:spPr>
          <a:xfrm>
            <a:off x="4851770" y="5856210"/>
            <a:ext cx="451509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402E11D1-AC4B-74B6-BA64-BF8D3B25B28A}"/>
              </a:ext>
            </a:extLst>
          </p:cNvPr>
          <p:cNvCxnSpPr>
            <a:cxnSpLocks/>
          </p:cNvCxnSpPr>
          <p:nvPr/>
        </p:nvCxnSpPr>
        <p:spPr>
          <a:xfrm>
            <a:off x="7321607" y="5856210"/>
            <a:ext cx="451509" cy="0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8158A6EB-6629-9C7E-1625-2F861D73BF64}"/>
              </a:ext>
            </a:extLst>
          </p:cNvPr>
          <p:cNvGrpSpPr/>
          <p:nvPr/>
        </p:nvGrpSpPr>
        <p:grpSpPr>
          <a:xfrm>
            <a:off x="3173864" y="6036220"/>
            <a:ext cx="540000" cy="1080000"/>
            <a:chOff x="6578547" y="6152003"/>
            <a:chExt cx="540000" cy="108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96" name="图片 95">
              <a:extLst>
                <a:ext uri="{FF2B5EF4-FFF2-40B4-BE49-F238E27FC236}">
                  <a16:creationId xmlns:a16="http://schemas.microsoft.com/office/drawing/2014/main" id="{A43E88F3-C2FE-EBF9-222B-3003C9B0CC4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8547" y="6152003"/>
              <a:ext cx="540000" cy="1080000"/>
            </a:xfrm>
            <a:prstGeom prst="rect">
              <a:avLst/>
            </a:prstGeom>
          </p:spPr>
        </p:pic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49D730DF-24FA-047F-EEAC-52FF588B17AC}"/>
                </a:ext>
              </a:extLst>
            </p:cNvPr>
            <p:cNvSpPr/>
            <p:nvPr/>
          </p:nvSpPr>
          <p:spPr>
            <a:xfrm>
              <a:off x="6820494" y="6173267"/>
              <a:ext cx="111171" cy="10259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9171A033-5E76-8EBE-C508-9DB495B77909}"/>
              </a:ext>
            </a:extLst>
          </p:cNvPr>
          <p:cNvGrpSpPr/>
          <p:nvPr/>
        </p:nvGrpSpPr>
        <p:grpSpPr>
          <a:xfrm>
            <a:off x="7867286" y="6024558"/>
            <a:ext cx="540000" cy="1080000"/>
            <a:chOff x="10456554" y="6166329"/>
            <a:chExt cx="540000" cy="108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99" name="图片 98">
              <a:extLst>
                <a:ext uri="{FF2B5EF4-FFF2-40B4-BE49-F238E27FC236}">
                  <a16:creationId xmlns:a16="http://schemas.microsoft.com/office/drawing/2014/main" id="{A24F869C-3C9A-8F7E-17CB-B4EDAC24153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56554" y="6166329"/>
              <a:ext cx="540000" cy="1080000"/>
            </a:xfrm>
            <a:prstGeom prst="rect">
              <a:avLst/>
            </a:prstGeom>
          </p:spPr>
        </p:pic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CCF7ACA4-5CBD-1254-43C3-26B4C5E66D98}"/>
                </a:ext>
              </a:extLst>
            </p:cNvPr>
            <p:cNvSpPr/>
            <p:nvPr/>
          </p:nvSpPr>
          <p:spPr>
            <a:xfrm>
              <a:off x="10708208" y="6187376"/>
              <a:ext cx="111171" cy="10259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2693B263-117D-3C3A-A627-BD202157B95E}"/>
              </a:ext>
            </a:extLst>
          </p:cNvPr>
          <p:cNvCxnSpPr>
            <a:cxnSpLocks/>
          </p:cNvCxnSpPr>
          <p:nvPr/>
        </p:nvCxnSpPr>
        <p:spPr>
          <a:xfrm>
            <a:off x="641706" y="5109486"/>
            <a:ext cx="7980920" cy="0"/>
          </a:xfrm>
          <a:prstGeom prst="line">
            <a:avLst/>
          </a:prstGeom>
          <a:ln w="254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FE3F02C6-C184-C444-718F-78FF2C559C53}"/>
              </a:ext>
            </a:extLst>
          </p:cNvPr>
          <p:cNvGrpSpPr/>
          <p:nvPr/>
        </p:nvGrpSpPr>
        <p:grpSpPr>
          <a:xfrm>
            <a:off x="708396" y="6005992"/>
            <a:ext cx="1531102" cy="1003588"/>
            <a:chOff x="6814322" y="2025491"/>
            <a:chExt cx="2225054" cy="1458451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103" name="矩形: 圆角 102">
              <a:extLst>
                <a:ext uri="{FF2B5EF4-FFF2-40B4-BE49-F238E27FC236}">
                  <a16:creationId xmlns:a16="http://schemas.microsoft.com/office/drawing/2014/main" id="{94548B4C-204D-51F3-CFF1-6A9B73E2E639}"/>
                </a:ext>
              </a:extLst>
            </p:cNvPr>
            <p:cNvSpPr/>
            <p:nvPr/>
          </p:nvSpPr>
          <p:spPr>
            <a:xfrm>
              <a:off x="8728226" y="2582513"/>
              <a:ext cx="311150" cy="629662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04" name="矩形: 圆角 103">
              <a:extLst>
                <a:ext uri="{FF2B5EF4-FFF2-40B4-BE49-F238E27FC236}">
                  <a16:creationId xmlns:a16="http://schemas.microsoft.com/office/drawing/2014/main" id="{5BDE5D08-BA6C-D489-4962-41EBE0884E87}"/>
                </a:ext>
              </a:extLst>
            </p:cNvPr>
            <p:cNvSpPr/>
            <p:nvPr/>
          </p:nvSpPr>
          <p:spPr>
            <a:xfrm>
              <a:off x="6814322" y="2622813"/>
              <a:ext cx="311150" cy="629662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59B1428D-A335-0F14-04B8-9ED065014F08}"/>
                </a:ext>
              </a:extLst>
            </p:cNvPr>
            <p:cNvSpPr/>
            <p:nvPr/>
          </p:nvSpPr>
          <p:spPr>
            <a:xfrm>
              <a:off x="6969897" y="2025491"/>
              <a:ext cx="1915601" cy="1458451"/>
            </a:xfrm>
            <a:custGeom>
              <a:avLst/>
              <a:gdLst>
                <a:gd name="connsiteX0" fmla="*/ 643491 w 1915600"/>
                <a:gd name="connsiteY0" fmla="*/ 0 h 1413174"/>
                <a:gd name="connsiteX1" fmla="*/ 1316852 w 1915600"/>
                <a:gd name="connsiteY1" fmla="*/ 0 h 1413174"/>
                <a:gd name="connsiteX2" fmla="*/ 1316852 w 1915600"/>
                <a:gd name="connsiteY2" fmla="*/ 178409 h 1413174"/>
                <a:gd name="connsiteX3" fmla="*/ 1078490 w 1915600"/>
                <a:gd name="connsiteY3" fmla="*/ 178409 h 1413174"/>
                <a:gd name="connsiteX4" fmla="*/ 1078490 w 1915600"/>
                <a:gd name="connsiteY4" fmla="*/ 394595 h 1413174"/>
                <a:gd name="connsiteX5" fmla="*/ 1745833 w 1915600"/>
                <a:gd name="connsiteY5" fmla="*/ 394595 h 1413174"/>
                <a:gd name="connsiteX6" fmla="*/ 1915600 w 1915600"/>
                <a:gd name="connsiteY6" fmla="*/ 564362 h 1413174"/>
                <a:gd name="connsiteX7" fmla="*/ 1915600 w 1915600"/>
                <a:gd name="connsiteY7" fmla="*/ 1243407 h 1413174"/>
                <a:gd name="connsiteX8" fmla="*/ 1745833 w 1915600"/>
                <a:gd name="connsiteY8" fmla="*/ 1413174 h 1413174"/>
                <a:gd name="connsiteX9" fmla="*/ 169767 w 1915600"/>
                <a:gd name="connsiteY9" fmla="*/ 1413174 h 1413174"/>
                <a:gd name="connsiteX10" fmla="*/ 0 w 1915600"/>
                <a:gd name="connsiteY10" fmla="*/ 1243407 h 1413174"/>
                <a:gd name="connsiteX11" fmla="*/ 0 w 1915600"/>
                <a:gd name="connsiteY11" fmla="*/ 564362 h 1413174"/>
                <a:gd name="connsiteX12" fmla="*/ 169767 w 1915600"/>
                <a:gd name="connsiteY12" fmla="*/ 394595 h 1413174"/>
                <a:gd name="connsiteX13" fmla="*/ 917270 w 1915600"/>
                <a:gd name="connsiteY13" fmla="*/ 394595 h 1413174"/>
                <a:gd name="connsiteX14" fmla="*/ 917270 w 1915600"/>
                <a:gd name="connsiteY14" fmla="*/ 178409 h 1413174"/>
                <a:gd name="connsiteX15" fmla="*/ 643491 w 1915600"/>
                <a:gd name="connsiteY15" fmla="*/ 178409 h 1413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15600" h="1413174">
                  <a:moveTo>
                    <a:pt x="643491" y="0"/>
                  </a:moveTo>
                  <a:lnTo>
                    <a:pt x="1316852" y="0"/>
                  </a:lnTo>
                  <a:lnTo>
                    <a:pt x="1316852" y="178409"/>
                  </a:lnTo>
                  <a:lnTo>
                    <a:pt x="1078490" y="178409"/>
                  </a:lnTo>
                  <a:lnTo>
                    <a:pt x="1078490" y="394595"/>
                  </a:lnTo>
                  <a:lnTo>
                    <a:pt x="1745833" y="394595"/>
                  </a:lnTo>
                  <a:cubicBezTo>
                    <a:pt x="1839593" y="394595"/>
                    <a:pt x="1915600" y="470602"/>
                    <a:pt x="1915600" y="564362"/>
                  </a:cubicBezTo>
                  <a:lnTo>
                    <a:pt x="1915600" y="1243407"/>
                  </a:lnTo>
                  <a:cubicBezTo>
                    <a:pt x="1915600" y="1337167"/>
                    <a:pt x="1839593" y="1413174"/>
                    <a:pt x="1745833" y="1413174"/>
                  </a:cubicBezTo>
                  <a:lnTo>
                    <a:pt x="169767" y="1413174"/>
                  </a:lnTo>
                  <a:cubicBezTo>
                    <a:pt x="76007" y="1413174"/>
                    <a:pt x="0" y="1337167"/>
                    <a:pt x="0" y="1243407"/>
                  </a:cubicBezTo>
                  <a:lnTo>
                    <a:pt x="0" y="564362"/>
                  </a:lnTo>
                  <a:cubicBezTo>
                    <a:pt x="0" y="470602"/>
                    <a:pt x="76007" y="394595"/>
                    <a:pt x="169767" y="394595"/>
                  </a:cubicBezTo>
                  <a:lnTo>
                    <a:pt x="917270" y="394595"/>
                  </a:lnTo>
                  <a:lnTo>
                    <a:pt x="917270" y="178409"/>
                  </a:lnTo>
                  <a:lnTo>
                    <a:pt x="643491" y="178409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88900" h="8890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706" dirty="0"/>
            </a:p>
          </p:txBody>
        </p:sp>
        <p:sp>
          <p:nvSpPr>
            <p:cNvPr id="106" name="矩形: 圆角 105">
              <a:extLst>
                <a:ext uri="{FF2B5EF4-FFF2-40B4-BE49-F238E27FC236}">
                  <a16:creationId xmlns:a16="http://schemas.microsoft.com/office/drawing/2014/main" id="{AE65DF84-0369-4CC6-45B3-2DC45F6492CF}"/>
                </a:ext>
              </a:extLst>
            </p:cNvPr>
            <p:cNvSpPr/>
            <p:nvPr/>
          </p:nvSpPr>
          <p:spPr>
            <a:xfrm>
              <a:off x="7053254" y="2520177"/>
              <a:ext cx="1741650" cy="87835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2FD95013-F583-E6BB-F4F2-1EE616A119E2}"/>
                </a:ext>
              </a:extLst>
            </p:cNvPr>
            <p:cNvSpPr/>
            <p:nvPr/>
          </p:nvSpPr>
          <p:spPr>
            <a:xfrm>
              <a:off x="7174596" y="2560755"/>
              <a:ext cx="519811" cy="519811"/>
            </a:xfrm>
            <a:prstGeom prst="ellipse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BA86E9AB-9742-1246-2676-3EC52E84E616}"/>
                </a:ext>
              </a:extLst>
            </p:cNvPr>
            <p:cNvSpPr/>
            <p:nvPr/>
          </p:nvSpPr>
          <p:spPr>
            <a:xfrm>
              <a:off x="8182113" y="2560755"/>
              <a:ext cx="519811" cy="519811"/>
            </a:xfrm>
            <a:prstGeom prst="ellipse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09" name="矩形: 圆角 108">
              <a:extLst>
                <a:ext uri="{FF2B5EF4-FFF2-40B4-BE49-F238E27FC236}">
                  <a16:creationId xmlns:a16="http://schemas.microsoft.com/office/drawing/2014/main" id="{034D2D38-FBA4-D131-4B35-9F27E8D6F6F5}"/>
                </a:ext>
              </a:extLst>
            </p:cNvPr>
            <p:cNvSpPr/>
            <p:nvPr/>
          </p:nvSpPr>
          <p:spPr>
            <a:xfrm>
              <a:off x="7694407" y="3212175"/>
              <a:ext cx="546742" cy="111390"/>
            </a:xfrm>
            <a:prstGeom prst="roundRect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DB6C0439-5B19-54C4-0F04-4DF6BA32ED5E}"/>
                </a:ext>
              </a:extLst>
            </p:cNvPr>
            <p:cNvSpPr/>
            <p:nvPr/>
          </p:nvSpPr>
          <p:spPr>
            <a:xfrm>
              <a:off x="7438820" y="2706012"/>
              <a:ext cx="253324" cy="253323"/>
            </a:xfrm>
            <a:prstGeom prst="ellipse">
              <a:avLst/>
            </a:prstGeom>
            <a:solidFill>
              <a:schemeClr val="tx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6497F557-025B-113C-7CFC-9F4F8A9643DA}"/>
                </a:ext>
              </a:extLst>
            </p:cNvPr>
            <p:cNvSpPr/>
            <p:nvPr/>
          </p:nvSpPr>
          <p:spPr>
            <a:xfrm>
              <a:off x="8197036" y="2703169"/>
              <a:ext cx="253324" cy="253323"/>
            </a:xfrm>
            <a:prstGeom prst="ellipse">
              <a:avLst/>
            </a:prstGeom>
            <a:solidFill>
              <a:schemeClr val="tx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sp>
        <p:nvSpPr>
          <p:cNvPr id="112" name="箭头: 右 111">
            <a:extLst>
              <a:ext uri="{FF2B5EF4-FFF2-40B4-BE49-F238E27FC236}">
                <a16:creationId xmlns:a16="http://schemas.microsoft.com/office/drawing/2014/main" id="{A734C9DB-FFCB-E468-2EA6-D18F7988AA92}"/>
              </a:ext>
            </a:extLst>
          </p:cNvPr>
          <p:cNvSpPr/>
          <p:nvPr/>
        </p:nvSpPr>
        <p:spPr>
          <a:xfrm rot="19800000">
            <a:off x="2126504" y="5810086"/>
            <a:ext cx="832381" cy="308344"/>
          </a:xfrm>
          <a:prstGeom prst="rightArrow">
            <a:avLst/>
          </a:prstGeom>
          <a:noFill/>
          <a:ln w="28575"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020AB7E6-3CC1-E651-4A16-82481116B679}"/>
              </a:ext>
            </a:extLst>
          </p:cNvPr>
          <p:cNvGrpSpPr/>
          <p:nvPr/>
        </p:nvGrpSpPr>
        <p:grpSpPr>
          <a:xfrm rot="-1800000">
            <a:off x="2432122" y="5690279"/>
            <a:ext cx="136463" cy="580751"/>
            <a:chOff x="6192608" y="832156"/>
            <a:chExt cx="32302" cy="26396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19C65BD3-1395-7EA5-E634-A744886AED7D}"/>
                </a:ext>
              </a:extLst>
            </p:cNvPr>
            <p:cNvSpPr/>
            <p:nvPr/>
          </p:nvSpPr>
          <p:spPr>
            <a:xfrm rot="18870730" flipH="1">
              <a:off x="6077727" y="947037"/>
              <a:ext cx="262063" cy="3230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7C4ACD84-7C3C-DCBF-D7F8-C06AAF3CAE34}"/>
                </a:ext>
              </a:extLst>
            </p:cNvPr>
            <p:cNvSpPr/>
            <p:nvPr/>
          </p:nvSpPr>
          <p:spPr>
            <a:xfrm rot="13555562" flipH="1">
              <a:off x="6077652" y="950760"/>
              <a:ext cx="262062" cy="2866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6" name="箭头: 右 115">
            <a:extLst>
              <a:ext uri="{FF2B5EF4-FFF2-40B4-BE49-F238E27FC236}">
                <a16:creationId xmlns:a16="http://schemas.microsoft.com/office/drawing/2014/main" id="{AA34F972-03D2-478A-0C86-F53CA3D39509}"/>
              </a:ext>
            </a:extLst>
          </p:cNvPr>
          <p:cNvSpPr/>
          <p:nvPr/>
        </p:nvSpPr>
        <p:spPr>
          <a:xfrm rot="7302864">
            <a:off x="6805001" y="2876278"/>
            <a:ext cx="832381" cy="308344"/>
          </a:xfrm>
          <a:prstGeom prst="rightArrow">
            <a:avLst/>
          </a:prstGeom>
          <a:noFill/>
          <a:ln w="285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B7789324-FDED-8AA9-1C70-B76E6B024B07}"/>
              </a:ext>
            </a:extLst>
          </p:cNvPr>
          <p:cNvSpPr txBox="1"/>
          <p:nvPr/>
        </p:nvSpPr>
        <p:spPr>
          <a:xfrm>
            <a:off x="3731402" y="4607440"/>
            <a:ext cx="167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 Training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C67F1BE0-2592-AF56-459C-1E3E714204B9}"/>
              </a:ext>
            </a:extLst>
          </p:cNvPr>
          <p:cNvSpPr txBox="1"/>
          <p:nvPr/>
        </p:nvSpPr>
        <p:spPr>
          <a:xfrm>
            <a:off x="2416806" y="8111811"/>
            <a:ext cx="4221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 Testing with unseen IDs and clothing</a:t>
            </a: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F4D1C517-F23B-F823-F29E-D4BF53A7F059}"/>
              </a:ext>
            </a:extLst>
          </p:cNvPr>
          <p:cNvSpPr txBox="1"/>
          <p:nvPr/>
        </p:nvSpPr>
        <p:spPr>
          <a:xfrm>
            <a:off x="5414586" y="4367866"/>
            <a:ext cx="2025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models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1140CDEB-E75C-3A76-54DB-0D6BB4105DA1}"/>
              </a:ext>
            </a:extLst>
          </p:cNvPr>
          <p:cNvCxnSpPr>
            <a:cxnSpLocks/>
          </p:cNvCxnSpPr>
          <p:nvPr/>
        </p:nvCxnSpPr>
        <p:spPr>
          <a:xfrm>
            <a:off x="656712" y="1207599"/>
            <a:ext cx="28818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84A08339-B63C-F722-5413-393E007F1422}"/>
              </a:ext>
            </a:extLst>
          </p:cNvPr>
          <p:cNvCxnSpPr>
            <a:cxnSpLocks/>
          </p:cNvCxnSpPr>
          <p:nvPr/>
        </p:nvCxnSpPr>
        <p:spPr>
          <a:xfrm>
            <a:off x="664740" y="1225825"/>
            <a:ext cx="579411" cy="3590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箭头: 右 121">
            <a:extLst>
              <a:ext uri="{FF2B5EF4-FFF2-40B4-BE49-F238E27FC236}">
                <a16:creationId xmlns:a16="http://schemas.microsoft.com/office/drawing/2014/main" id="{A6B46C4C-A0C1-FF3B-5EE7-D386904DC7F4}"/>
              </a:ext>
            </a:extLst>
          </p:cNvPr>
          <p:cNvSpPr/>
          <p:nvPr/>
        </p:nvSpPr>
        <p:spPr>
          <a:xfrm rot="1800000">
            <a:off x="2110545" y="7178479"/>
            <a:ext cx="832381" cy="308344"/>
          </a:xfrm>
          <a:prstGeom prst="rightArrow">
            <a:avLst/>
          </a:prstGeom>
          <a:noFill/>
          <a:ln w="2857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0CC32145-8268-7514-6867-C886DE43BC63}"/>
              </a:ext>
            </a:extLst>
          </p:cNvPr>
          <p:cNvCxnSpPr>
            <a:cxnSpLocks/>
          </p:cNvCxnSpPr>
          <p:nvPr/>
        </p:nvCxnSpPr>
        <p:spPr>
          <a:xfrm>
            <a:off x="6700543" y="1741524"/>
            <a:ext cx="451509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EE48D67C-6143-DF15-32D2-B1D19CC1B2E3}"/>
              </a:ext>
            </a:extLst>
          </p:cNvPr>
          <p:cNvCxnSpPr>
            <a:cxnSpLocks/>
          </p:cNvCxnSpPr>
          <p:nvPr/>
        </p:nvCxnSpPr>
        <p:spPr>
          <a:xfrm>
            <a:off x="7685777" y="1745972"/>
            <a:ext cx="451509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5BB317E7-A355-7F82-7638-5640CFADAC17}"/>
              </a:ext>
            </a:extLst>
          </p:cNvPr>
          <p:cNvCxnSpPr>
            <a:cxnSpLocks/>
          </p:cNvCxnSpPr>
          <p:nvPr/>
        </p:nvCxnSpPr>
        <p:spPr>
          <a:xfrm>
            <a:off x="5611174" y="1741524"/>
            <a:ext cx="451509" cy="0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93784DFA-F42C-8720-C386-8DB61933FCDE}"/>
              </a:ext>
            </a:extLst>
          </p:cNvPr>
          <p:cNvCxnSpPr>
            <a:cxnSpLocks/>
          </p:cNvCxnSpPr>
          <p:nvPr/>
        </p:nvCxnSpPr>
        <p:spPr>
          <a:xfrm>
            <a:off x="4659614" y="1741572"/>
            <a:ext cx="451509" cy="0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文本框 126">
            <a:extLst>
              <a:ext uri="{FF2B5EF4-FFF2-40B4-BE49-F238E27FC236}">
                <a16:creationId xmlns:a16="http://schemas.microsoft.com/office/drawing/2014/main" id="{0E214379-7247-289D-19FE-E7F66BD80CA0}"/>
              </a:ext>
            </a:extLst>
          </p:cNvPr>
          <p:cNvSpPr txBox="1"/>
          <p:nvPr/>
        </p:nvSpPr>
        <p:spPr>
          <a:xfrm>
            <a:off x="4180280" y="1554681"/>
            <a:ext cx="6366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1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32C68221-BAB2-106B-5AB8-DF6CCCB229E9}"/>
              </a:ext>
            </a:extLst>
          </p:cNvPr>
          <p:cNvGrpSpPr/>
          <p:nvPr/>
        </p:nvGrpSpPr>
        <p:grpSpPr>
          <a:xfrm>
            <a:off x="5635447" y="3386740"/>
            <a:ext cx="1531102" cy="1003588"/>
            <a:chOff x="6814322" y="2025491"/>
            <a:chExt cx="2225054" cy="1458451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129" name="矩形: 圆角 128">
              <a:extLst>
                <a:ext uri="{FF2B5EF4-FFF2-40B4-BE49-F238E27FC236}">
                  <a16:creationId xmlns:a16="http://schemas.microsoft.com/office/drawing/2014/main" id="{A98FA811-7057-EA47-89AD-5B6FA8786D45}"/>
                </a:ext>
              </a:extLst>
            </p:cNvPr>
            <p:cNvSpPr/>
            <p:nvPr/>
          </p:nvSpPr>
          <p:spPr>
            <a:xfrm>
              <a:off x="8728226" y="2582513"/>
              <a:ext cx="311150" cy="629662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30" name="矩形: 圆角 129">
              <a:extLst>
                <a:ext uri="{FF2B5EF4-FFF2-40B4-BE49-F238E27FC236}">
                  <a16:creationId xmlns:a16="http://schemas.microsoft.com/office/drawing/2014/main" id="{F6D88619-C4A7-F226-142B-57AD7D5B25EB}"/>
                </a:ext>
              </a:extLst>
            </p:cNvPr>
            <p:cNvSpPr/>
            <p:nvPr/>
          </p:nvSpPr>
          <p:spPr>
            <a:xfrm>
              <a:off x="6814322" y="2622813"/>
              <a:ext cx="311150" cy="629662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31" name="任意多边形: 形状 130">
              <a:extLst>
                <a:ext uri="{FF2B5EF4-FFF2-40B4-BE49-F238E27FC236}">
                  <a16:creationId xmlns:a16="http://schemas.microsoft.com/office/drawing/2014/main" id="{A70F3B66-8D3B-BF41-F2B6-99BC1A6341DE}"/>
                </a:ext>
              </a:extLst>
            </p:cNvPr>
            <p:cNvSpPr/>
            <p:nvPr/>
          </p:nvSpPr>
          <p:spPr>
            <a:xfrm>
              <a:off x="6969897" y="2025491"/>
              <a:ext cx="1915601" cy="1458451"/>
            </a:xfrm>
            <a:custGeom>
              <a:avLst/>
              <a:gdLst>
                <a:gd name="connsiteX0" fmla="*/ 643491 w 1915600"/>
                <a:gd name="connsiteY0" fmla="*/ 0 h 1413174"/>
                <a:gd name="connsiteX1" fmla="*/ 1316852 w 1915600"/>
                <a:gd name="connsiteY1" fmla="*/ 0 h 1413174"/>
                <a:gd name="connsiteX2" fmla="*/ 1316852 w 1915600"/>
                <a:gd name="connsiteY2" fmla="*/ 178409 h 1413174"/>
                <a:gd name="connsiteX3" fmla="*/ 1078490 w 1915600"/>
                <a:gd name="connsiteY3" fmla="*/ 178409 h 1413174"/>
                <a:gd name="connsiteX4" fmla="*/ 1078490 w 1915600"/>
                <a:gd name="connsiteY4" fmla="*/ 394595 h 1413174"/>
                <a:gd name="connsiteX5" fmla="*/ 1745833 w 1915600"/>
                <a:gd name="connsiteY5" fmla="*/ 394595 h 1413174"/>
                <a:gd name="connsiteX6" fmla="*/ 1915600 w 1915600"/>
                <a:gd name="connsiteY6" fmla="*/ 564362 h 1413174"/>
                <a:gd name="connsiteX7" fmla="*/ 1915600 w 1915600"/>
                <a:gd name="connsiteY7" fmla="*/ 1243407 h 1413174"/>
                <a:gd name="connsiteX8" fmla="*/ 1745833 w 1915600"/>
                <a:gd name="connsiteY8" fmla="*/ 1413174 h 1413174"/>
                <a:gd name="connsiteX9" fmla="*/ 169767 w 1915600"/>
                <a:gd name="connsiteY9" fmla="*/ 1413174 h 1413174"/>
                <a:gd name="connsiteX10" fmla="*/ 0 w 1915600"/>
                <a:gd name="connsiteY10" fmla="*/ 1243407 h 1413174"/>
                <a:gd name="connsiteX11" fmla="*/ 0 w 1915600"/>
                <a:gd name="connsiteY11" fmla="*/ 564362 h 1413174"/>
                <a:gd name="connsiteX12" fmla="*/ 169767 w 1915600"/>
                <a:gd name="connsiteY12" fmla="*/ 394595 h 1413174"/>
                <a:gd name="connsiteX13" fmla="*/ 917270 w 1915600"/>
                <a:gd name="connsiteY13" fmla="*/ 394595 h 1413174"/>
                <a:gd name="connsiteX14" fmla="*/ 917270 w 1915600"/>
                <a:gd name="connsiteY14" fmla="*/ 178409 h 1413174"/>
                <a:gd name="connsiteX15" fmla="*/ 643491 w 1915600"/>
                <a:gd name="connsiteY15" fmla="*/ 178409 h 1413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15600" h="1413174">
                  <a:moveTo>
                    <a:pt x="643491" y="0"/>
                  </a:moveTo>
                  <a:lnTo>
                    <a:pt x="1316852" y="0"/>
                  </a:lnTo>
                  <a:lnTo>
                    <a:pt x="1316852" y="178409"/>
                  </a:lnTo>
                  <a:lnTo>
                    <a:pt x="1078490" y="178409"/>
                  </a:lnTo>
                  <a:lnTo>
                    <a:pt x="1078490" y="394595"/>
                  </a:lnTo>
                  <a:lnTo>
                    <a:pt x="1745833" y="394595"/>
                  </a:lnTo>
                  <a:cubicBezTo>
                    <a:pt x="1839593" y="394595"/>
                    <a:pt x="1915600" y="470602"/>
                    <a:pt x="1915600" y="564362"/>
                  </a:cubicBezTo>
                  <a:lnTo>
                    <a:pt x="1915600" y="1243407"/>
                  </a:lnTo>
                  <a:cubicBezTo>
                    <a:pt x="1915600" y="1337167"/>
                    <a:pt x="1839593" y="1413174"/>
                    <a:pt x="1745833" y="1413174"/>
                  </a:cubicBezTo>
                  <a:lnTo>
                    <a:pt x="169767" y="1413174"/>
                  </a:lnTo>
                  <a:cubicBezTo>
                    <a:pt x="76007" y="1413174"/>
                    <a:pt x="0" y="1337167"/>
                    <a:pt x="0" y="1243407"/>
                  </a:cubicBezTo>
                  <a:lnTo>
                    <a:pt x="0" y="564362"/>
                  </a:lnTo>
                  <a:cubicBezTo>
                    <a:pt x="0" y="470602"/>
                    <a:pt x="76007" y="394595"/>
                    <a:pt x="169767" y="394595"/>
                  </a:cubicBezTo>
                  <a:lnTo>
                    <a:pt x="917270" y="394595"/>
                  </a:lnTo>
                  <a:lnTo>
                    <a:pt x="917270" y="178409"/>
                  </a:lnTo>
                  <a:lnTo>
                    <a:pt x="643491" y="178409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88900" h="8890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706" dirty="0"/>
            </a:p>
          </p:txBody>
        </p:sp>
        <p:sp>
          <p:nvSpPr>
            <p:cNvPr id="132" name="矩形: 圆角 131">
              <a:extLst>
                <a:ext uri="{FF2B5EF4-FFF2-40B4-BE49-F238E27FC236}">
                  <a16:creationId xmlns:a16="http://schemas.microsoft.com/office/drawing/2014/main" id="{A7289A28-3750-2B2A-5638-49554B408A0B}"/>
                </a:ext>
              </a:extLst>
            </p:cNvPr>
            <p:cNvSpPr/>
            <p:nvPr/>
          </p:nvSpPr>
          <p:spPr>
            <a:xfrm>
              <a:off x="7053254" y="2520177"/>
              <a:ext cx="1741650" cy="87835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77BE483A-D5D6-9767-419D-F6C94DF1801C}"/>
                </a:ext>
              </a:extLst>
            </p:cNvPr>
            <p:cNvSpPr/>
            <p:nvPr/>
          </p:nvSpPr>
          <p:spPr>
            <a:xfrm>
              <a:off x="7174596" y="2560755"/>
              <a:ext cx="519811" cy="519811"/>
            </a:xfrm>
            <a:prstGeom prst="ellipse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4342F39E-8986-0F7D-AE20-C66440DC3667}"/>
                </a:ext>
              </a:extLst>
            </p:cNvPr>
            <p:cNvSpPr/>
            <p:nvPr/>
          </p:nvSpPr>
          <p:spPr>
            <a:xfrm>
              <a:off x="8182113" y="2560755"/>
              <a:ext cx="519811" cy="519811"/>
            </a:xfrm>
            <a:prstGeom prst="ellipse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35" name="矩形: 圆角 134">
              <a:extLst>
                <a:ext uri="{FF2B5EF4-FFF2-40B4-BE49-F238E27FC236}">
                  <a16:creationId xmlns:a16="http://schemas.microsoft.com/office/drawing/2014/main" id="{68E4BA72-5E94-6BB0-01BF-BE65408106C6}"/>
                </a:ext>
              </a:extLst>
            </p:cNvPr>
            <p:cNvSpPr/>
            <p:nvPr/>
          </p:nvSpPr>
          <p:spPr>
            <a:xfrm>
              <a:off x="7694407" y="3212175"/>
              <a:ext cx="546742" cy="111390"/>
            </a:xfrm>
            <a:prstGeom prst="roundRect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933D3A2B-645E-BF92-B333-CB3475DA20BA}"/>
                </a:ext>
              </a:extLst>
            </p:cNvPr>
            <p:cNvSpPr/>
            <p:nvPr/>
          </p:nvSpPr>
          <p:spPr>
            <a:xfrm>
              <a:off x="7438820" y="2706012"/>
              <a:ext cx="253324" cy="253323"/>
            </a:xfrm>
            <a:prstGeom prst="ellipse">
              <a:avLst/>
            </a:prstGeom>
            <a:solidFill>
              <a:schemeClr val="tx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634C3FBF-9EA8-FF5C-9CB4-E16F57870C4A}"/>
                </a:ext>
              </a:extLst>
            </p:cNvPr>
            <p:cNvSpPr/>
            <p:nvPr/>
          </p:nvSpPr>
          <p:spPr>
            <a:xfrm>
              <a:off x="8197036" y="2703169"/>
              <a:ext cx="253324" cy="253323"/>
            </a:xfrm>
            <a:prstGeom prst="ellipse">
              <a:avLst/>
            </a:prstGeom>
            <a:solidFill>
              <a:schemeClr val="tx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sp>
        <p:nvSpPr>
          <p:cNvPr id="138" name="箭头: 右 137">
            <a:extLst>
              <a:ext uri="{FF2B5EF4-FFF2-40B4-BE49-F238E27FC236}">
                <a16:creationId xmlns:a16="http://schemas.microsoft.com/office/drawing/2014/main" id="{676C2CF1-0133-F9AA-6117-AACCED887096}"/>
              </a:ext>
            </a:extLst>
          </p:cNvPr>
          <p:cNvSpPr/>
          <p:nvPr/>
        </p:nvSpPr>
        <p:spPr>
          <a:xfrm rot="3084174">
            <a:off x="5159135" y="2894836"/>
            <a:ext cx="832381" cy="308344"/>
          </a:xfrm>
          <a:prstGeom prst="rightArrow">
            <a:avLst/>
          </a:prstGeom>
          <a:noFill/>
          <a:ln w="28575"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4CF6988F-B6E2-FB16-2752-70CD6E0D4CC6}"/>
              </a:ext>
            </a:extLst>
          </p:cNvPr>
          <p:cNvGrpSpPr/>
          <p:nvPr/>
        </p:nvGrpSpPr>
        <p:grpSpPr>
          <a:xfrm rot="3084174">
            <a:off x="5498399" y="2725506"/>
            <a:ext cx="136463" cy="580751"/>
            <a:chOff x="6192608" y="832156"/>
            <a:chExt cx="32302" cy="26396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E3D8E240-7C7A-60E5-BF18-E0ED2C00C7FA}"/>
                </a:ext>
              </a:extLst>
            </p:cNvPr>
            <p:cNvSpPr/>
            <p:nvPr/>
          </p:nvSpPr>
          <p:spPr>
            <a:xfrm rot="18870730" flipH="1">
              <a:off x="6077727" y="947037"/>
              <a:ext cx="262063" cy="3230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09FAA8EF-2E5D-4DA5-7FA1-01093521FF4D}"/>
                </a:ext>
              </a:extLst>
            </p:cNvPr>
            <p:cNvSpPr/>
            <p:nvPr/>
          </p:nvSpPr>
          <p:spPr>
            <a:xfrm rot="13555562" flipH="1">
              <a:off x="6077652" y="950760"/>
              <a:ext cx="262062" cy="2866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F265F756-1C13-7DB8-8859-42DADEBFCBF0}"/>
              </a:ext>
            </a:extLst>
          </p:cNvPr>
          <p:cNvSpPr txBox="1"/>
          <p:nvPr/>
        </p:nvSpPr>
        <p:spPr>
          <a:xfrm>
            <a:off x="4201014" y="1768001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✔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89A9AA9E-CB15-782B-AE62-78A71BB60CAA}"/>
              </a:ext>
            </a:extLst>
          </p:cNvPr>
          <p:cNvSpPr txBox="1"/>
          <p:nvPr/>
        </p:nvSpPr>
        <p:spPr>
          <a:xfrm>
            <a:off x="8078094" y="1746641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✔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pic>
        <p:nvPicPr>
          <p:cNvPr id="144" name="图片 143">
            <a:extLst>
              <a:ext uri="{FF2B5EF4-FFF2-40B4-BE49-F238E27FC236}">
                <a16:creationId xmlns:a16="http://schemas.microsoft.com/office/drawing/2014/main" id="{EAF816DA-2C5D-E015-C60E-C0EF0EFEE1EB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17" b="97281" l="3106" r="97516">
                        <a14:foregroundMark x1="33851" y1="12689" x2="41925" y2="5136"/>
                        <a14:foregroundMark x1="42236" y1="7855" x2="56832" y2="3323"/>
                        <a14:foregroundMark x1="19565" y1="32931" x2="3416" y2="46828"/>
                        <a14:foregroundMark x1="6522" y1="47734" x2="18323" y2="57704"/>
                        <a14:foregroundMark x1="18944" y1="59215" x2="18012" y2="92145"/>
                        <a14:foregroundMark x1="19255" y1="89426" x2="46273" y2="97583"/>
                        <a14:foregroundMark x1="45031" y1="93051" x2="77950" y2="92447"/>
                        <a14:foregroundMark x1="79814" y1="90332" x2="83230" y2="58006"/>
                        <a14:foregroundMark x1="83540" y1="57402" x2="94720" y2="47734"/>
                        <a14:foregroundMark x1="89130" y1="39577" x2="97516" y2="483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27" y="1614518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04B7BC4-C54F-77A5-2FF6-8EB949C235FA}"/>
              </a:ext>
            </a:extLst>
          </p:cNvPr>
          <p:cNvSpPr txBox="1"/>
          <p:nvPr/>
        </p:nvSpPr>
        <p:spPr>
          <a:xfrm>
            <a:off x="641707" y="8489764"/>
            <a:ext cx="80730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之前的版本信息比较少</a:t>
            </a:r>
            <a:endParaRPr lang="en-US" altLang="zh-CN" sz="4800" b="1" dirty="0">
              <a:solidFill>
                <a:srgbClr val="C00000"/>
              </a:solidFill>
              <a:latin typeface="方正卡通_GBK" panose="03000509000000000000" pitchFamily="65" charset="-122"/>
              <a:ea typeface="方正卡通_GBK" panose="03000509000000000000" pitchFamily="65" charset="-122"/>
            </a:endParaRPr>
          </a:p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这个版本引入更多信息</a:t>
            </a:r>
          </a:p>
        </p:txBody>
      </p:sp>
    </p:spTree>
    <p:extLst>
      <p:ext uri="{BB962C8B-B14F-4D97-AF65-F5344CB8AC3E}">
        <p14:creationId xmlns:p14="http://schemas.microsoft.com/office/powerpoint/2010/main" val="2523418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0A6DA669-5239-F3B0-D4B0-A192B1DD080A}"/>
              </a:ext>
            </a:extLst>
          </p:cNvPr>
          <p:cNvSpPr/>
          <p:nvPr/>
        </p:nvSpPr>
        <p:spPr>
          <a:xfrm flipV="1">
            <a:off x="6666544" y="632711"/>
            <a:ext cx="1903979" cy="3660614"/>
          </a:xfrm>
          <a:prstGeom prst="roundRect">
            <a:avLst>
              <a:gd name="adj" fmla="val 0"/>
            </a:avLst>
          </a:prstGeom>
          <a:noFill/>
          <a:ln w="28575">
            <a:solidFill>
              <a:schemeClr val="accent4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484853-D708-CD2A-CA29-9F3C76B4F421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25714" y1="4843" x2="33810" y2="24501"/>
                        <a14:foregroundMark x1="6190" y1="94587" x2="27143" y2="90883"/>
                        <a14:foregroundMark x1="25714" y1="91168" x2="42381" y2="95726"/>
                        <a14:foregroundMark x1="42381" y1="96011" x2="84762" y2="93162"/>
                        <a14:foregroundMark x1="84762" y1="93447" x2="90952" y2="95157"/>
                        <a14:foregroundMark x1="88571" y1="93732" x2="90000" y2="79487"/>
                        <a14:foregroundMark x1="90000" y1="79202" x2="84286" y2="51282"/>
                        <a14:foregroundMark x1="84286" y1="51282" x2="67143" y2="21652"/>
                        <a14:foregroundMark x1="68095" y1="21937" x2="72857" y2="3419"/>
                        <a14:foregroundMark x1="72857" y1="4843" x2="67619" y2="3419"/>
                        <a14:foregroundMark x1="67619" y1="3419" x2="64286" y2="19943"/>
                        <a14:foregroundMark x1="64286" y1="19943" x2="33333" y2="19373"/>
                        <a14:foregroundMark x1="33810" y1="19373" x2="29524" y2="3419"/>
                        <a14:foregroundMark x1="29524" y1="3419" x2="23810" y2="3989"/>
                        <a14:foregroundMark x1="23810" y1="4274" x2="29524" y2="21083"/>
                        <a14:foregroundMark x1="29048" y1="21083" x2="19524" y2="41026"/>
                        <a14:foregroundMark x1="19524" y1="41026" x2="12381" y2="56410"/>
                        <a14:foregroundMark x1="12381" y1="56410" x2="6667" y2="74644"/>
                        <a14:foregroundMark x1="2857" y1="96866" x2="12857" y2="96011"/>
                        <a14:foregroundMark x1="11429" y1="96011" x2="33810" y2="92593"/>
                        <a14:foregroundMark x1="34286" y1="92593" x2="61905" y2="96296"/>
                        <a14:foregroundMark x1="41429" y1="94872" x2="40476" y2="98291"/>
                        <a14:foregroundMark x1="6190" y1="88319" x2="10476" y2="95726"/>
                        <a14:foregroundMark x1="6190" y1="94017" x2="5238" y2="96011"/>
                        <a14:foregroundMark x1="6190" y1="95442" x2="14286" y2="94587"/>
                        <a14:foregroundMark x1="8571" y1="89174" x2="4762" y2="951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65588" y="5356261"/>
            <a:ext cx="432000" cy="648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C595405-A28A-FD71-8089-3648CD559AFC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0580" y="7817404"/>
            <a:ext cx="432000" cy="720000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0FF4D8A-C874-08F3-7728-DFFF4F349231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649" y="7817404"/>
            <a:ext cx="432000" cy="720000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AB9EAF39-1205-8DD9-AEE3-E16BAA939EFB}"/>
              </a:ext>
            </a:extLst>
          </p:cNvPr>
          <p:cNvGrpSpPr/>
          <p:nvPr/>
        </p:nvGrpSpPr>
        <p:grpSpPr>
          <a:xfrm>
            <a:off x="1896767" y="7438615"/>
            <a:ext cx="540000" cy="360000"/>
            <a:chOff x="7655447" y="6147079"/>
            <a:chExt cx="540000" cy="36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DB81759E-DE1F-E8FC-7AED-2F085978EBF4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210" r="17492" b="81684"/>
            <a:stretch/>
          </p:blipFill>
          <p:spPr>
            <a:xfrm>
              <a:off x="7655447" y="6147079"/>
              <a:ext cx="540000" cy="360000"/>
            </a:xfrm>
            <a:prstGeom prst="rect">
              <a:avLst/>
            </a:prstGeom>
          </p:spPr>
        </p:pic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A9AAEF91-BE89-123C-E35C-86C7C68D2651}"/>
                </a:ext>
              </a:extLst>
            </p:cNvPr>
            <p:cNvSpPr/>
            <p:nvPr/>
          </p:nvSpPr>
          <p:spPr>
            <a:xfrm>
              <a:off x="7807478" y="6192164"/>
              <a:ext cx="208416" cy="1709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5EA2AFB-E331-F629-FDC5-2B010F0FD3FE}"/>
              </a:ext>
            </a:extLst>
          </p:cNvPr>
          <p:cNvGrpSpPr/>
          <p:nvPr/>
        </p:nvGrpSpPr>
        <p:grpSpPr>
          <a:xfrm>
            <a:off x="4567508" y="7438615"/>
            <a:ext cx="540000" cy="360000"/>
            <a:chOff x="9348708" y="6166329"/>
            <a:chExt cx="540000" cy="36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0BB2B0F8-8903-363B-D1DC-173AE9D01B37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03" r="17399" b="81684"/>
            <a:stretch/>
          </p:blipFill>
          <p:spPr>
            <a:xfrm>
              <a:off x="9348708" y="6166329"/>
              <a:ext cx="540000" cy="360000"/>
            </a:xfrm>
            <a:prstGeom prst="rect">
              <a:avLst/>
            </a:prstGeom>
          </p:spPr>
        </p:pic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DC9208C-E3E0-1BFF-84C5-8953184810EA}"/>
                </a:ext>
              </a:extLst>
            </p:cNvPr>
            <p:cNvSpPr/>
            <p:nvPr/>
          </p:nvSpPr>
          <p:spPr>
            <a:xfrm>
              <a:off x="9490258" y="6196685"/>
              <a:ext cx="208416" cy="1709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988EDA24-D5EA-3E35-6929-57678E66B306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508" b="95611" l="2632" r="98355">
                        <a14:foregroundMark x1="35855" y1="2821" x2="36842" y2="2821"/>
                        <a14:foregroundMark x1="36184" y1="4702" x2="46382" y2="8777"/>
                        <a14:foregroundMark x1="66447" y1="3135" x2="71711" y2="7210"/>
                        <a14:foregroundMark x1="25987" y1="12539" x2="18750" y2="19122"/>
                        <a14:foregroundMark x1="23684" y1="19436" x2="13816" y2="33542"/>
                        <a14:foregroundMark x1="20066" y1="27586" x2="3289" y2="43260"/>
                        <a14:foregroundMark x1="13487" y1="38871" x2="17105" y2="25392"/>
                        <a14:foregroundMark x1="20724" y1="13166" x2="14474" y2="25392"/>
                        <a14:foregroundMark x1="21711" y1="12853" x2="10855" y2="29781"/>
                        <a14:foregroundMark x1="22697" y1="12853" x2="6579" y2="32915"/>
                        <a14:foregroundMark x1="23684" y1="11599" x2="14145" y2="17555"/>
                        <a14:foregroundMark x1="25000" y1="13166" x2="12829" y2="24765"/>
                        <a14:foregroundMark x1="12829" y1="29154" x2="4276" y2="41379"/>
                        <a14:foregroundMark x1="8882" y1="33856" x2="2632" y2="41693"/>
                        <a14:foregroundMark x1="88487" y1="23511" x2="99013" y2="45455"/>
                        <a14:foregroundMark x1="98026" y1="44514" x2="83553" y2="53918"/>
                        <a14:foregroundMark x1="83553" y1="53918" x2="80263" y2="49216"/>
                        <a14:foregroundMark x1="21382" y1="87774" x2="22039" y2="95611"/>
                        <a14:foregroundMark x1="23026" y1="94044" x2="81579" y2="956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13580" y="5414725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A7420DE1-F4D1-4017-C0BE-62B26E2988D9}"/>
              </a:ext>
            </a:extLst>
          </p:cNvPr>
          <p:cNvGrpSpPr/>
          <p:nvPr/>
        </p:nvGrpSpPr>
        <p:grpSpPr>
          <a:xfrm>
            <a:off x="708407" y="5558185"/>
            <a:ext cx="540000" cy="1080000"/>
            <a:chOff x="6578547" y="6152003"/>
            <a:chExt cx="540000" cy="108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D80BFAB4-3EC0-121F-E090-F382E52FAE6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8547" y="6152003"/>
              <a:ext cx="540000" cy="1080000"/>
            </a:xfrm>
            <a:prstGeom prst="rect">
              <a:avLst/>
            </a:prstGeom>
          </p:spPr>
        </p:pic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E2295F12-0DC5-0395-2EC8-F1FBB3D38979}"/>
                </a:ext>
              </a:extLst>
            </p:cNvPr>
            <p:cNvSpPr/>
            <p:nvPr/>
          </p:nvSpPr>
          <p:spPr>
            <a:xfrm>
              <a:off x="6820494" y="6173267"/>
              <a:ext cx="111171" cy="10259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2434643-AF39-093F-1BC5-6BCBC89250CE}"/>
              </a:ext>
            </a:extLst>
          </p:cNvPr>
          <p:cNvGrpSpPr/>
          <p:nvPr/>
        </p:nvGrpSpPr>
        <p:grpSpPr>
          <a:xfrm>
            <a:off x="5765558" y="5558185"/>
            <a:ext cx="540000" cy="1080000"/>
            <a:chOff x="10456554" y="6166329"/>
            <a:chExt cx="540000" cy="108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68F47ABE-E01D-C237-AF98-034B3704732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56554" y="6166329"/>
              <a:ext cx="540000" cy="1080000"/>
            </a:xfrm>
            <a:prstGeom prst="rect">
              <a:avLst/>
            </a:prstGeom>
          </p:spPr>
        </p:pic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B47C0AC7-B8FA-CFDE-FBB2-1FFE8E5EB389}"/>
                </a:ext>
              </a:extLst>
            </p:cNvPr>
            <p:cNvSpPr/>
            <p:nvPr/>
          </p:nvSpPr>
          <p:spPr>
            <a:xfrm>
              <a:off x="10708208" y="6187376"/>
              <a:ext cx="111171" cy="10259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FA5AEA1-CB74-00BE-75BC-758654657258}"/>
              </a:ext>
            </a:extLst>
          </p:cNvPr>
          <p:cNvCxnSpPr>
            <a:cxnSpLocks/>
          </p:cNvCxnSpPr>
          <p:nvPr/>
        </p:nvCxnSpPr>
        <p:spPr>
          <a:xfrm>
            <a:off x="604419" y="4842786"/>
            <a:ext cx="7894269" cy="0"/>
          </a:xfrm>
          <a:prstGeom prst="line">
            <a:avLst/>
          </a:prstGeom>
          <a:ln w="254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0170B11C-D4BC-4EC3-EDF2-4D6E65EF7E03}"/>
              </a:ext>
            </a:extLst>
          </p:cNvPr>
          <p:cNvSpPr txBox="1"/>
          <p:nvPr/>
        </p:nvSpPr>
        <p:spPr>
          <a:xfrm>
            <a:off x="3759215" y="4331328"/>
            <a:ext cx="167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 Training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EF2A275-AE7A-BDFD-601E-374B3FE2B85D}"/>
              </a:ext>
            </a:extLst>
          </p:cNvPr>
          <p:cNvSpPr txBox="1"/>
          <p:nvPr/>
        </p:nvSpPr>
        <p:spPr>
          <a:xfrm>
            <a:off x="2492200" y="8770367"/>
            <a:ext cx="5073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 Testing with unseen IDs and clothing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BF9EEDE-0B96-BF29-8339-2FB61937E01B}"/>
              </a:ext>
            </a:extLst>
          </p:cNvPr>
          <p:cNvGrpSpPr/>
          <p:nvPr/>
        </p:nvGrpSpPr>
        <p:grpSpPr>
          <a:xfrm>
            <a:off x="6952770" y="1740968"/>
            <a:ext cx="1531102" cy="1003588"/>
            <a:chOff x="6814322" y="2025491"/>
            <a:chExt cx="2225054" cy="1458451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D6FB982B-F9A4-01DC-84BE-2A0A608A0A6A}"/>
                </a:ext>
              </a:extLst>
            </p:cNvPr>
            <p:cNvSpPr/>
            <p:nvPr/>
          </p:nvSpPr>
          <p:spPr>
            <a:xfrm>
              <a:off x="8728226" y="2582513"/>
              <a:ext cx="311150" cy="629662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84E34A91-EB4D-D467-200A-4F59AB2B02E9}"/>
                </a:ext>
              </a:extLst>
            </p:cNvPr>
            <p:cNvSpPr/>
            <p:nvPr/>
          </p:nvSpPr>
          <p:spPr>
            <a:xfrm>
              <a:off x="6814322" y="2622813"/>
              <a:ext cx="311150" cy="629662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51CC0EEC-A5AE-BC9C-7693-368C9DA170C2}"/>
                </a:ext>
              </a:extLst>
            </p:cNvPr>
            <p:cNvSpPr/>
            <p:nvPr/>
          </p:nvSpPr>
          <p:spPr>
            <a:xfrm>
              <a:off x="6969897" y="2025491"/>
              <a:ext cx="1915601" cy="1458451"/>
            </a:xfrm>
            <a:custGeom>
              <a:avLst/>
              <a:gdLst>
                <a:gd name="connsiteX0" fmla="*/ 643491 w 1915600"/>
                <a:gd name="connsiteY0" fmla="*/ 0 h 1413174"/>
                <a:gd name="connsiteX1" fmla="*/ 1316852 w 1915600"/>
                <a:gd name="connsiteY1" fmla="*/ 0 h 1413174"/>
                <a:gd name="connsiteX2" fmla="*/ 1316852 w 1915600"/>
                <a:gd name="connsiteY2" fmla="*/ 178409 h 1413174"/>
                <a:gd name="connsiteX3" fmla="*/ 1078490 w 1915600"/>
                <a:gd name="connsiteY3" fmla="*/ 178409 h 1413174"/>
                <a:gd name="connsiteX4" fmla="*/ 1078490 w 1915600"/>
                <a:gd name="connsiteY4" fmla="*/ 394595 h 1413174"/>
                <a:gd name="connsiteX5" fmla="*/ 1745833 w 1915600"/>
                <a:gd name="connsiteY5" fmla="*/ 394595 h 1413174"/>
                <a:gd name="connsiteX6" fmla="*/ 1915600 w 1915600"/>
                <a:gd name="connsiteY6" fmla="*/ 564362 h 1413174"/>
                <a:gd name="connsiteX7" fmla="*/ 1915600 w 1915600"/>
                <a:gd name="connsiteY7" fmla="*/ 1243407 h 1413174"/>
                <a:gd name="connsiteX8" fmla="*/ 1745833 w 1915600"/>
                <a:gd name="connsiteY8" fmla="*/ 1413174 h 1413174"/>
                <a:gd name="connsiteX9" fmla="*/ 169767 w 1915600"/>
                <a:gd name="connsiteY9" fmla="*/ 1413174 h 1413174"/>
                <a:gd name="connsiteX10" fmla="*/ 0 w 1915600"/>
                <a:gd name="connsiteY10" fmla="*/ 1243407 h 1413174"/>
                <a:gd name="connsiteX11" fmla="*/ 0 w 1915600"/>
                <a:gd name="connsiteY11" fmla="*/ 564362 h 1413174"/>
                <a:gd name="connsiteX12" fmla="*/ 169767 w 1915600"/>
                <a:gd name="connsiteY12" fmla="*/ 394595 h 1413174"/>
                <a:gd name="connsiteX13" fmla="*/ 917270 w 1915600"/>
                <a:gd name="connsiteY13" fmla="*/ 394595 h 1413174"/>
                <a:gd name="connsiteX14" fmla="*/ 917270 w 1915600"/>
                <a:gd name="connsiteY14" fmla="*/ 178409 h 1413174"/>
                <a:gd name="connsiteX15" fmla="*/ 643491 w 1915600"/>
                <a:gd name="connsiteY15" fmla="*/ 178409 h 1413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15600" h="1413174">
                  <a:moveTo>
                    <a:pt x="643491" y="0"/>
                  </a:moveTo>
                  <a:lnTo>
                    <a:pt x="1316852" y="0"/>
                  </a:lnTo>
                  <a:lnTo>
                    <a:pt x="1316852" y="178409"/>
                  </a:lnTo>
                  <a:lnTo>
                    <a:pt x="1078490" y="178409"/>
                  </a:lnTo>
                  <a:lnTo>
                    <a:pt x="1078490" y="394595"/>
                  </a:lnTo>
                  <a:lnTo>
                    <a:pt x="1745833" y="394595"/>
                  </a:lnTo>
                  <a:cubicBezTo>
                    <a:pt x="1839593" y="394595"/>
                    <a:pt x="1915600" y="470602"/>
                    <a:pt x="1915600" y="564362"/>
                  </a:cubicBezTo>
                  <a:lnTo>
                    <a:pt x="1915600" y="1243407"/>
                  </a:lnTo>
                  <a:cubicBezTo>
                    <a:pt x="1915600" y="1337167"/>
                    <a:pt x="1839593" y="1413174"/>
                    <a:pt x="1745833" y="1413174"/>
                  </a:cubicBezTo>
                  <a:lnTo>
                    <a:pt x="169767" y="1413174"/>
                  </a:lnTo>
                  <a:cubicBezTo>
                    <a:pt x="76007" y="1413174"/>
                    <a:pt x="0" y="1337167"/>
                    <a:pt x="0" y="1243407"/>
                  </a:cubicBezTo>
                  <a:lnTo>
                    <a:pt x="0" y="564362"/>
                  </a:lnTo>
                  <a:cubicBezTo>
                    <a:pt x="0" y="470602"/>
                    <a:pt x="76007" y="394595"/>
                    <a:pt x="169767" y="394595"/>
                  </a:cubicBezTo>
                  <a:lnTo>
                    <a:pt x="917270" y="394595"/>
                  </a:lnTo>
                  <a:lnTo>
                    <a:pt x="917270" y="178409"/>
                  </a:lnTo>
                  <a:lnTo>
                    <a:pt x="643491" y="178409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88900" h="8890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706" dirty="0"/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DFDF74FA-E111-6FD2-FEFC-F6077D726B7A}"/>
                </a:ext>
              </a:extLst>
            </p:cNvPr>
            <p:cNvSpPr/>
            <p:nvPr/>
          </p:nvSpPr>
          <p:spPr>
            <a:xfrm>
              <a:off x="7053254" y="2520177"/>
              <a:ext cx="1741650" cy="87835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1AA47786-8A4F-D5F2-96D0-F1230AF408D0}"/>
                </a:ext>
              </a:extLst>
            </p:cNvPr>
            <p:cNvSpPr/>
            <p:nvPr/>
          </p:nvSpPr>
          <p:spPr>
            <a:xfrm>
              <a:off x="7174596" y="2560755"/>
              <a:ext cx="519811" cy="519811"/>
            </a:xfrm>
            <a:prstGeom prst="ellipse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BC5E68F9-7D58-D426-720F-5964514B17F8}"/>
                </a:ext>
              </a:extLst>
            </p:cNvPr>
            <p:cNvSpPr/>
            <p:nvPr/>
          </p:nvSpPr>
          <p:spPr>
            <a:xfrm>
              <a:off x="8182113" y="2560755"/>
              <a:ext cx="519811" cy="519811"/>
            </a:xfrm>
            <a:prstGeom prst="ellipse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115666F1-ED45-4D50-C011-B0754F1F5308}"/>
                </a:ext>
              </a:extLst>
            </p:cNvPr>
            <p:cNvSpPr/>
            <p:nvPr/>
          </p:nvSpPr>
          <p:spPr>
            <a:xfrm>
              <a:off x="7694407" y="3212175"/>
              <a:ext cx="546742" cy="111390"/>
            </a:xfrm>
            <a:prstGeom prst="roundRect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D9CF07FF-978A-796F-C2C8-55596630E1E3}"/>
                </a:ext>
              </a:extLst>
            </p:cNvPr>
            <p:cNvSpPr/>
            <p:nvPr/>
          </p:nvSpPr>
          <p:spPr>
            <a:xfrm>
              <a:off x="7438820" y="2706012"/>
              <a:ext cx="253324" cy="253323"/>
            </a:xfrm>
            <a:prstGeom prst="ellipse">
              <a:avLst/>
            </a:prstGeom>
            <a:solidFill>
              <a:schemeClr val="tx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A2943BE3-ADF8-EA0F-6787-03C8A8538958}"/>
                </a:ext>
              </a:extLst>
            </p:cNvPr>
            <p:cNvSpPr/>
            <p:nvPr/>
          </p:nvSpPr>
          <p:spPr>
            <a:xfrm>
              <a:off x="8197036" y="2703169"/>
              <a:ext cx="253324" cy="253323"/>
            </a:xfrm>
            <a:prstGeom prst="ellipse">
              <a:avLst/>
            </a:prstGeom>
            <a:solidFill>
              <a:schemeClr val="tx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66570269-0A07-7870-D7AF-3B2AFB4C622B}"/>
              </a:ext>
            </a:extLst>
          </p:cNvPr>
          <p:cNvGrpSpPr/>
          <p:nvPr/>
        </p:nvGrpSpPr>
        <p:grpSpPr>
          <a:xfrm>
            <a:off x="554561" y="300588"/>
            <a:ext cx="3162917" cy="4036364"/>
            <a:chOff x="567007" y="1779031"/>
            <a:chExt cx="3162917" cy="4036364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74657DDB-7274-109D-AB8D-E47885E79B70}"/>
                </a:ext>
              </a:extLst>
            </p:cNvPr>
            <p:cNvGrpSpPr/>
            <p:nvPr/>
          </p:nvGrpSpPr>
          <p:grpSpPr>
            <a:xfrm>
              <a:off x="567007" y="1779031"/>
              <a:ext cx="3162917" cy="4036364"/>
              <a:chOff x="654863" y="1552172"/>
              <a:chExt cx="3162917" cy="4036364"/>
            </a:xfrm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21884E08-E051-B8DE-6C51-9E2311196C6D}"/>
                  </a:ext>
                </a:extLst>
              </p:cNvPr>
              <p:cNvGrpSpPr/>
              <p:nvPr/>
            </p:nvGrpSpPr>
            <p:grpSpPr>
              <a:xfrm>
                <a:off x="654863" y="1552172"/>
                <a:ext cx="3162917" cy="4036364"/>
                <a:chOff x="403671" y="1205926"/>
                <a:chExt cx="3162917" cy="4036364"/>
              </a:xfrm>
            </p:grpSpPr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47E78188-3B30-CDA7-A325-734A745B009C}"/>
                    </a:ext>
                  </a:extLst>
                </p:cNvPr>
                <p:cNvSpPr/>
                <p:nvPr/>
              </p:nvSpPr>
              <p:spPr>
                <a:xfrm>
                  <a:off x="464117" y="1943422"/>
                  <a:ext cx="579412" cy="3265073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06"/>
                </a:p>
              </p:txBody>
            </p:sp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4AA0F71E-E571-E285-5315-27C2BEA5122F}"/>
                    </a:ext>
                  </a:extLst>
                </p:cNvPr>
                <p:cNvSpPr/>
                <p:nvPr/>
              </p:nvSpPr>
              <p:spPr>
                <a:xfrm>
                  <a:off x="1055276" y="1563094"/>
                  <a:ext cx="2282977" cy="367496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06"/>
                </a:p>
              </p:txBody>
            </p:sp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0AAF3DCD-5480-32A3-6B3E-792498C62FB9}"/>
                    </a:ext>
                  </a:extLst>
                </p:cNvPr>
                <p:cNvSpPr/>
                <p:nvPr/>
              </p:nvSpPr>
              <p:spPr>
                <a:xfrm>
                  <a:off x="2301172" y="4290123"/>
                  <a:ext cx="619341" cy="58035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06"/>
                </a:p>
              </p:txBody>
            </p:sp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A2FE3649-A32D-A976-208C-F9938934D69F}"/>
                    </a:ext>
                  </a:extLst>
                </p:cNvPr>
                <p:cNvSpPr/>
                <p:nvPr/>
              </p:nvSpPr>
              <p:spPr>
                <a:xfrm>
                  <a:off x="1678872" y="3702973"/>
                  <a:ext cx="619340" cy="58035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06"/>
                </a:p>
              </p:txBody>
            </p:sp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DF3A1236-E475-94E4-5F30-F7329032E54E}"/>
                    </a:ext>
                  </a:extLst>
                </p:cNvPr>
                <p:cNvSpPr/>
                <p:nvPr/>
              </p:nvSpPr>
              <p:spPr>
                <a:xfrm>
                  <a:off x="1682315" y="3119666"/>
                  <a:ext cx="617405" cy="58035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06"/>
                </a:p>
              </p:txBody>
            </p:sp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F48971EB-DAAD-9042-872B-914B5D27845B}"/>
                    </a:ext>
                  </a:extLst>
                </p:cNvPr>
                <p:cNvSpPr/>
                <p:nvPr/>
              </p:nvSpPr>
              <p:spPr>
                <a:xfrm>
                  <a:off x="1052717" y="2526047"/>
                  <a:ext cx="608785" cy="58035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06"/>
                </a:p>
              </p:txBody>
            </p:sp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0DDF9FDC-78F9-B557-3738-2B5A31C088E6}"/>
                    </a:ext>
                  </a:extLst>
                </p:cNvPr>
                <p:cNvSpPr/>
                <p:nvPr/>
              </p:nvSpPr>
              <p:spPr>
                <a:xfrm>
                  <a:off x="1054073" y="1942740"/>
                  <a:ext cx="617405" cy="58035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06"/>
                </a:p>
              </p:txBody>
            </p:sp>
            <p:pic>
              <p:nvPicPr>
                <p:cNvPr id="46" name="图片 45">
                  <a:extLst>
                    <a:ext uri="{FF2B5EF4-FFF2-40B4-BE49-F238E27FC236}">
                      <a16:creationId xmlns:a16="http://schemas.microsoft.com/office/drawing/2014/main" id="{646B18DC-C120-62F9-58B2-B6FC608B9875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 rotWithShape="1">
                <a:blip r:embed="rId10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4978" t="16425" r="25062" b="35359"/>
                <a:stretch/>
              </p:blipFill>
              <p:spPr>
                <a:xfrm>
                  <a:off x="474002" y="3146528"/>
                  <a:ext cx="540000" cy="54000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BB07E76B-5C99-FB1E-0880-A5BCBE887F22}"/>
                    </a:ext>
                  </a:extLst>
                </p:cNvPr>
                <p:cNvSpPr txBox="1"/>
                <p:nvPr/>
              </p:nvSpPr>
              <p:spPr>
                <a:xfrm>
                  <a:off x="1092002" y="1575502"/>
                  <a:ext cx="63667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ID 1</a:t>
                  </a:r>
                  <a:endParaRPr lang="zh-CN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5806FDE8-B2FB-6111-4F87-3F24CC406B60}"/>
                    </a:ext>
                  </a:extLst>
                </p:cNvPr>
                <p:cNvSpPr txBox="1"/>
                <p:nvPr/>
              </p:nvSpPr>
              <p:spPr>
                <a:xfrm>
                  <a:off x="1728680" y="1572334"/>
                  <a:ext cx="63667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ID 2</a:t>
                  </a:r>
                  <a:endParaRPr lang="zh-CN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A020364F-A441-FC94-34AE-5EB2B65C242A}"/>
                    </a:ext>
                  </a:extLst>
                </p:cNvPr>
                <p:cNvSpPr txBox="1"/>
                <p:nvPr/>
              </p:nvSpPr>
              <p:spPr>
                <a:xfrm>
                  <a:off x="2365358" y="1579820"/>
                  <a:ext cx="63667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ID 3</a:t>
                  </a:r>
                  <a:endParaRPr lang="zh-CN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7B7B876A-E586-A0EB-50F9-72CB1F7370F4}"/>
                    </a:ext>
                  </a:extLst>
                </p:cNvPr>
                <p:cNvSpPr txBox="1"/>
                <p:nvPr/>
              </p:nvSpPr>
              <p:spPr>
                <a:xfrm>
                  <a:off x="471563" y="1205926"/>
                  <a:ext cx="285121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600" b="1" dirty="0">
                      <a:highlight>
                        <a:srgbClr val="FFFFFF"/>
                      </a:highlight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Clothes Ownership</a:t>
                  </a:r>
                  <a:endParaRPr lang="zh-CN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51" name="图片 50">
                  <a:extLst>
                    <a:ext uri="{FF2B5EF4-FFF2-40B4-BE49-F238E27FC236}">
                      <a16:creationId xmlns:a16="http://schemas.microsoft.com/office/drawing/2014/main" id="{C91F987F-4BA9-7195-19A1-B6ECA7C6D083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1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backgroundRemoval t="1220" b="96037" l="2961" r="96382">
                              <a14:foregroundMark x1="29605" y1="13720" x2="36184" y2="3963"/>
                              <a14:foregroundMark x1="61513" y1="13110" x2="60197" y2="1524"/>
                              <a14:foregroundMark x1="17434" y1="20122" x2="2961" y2="36280"/>
                              <a14:foregroundMark x1="33553" y1="58232" x2="30592" y2="96037"/>
                              <a14:foregroundMark x1="84868" y1="27439" x2="96382" y2="36280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5431" y="2560463"/>
                  <a:ext cx="540000" cy="54000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cxnSp>
              <p:nvCxnSpPr>
                <p:cNvPr id="52" name="直接连接符 51">
                  <a:extLst>
                    <a:ext uri="{FF2B5EF4-FFF2-40B4-BE49-F238E27FC236}">
                      <a16:creationId xmlns:a16="http://schemas.microsoft.com/office/drawing/2014/main" id="{6F7D46FE-8901-98D5-F654-072BBF90C5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6379" y="1941523"/>
                  <a:ext cx="2881875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 52">
                  <a:extLst>
                    <a:ext uri="{FF2B5EF4-FFF2-40B4-BE49-F238E27FC236}">
                      <a16:creationId xmlns:a16="http://schemas.microsoft.com/office/drawing/2014/main" id="{E74E14EB-8ACA-E013-7B25-DFA0127567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3507" y="2528673"/>
                  <a:ext cx="203682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 53">
                  <a:extLst>
                    <a:ext uri="{FF2B5EF4-FFF2-40B4-BE49-F238E27FC236}">
                      <a16:creationId xmlns:a16="http://schemas.microsoft.com/office/drawing/2014/main" id="{CA4C4045-C126-DDC2-9035-FBD16A51C5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3528" y="3115823"/>
                  <a:ext cx="2046805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 54">
                  <a:extLst>
                    <a:ext uri="{FF2B5EF4-FFF2-40B4-BE49-F238E27FC236}">
                      <a16:creationId xmlns:a16="http://schemas.microsoft.com/office/drawing/2014/main" id="{2406287E-8B8E-740F-7FDD-4DA0B5357E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3528" y="3702973"/>
                  <a:ext cx="2046805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>
                  <a:extLst>
                    <a:ext uri="{FF2B5EF4-FFF2-40B4-BE49-F238E27FC236}">
                      <a16:creationId xmlns:a16="http://schemas.microsoft.com/office/drawing/2014/main" id="{634A207A-31DD-DE9D-A480-7CD8EF687B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3507" y="4290123"/>
                  <a:ext cx="203682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>
                  <a:extLst>
                    <a:ext uri="{FF2B5EF4-FFF2-40B4-BE49-F238E27FC236}">
                      <a16:creationId xmlns:a16="http://schemas.microsoft.com/office/drawing/2014/main" id="{7D1BED33-35E6-2790-6F67-8C15447591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3528" y="1557491"/>
                  <a:ext cx="0" cy="365674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 57">
                  <a:extLst>
                    <a:ext uri="{FF2B5EF4-FFF2-40B4-BE49-F238E27FC236}">
                      <a16:creationId xmlns:a16="http://schemas.microsoft.com/office/drawing/2014/main" id="{1FF70BEA-F9C8-3F23-46DA-85C486BE4A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71770" y="1941523"/>
                  <a:ext cx="0" cy="3099604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 58">
                  <a:extLst>
                    <a:ext uri="{FF2B5EF4-FFF2-40B4-BE49-F238E27FC236}">
                      <a16:creationId xmlns:a16="http://schemas.microsoft.com/office/drawing/2014/main" id="{045573F4-9378-F370-BB4D-9633902951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99722" y="1937249"/>
                  <a:ext cx="0" cy="310387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" name="矩形 59">
                  <a:extLst>
                    <a:ext uri="{FF2B5EF4-FFF2-40B4-BE49-F238E27FC236}">
                      <a16:creationId xmlns:a16="http://schemas.microsoft.com/office/drawing/2014/main" id="{CA3C5714-E792-148B-E2C5-FEB31EECEFE6}"/>
                    </a:ext>
                  </a:extLst>
                </p:cNvPr>
                <p:cNvSpPr/>
                <p:nvPr/>
              </p:nvSpPr>
              <p:spPr>
                <a:xfrm>
                  <a:off x="456089" y="1547880"/>
                  <a:ext cx="2882165" cy="3660615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61" name="直接连接符 60">
                  <a:extLst>
                    <a:ext uri="{FF2B5EF4-FFF2-40B4-BE49-F238E27FC236}">
                      <a16:creationId xmlns:a16="http://schemas.microsoft.com/office/drawing/2014/main" id="{7A95197A-7B80-188E-390E-E1EA042AB5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3528" y="4865452"/>
                  <a:ext cx="2046805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接连接符 61">
                  <a:extLst>
                    <a:ext uri="{FF2B5EF4-FFF2-40B4-BE49-F238E27FC236}">
                      <a16:creationId xmlns:a16="http://schemas.microsoft.com/office/drawing/2014/main" id="{546D624A-4F2B-18C9-4329-767EC0BDC3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27673" y="1937249"/>
                  <a:ext cx="0" cy="310387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" name="object 237">
                  <a:extLst>
                    <a:ext uri="{FF2B5EF4-FFF2-40B4-BE49-F238E27FC236}">
                      <a16:creationId xmlns:a16="http://schemas.microsoft.com/office/drawing/2014/main" id="{EA565A11-6AD0-5D27-3113-E94507455C7A}"/>
                    </a:ext>
                  </a:extLst>
                </p:cNvPr>
                <p:cNvSpPr txBox="1"/>
                <p:nvPr/>
              </p:nvSpPr>
              <p:spPr>
                <a:xfrm>
                  <a:off x="2920891" y="1406563"/>
                  <a:ext cx="571499" cy="446682"/>
                </a:xfrm>
                <a:prstGeom prst="rect">
                  <a:avLst/>
                </a:prstGeom>
              </p:spPr>
              <p:txBody>
                <a:bodyPr vert="horz" wrap="square" lIns="0" tIns="15642" rIns="0" bIns="0" rtlCol="0">
                  <a:spAutoFit/>
                </a:bodyPr>
                <a:lstStyle/>
                <a:p>
                  <a:pPr marL="12033">
                    <a:spcBef>
                      <a:spcPts val="123"/>
                    </a:spcBef>
                  </a:pPr>
                  <a:r>
                    <a:rPr sz="2800" b="1" i="1" spc="28" dirty="0">
                      <a:latin typeface="Times New Roman"/>
                      <a:cs typeface="Times New Roman"/>
                    </a:rPr>
                    <a:t>…</a:t>
                  </a:r>
                  <a:endParaRPr dirty="0">
                    <a:latin typeface="Times New Roman"/>
                    <a:cs typeface="Times New Roman"/>
                  </a:endParaRPr>
                </a:p>
              </p:txBody>
            </p:sp>
            <p:sp>
              <p:nvSpPr>
                <p:cNvPr id="64" name="object 237">
                  <a:extLst>
                    <a:ext uri="{FF2B5EF4-FFF2-40B4-BE49-F238E27FC236}">
                      <a16:creationId xmlns:a16="http://schemas.microsoft.com/office/drawing/2014/main" id="{6EAF69C8-864A-F193-1FAE-A25A0202B411}"/>
                    </a:ext>
                  </a:extLst>
                </p:cNvPr>
                <p:cNvSpPr txBox="1"/>
                <p:nvPr/>
              </p:nvSpPr>
              <p:spPr>
                <a:xfrm rot="16200000">
                  <a:off x="341262" y="4699404"/>
                  <a:ext cx="571499" cy="446682"/>
                </a:xfrm>
                <a:prstGeom prst="rect">
                  <a:avLst/>
                </a:prstGeom>
              </p:spPr>
              <p:txBody>
                <a:bodyPr vert="horz" wrap="square" lIns="0" tIns="15642" rIns="0" bIns="0" rtlCol="0">
                  <a:spAutoFit/>
                </a:bodyPr>
                <a:lstStyle/>
                <a:p>
                  <a:pPr marL="12033">
                    <a:spcBef>
                      <a:spcPts val="123"/>
                    </a:spcBef>
                  </a:pPr>
                  <a:r>
                    <a:rPr sz="2800" b="1" i="1" spc="28" dirty="0">
                      <a:latin typeface="Times New Roman"/>
                      <a:cs typeface="Times New Roman"/>
                    </a:rPr>
                    <a:t>…</a:t>
                  </a:r>
                  <a:endParaRPr dirty="0">
                    <a:latin typeface="Times New Roman"/>
                    <a:cs typeface="Times New Roman"/>
                  </a:endParaRPr>
                </a:p>
              </p:txBody>
            </p:sp>
            <p:sp>
              <p:nvSpPr>
                <p:cNvPr id="65" name="object 237">
                  <a:extLst>
                    <a:ext uri="{FF2B5EF4-FFF2-40B4-BE49-F238E27FC236}">
                      <a16:creationId xmlns:a16="http://schemas.microsoft.com/office/drawing/2014/main" id="{338CF221-1D16-B70F-0E3D-620986FB8900}"/>
                    </a:ext>
                  </a:extLst>
                </p:cNvPr>
                <p:cNvSpPr txBox="1"/>
                <p:nvPr/>
              </p:nvSpPr>
              <p:spPr>
                <a:xfrm rot="2178510">
                  <a:off x="2995089" y="4795608"/>
                  <a:ext cx="571499" cy="446682"/>
                </a:xfrm>
                <a:prstGeom prst="rect">
                  <a:avLst/>
                </a:prstGeom>
              </p:spPr>
              <p:txBody>
                <a:bodyPr vert="horz" wrap="square" lIns="0" tIns="15642" rIns="0" bIns="0" rtlCol="0">
                  <a:spAutoFit/>
                </a:bodyPr>
                <a:lstStyle/>
                <a:p>
                  <a:pPr marL="12033">
                    <a:spcBef>
                      <a:spcPts val="123"/>
                    </a:spcBef>
                  </a:pPr>
                  <a:r>
                    <a:rPr sz="2800" b="1" i="1" spc="28" dirty="0">
                      <a:latin typeface="Times New Roman"/>
                      <a:cs typeface="Times New Roman"/>
                    </a:rPr>
                    <a:t>…</a:t>
                  </a:r>
                  <a:endParaRPr dirty="0">
                    <a:latin typeface="Times New Roman"/>
                    <a:cs typeface="Times New Roman"/>
                  </a:endParaRPr>
                </a:p>
              </p:txBody>
            </p:sp>
            <p:pic>
              <p:nvPicPr>
                <p:cNvPr id="66" name="图片 65">
                  <a:extLst>
                    <a:ext uri="{FF2B5EF4-FFF2-40B4-BE49-F238E27FC236}">
                      <a16:creationId xmlns:a16="http://schemas.microsoft.com/office/drawing/2014/main" id="{CA8C516F-2480-CA1A-A0D2-787DC30EB2BB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 rotWithShape="1">
                <a:blip r:embed="rId1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5238" t="12270" r="25308" b="30944"/>
                <a:stretch/>
              </p:blipFill>
              <p:spPr>
                <a:xfrm>
                  <a:off x="470763" y="4305959"/>
                  <a:ext cx="540000" cy="54000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41D6BA76-6671-D5CF-FEEC-71D2CC45C76F}"/>
                    </a:ext>
                  </a:extLst>
                </p:cNvPr>
                <p:cNvSpPr txBox="1"/>
                <p:nvPr/>
              </p:nvSpPr>
              <p:spPr>
                <a:xfrm>
                  <a:off x="1118993" y="2014011"/>
                  <a:ext cx="40849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800" dirty="0"/>
                    <a:t>✔</a:t>
                  </a:r>
                  <a:endParaRPr lang="zh-CN" altLang="en-US" sz="2800" dirty="0"/>
                </a:p>
              </p:txBody>
            </p:sp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19A5D537-515D-1095-BFC4-55B7B8BF6FEC}"/>
                    </a:ext>
                  </a:extLst>
                </p:cNvPr>
                <p:cNvSpPr txBox="1"/>
                <p:nvPr/>
              </p:nvSpPr>
              <p:spPr>
                <a:xfrm>
                  <a:off x="1113202" y="2604012"/>
                  <a:ext cx="40849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800" dirty="0"/>
                    <a:t>✔</a:t>
                  </a:r>
                  <a:endParaRPr lang="zh-CN" altLang="en-US" sz="2800" dirty="0"/>
                </a:p>
              </p:txBody>
            </p:sp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CD0B481F-1AB2-962C-9A13-C3F53AD2C0A7}"/>
                    </a:ext>
                  </a:extLst>
                </p:cNvPr>
                <p:cNvSpPr txBox="1"/>
                <p:nvPr/>
              </p:nvSpPr>
              <p:spPr>
                <a:xfrm>
                  <a:off x="1761043" y="3156623"/>
                  <a:ext cx="40849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800" dirty="0"/>
                    <a:t>✔</a:t>
                  </a:r>
                  <a:endParaRPr lang="zh-CN" altLang="en-US" sz="2800" dirty="0"/>
                </a:p>
              </p:txBody>
            </p:sp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31487901-0B56-EEC7-C92C-72BA50D9A72D}"/>
                    </a:ext>
                  </a:extLst>
                </p:cNvPr>
                <p:cNvSpPr txBox="1"/>
                <p:nvPr/>
              </p:nvSpPr>
              <p:spPr>
                <a:xfrm>
                  <a:off x="1755252" y="3746624"/>
                  <a:ext cx="40849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800" dirty="0"/>
                    <a:t>✔</a:t>
                  </a:r>
                  <a:endParaRPr lang="zh-CN" altLang="en-US" sz="2800" dirty="0"/>
                </a:p>
              </p:txBody>
            </p:sp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D6E22BEB-B938-158C-B147-05ACA5FA5616}"/>
                    </a:ext>
                  </a:extLst>
                </p:cNvPr>
                <p:cNvSpPr txBox="1"/>
                <p:nvPr/>
              </p:nvSpPr>
              <p:spPr>
                <a:xfrm>
                  <a:off x="2385732" y="4351519"/>
                  <a:ext cx="40849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800" dirty="0"/>
                    <a:t>✔</a:t>
                  </a:r>
                  <a:endParaRPr lang="zh-CN" altLang="en-US" sz="2800" dirty="0"/>
                </a:p>
              </p:txBody>
            </p:sp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777DFEC2-B2C5-2F12-B783-5AB117DEF5FC}"/>
                    </a:ext>
                  </a:extLst>
                </p:cNvPr>
                <p:cNvSpPr txBox="1"/>
                <p:nvPr/>
              </p:nvSpPr>
              <p:spPr>
                <a:xfrm>
                  <a:off x="1772745" y="1991328"/>
                  <a:ext cx="40849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800" b="1" dirty="0"/>
                    <a:t>×</a:t>
                  </a:r>
                  <a:endParaRPr lang="zh-CN" altLang="en-US" sz="2800" b="1" dirty="0"/>
                </a:p>
              </p:txBody>
            </p:sp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FFABA1D8-4D16-C240-03BC-2CCE309DA5CB}"/>
                    </a:ext>
                  </a:extLst>
                </p:cNvPr>
                <p:cNvSpPr txBox="1"/>
                <p:nvPr/>
              </p:nvSpPr>
              <p:spPr>
                <a:xfrm>
                  <a:off x="2396255" y="1991800"/>
                  <a:ext cx="40849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800" b="1" dirty="0"/>
                    <a:t>×</a:t>
                  </a:r>
                  <a:endParaRPr lang="zh-CN" altLang="en-US" sz="2800" b="1" dirty="0"/>
                </a:p>
              </p:txBody>
            </p:sp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AB9194DD-1647-EB3B-3E01-7EC3F200E827}"/>
                    </a:ext>
                  </a:extLst>
                </p:cNvPr>
                <p:cNvSpPr txBox="1"/>
                <p:nvPr/>
              </p:nvSpPr>
              <p:spPr>
                <a:xfrm>
                  <a:off x="1782668" y="2580158"/>
                  <a:ext cx="40849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800" b="1" dirty="0"/>
                    <a:t>×</a:t>
                  </a:r>
                  <a:endParaRPr lang="zh-CN" altLang="en-US" sz="2800" b="1" dirty="0"/>
                </a:p>
              </p:txBody>
            </p:sp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17E8D6FE-ED5C-2AFF-A764-D37E54432265}"/>
                    </a:ext>
                  </a:extLst>
                </p:cNvPr>
                <p:cNvSpPr txBox="1"/>
                <p:nvPr/>
              </p:nvSpPr>
              <p:spPr>
                <a:xfrm>
                  <a:off x="2406178" y="2580630"/>
                  <a:ext cx="40849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800" b="1" dirty="0"/>
                    <a:t>×</a:t>
                  </a:r>
                  <a:endParaRPr lang="zh-CN" altLang="en-US" sz="2800" b="1" dirty="0"/>
                </a:p>
              </p:txBody>
            </p:sp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514BDCFD-11EC-E8F4-A754-4322A0FB436D}"/>
                    </a:ext>
                  </a:extLst>
                </p:cNvPr>
                <p:cNvSpPr txBox="1"/>
                <p:nvPr/>
              </p:nvSpPr>
              <p:spPr>
                <a:xfrm>
                  <a:off x="1135073" y="4331137"/>
                  <a:ext cx="40849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800" b="1" dirty="0"/>
                    <a:t>×</a:t>
                  </a:r>
                  <a:endParaRPr lang="zh-CN" altLang="en-US" sz="2800" b="1" dirty="0"/>
                </a:p>
              </p:txBody>
            </p:sp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C9BF8C2F-1AC2-2B00-9EAB-42804C8E6E3F}"/>
                    </a:ext>
                  </a:extLst>
                </p:cNvPr>
                <p:cNvSpPr txBox="1"/>
                <p:nvPr/>
              </p:nvSpPr>
              <p:spPr>
                <a:xfrm>
                  <a:off x="1758583" y="4331609"/>
                  <a:ext cx="40849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800" b="1" dirty="0"/>
                    <a:t>×</a:t>
                  </a:r>
                  <a:endParaRPr lang="zh-CN" altLang="en-US" sz="2800" b="1" dirty="0"/>
                </a:p>
              </p:txBody>
            </p:sp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7B3987CA-CEF0-D3D0-CA82-8C2D4A9EA322}"/>
                    </a:ext>
                  </a:extLst>
                </p:cNvPr>
                <p:cNvSpPr txBox="1"/>
                <p:nvPr/>
              </p:nvSpPr>
              <p:spPr>
                <a:xfrm>
                  <a:off x="1125150" y="3161998"/>
                  <a:ext cx="40849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800" b="1" dirty="0"/>
                    <a:t>×</a:t>
                  </a:r>
                  <a:endParaRPr lang="zh-CN" altLang="en-US" sz="2800" b="1" dirty="0"/>
                </a:p>
              </p:txBody>
            </p:sp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CD977C21-2F9A-A010-8A8D-F42B2ECF9CAB}"/>
                    </a:ext>
                  </a:extLst>
                </p:cNvPr>
                <p:cNvSpPr txBox="1"/>
                <p:nvPr/>
              </p:nvSpPr>
              <p:spPr>
                <a:xfrm>
                  <a:off x="1135073" y="3750828"/>
                  <a:ext cx="40849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800" b="1" dirty="0"/>
                    <a:t>×</a:t>
                  </a:r>
                  <a:endParaRPr lang="zh-CN" altLang="en-US" sz="2800" b="1" dirty="0"/>
                </a:p>
              </p:txBody>
            </p:sp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A69062C7-281D-5C67-DB30-F455DA223891}"/>
                    </a:ext>
                  </a:extLst>
                </p:cNvPr>
                <p:cNvSpPr txBox="1"/>
                <p:nvPr/>
              </p:nvSpPr>
              <p:spPr>
                <a:xfrm>
                  <a:off x="2412462" y="3161998"/>
                  <a:ext cx="40849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800" b="1" dirty="0"/>
                    <a:t>×</a:t>
                  </a:r>
                  <a:endParaRPr lang="zh-CN" altLang="en-US" sz="2800" b="1" dirty="0"/>
                </a:p>
              </p:txBody>
            </p:sp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342C9A1B-6685-439A-3CE2-D42CA6B83F27}"/>
                    </a:ext>
                  </a:extLst>
                </p:cNvPr>
                <p:cNvSpPr txBox="1"/>
                <p:nvPr/>
              </p:nvSpPr>
              <p:spPr>
                <a:xfrm>
                  <a:off x="2422385" y="3750828"/>
                  <a:ext cx="40849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800" b="1" dirty="0"/>
                    <a:t>×</a:t>
                  </a:r>
                  <a:endParaRPr lang="zh-CN" altLang="en-US" sz="2800" b="1" dirty="0"/>
                </a:p>
              </p:txBody>
            </p:sp>
          </p:grpSp>
          <p:pic>
            <p:nvPicPr>
              <p:cNvPr id="38" name="图片 37">
                <a:extLst>
                  <a:ext uri="{FF2B5EF4-FFF2-40B4-BE49-F238E27FC236}">
                    <a16:creationId xmlns:a16="http://schemas.microsoft.com/office/drawing/2014/main" id="{49E952EA-2806-906C-52B2-092C16ED278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ackgroundRemoval t="0" b="98901" l="9831" r="89831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38" y="4085216"/>
                <a:ext cx="625127" cy="54000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929ED99A-25BF-FAC6-1C73-F86430F9B16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2417" b="97281" l="3106" r="97516">
                          <a14:foregroundMark x1="33851" y1="12689" x2="41925" y2="5136"/>
                          <a14:foregroundMark x1="42236" y1="7855" x2="56832" y2="3323"/>
                          <a14:foregroundMark x1="19565" y1="32931" x2="3416" y2="46828"/>
                          <a14:foregroundMark x1="6522" y1="47734" x2="18323" y2="57704"/>
                          <a14:foregroundMark x1="18944" y1="59215" x2="18012" y2="92145"/>
                          <a14:foregroundMark x1="19255" y1="89426" x2="46273" y2="97583"/>
                          <a14:foregroundMark x1="45031" y1="93051" x2="77950" y2="92447"/>
                          <a14:foregroundMark x1="79814" y1="90332" x2="83230" y2="58006"/>
                          <a14:foregroundMark x1="83540" y1="57402" x2="94720" y2="47734"/>
                          <a14:foregroundMark x1="89130" y1="39577" x2="97516" y2="4833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240" y="2541618"/>
              <a:ext cx="540000" cy="540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64D94772-FABC-A436-5C4A-676294F3379B}"/>
              </a:ext>
            </a:extLst>
          </p:cNvPr>
          <p:cNvGrpSpPr/>
          <p:nvPr/>
        </p:nvGrpSpPr>
        <p:grpSpPr>
          <a:xfrm>
            <a:off x="3636532" y="299517"/>
            <a:ext cx="3006477" cy="1798195"/>
            <a:chOff x="9313265" y="1966797"/>
            <a:chExt cx="3006477" cy="1798195"/>
          </a:xfrm>
        </p:grpSpPr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F0CBE58F-8975-2E6C-DD12-F24511ADB1D8}"/>
                </a:ext>
              </a:extLst>
            </p:cNvPr>
            <p:cNvSpPr txBox="1"/>
            <p:nvPr/>
          </p:nvSpPr>
          <p:spPr>
            <a:xfrm>
              <a:off x="9580293" y="1966797"/>
              <a:ext cx="2307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Clothing Shortcut</a:t>
              </a:r>
              <a:endPara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4D0A0125-9A83-F1AA-80DD-1A2EDC3E74DE}"/>
                </a:ext>
              </a:extLst>
            </p:cNvPr>
            <p:cNvGrpSpPr/>
            <p:nvPr/>
          </p:nvGrpSpPr>
          <p:grpSpPr>
            <a:xfrm>
              <a:off x="9401335" y="2472706"/>
              <a:ext cx="540000" cy="1080000"/>
              <a:chOff x="4743850" y="3851366"/>
              <a:chExt cx="540000" cy="108000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94" name="图片 93">
                <a:extLst>
                  <a:ext uri="{FF2B5EF4-FFF2-40B4-BE49-F238E27FC236}">
                    <a16:creationId xmlns:a16="http://schemas.microsoft.com/office/drawing/2014/main" id="{0E64404F-4465-B51A-533B-0E76B4C79AF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43850" y="3851366"/>
                <a:ext cx="540000" cy="1080000"/>
              </a:xfrm>
              <a:prstGeom prst="rect">
                <a:avLst/>
              </a:prstGeom>
            </p:spPr>
          </p:pic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14D8EDDC-671B-6546-8857-25B1C4554767}"/>
                  </a:ext>
                </a:extLst>
              </p:cNvPr>
              <p:cNvSpPr/>
              <p:nvPr/>
            </p:nvSpPr>
            <p:spPr>
              <a:xfrm>
                <a:off x="4966226" y="3917865"/>
                <a:ext cx="111171" cy="10259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06"/>
              </a:p>
            </p:txBody>
          </p:sp>
        </p:grpSp>
        <p:pic>
          <p:nvPicPr>
            <p:cNvPr id="85" name="图片 84">
              <a:extLst>
                <a:ext uri="{FF2B5EF4-FFF2-40B4-BE49-F238E27FC236}">
                  <a16:creationId xmlns:a16="http://schemas.microsoft.com/office/drawing/2014/main" id="{09E26CCD-245C-5408-A3EF-53F3DA39F2A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2417" b="97281" l="3106" r="97516">
                          <a14:foregroundMark x1="33851" y1="12689" x2="41925" y2="5136"/>
                          <a14:foregroundMark x1="42236" y1="7855" x2="56832" y2="3323"/>
                          <a14:foregroundMark x1="19565" y1="32931" x2="3416" y2="46828"/>
                          <a14:foregroundMark x1="6522" y1="47734" x2="18323" y2="57704"/>
                          <a14:foregroundMark x1="18944" y1="59215" x2="18012" y2="92145"/>
                          <a14:foregroundMark x1="19255" y1="89426" x2="46273" y2="97583"/>
                          <a14:foregroundMark x1="45031" y1="93051" x2="77950" y2="92447"/>
                          <a14:foregroundMark x1="79814" y1="90332" x2="83230" y2="58006"/>
                          <a14:foregroundMark x1="83540" y1="57402" x2="94720" y2="47734"/>
                          <a14:foregroundMark x1="89130" y1="39577" x2="97516" y2="4833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34484" y="2379845"/>
              <a:ext cx="540000" cy="540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0CACFEBC-4613-0673-2848-D39590B165F9}"/>
                </a:ext>
              </a:extLst>
            </p:cNvPr>
            <p:cNvCxnSpPr>
              <a:cxnSpLocks/>
            </p:cNvCxnSpPr>
            <p:nvPr/>
          </p:nvCxnSpPr>
          <p:spPr>
            <a:xfrm>
              <a:off x="9982975" y="2717536"/>
              <a:ext cx="451509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headEnd type="none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5C1FC5C3-8D83-2767-7345-AC03ADA4BA4D}"/>
                </a:ext>
              </a:extLst>
            </p:cNvPr>
            <p:cNvCxnSpPr>
              <a:cxnSpLocks/>
            </p:cNvCxnSpPr>
            <p:nvPr/>
          </p:nvCxnSpPr>
          <p:spPr>
            <a:xfrm>
              <a:off x="10974484" y="2717536"/>
              <a:ext cx="773016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headEnd type="none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55D94F72-CC71-8DC7-2879-C78B0DBD8B67}"/>
                </a:ext>
              </a:extLst>
            </p:cNvPr>
            <p:cNvSpPr txBox="1"/>
            <p:nvPr/>
          </p:nvSpPr>
          <p:spPr>
            <a:xfrm>
              <a:off x="11683064" y="2539205"/>
              <a:ext cx="6366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 1</a:t>
              </a:r>
              <a:endPara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27C6F7B7-E5C5-F9D5-19D8-7B018D1605A2}"/>
                </a:ext>
              </a:extLst>
            </p:cNvPr>
            <p:cNvSpPr/>
            <p:nvPr/>
          </p:nvSpPr>
          <p:spPr>
            <a:xfrm>
              <a:off x="10103810" y="3048999"/>
              <a:ext cx="1124996" cy="6026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B0C81FA6-9CB2-F42D-F2AD-ADA2EC3E849B}"/>
                </a:ext>
              </a:extLst>
            </p:cNvPr>
            <p:cNvSpPr txBox="1"/>
            <p:nvPr/>
          </p:nvSpPr>
          <p:spPr>
            <a:xfrm>
              <a:off x="10099989" y="3057927"/>
              <a:ext cx="11520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Clothes </a:t>
              </a:r>
            </a:p>
            <a:p>
              <a:pPr algn="ctr"/>
              <a:r>
                <a:rPr lang="en-US" altLang="zh-CN" sz="1600" b="1" dirty="0">
                  <a:highlight>
                    <a:srgbClr val="FFFFFF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rPr>
                <a:t>Ownership</a:t>
              </a:r>
              <a:endPara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矩形: 圆角 90">
              <a:extLst>
                <a:ext uri="{FF2B5EF4-FFF2-40B4-BE49-F238E27FC236}">
                  <a16:creationId xmlns:a16="http://schemas.microsoft.com/office/drawing/2014/main" id="{AAB44A63-C0C6-C5A2-AD2D-A25F073D697D}"/>
                </a:ext>
              </a:extLst>
            </p:cNvPr>
            <p:cNvSpPr/>
            <p:nvPr/>
          </p:nvSpPr>
          <p:spPr>
            <a:xfrm>
              <a:off x="9313265" y="2310232"/>
              <a:ext cx="2886011" cy="1454760"/>
            </a:xfrm>
            <a:prstGeom prst="roundRect">
              <a:avLst>
                <a:gd name="adj" fmla="val 0"/>
              </a:avLst>
            </a:prstGeom>
            <a:noFill/>
            <a:ln w="28575">
              <a:solidFill>
                <a:schemeClr val="accent6">
                  <a:lumMod val="7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0565A439-0BE3-E636-69C8-1764A0BB68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82709" y="2717536"/>
              <a:ext cx="0" cy="632778"/>
            </a:xfrm>
            <a:prstGeom prst="straightConnector1">
              <a:avLst/>
            </a:prstGeom>
            <a:ln w="38100">
              <a:solidFill>
                <a:srgbClr val="00B050"/>
              </a:solidFill>
              <a:headEnd type="none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FE84D407-C6D2-BA0C-DA75-6752B4E37AFA}"/>
                </a:ext>
              </a:extLst>
            </p:cNvPr>
            <p:cNvCxnSpPr>
              <a:cxnSpLocks/>
            </p:cNvCxnSpPr>
            <p:nvPr/>
          </p:nvCxnSpPr>
          <p:spPr>
            <a:xfrm>
              <a:off x="11252030" y="3334621"/>
              <a:ext cx="249408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headEnd type="none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27FE1E89-C512-3DC9-9214-5DEC5D861EEF}"/>
              </a:ext>
            </a:extLst>
          </p:cNvPr>
          <p:cNvGrpSpPr/>
          <p:nvPr/>
        </p:nvGrpSpPr>
        <p:grpSpPr>
          <a:xfrm>
            <a:off x="3636332" y="2487098"/>
            <a:ext cx="2999827" cy="1797645"/>
            <a:chOff x="3616165" y="3813319"/>
            <a:chExt cx="2999827" cy="1797645"/>
          </a:xfrm>
        </p:grpSpPr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3DBECE61-9224-482E-020F-8BE29CD79930}"/>
                </a:ext>
              </a:extLst>
            </p:cNvPr>
            <p:cNvSpPr txBox="1"/>
            <p:nvPr/>
          </p:nvSpPr>
          <p:spPr>
            <a:xfrm>
              <a:off x="3735553" y="3813319"/>
              <a:ext cx="27454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Causal Relationship</a:t>
              </a: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062F5E6D-5E01-2A3B-28BB-9AE5092D532B}"/>
                </a:ext>
              </a:extLst>
            </p:cNvPr>
            <p:cNvSpPr txBox="1"/>
            <p:nvPr/>
          </p:nvSpPr>
          <p:spPr>
            <a:xfrm>
              <a:off x="5979314" y="4644255"/>
              <a:ext cx="6366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 1</a:t>
              </a:r>
              <a:endPara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9" name="图片 98">
              <a:extLst>
                <a:ext uri="{FF2B5EF4-FFF2-40B4-BE49-F238E27FC236}">
                  <a16:creationId xmlns:a16="http://schemas.microsoft.com/office/drawing/2014/main" id="{AD2CD801-BEF3-0035-2140-78FC6375C1E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16515" y="4704131"/>
              <a:ext cx="432000" cy="720000"/>
            </a:xfrm>
            <a:prstGeom prst="rect">
              <a:avLst/>
            </a:prstGeom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</p:pic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22DCE035-A2F7-CB4E-B667-156BF69D3C78}"/>
                </a:ext>
              </a:extLst>
            </p:cNvPr>
            <p:cNvGrpSpPr/>
            <p:nvPr/>
          </p:nvGrpSpPr>
          <p:grpSpPr>
            <a:xfrm>
              <a:off x="4856184" y="4329713"/>
              <a:ext cx="540000" cy="360000"/>
              <a:chOff x="6624133" y="3790205"/>
              <a:chExt cx="720000" cy="54000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105" name="图片 104">
                <a:extLst>
                  <a:ext uri="{FF2B5EF4-FFF2-40B4-BE49-F238E27FC236}">
                    <a16:creationId xmlns:a16="http://schemas.microsoft.com/office/drawing/2014/main" id="{C96FD70B-3AEA-4411-D8CA-691CF5421C6D}"/>
                  </a:ext>
                </a:extLst>
              </p:cNvPr>
              <p:cNvPicPr preferRelativeResize="0">
                <a:picLocks/>
              </p:cNvPicPr>
              <p:nvPr/>
            </p:nvPicPr>
            <p:blipFill rotWithShape="1"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843" r="21192" b="81901"/>
              <a:stretch/>
            </p:blipFill>
            <p:spPr>
              <a:xfrm>
                <a:off x="6624133" y="3790205"/>
                <a:ext cx="720000" cy="540000"/>
              </a:xfrm>
              <a:prstGeom prst="rect">
                <a:avLst/>
              </a:prstGeom>
            </p:spPr>
          </p:pic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C11763B0-4DD0-F2AD-01A9-595C5E5FEFE1}"/>
                  </a:ext>
                </a:extLst>
              </p:cNvPr>
              <p:cNvSpPr/>
              <p:nvPr/>
            </p:nvSpPr>
            <p:spPr>
              <a:xfrm>
                <a:off x="6865409" y="3861803"/>
                <a:ext cx="277888" cy="25644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06"/>
              </a:p>
            </p:txBody>
          </p:sp>
        </p:grp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67A69C65-A4E4-C277-5756-271F257B3F89}"/>
                </a:ext>
              </a:extLst>
            </p:cNvPr>
            <p:cNvCxnSpPr>
              <a:cxnSpLocks/>
            </p:cNvCxnSpPr>
            <p:nvPr/>
          </p:nvCxnSpPr>
          <p:spPr>
            <a:xfrm>
              <a:off x="5424239" y="4840135"/>
              <a:ext cx="582304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2" name="图片 101">
              <a:extLst>
                <a:ext uri="{FF2B5EF4-FFF2-40B4-BE49-F238E27FC236}">
                  <a16:creationId xmlns:a16="http://schemas.microsoft.com/office/drawing/2014/main" id="{C50AD3AD-A872-2A67-8EE2-DBBA4FA26AA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6837" y="4328501"/>
              <a:ext cx="540000" cy="1080000"/>
            </a:xfrm>
            <a:prstGeom prst="rect">
              <a:avLst/>
            </a:prstGeom>
          </p:spPr>
        </p:pic>
        <p:sp>
          <p:nvSpPr>
            <p:cNvPr id="103" name="矩形: 圆角 102">
              <a:extLst>
                <a:ext uri="{FF2B5EF4-FFF2-40B4-BE49-F238E27FC236}">
                  <a16:creationId xmlns:a16="http://schemas.microsoft.com/office/drawing/2014/main" id="{70500A36-F3AD-FA65-27FA-A248E04DD93E}"/>
                </a:ext>
              </a:extLst>
            </p:cNvPr>
            <p:cNvSpPr/>
            <p:nvPr/>
          </p:nvSpPr>
          <p:spPr>
            <a:xfrm>
              <a:off x="3616165" y="4156875"/>
              <a:ext cx="2886011" cy="1454089"/>
            </a:xfrm>
            <a:prstGeom prst="roundRect">
              <a:avLst>
                <a:gd name="adj" fmla="val 0"/>
              </a:avLst>
            </a:prstGeom>
            <a:noFill/>
            <a:ln w="28575">
              <a:solidFill>
                <a:schemeClr val="accent5">
                  <a:lumMod val="7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23F23D83-4B27-488E-1E98-C2097A86F76F}"/>
                </a:ext>
              </a:extLst>
            </p:cNvPr>
            <p:cNvCxnSpPr>
              <a:cxnSpLocks/>
            </p:cNvCxnSpPr>
            <p:nvPr/>
          </p:nvCxnSpPr>
          <p:spPr>
            <a:xfrm>
              <a:off x="4320848" y="4835618"/>
              <a:ext cx="582304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文本框 106">
            <a:extLst>
              <a:ext uri="{FF2B5EF4-FFF2-40B4-BE49-F238E27FC236}">
                <a16:creationId xmlns:a16="http://schemas.microsoft.com/office/drawing/2014/main" id="{4F9BB5CE-1CB5-3015-8CBF-ED8EF8D393B5}"/>
              </a:ext>
            </a:extLst>
          </p:cNvPr>
          <p:cNvSpPr txBox="1"/>
          <p:nvPr/>
        </p:nvSpPr>
        <p:spPr>
          <a:xfrm>
            <a:off x="2236619" y="4949203"/>
            <a:ext cx="2307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Clothing Shortcut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4427A993-108F-3160-8CA4-FB0E6D96EE57}"/>
              </a:ext>
            </a:extLst>
          </p:cNvPr>
          <p:cNvCxnSpPr>
            <a:cxnSpLocks/>
          </p:cNvCxnSpPr>
          <p:nvPr/>
        </p:nvCxnSpPr>
        <p:spPr>
          <a:xfrm>
            <a:off x="1293846" y="5722645"/>
            <a:ext cx="451509" cy="0"/>
          </a:xfrm>
          <a:prstGeom prst="straightConnector1">
            <a:avLst/>
          </a:prstGeom>
          <a:ln w="38100">
            <a:solidFill>
              <a:srgbClr val="00B050"/>
            </a:solidFill>
            <a:headEnd type="non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773D2853-68D7-34C6-BB0A-FFA5343EDFDA}"/>
              </a:ext>
            </a:extLst>
          </p:cNvPr>
          <p:cNvCxnSpPr>
            <a:cxnSpLocks/>
          </p:cNvCxnSpPr>
          <p:nvPr/>
        </p:nvCxnSpPr>
        <p:spPr>
          <a:xfrm>
            <a:off x="2285355" y="5722645"/>
            <a:ext cx="773016" cy="0"/>
          </a:xfrm>
          <a:prstGeom prst="straightConnector1">
            <a:avLst/>
          </a:prstGeom>
          <a:ln w="38100">
            <a:solidFill>
              <a:srgbClr val="00B050"/>
            </a:solidFill>
            <a:headEnd type="non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09">
            <a:extLst>
              <a:ext uri="{FF2B5EF4-FFF2-40B4-BE49-F238E27FC236}">
                <a16:creationId xmlns:a16="http://schemas.microsoft.com/office/drawing/2014/main" id="{FDBB602E-342A-9CA6-D71C-6687A24EDDCC}"/>
              </a:ext>
            </a:extLst>
          </p:cNvPr>
          <p:cNvSpPr/>
          <p:nvPr/>
        </p:nvSpPr>
        <p:spPr>
          <a:xfrm>
            <a:off x="1414681" y="6054108"/>
            <a:ext cx="1124996" cy="6026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5B3E1DB0-CFDB-00AE-37E8-6DAB3FAC7A6B}"/>
              </a:ext>
            </a:extLst>
          </p:cNvPr>
          <p:cNvSpPr txBox="1"/>
          <p:nvPr/>
        </p:nvSpPr>
        <p:spPr>
          <a:xfrm>
            <a:off x="1410860" y="6063036"/>
            <a:ext cx="11520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Clothes </a:t>
            </a:r>
          </a:p>
          <a:p>
            <a:pPr algn="ctr"/>
            <a:r>
              <a:rPr lang="en-US" altLang="zh-CN" sz="16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Ownership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8CF49286-5600-6656-C035-0FA3443C5B96}"/>
              </a:ext>
            </a:extLst>
          </p:cNvPr>
          <p:cNvSpPr/>
          <p:nvPr/>
        </p:nvSpPr>
        <p:spPr>
          <a:xfrm>
            <a:off x="586036" y="5315341"/>
            <a:ext cx="5936307" cy="1454760"/>
          </a:xfrm>
          <a:prstGeom prst="roundRect">
            <a:avLst>
              <a:gd name="adj" fmla="val 0"/>
            </a:avLst>
          </a:prstGeom>
          <a:noFill/>
          <a:ln w="28575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539ADFAC-205E-953E-8383-673496B4A521}"/>
              </a:ext>
            </a:extLst>
          </p:cNvPr>
          <p:cNvCxnSpPr>
            <a:cxnSpLocks/>
          </p:cNvCxnSpPr>
          <p:nvPr/>
        </p:nvCxnSpPr>
        <p:spPr>
          <a:xfrm flipV="1">
            <a:off x="2793580" y="5722645"/>
            <a:ext cx="0" cy="632778"/>
          </a:xfrm>
          <a:prstGeom prst="straightConnector1">
            <a:avLst/>
          </a:prstGeom>
          <a:ln w="38100">
            <a:solidFill>
              <a:srgbClr val="00B050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0349101D-9FAA-AF6F-0591-C6E8121A6B4D}"/>
              </a:ext>
            </a:extLst>
          </p:cNvPr>
          <p:cNvCxnSpPr>
            <a:cxnSpLocks/>
          </p:cNvCxnSpPr>
          <p:nvPr/>
        </p:nvCxnSpPr>
        <p:spPr>
          <a:xfrm>
            <a:off x="2562901" y="6339730"/>
            <a:ext cx="249408" cy="0"/>
          </a:xfrm>
          <a:prstGeom prst="straightConnector1">
            <a:avLst/>
          </a:prstGeom>
          <a:ln w="38100">
            <a:solidFill>
              <a:srgbClr val="00B050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本框 114">
            <a:extLst>
              <a:ext uri="{FF2B5EF4-FFF2-40B4-BE49-F238E27FC236}">
                <a16:creationId xmlns:a16="http://schemas.microsoft.com/office/drawing/2014/main" id="{7DC9150B-C11B-EBC6-7595-0968FD479117}"/>
              </a:ext>
            </a:extLst>
          </p:cNvPr>
          <p:cNvSpPr txBox="1"/>
          <p:nvPr/>
        </p:nvSpPr>
        <p:spPr>
          <a:xfrm>
            <a:off x="2585436" y="5761801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×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16" name="箭头: 右 115">
            <a:extLst>
              <a:ext uri="{FF2B5EF4-FFF2-40B4-BE49-F238E27FC236}">
                <a16:creationId xmlns:a16="http://schemas.microsoft.com/office/drawing/2014/main" id="{AFF73A23-9F0C-3EC4-00C1-C088405923E0}"/>
              </a:ext>
            </a:extLst>
          </p:cNvPr>
          <p:cNvSpPr/>
          <p:nvPr/>
        </p:nvSpPr>
        <p:spPr>
          <a:xfrm rot="3084174">
            <a:off x="6639930" y="1434008"/>
            <a:ext cx="832381" cy="308344"/>
          </a:xfrm>
          <a:prstGeom prst="rightArrow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3CEAC30A-CC64-EB81-A40D-06D4675988FC}"/>
              </a:ext>
            </a:extLst>
          </p:cNvPr>
          <p:cNvGrpSpPr/>
          <p:nvPr/>
        </p:nvGrpSpPr>
        <p:grpSpPr>
          <a:xfrm rot="3084174">
            <a:off x="6979194" y="1264678"/>
            <a:ext cx="136463" cy="580751"/>
            <a:chOff x="6192608" y="832156"/>
            <a:chExt cx="32302" cy="26396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71A7AE1D-E2E9-1D9F-D36D-1F0DCFA549AE}"/>
                </a:ext>
              </a:extLst>
            </p:cNvPr>
            <p:cNvSpPr/>
            <p:nvPr/>
          </p:nvSpPr>
          <p:spPr>
            <a:xfrm rot="18870730" flipH="1">
              <a:off x="6077727" y="947037"/>
              <a:ext cx="262063" cy="3230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35688AE0-6F0C-4187-71DF-A6C67292D78B}"/>
                </a:ext>
              </a:extLst>
            </p:cNvPr>
            <p:cNvSpPr/>
            <p:nvPr/>
          </p:nvSpPr>
          <p:spPr>
            <a:xfrm rot="13555562" flipH="1">
              <a:off x="6077652" y="950760"/>
              <a:ext cx="262062" cy="2866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0" name="箭头: 右 119">
            <a:extLst>
              <a:ext uri="{FF2B5EF4-FFF2-40B4-BE49-F238E27FC236}">
                <a16:creationId xmlns:a16="http://schemas.microsoft.com/office/drawing/2014/main" id="{2ACA0858-9D7F-371B-F829-ED4233EDA62C}"/>
              </a:ext>
            </a:extLst>
          </p:cNvPr>
          <p:cNvSpPr/>
          <p:nvPr/>
        </p:nvSpPr>
        <p:spPr>
          <a:xfrm rot="18669131">
            <a:off x="6679703" y="3024205"/>
            <a:ext cx="832381" cy="308344"/>
          </a:xfrm>
          <a:prstGeom prst="rightArrow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96A6648C-8279-1343-DFC3-F48B29E0B69A}"/>
              </a:ext>
            </a:extLst>
          </p:cNvPr>
          <p:cNvSpPr txBox="1"/>
          <p:nvPr/>
        </p:nvSpPr>
        <p:spPr>
          <a:xfrm>
            <a:off x="6698202" y="288874"/>
            <a:ext cx="1775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Feature Learning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71285664-6E36-4081-30A0-B4E8F3D09122}"/>
              </a:ext>
            </a:extLst>
          </p:cNvPr>
          <p:cNvSpPr txBox="1"/>
          <p:nvPr/>
        </p:nvSpPr>
        <p:spPr>
          <a:xfrm>
            <a:off x="3002574" y="5448321"/>
            <a:ext cx="1034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</a:t>
            </a:r>
          </a:p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</a:p>
        </p:txBody>
      </p: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1C22C5B5-8A20-F71F-0D0D-E29321545E1C}"/>
              </a:ext>
            </a:extLst>
          </p:cNvPr>
          <p:cNvCxnSpPr>
            <a:cxnSpLocks/>
          </p:cNvCxnSpPr>
          <p:nvPr/>
        </p:nvCxnSpPr>
        <p:spPr>
          <a:xfrm>
            <a:off x="3954835" y="5722645"/>
            <a:ext cx="773016" cy="0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900F4212-9111-A511-DD75-6D2D17311D82}"/>
              </a:ext>
            </a:extLst>
          </p:cNvPr>
          <p:cNvCxnSpPr>
            <a:cxnSpLocks/>
          </p:cNvCxnSpPr>
          <p:nvPr/>
        </p:nvCxnSpPr>
        <p:spPr>
          <a:xfrm flipV="1">
            <a:off x="4235162" y="5728710"/>
            <a:ext cx="0" cy="632778"/>
          </a:xfrm>
          <a:prstGeom prst="straightConnector1">
            <a:avLst/>
          </a:prstGeom>
          <a:ln w="38100">
            <a:solidFill>
              <a:srgbClr val="00B050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AAA155CD-315F-BADF-51CA-D643CDB50175}"/>
              </a:ext>
            </a:extLst>
          </p:cNvPr>
          <p:cNvCxnSpPr>
            <a:cxnSpLocks/>
          </p:cNvCxnSpPr>
          <p:nvPr/>
        </p:nvCxnSpPr>
        <p:spPr>
          <a:xfrm>
            <a:off x="4216639" y="6346205"/>
            <a:ext cx="249408" cy="0"/>
          </a:xfrm>
          <a:prstGeom prst="straightConnector1">
            <a:avLst/>
          </a:prstGeom>
          <a:ln w="38100">
            <a:solidFill>
              <a:srgbClr val="00B050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文本框 125">
            <a:extLst>
              <a:ext uri="{FF2B5EF4-FFF2-40B4-BE49-F238E27FC236}">
                <a16:creationId xmlns:a16="http://schemas.microsoft.com/office/drawing/2014/main" id="{9FCA8C08-034D-D30B-62E2-4531DFD877F7}"/>
              </a:ext>
            </a:extLst>
          </p:cNvPr>
          <p:cNvSpPr txBox="1"/>
          <p:nvPr/>
        </p:nvSpPr>
        <p:spPr>
          <a:xfrm>
            <a:off x="4027018" y="5767866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×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1E6CC01E-CF0A-FDCC-B4AB-7347C1ED38FB}"/>
              </a:ext>
            </a:extLst>
          </p:cNvPr>
          <p:cNvSpPr/>
          <p:nvPr/>
        </p:nvSpPr>
        <p:spPr>
          <a:xfrm>
            <a:off x="4497599" y="6054108"/>
            <a:ext cx="1124996" cy="6026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0E3126A6-536A-B355-4027-A94C897F4267}"/>
              </a:ext>
            </a:extLst>
          </p:cNvPr>
          <p:cNvSpPr txBox="1"/>
          <p:nvPr/>
        </p:nvSpPr>
        <p:spPr>
          <a:xfrm>
            <a:off x="4493778" y="6063036"/>
            <a:ext cx="11520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Clothes </a:t>
            </a:r>
          </a:p>
          <a:p>
            <a:pPr algn="ctr"/>
            <a:r>
              <a:rPr lang="en-US" altLang="zh-CN" sz="16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Ownership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7ED22360-EE67-6F7F-0C29-7E6B4B646F41}"/>
              </a:ext>
            </a:extLst>
          </p:cNvPr>
          <p:cNvCxnSpPr>
            <a:cxnSpLocks/>
          </p:cNvCxnSpPr>
          <p:nvPr/>
        </p:nvCxnSpPr>
        <p:spPr>
          <a:xfrm>
            <a:off x="5257089" y="5736173"/>
            <a:ext cx="451509" cy="0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文本框 129">
            <a:extLst>
              <a:ext uri="{FF2B5EF4-FFF2-40B4-BE49-F238E27FC236}">
                <a16:creationId xmlns:a16="http://schemas.microsoft.com/office/drawing/2014/main" id="{4A1E2424-FD67-D206-40A1-6F628E3F77A2}"/>
              </a:ext>
            </a:extLst>
          </p:cNvPr>
          <p:cNvSpPr txBox="1"/>
          <p:nvPr/>
        </p:nvSpPr>
        <p:spPr>
          <a:xfrm>
            <a:off x="2077680" y="6840331"/>
            <a:ext cx="2745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Causal Relationship</a:t>
            </a:r>
          </a:p>
        </p:txBody>
      </p:sp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64937ABE-7575-4163-237B-3359AEE1F4C0}"/>
              </a:ext>
            </a:extLst>
          </p:cNvPr>
          <p:cNvSpPr/>
          <p:nvPr/>
        </p:nvSpPr>
        <p:spPr>
          <a:xfrm>
            <a:off x="602238" y="7201202"/>
            <a:ext cx="5920105" cy="1454089"/>
          </a:xfrm>
          <a:prstGeom prst="roundRect">
            <a:avLst>
              <a:gd name="adj" fmla="val 0"/>
            </a:avLst>
          </a:prstGeom>
          <a:noFill/>
          <a:ln w="28575"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ABB344DF-C14C-D1C3-5115-84D2846D3536}"/>
              </a:ext>
            </a:extLst>
          </p:cNvPr>
          <p:cNvSpPr txBox="1"/>
          <p:nvPr/>
        </p:nvSpPr>
        <p:spPr>
          <a:xfrm>
            <a:off x="2995357" y="7716331"/>
            <a:ext cx="1034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</a:t>
            </a:r>
          </a:p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</a:p>
        </p:txBody>
      </p: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108A2314-D821-6001-FAB6-5B092936FB7C}"/>
              </a:ext>
            </a:extLst>
          </p:cNvPr>
          <p:cNvGrpSpPr/>
          <p:nvPr/>
        </p:nvGrpSpPr>
        <p:grpSpPr>
          <a:xfrm>
            <a:off x="708407" y="7421477"/>
            <a:ext cx="540000" cy="1080000"/>
            <a:chOff x="6578547" y="6152003"/>
            <a:chExt cx="540000" cy="108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34" name="图片 133">
              <a:extLst>
                <a:ext uri="{FF2B5EF4-FFF2-40B4-BE49-F238E27FC236}">
                  <a16:creationId xmlns:a16="http://schemas.microsoft.com/office/drawing/2014/main" id="{98DEE31A-792E-9416-B37F-0D3F964F944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8547" y="6152003"/>
              <a:ext cx="540000" cy="1080000"/>
            </a:xfrm>
            <a:prstGeom prst="rect">
              <a:avLst/>
            </a:prstGeom>
          </p:spPr>
        </p:pic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20D7151B-B902-FDB5-9370-82A9B8A373DD}"/>
                </a:ext>
              </a:extLst>
            </p:cNvPr>
            <p:cNvSpPr/>
            <p:nvPr/>
          </p:nvSpPr>
          <p:spPr>
            <a:xfrm>
              <a:off x="6820494" y="6173267"/>
              <a:ext cx="111171" cy="10259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37E5D477-E968-00A4-5DC7-A6CAAC6AC1FB}"/>
              </a:ext>
            </a:extLst>
          </p:cNvPr>
          <p:cNvGrpSpPr/>
          <p:nvPr/>
        </p:nvGrpSpPr>
        <p:grpSpPr>
          <a:xfrm>
            <a:off x="5765558" y="7421477"/>
            <a:ext cx="540000" cy="1080000"/>
            <a:chOff x="10456554" y="6166329"/>
            <a:chExt cx="540000" cy="108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37" name="图片 136">
              <a:extLst>
                <a:ext uri="{FF2B5EF4-FFF2-40B4-BE49-F238E27FC236}">
                  <a16:creationId xmlns:a16="http://schemas.microsoft.com/office/drawing/2014/main" id="{0F461B75-41F1-D400-831E-F9E37C91B8C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56554" y="6166329"/>
              <a:ext cx="540000" cy="1080000"/>
            </a:xfrm>
            <a:prstGeom prst="rect">
              <a:avLst/>
            </a:prstGeom>
          </p:spPr>
        </p:pic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B2B302FA-C4AA-3022-292E-3D582C93DD88}"/>
                </a:ext>
              </a:extLst>
            </p:cNvPr>
            <p:cNvSpPr/>
            <p:nvPr/>
          </p:nvSpPr>
          <p:spPr>
            <a:xfrm>
              <a:off x="10708208" y="6187376"/>
              <a:ext cx="111171" cy="10259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0AEED0C1-386F-486E-DDE7-8B325C395038}"/>
              </a:ext>
            </a:extLst>
          </p:cNvPr>
          <p:cNvCxnSpPr>
            <a:cxnSpLocks/>
          </p:cNvCxnSpPr>
          <p:nvPr/>
        </p:nvCxnSpPr>
        <p:spPr>
          <a:xfrm>
            <a:off x="2521157" y="8008718"/>
            <a:ext cx="582304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F37C65DA-EFD5-B4B0-2A64-754FF22180D4}"/>
              </a:ext>
            </a:extLst>
          </p:cNvPr>
          <p:cNvCxnSpPr>
            <a:cxnSpLocks/>
          </p:cNvCxnSpPr>
          <p:nvPr/>
        </p:nvCxnSpPr>
        <p:spPr>
          <a:xfrm>
            <a:off x="1293846" y="7997183"/>
            <a:ext cx="582304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A3E0CBF8-922D-A4C9-5860-B55B394834D1}"/>
              </a:ext>
            </a:extLst>
          </p:cNvPr>
          <p:cNvCxnSpPr>
            <a:cxnSpLocks/>
          </p:cNvCxnSpPr>
          <p:nvPr/>
        </p:nvCxnSpPr>
        <p:spPr>
          <a:xfrm>
            <a:off x="3911474" y="8027982"/>
            <a:ext cx="582304" cy="0"/>
          </a:xfrm>
          <a:prstGeom prst="straightConnector1">
            <a:avLst/>
          </a:prstGeom>
          <a:ln w="38100">
            <a:solidFill>
              <a:srgbClr val="0070C0"/>
            </a:solidFill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EDDBE399-E339-1E93-DAA6-D83F8C90AAF1}"/>
              </a:ext>
            </a:extLst>
          </p:cNvPr>
          <p:cNvCxnSpPr>
            <a:cxnSpLocks/>
          </p:cNvCxnSpPr>
          <p:nvPr/>
        </p:nvCxnSpPr>
        <p:spPr>
          <a:xfrm>
            <a:off x="5102661" y="8030312"/>
            <a:ext cx="582304" cy="0"/>
          </a:xfrm>
          <a:prstGeom prst="straightConnector1">
            <a:avLst/>
          </a:prstGeom>
          <a:ln w="38100">
            <a:solidFill>
              <a:srgbClr val="0070C0"/>
            </a:solidFill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文本框 142">
            <a:extLst>
              <a:ext uri="{FF2B5EF4-FFF2-40B4-BE49-F238E27FC236}">
                <a16:creationId xmlns:a16="http://schemas.microsoft.com/office/drawing/2014/main" id="{7BF08697-5FB9-A1BF-02D9-672FA862315E}"/>
              </a:ext>
            </a:extLst>
          </p:cNvPr>
          <p:cNvSpPr txBox="1"/>
          <p:nvPr/>
        </p:nvSpPr>
        <p:spPr>
          <a:xfrm>
            <a:off x="6761620" y="4965630"/>
            <a:ext cx="1775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Model Inference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131469AA-F80A-8E45-8567-DFA73723136E}"/>
              </a:ext>
            </a:extLst>
          </p:cNvPr>
          <p:cNvSpPr/>
          <p:nvPr/>
        </p:nvSpPr>
        <p:spPr>
          <a:xfrm flipV="1">
            <a:off x="6681360" y="5321772"/>
            <a:ext cx="1889163" cy="3333515"/>
          </a:xfrm>
          <a:prstGeom prst="roundRect">
            <a:avLst>
              <a:gd name="adj" fmla="val 0"/>
            </a:avLst>
          </a:prstGeom>
          <a:noFill/>
          <a:ln w="28575">
            <a:solidFill>
              <a:schemeClr val="accent4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CB2A0771-1752-892B-F711-9EA1E67BF259}"/>
              </a:ext>
            </a:extLst>
          </p:cNvPr>
          <p:cNvGrpSpPr/>
          <p:nvPr/>
        </p:nvGrpSpPr>
        <p:grpSpPr>
          <a:xfrm>
            <a:off x="6967586" y="6430031"/>
            <a:ext cx="1531102" cy="1003588"/>
            <a:chOff x="6814322" y="2025491"/>
            <a:chExt cx="2225054" cy="1458451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146" name="矩形: 圆角 145">
              <a:extLst>
                <a:ext uri="{FF2B5EF4-FFF2-40B4-BE49-F238E27FC236}">
                  <a16:creationId xmlns:a16="http://schemas.microsoft.com/office/drawing/2014/main" id="{1A09D194-1DF2-4E58-D71A-4610CCDF7D26}"/>
                </a:ext>
              </a:extLst>
            </p:cNvPr>
            <p:cNvSpPr/>
            <p:nvPr/>
          </p:nvSpPr>
          <p:spPr>
            <a:xfrm>
              <a:off x="8728226" y="2582513"/>
              <a:ext cx="311150" cy="629662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47" name="矩形: 圆角 146">
              <a:extLst>
                <a:ext uri="{FF2B5EF4-FFF2-40B4-BE49-F238E27FC236}">
                  <a16:creationId xmlns:a16="http://schemas.microsoft.com/office/drawing/2014/main" id="{0B138D1C-F4C3-2BE3-3D15-F24B2D16F28C}"/>
                </a:ext>
              </a:extLst>
            </p:cNvPr>
            <p:cNvSpPr/>
            <p:nvPr/>
          </p:nvSpPr>
          <p:spPr>
            <a:xfrm>
              <a:off x="6814322" y="2622813"/>
              <a:ext cx="311150" cy="629662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48" name="任意多边形: 形状 147">
              <a:extLst>
                <a:ext uri="{FF2B5EF4-FFF2-40B4-BE49-F238E27FC236}">
                  <a16:creationId xmlns:a16="http://schemas.microsoft.com/office/drawing/2014/main" id="{996DF7D6-75B4-6C24-DB33-246A060717DD}"/>
                </a:ext>
              </a:extLst>
            </p:cNvPr>
            <p:cNvSpPr/>
            <p:nvPr/>
          </p:nvSpPr>
          <p:spPr>
            <a:xfrm>
              <a:off x="6969897" y="2025491"/>
              <a:ext cx="1915601" cy="1458451"/>
            </a:xfrm>
            <a:custGeom>
              <a:avLst/>
              <a:gdLst>
                <a:gd name="connsiteX0" fmla="*/ 643491 w 1915600"/>
                <a:gd name="connsiteY0" fmla="*/ 0 h 1413174"/>
                <a:gd name="connsiteX1" fmla="*/ 1316852 w 1915600"/>
                <a:gd name="connsiteY1" fmla="*/ 0 h 1413174"/>
                <a:gd name="connsiteX2" fmla="*/ 1316852 w 1915600"/>
                <a:gd name="connsiteY2" fmla="*/ 178409 h 1413174"/>
                <a:gd name="connsiteX3" fmla="*/ 1078490 w 1915600"/>
                <a:gd name="connsiteY3" fmla="*/ 178409 h 1413174"/>
                <a:gd name="connsiteX4" fmla="*/ 1078490 w 1915600"/>
                <a:gd name="connsiteY4" fmla="*/ 394595 h 1413174"/>
                <a:gd name="connsiteX5" fmla="*/ 1745833 w 1915600"/>
                <a:gd name="connsiteY5" fmla="*/ 394595 h 1413174"/>
                <a:gd name="connsiteX6" fmla="*/ 1915600 w 1915600"/>
                <a:gd name="connsiteY6" fmla="*/ 564362 h 1413174"/>
                <a:gd name="connsiteX7" fmla="*/ 1915600 w 1915600"/>
                <a:gd name="connsiteY7" fmla="*/ 1243407 h 1413174"/>
                <a:gd name="connsiteX8" fmla="*/ 1745833 w 1915600"/>
                <a:gd name="connsiteY8" fmla="*/ 1413174 h 1413174"/>
                <a:gd name="connsiteX9" fmla="*/ 169767 w 1915600"/>
                <a:gd name="connsiteY9" fmla="*/ 1413174 h 1413174"/>
                <a:gd name="connsiteX10" fmla="*/ 0 w 1915600"/>
                <a:gd name="connsiteY10" fmla="*/ 1243407 h 1413174"/>
                <a:gd name="connsiteX11" fmla="*/ 0 w 1915600"/>
                <a:gd name="connsiteY11" fmla="*/ 564362 h 1413174"/>
                <a:gd name="connsiteX12" fmla="*/ 169767 w 1915600"/>
                <a:gd name="connsiteY12" fmla="*/ 394595 h 1413174"/>
                <a:gd name="connsiteX13" fmla="*/ 917270 w 1915600"/>
                <a:gd name="connsiteY13" fmla="*/ 394595 h 1413174"/>
                <a:gd name="connsiteX14" fmla="*/ 917270 w 1915600"/>
                <a:gd name="connsiteY14" fmla="*/ 178409 h 1413174"/>
                <a:gd name="connsiteX15" fmla="*/ 643491 w 1915600"/>
                <a:gd name="connsiteY15" fmla="*/ 178409 h 1413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15600" h="1413174">
                  <a:moveTo>
                    <a:pt x="643491" y="0"/>
                  </a:moveTo>
                  <a:lnTo>
                    <a:pt x="1316852" y="0"/>
                  </a:lnTo>
                  <a:lnTo>
                    <a:pt x="1316852" y="178409"/>
                  </a:lnTo>
                  <a:lnTo>
                    <a:pt x="1078490" y="178409"/>
                  </a:lnTo>
                  <a:lnTo>
                    <a:pt x="1078490" y="394595"/>
                  </a:lnTo>
                  <a:lnTo>
                    <a:pt x="1745833" y="394595"/>
                  </a:lnTo>
                  <a:cubicBezTo>
                    <a:pt x="1839593" y="394595"/>
                    <a:pt x="1915600" y="470602"/>
                    <a:pt x="1915600" y="564362"/>
                  </a:cubicBezTo>
                  <a:lnTo>
                    <a:pt x="1915600" y="1243407"/>
                  </a:lnTo>
                  <a:cubicBezTo>
                    <a:pt x="1915600" y="1337167"/>
                    <a:pt x="1839593" y="1413174"/>
                    <a:pt x="1745833" y="1413174"/>
                  </a:cubicBezTo>
                  <a:lnTo>
                    <a:pt x="169767" y="1413174"/>
                  </a:lnTo>
                  <a:cubicBezTo>
                    <a:pt x="76007" y="1413174"/>
                    <a:pt x="0" y="1337167"/>
                    <a:pt x="0" y="1243407"/>
                  </a:cubicBezTo>
                  <a:lnTo>
                    <a:pt x="0" y="564362"/>
                  </a:lnTo>
                  <a:cubicBezTo>
                    <a:pt x="0" y="470602"/>
                    <a:pt x="76007" y="394595"/>
                    <a:pt x="169767" y="394595"/>
                  </a:cubicBezTo>
                  <a:lnTo>
                    <a:pt x="917270" y="394595"/>
                  </a:lnTo>
                  <a:lnTo>
                    <a:pt x="917270" y="178409"/>
                  </a:lnTo>
                  <a:lnTo>
                    <a:pt x="643491" y="178409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88900" h="8890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706" dirty="0"/>
            </a:p>
          </p:txBody>
        </p:sp>
        <p:sp>
          <p:nvSpPr>
            <p:cNvPr id="149" name="矩形: 圆角 148">
              <a:extLst>
                <a:ext uri="{FF2B5EF4-FFF2-40B4-BE49-F238E27FC236}">
                  <a16:creationId xmlns:a16="http://schemas.microsoft.com/office/drawing/2014/main" id="{80CE37D0-6351-7D37-30BA-34FD774BB601}"/>
                </a:ext>
              </a:extLst>
            </p:cNvPr>
            <p:cNvSpPr/>
            <p:nvPr/>
          </p:nvSpPr>
          <p:spPr>
            <a:xfrm>
              <a:off x="7053254" y="2520177"/>
              <a:ext cx="1741650" cy="87835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6A7C6813-0BFD-74E6-DF7A-CBDAC4375B2C}"/>
                </a:ext>
              </a:extLst>
            </p:cNvPr>
            <p:cNvSpPr/>
            <p:nvPr/>
          </p:nvSpPr>
          <p:spPr>
            <a:xfrm>
              <a:off x="7174596" y="2560755"/>
              <a:ext cx="519811" cy="519811"/>
            </a:xfrm>
            <a:prstGeom prst="ellipse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51" name="椭圆 150">
              <a:extLst>
                <a:ext uri="{FF2B5EF4-FFF2-40B4-BE49-F238E27FC236}">
                  <a16:creationId xmlns:a16="http://schemas.microsoft.com/office/drawing/2014/main" id="{67E97CB9-AA41-17A3-50EA-BACEE0F06ED7}"/>
                </a:ext>
              </a:extLst>
            </p:cNvPr>
            <p:cNvSpPr/>
            <p:nvPr/>
          </p:nvSpPr>
          <p:spPr>
            <a:xfrm>
              <a:off x="8182113" y="2560755"/>
              <a:ext cx="519811" cy="519811"/>
            </a:xfrm>
            <a:prstGeom prst="ellipse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52" name="矩形: 圆角 151">
              <a:extLst>
                <a:ext uri="{FF2B5EF4-FFF2-40B4-BE49-F238E27FC236}">
                  <a16:creationId xmlns:a16="http://schemas.microsoft.com/office/drawing/2014/main" id="{7DC029E1-63B2-5945-2A1B-6B09E975C2F3}"/>
                </a:ext>
              </a:extLst>
            </p:cNvPr>
            <p:cNvSpPr/>
            <p:nvPr/>
          </p:nvSpPr>
          <p:spPr>
            <a:xfrm>
              <a:off x="7694407" y="3212175"/>
              <a:ext cx="546742" cy="111390"/>
            </a:xfrm>
            <a:prstGeom prst="roundRect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9CA6C2BF-9EB8-27C6-0D4D-E142F298C474}"/>
                </a:ext>
              </a:extLst>
            </p:cNvPr>
            <p:cNvSpPr/>
            <p:nvPr/>
          </p:nvSpPr>
          <p:spPr>
            <a:xfrm>
              <a:off x="7438820" y="2706012"/>
              <a:ext cx="253324" cy="253323"/>
            </a:xfrm>
            <a:prstGeom prst="ellipse">
              <a:avLst/>
            </a:prstGeom>
            <a:solidFill>
              <a:schemeClr val="tx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EF7755BC-B92B-F197-D359-5C43ADA3AB80}"/>
                </a:ext>
              </a:extLst>
            </p:cNvPr>
            <p:cNvSpPr/>
            <p:nvPr/>
          </p:nvSpPr>
          <p:spPr>
            <a:xfrm>
              <a:off x="8197036" y="2703169"/>
              <a:ext cx="253324" cy="253323"/>
            </a:xfrm>
            <a:prstGeom prst="ellipse">
              <a:avLst/>
            </a:prstGeom>
            <a:solidFill>
              <a:schemeClr val="tx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sp>
        <p:nvSpPr>
          <p:cNvPr id="155" name="箭头: 右 154">
            <a:extLst>
              <a:ext uri="{FF2B5EF4-FFF2-40B4-BE49-F238E27FC236}">
                <a16:creationId xmlns:a16="http://schemas.microsoft.com/office/drawing/2014/main" id="{837A10F7-CF43-A613-FC69-7F26BE951F75}"/>
              </a:ext>
            </a:extLst>
          </p:cNvPr>
          <p:cNvSpPr/>
          <p:nvPr/>
        </p:nvSpPr>
        <p:spPr>
          <a:xfrm rot="13576932">
            <a:off x="6654746" y="6123071"/>
            <a:ext cx="832381" cy="308344"/>
          </a:xfrm>
          <a:prstGeom prst="rightArrow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49789279-47D8-891C-CC68-38FB5E18A00D}"/>
              </a:ext>
            </a:extLst>
          </p:cNvPr>
          <p:cNvGrpSpPr/>
          <p:nvPr/>
        </p:nvGrpSpPr>
        <p:grpSpPr>
          <a:xfrm rot="3084174">
            <a:off x="7027662" y="6022794"/>
            <a:ext cx="136463" cy="580751"/>
            <a:chOff x="6192608" y="832156"/>
            <a:chExt cx="32302" cy="26396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4BBE1A28-563D-1A6D-87FF-2B8F8F0E3969}"/>
                </a:ext>
              </a:extLst>
            </p:cNvPr>
            <p:cNvSpPr/>
            <p:nvPr/>
          </p:nvSpPr>
          <p:spPr>
            <a:xfrm rot="18870730" flipH="1">
              <a:off x="6077727" y="947037"/>
              <a:ext cx="262063" cy="3230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0E7BB1C5-E459-164C-D81C-D18C80EDACE5}"/>
                </a:ext>
              </a:extLst>
            </p:cNvPr>
            <p:cNvSpPr/>
            <p:nvPr/>
          </p:nvSpPr>
          <p:spPr>
            <a:xfrm rot="13555562" flipH="1">
              <a:off x="6077652" y="950760"/>
              <a:ext cx="262062" cy="2866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9" name="箭头: 右 158">
            <a:extLst>
              <a:ext uri="{FF2B5EF4-FFF2-40B4-BE49-F238E27FC236}">
                <a16:creationId xmlns:a16="http://schemas.microsoft.com/office/drawing/2014/main" id="{84CB2F77-EDE4-0121-0DF3-5520171AC080}"/>
              </a:ext>
            </a:extLst>
          </p:cNvPr>
          <p:cNvSpPr/>
          <p:nvPr/>
        </p:nvSpPr>
        <p:spPr>
          <a:xfrm rot="8080731">
            <a:off x="6656348" y="7694386"/>
            <a:ext cx="832381" cy="308344"/>
          </a:xfrm>
          <a:prstGeom prst="rightArrow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C7103A60-F2CF-E846-3345-8ABAE29D1E44}"/>
              </a:ext>
            </a:extLst>
          </p:cNvPr>
          <p:cNvSpPr txBox="1"/>
          <p:nvPr/>
        </p:nvSpPr>
        <p:spPr>
          <a:xfrm>
            <a:off x="7142408" y="1186390"/>
            <a:ext cx="11476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Y|do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(X))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EBF8FF0-959D-6DAB-231D-06E58171560D}"/>
              </a:ext>
            </a:extLst>
          </p:cNvPr>
          <p:cNvSpPr txBox="1"/>
          <p:nvPr/>
        </p:nvSpPr>
        <p:spPr>
          <a:xfrm>
            <a:off x="526038" y="9153606"/>
            <a:ext cx="81734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进一步规整化排布，并加方框</a:t>
            </a:r>
          </a:p>
        </p:txBody>
      </p:sp>
    </p:spTree>
    <p:extLst>
      <p:ext uri="{BB962C8B-B14F-4D97-AF65-F5344CB8AC3E}">
        <p14:creationId xmlns:p14="http://schemas.microsoft.com/office/powerpoint/2010/main" val="4096135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00C206A4-446A-26C8-58BE-58BFDD958DD6}"/>
              </a:ext>
            </a:extLst>
          </p:cNvPr>
          <p:cNvSpPr/>
          <p:nvPr/>
        </p:nvSpPr>
        <p:spPr>
          <a:xfrm>
            <a:off x="981996" y="7449786"/>
            <a:ext cx="5525731" cy="1454089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prstDash val="lgDash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58A6C76-0496-C50A-114B-69762EF10AD0}"/>
              </a:ext>
            </a:extLst>
          </p:cNvPr>
          <p:cNvSpPr/>
          <p:nvPr/>
        </p:nvSpPr>
        <p:spPr>
          <a:xfrm>
            <a:off x="981996" y="5563925"/>
            <a:ext cx="5525731" cy="145476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  <a:prstDash val="lgDash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2D2401A-7C90-8855-7079-C57D9D681773}"/>
              </a:ext>
            </a:extLst>
          </p:cNvPr>
          <p:cNvSpPr/>
          <p:nvPr/>
        </p:nvSpPr>
        <p:spPr>
          <a:xfrm flipV="1">
            <a:off x="6666544" y="1619085"/>
            <a:ext cx="1903979" cy="2763827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75000"/>
              </a:schemeClr>
            </a:solidFill>
            <a:prstDash val="lgDash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F6976A-70E8-3A14-A9E1-610E7A44D1D1}"/>
              </a:ext>
            </a:extLst>
          </p:cNvPr>
          <p:cNvSpPr/>
          <p:nvPr/>
        </p:nvSpPr>
        <p:spPr>
          <a:xfrm>
            <a:off x="1002940" y="1385198"/>
            <a:ext cx="2470006" cy="3350516"/>
          </a:xfrm>
          <a:prstGeom prst="rect">
            <a:avLst/>
          </a:prstGeom>
          <a:solidFill>
            <a:srgbClr val="FADBE0"/>
          </a:solidFill>
          <a:ln w="25400">
            <a:solidFill>
              <a:srgbClr val="F98DA5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4585C6E-F988-3A96-9698-7EB8286C78E9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25714" y1="4843" x2="33810" y2="24501"/>
                        <a14:foregroundMark x1="6190" y1="94587" x2="27143" y2="90883"/>
                        <a14:foregroundMark x1="25714" y1="91168" x2="42381" y2="95726"/>
                        <a14:foregroundMark x1="42381" y1="96011" x2="84762" y2="93162"/>
                        <a14:foregroundMark x1="84762" y1="93447" x2="90952" y2="95157"/>
                        <a14:foregroundMark x1="88571" y1="93732" x2="90000" y2="79487"/>
                        <a14:foregroundMark x1="90000" y1="79202" x2="84286" y2="51282"/>
                        <a14:foregroundMark x1="84286" y1="51282" x2="67143" y2="21652"/>
                        <a14:foregroundMark x1="68095" y1="21937" x2="72857" y2="3419"/>
                        <a14:foregroundMark x1="72857" y1="4843" x2="67619" y2="3419"/>
                        <a14:foregroundMark x1="67619" y1="3419" x2="64286" y2="19943"/>
                        <a14:foregroundMark x1="64286" y1="19943" x2="33333" y2="19373"/>
                        <a14:foregroundMark x1="33810" y1="19373" x2="29524" y2="3419"/>
                        <a14:foregroundMark x1="29524" y1="3419" x2="23810" y2="3989"/>
                        <a14:foregroundMark x1="23810" y1="4274" x2="29524" y2="21083"/>
                        <a14:foregroundMark x1="29048" y1="21083" x2="19524" y2="41026"/>
                        <a14:foregroundMark x1="19524" y1="41026" x2="12381" y2="56410"/>
                        <a14:foregroundMark x1="12381" y1="56410" x2="6667" y2="74644"/>
                        <a14:foregroundMark x1="2857" y1="96866" x2="12857" y2="96011"/>
                        <a14:foregroundMark x1="11429" y1="96011" x2="33810" y2="92593"/>
                        <a14:foregroundMark x1="34286" y1="92593" x2="61905" y2="96296"/>
                        <a14:foregroundMark x1="41429" y1="94872" x2="40476" y2="98291"/>
                        <a14:foregroundMark x1="6190" y1="88319" x2="10476" y2="95726"/>
                        <a14:foregroundMark x1="6190" y1="94017" x2="5238" y2="96011"/>
                        <a14:foregroundMark x1="6190" y1="95442" x2="14286" y2="94587"/>
                        <a14:foregroundMark x1="8571" y1="89174" x2="4762" y2="951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86532" y="5604845"/>
            <a:ext cx="432000" cy="648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4F40B3B-D8F3-CA22-A943-B1572B97AEE1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964" y="8065988"/>
            <a:ext cx="432000" cy="720000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590732F-D973-3726-0723-AE728A7ABD13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827" y="8088520"/>
            <a:ext cx="432000" cy="720000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810E4D17-5DEE-5997-5CEC-0DFFA9CE2692}"/>
              </a:ext>
            </a:extLst>
          </p:cNvPr>
          <p:cNvGrpSpPr/>
          <p:nvPr/>
        </p:nvGrpSpPr>
        <p:grpSpPr>
          <a:xfrm>
            <a:off x="2313945" y="7709731"/>
            <a:ext cx="540000" cy="360000"/>
            <a:chOff x="7655447" y="6147079"/>
            <a:chExt cx="540000" cy="36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C9F6481E-6FAC-DE24-452C-A357D1799D47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210" r="17492" b="81684"/>
            <a:stretch/>
          </p:blipFill>
          <p:spPr>
            <a:xfrm>
              <a:off x="7655447" y="6147079"/>
              <a:ext cx="540000" cy="360000"/>
            </a:xfrm>
            <a:prstGeom prst="rect">
              <a:avLst/>
            </a:prstGeom>
          </p:spPr>
        </p:pic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048AE33-5B2E-1D31-B911-4556F8882ECF}"/>
                </a:ext>
              </a:extLst>
            </p:cNvPr>
            <p:cNvSpPr/>
            <p:nvPr/>
          </p:nvSpPr>
          <p:spPr>
            <a:xfrm>
              <a:off x="7807478" y="6192164"/>
              <a:ext cx="208416" cy="1709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D4B3F0B-B2A0-1EF8-98BC-E1D933124F8B}"/>
              </a:ext>
            </a:extLst>
          </p:cNvPr>
          <p:cNvGrpSpPr/>
          <p:nvPr/>
        </p:nvGrpSpPr>
        <p:grpSpPr>
          <a:xfrm>
            <a:off x="4552892" y="7687199"/>
            <a:ext cx="540000" cy="360000"/>
            <a:chOff x="9348708" y="6166329"/>
            <a:chExt cx="540000" cy="36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214081B2-D94F-40F6-A611-4FE719542E02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03" r="17399" b="81684"/>
            <a:stretch/>
          </p:blipFill>
          <p:spPr>
            <a:xfrm>
              <a:off x="9348708" y="6166329"/>
              <a:ext cx="540000" cy="360000"/>
            </a:xfrm>
            <a:prstGeom prst="rect">
              <a:avLst/>
            </a:prstGeom>
          </p:spPr>
        </p:pic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E7E454AC-6E80-636D-6164-002634B94882}"/>
                </a:ext>
              </a:extLst>
            </p:cNvPr>
            <p:cNvSpPr/>
            <p:nvPr/>
          </p:nvSpPr>
          <p:spPr>
            <a:xfrm>
              <a:off x="9490258" y="6196685"/>
              <a:ext cx="208416" cy="1709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pic>
        <p:nvPicPr>
          <p:cNvPr id="17" name="图片 16">
            <a:extLst>
              <a:ext uri="{FF2B5EF4-FFF2-40B4-BE49-F238E27FC236}">
                <a16:creationId xmlns:a16="http://schemas.microsoft.com/office/drawing/2014/main" id="{D1F964B7-9F3E-F4A7-895A-2A41070FDE3A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508" b="95611" l="2632" r="98355">
                        <a14:foregroundMark x1="35855" y1="2821" x2="36842" y2="2821"/>
                        <a14:foregroundMark x1="36184" y1="4702" x2="46382" y2="8777"/>
                        <a14:foregroundMark x1="66447" y1="3135" x2="71711" y2="7210"/>
                        <a14:foregroundMark x1="25987" y1="12539" x2="18750" y2="19122"/>
                        <a14:foregroundMark x1="23684" y1="19436" x2="13816" y2="33542"/>
                        <a14:foregroundMark x1="20066" y1="27586" x2="3289" y2="43260"/>
                        <a14:foregroundMark x1="13487" y1="38871" x2="17105" y2="25392"/>
                        <a14:foregroundMark x1="20724" y1="13166" x2="14474" y2="25392"/>
                        <a14:foregroundMark x1="21711" y1="12853" x2="10855" y2="29781"/>
                        <a14:foregroundMark x1="22697" y1="12853" x2="6579" y2="32915"/>
                        <a14:foregroundMark x1="23684" y1="11599" x2="14145" y2="17555"/>
                        <a14:foregroundMark x1="25000" y1="13166" x2="12829" y2="24765"/>
                        <a14:foregroundMark x1="12829" y1="29154" x2="4276" y2="41379"/>
                        <a14:foregroundMark x1="8882" y1="33856" x2="2632" y2="41693"/>
                        <a14:foregroundMark x1="88487" y1="23511" x2="99013" y2="45455"/>
                        <a14:foregroundMark x1="98026" y1="44514" x2="83553" y2="53918"/>
                        <a14:foregroundMark x1="83553" y1="53918" x2="80263" y2="49216"/>
                        <a14:foregroundMark x1="21382" y1="87774" x2="22039" y2="95611"/>
                        <a14:foregroundMark x1="23026" y1="94044" x2="81579" y2="956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30758" y="5662463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6CD3D90D-82F0-721B-F9EF-1C277C96E994}"/>
              </a:ext>
            </a:extLst>
          </p:cNvPr>
          <p:cNvGrpSpPr/>
          <p:nvPr/>
        </p:nvGrpSpPr>
        <p:grpSpPr>
          <a:xfrm>
            <a:off x="1125585" y="5805923"/>
            <a:ext cx="540000" cy="1080000"/>
            <a:chOff x="6578547" y="6152003"/>
            <a:chExt cx="540000" cy="108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AE834067-07F3-1677-BB97-D04A15A12B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8547" y="6152003"/>
              <a:ext cx="540000" cy="1080000"/>
            </a:xfrm>
            <a:prstGeom prst="rect">
              <a:avLst/>
            </a:prstGeom>
          </p:spPr>
        </p:pic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54F620D4-044B-D55B-C2DB-B3B5E44E965C}"/>
                </a:ext>
              </a:extLst>
            </p:cNvPr>
            <p:cNvSpPr/>
            <p:nvPr/>
          </p:nvSpPr>
          <p:spPr>
            <a:xfrm>
              <a:off x="6820494" y="6173267"/>
              <a:ext cx="111171" cy="10259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FFC423B-97DA-4850-CE57-99F710ABB7DD}"/>
              </a:ext>
            </a:extLst>
          </p:cNvPr>
          <p:cNvGrpSpPr/>
          <p:nvPr/>
        </p:nvGrpSpPr>
        <p:grpSpPr>
          <a:xfrm>
            <a:off x="5786502" y="5806769"/>
            <a:ext cx="540000" cy="1080000"/>
            <a:chOff x="10456554" y="6166329"/>
            <a:chExt cx="540000" cy="108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813CE11B-56FA-3F73-0A3E-BF20D0174B4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56554" y="6166329"/>
              <a:ext cx="540000" cy="1080000"/>
            </a:xfrm>
            <a:prstGeom prst="rect">
              <a:avLst/>
            </a:prstGeom>
          </p:spPr>
        </p:pic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0DB93E4-6D38-63E1-4A08-4D6D2779DB8C}"/>
                </a:ext>
              </a:extLst>
            </p:cNvPr>
            <p:cNvSpPr/>
            <p:nvPr/>
          </p:nvSpPr>
          <p:spPr>
            <a:xfrm>
              <a:off x="10708208" y="6187376"/>
              <a:ext cx="111171" cy="10259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47EA0F4-B34A-8D55-EC27-A746226AA4DF}"/>
              </a:ext>
            </a:extLst>
          </p:cNvPr>
          <p:cNvCxnSpPr>
            <a:cxnSpLocks/>
          </p:cNvCxnSpPr>
          <p:nvPr/>
        </p:nvCxnSpPr>
        <p:spPr>
          <a:xfrm>
            <a:off x="866131" y="5205508"/>
            <a:ext cx="7894269" cy="0"/>
          </a:xfrm>
          <a:prstGeom prst="line">
            <a:avLst/>
          </a:prstGeom>
          <a:ln w="254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24942448-9BF3-5944-E54E-60D2CBAD7C9B}"/>
              </a:ext>
            </a:extLst>
          </p:cNvPr>
          <p:cNvSpPr txBox="1"/>
          <p:nvPr/>
        </p:nvSpPr>
        <p:spPr>
          <a:xfrm>
            <a:off x="3693531" y="4768203"/>
            <a:ext cx="167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 Training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4F4BDE4-C483-2062-05D9-90B9991AD880}"/>
              </a:ext>
            </a:extLst>
          </p:cNvPr>
          <p:cNvSpPr txBox="1"/>
          <p:nvPr/>
        </p:nvSpPr>
        <p:spPr>
          <a:xfrm>
            <a:off x="2623420" y="8939484"/>
            <a:ext cx="5073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 Testing with unseen IDs and clothing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F515A05-F991-1C23-F3C5-3EF9D6A238D0}"/>
              </a:ext>
            </a:extLst>
          </p:cNvPr>
          <p:cNvGrpSpPr/>
          <p:nvPr/>
        </p:nvGrpSpPr>
        <p:grpSpPr>
          <a:xfrm>
            <a:off x="6952770" y="2392224"/>
            <a:ext cx="1531102" cy="1003588"/>
            <a:chOff x="6814322" y="2025491"/>
            <a:chExt cx="2225054" cy="1458451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4ECDDEB6-DEB5-C9A0-6F36-44D3B47F7595}"/>
                </a:ext>
              </a:extLst>
            </p:cNvPr>
            <p:cNvSpPr/>
            <p:nvPr/>
          </p:nvSpPr>
          <p:spPr>
            <a:xfrm>
              <a:off x="8728226" y="2582513"/>
              <a:ext cx="311150" cy="629662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E16CB241-E0E0-36B8-06D3-D6870F1DB221}"/>
                </a:ext>
              </a:extLst>
            </p:cNvPr>
            <p:cNvSpPr/>
            <p:nvPr/>
          </p:nvSpPr>
          <p:spPr>
            <a:xfrm>
              <a:off x="6814322" y="2622813"/>
              <a:ext cx="311150" cy="629662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85072DD9-3FD1-4066-9AB3-3558A9AC1B26}"/>
                </a:ext>
              </a:extLst>
            </p:cNvPr>
            <p:cNvSpPr/>
            <p:nvPr/>
          </p:nvSpPr>
          <p:spPr>
            <a:xfrm>
              <a:off x="6969897" y="2025491"/>
              <a:ext cx="1915601" cy="1458451"/>
            </a:xfrm>
            <a:custGeom>
              <a:avLst/>
              <a:gdLst>
                <a:gd name="connsiteX0" fmla="*/ 643491 w 1915600"/>
                <a:gd name="connsiteY0" fmla="*/ 0 h 1413174"/>
                <a:gd name="connsiteX1" fmla="*/ 1316852 w 1915600"/>
                <a:gd name="connsiteY1" fmla="*/ 0 h 1413174"/>
                <a:gd name="connsiteX2" fmla="*/ 1316852 w 1915600"/>
                <a:gd name="connsiteY2" fmla="*/ 178409 h 1413174"/>
                <a:gd name="connsiteX3" fmla="*/ 1078490 w 1915600"/>
                <a:gd name="connsiteY3" fmla="*/ 178409 h 1413174"/>
                <a:gd name="connsiteX4" fmla="*/ 1078490 w 1915600"/>
                <a:gd name="connsiteY4" fmla="*/ 394595 h 1413174"/>
                <a:gd name="connsiteX5" fmla="*/ 1745833 w 1915600"/>
                <a:gd name="connsiteY5" fmla="*/ 394595 h 1413174"/>
                <a:gd name="connsiteX6" fmla="*/ 1915600 w 1915600"/>
                <a:gd name="connsiteY6" fmla="*/ 564362 h 1413174"/>
                <a:gd name="connsiteX7" fmla="*/ 1915600 w 1915600"/>
                <a:gd name="connsiteY7" fmla="*/ 1243407 h 1413174"/>
                <a:gd name="connsiteX8" fmla="*/ 1745833 w 1915600"/>
                <a:gd name="connsiteY8" fmla="*/ 1413174 h 1413174"/>
                <a:gd name="connsiteX9" fmla="*/ 169767 w 1915600"/>
                <a:gd name="connsiteY9" fmla="*/ 1413174 h 1413174"/>
                <a:gd name="connsiteX10" fmla="*/ 0 w 1915600"/>
                <a:gd name="connsiteY10" fmla="*/ 1243407 h 1413174"/>
                <a:gd name="connsiteX11" fmla="*/ 0 w 1915600"/>
                <a:gd name="connsiteY11" fmla="*/ 564362 h 1413174"/>
                <a:gd name="connsiteX12" fmla="*/ 169767 w 1915600"/>
                <a:gd name="connsiteY12" fmla="*/ 394595 h 1413174"/>
                <a:gd name="connsiteX13" fmla="*/ 917270 w 1915600"/>
                <a:gd name="connsiteY13" fmla="*/ 394595 h 1413174"/>
                <a:gd name="connsiteX14" fmla="*/ 917270 w 1915600"/>
                <a:gd name="connsiteY14" fmla="*/ 178409 h 1413174"/>
                <a:gd name="connsiteX15" fmla="*/ 643491 w 1915600"/>
                <a:gd name="connsiteY15" fmla="*/ 178409 h 1413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15600" h="1413174">
                  <a:moveTo>
                    <a:pt x="643491" y="0"/>
                  </a:moveTo>
                  <a:lnTo>
                    <a:pt x="1316852" y="0"/>
                  </a:lnTo>
                  <a:lnTo>
                    <a:pt x="1316852" y="178409"/>
                  </a:lnTo>
                  <a:lnTo>
                    <a:pt x="1078490" y="178409"/>
                  </a:lnTo>
                  <a:lnTo>
                    <a:pt x="1078490" y="394595"/>
                  </a:lnTo>
                  <a:lnTo>
                    <a:pt x="1745833" y="394595"/>
                  </a:lnTo>
                  <a:cubicBezTo>
                    <a:pt x="1839593" y="394595"/>
                    <a:pt x="1915600" y="470602"/>
                    <a:pt x="1915600" y="564362"/>
                  </a:cubicBezTo>
                  <a:lnTo>
                    <a:pt x="1915600" y="1243407"/>
                  </a:lnTo>
                  <a:cubicBezTo>
                    <a:pt x="1915600" y="1337167"/>
                    <a:pt x="1839593" y="1413174"/>
                    <a:pt x="1745833" y="1413174"/>
                  </a:cubicBezTo>
                  <a:lnTo>
                    <a:pt x="169767" y="1413174"/>
                  </a:lnTo>
                  <a:cubicBezTo>
                    <a:pt x="76007" y="1413174"/>
                    <a:pt x="0" y="1337167"/>
                    <a:pt x="0" y="1243407"/>
                  </a:cubicBezTo>
                  <a:lnTo>
                    <a:pt x="0" y="564362"/>
                  </a:lnTo>
                  <a:cubicBezTo>
                    <a:pt x="0" y="470602"/>
                    <a:pt x="76007" y="394595"/>
                    <a:pt x="169767" y="394595"/>
                  </a:cubicBezTo>
                  <a:lnTo>
                    <a:pt x="917270" y="394595"/>
                  </a:lnTo>
                  <a:lnTo>
                    <a:pt x="917270" y="178409"/>
                  </a:lnTo>
                  <a:lnTo>
                    <a:pt x="643491" y="178409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88900" h="8890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706" dirty="0"/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2CB87FBE-D98D-F9F1-3FD4-AF1F64DDF1D5}"/>
                </a:ext>
              </a:extLst>
            </p:cNvPr>
            <p:cNvSpPr/>
            <p:nvPr/>
          </p:nvSpPr>
          <p:spPr>
            <a:xfrm>
              <a:off x="7053254" y="2520177"/>
              <a:ext cx="1741650" cy="87835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797F2E58-9AD0-9D30-1E00-F19EBDB7C817}"/>
                </a:ext>
              </a:extLst>
            </p:cNvPr>
            <p:cNvSpPr/>
            <p:nvPr/>
          </p:nvSpPr>
          <p:spPr>
            <a:xfrm>
              <a:off x="7174596" y="2560755"/>
              <a:ext cx="519811" cy="519811"/>
            </a:xfrm>
            <a:prstGeom prst="ellipse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92813A5C-232C-C361-05CE-0061798A94E9}"/>
                </a:ext>
              </a:extLst>
            </p:cNvPr>
            <p:cNvSpPr/>
            <p:nvPr/>
          </p:nvSpPr>
          <p:spPr>
            <a:xfrm>
              <a:off x="8182113" y="2560755"/>
              <a:ext cx="519811" cy="519811"/>
            </a:xfrm>
            <a:prstGeom prst="ellipse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094A320B-E9D4-E958-FB7D-173CFBE866D9}"/>
                </a:ext>
              </a:extLst>
            </p:cNvPr>
            <p:cNvSpPr/>
            <p:nvPr/>
          </p:nvSpPr>
          <p:spPr>
            <a:xfrm>
              <a:off x="7694407" y="3212175"/>
              <a:ext cx="546742" cy="111390"/>
            </a:xfrm>
            <a:prstGeom prst="roundRect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46F92C7E-061C-5FE9-0892-D029BB6A931D}"/>
                </a:ext>
              </a:extLst>
            </p:cNvPr>
            <p:cNvSpPr/>
            <p:nvPr/>
          </p:nvSpPr>
          <p:spPr>
            <a:xfrm>
              <a:off x="7438820" y="2706012"/>
              <a:ext cx="253324" cy="253323"/>
            </a:xfrm>
            <a:prstGeom prst="ellipse">
              <a:avLst/>
            </a:prstGeom>
            <a:solidFill>
              <a:schemeClr val="tx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298A24AC-A652-2DAA-92C9-BB52067AECAA}"/>
                </a:ext>
              </a:extLst>
            </p:cNvPr>
            <p:cNvSpPr/>
            <p:nvPr/>
          </p:nvSpPr>
          <p:spPr>
            <a:xfrm>
              <a:off x="8197036" y="2703169"/>
              <a:ext cx="253324" cy="253323"/>
            </a:xfrm>
            <a:prstGeom prst="ellipse">
              <a:avLst/>
            </a:prstGeom>
            <a:solidFill>
              <a:schemeClr val="tx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45F35C4F-3F2C-9F9D-8892-5CEEA6A88BC5}"/>
              </a:ext>
            </a:extLst>
          </p:cNvPr>
          <p:cNvSpPr/>
          <p:nvPr/>
        </p:nvSpPr>
        <p:spPr>
          <a:xfrm>
            <a:off x="615007" y="1774684"/>
            <a:ext cx="579412" cy="3265073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D3023F8-B83E-08F3-16FD-5EDEFDEDF575}"/>
              </a:ext>
            </a:extLst>
          </p:cNvPr>
          <p:cNvSpPr/>
          <p:nvPr/>
        </p:nvSpPr>
        <p:spPr>
          <a:xfrm>
            <a:off x="1206166" y="1394356"/>
            <a:ext cx="2282977" cy="36749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070873B-1022-6A69-6239-FBE39371C6EF}"/>
              </a:ext>
            </a:extLst>
          </p:cNvPr>
          <p:cNvSpPr/>
          <p:nvPr/>
        </p:nvSpPr>
        <p:spPr>
          <a:xfrm>
            <a:off x="2848022" y="4127440"/>
            <a:ext cx="619341" cy="58035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EFBFAC2-3B61-E33C-C7F6-4D2187C01A1C}"/>
              </a:ext>
            </a:extLst>
          </p:cNvPr>
          <p:cNvSpPr/>
          <p:nvPr/>
        </p:nvSpPr>
        <p:spPr>
          <a:xfrm>
            <a:off x="2225722" y="3540290"/>
            <a:ext cx="619340" cy="58035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46579FA-4078-438B-D266-30D32F7A8052}"/>
              </a:ext>
            </a:extLst>
          </p:cNvPr>
          <p:cNvSpPr/>
          <p:nvPr/>
        </p:nvSpPr>
        <p:spPr>
          <a:xfrm>
            <a:off x="2229165" y="2956983"/>
            <a:ext cx="617405" cy="58035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FE1D40C-FD19-1EAF-11D5-C22D6F6CA800}"/>
              </a:ext>
            </a:extLst>
          </p:cNvPr>
          <p:cNvSpPr/>
          <p:nvPr/>
        </p:nvSpPr>
        <p:spPr>
          <a:xfrm>
            <a:off x="1599567" y="2363364"/>
            <a:ext cx="608785" cy="58035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1985CF6-0343-C535-6A12-DAD387693987}"/>
              </a:ext>
            </a:extLst>
          </p:cNvPr>
          <p:cNvSpPr/>
          <p:nvPr/>
        </p:nvSpPr>
        <p:spPr>
          <a:xfrm>
            <a:off x="1600923" y="1780057"/>
            <a:ext cx="617405" cy="58035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6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011D47A3-8BD6-1822-C8B5-8FF00807AFF2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78" t="16425" r="25062" b="35359"/>
          <a:stretch/>
        </p:blipFill>
        <p:spPr>
          <a:xfrm>
            <a:off x="1020852" y="2983845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E4BF0809-187B-0EE4-0023-2EE4D30ED1C5}"/>
              </a:ext>
            </a:extLst>
          </p:cNvPr>
          <p:cNvSpPr txBox="1"/>
          <p:nvPr/>
        </p:nvSpPr>
        <p:spPr>
          <a:xfrm>
            <a:off x="1638852" y="1412819"/>
            <a:ext cx="6366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1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40FA386-EE31-9D90-E2BD-53CA93AEE9D6}"/>
              </a:ext>
            </a:extLst>
          </p:cNvPr>
          <p:cNvSpPr txBox="1"/>
          <p:nvPr/>
        </p:nvSpPr>
        <p:spPr>
          <a:xfrm>
            <a:off x="2275530" y="1409651"/>
            <a:ext cx="6366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2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98E318F-855C-357E-8861-DB4B808106EB}"/>
              </a:ext>
            </a:extLst>
          </p:cNvPr>
          <p:cNvSpPr txBox="1"/>
          <p:nvPr/>
        </p:nvSpPr>
        <p:spPr>
          <a:xfrm>
            <a:off x="2912208" y="1417137"/>
            <a:ext cx="6366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3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F72A752-F993-B650-FE9B-BDE61D26CCBC}"/>
              </a:ext>
            </a:extLst>
          </p:cNvPr>
          <p:cNvSpPr txBox="1"/>
          <p:nvPr/>
        </p:nvSpPr>
        <p:spPr>
          <a:xfrm>
            <a:off x="792720" y="1030055"/>
            <a:ext cx="2851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Clothes Ownership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7D6FCC3D-82BC-C4D7-5AF3-781FD25B2E01}"/>
              </a:ext>
            </a:extLst>
          </p:cNvPr>
          <p:cNvPicPr preferRelativeResize="0">
            <a:picLocks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220" b="96037" l="2961" r="96382">
                        <a14:foregroundMark x1="29605" y1="13720" x2="36184" y2="3963"/>
                        <a14:foregroundMark x1="61513" y1="13110" x2="60197" y2="1524"/>
                        <a14:foregroundMark x1="17434" y1="20122" x2="2961" y2="36280"/>
                        <a14:foregroundMark x1="33553" y1="58232" x2="30592" y2="96037"/>
                        <a14:foregroundMark x1="84868" y1="27439" x2="96382" y2="362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281" y="2397780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F851386D-8E48-8CE6-6582-DD75C099F0E8}"/>
              </a:ext>
            </a:extLst>
          </p:cNvPr>
          <p:cNvCxnSpPr>
            <a:cxnSpLocks/>
          </p:cNvCxnSpPr>
          <p:nvPr/>
        </p:nvCxnSpPr>
        <p:spPr>
          <a:xfrm>
            <a:off x="1003229" y="1778840"/>
            <a:ext cx="2464134" cy="0"/>
          </a:xfrm>
          <a:prstGeom prst="line">
            <a:avLst/>
          </a:prstGeom>
          <a:ln w="25400">
            <a:solidFill>
              <a:srgbClr val="F98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01AFE369-CC9D-FE80-4F39-7979EAC6AFF3}"/>
              </a:ext>
            </a:extLst>
          </p:cNvPr>
          <p:cNvCxnSpPr>
            <a:cxnSpLocks/>
          </p:cNvCxnSpPr>
          <p:nvPr/>
        </p:nvCxnSpPr>
        <p:spPr>
          <a:xfrm>
            <a:off x="1600357" y="2365990"/>
            <a:ext cx="1867006" cy="0"/>
          </a:xfrm>
          <a:prstGeom prst="line">
            <a:avLst/>
          </a:prstGeom>
          <a:ln w="25400">
            <a:solidFill>
              <a:srgbClr val="F98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CF4001B8-15FA-F407-3D74-8D1D2AF6125A}"/>
              </a:ext>
            </a:extLst>
          </p:cNvPr>
          <p:cNvCxnSpPr>
            <a:cxnSpLocks/>
          </p:cNvCxnSpPr>
          <p:nvPr/>
        </p:nvCxnSpPr>
        <p:spPr>
          <a:xfrm>
            <a:off x="1590378" y="2953140"/>
            <a:ext cx="1876985" cy="0"/>
          </a:xfrm>
          <a:prstGeom prst="line">
            <a:avLst/>
          </a:prstGeom>
          <a:ln w="25400">
            <a:solidFill>
              <a:srgbClr val="F98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EA1DF2EF-450A-55FF-5A92-2DA9F56DD923}"/>
              </a:ext>
            </a:extLst>
          </p:cNvPr>
          <p:cNvCxnSpPr>
            <a:cxnSpLocks/>
          </p:cNvCxnSpPr>
          <p:nvPr/>
        </p:nvCxnSpPr>
        <p:spPr>
          <a:xfrm>
            <a:off x="1590378" y="3540290"/>
            <a:ext cx="1876985" cy="0"/>
          </a:xfrm>
          <a:prstGeom prst="line">
            <a:avLst/>
          </a:prstGeom>
          <a:ln w="25400">
            <a:solidFill>
              <a:srgbClr val="F98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69EAC1CA-5FE9-30BE-623D-D7E17D20CCC5}"/>
              </a:ext>
            </a:extLst>
          </p:cNvPr>
          <p:cNvCxnSpPr>
            <a:cxnSpLocks/>
          </p:cNvCxnSpPr>
          <p:nvPr/>
        </p:nvCxnSpPr>
        <p:spPr>
          <a:xfrm>
            <a:off x="1600357" y="4127440"/>
            <a:ext cx="1867006" cy="0"/>
          </a:xfrm>
          <a:prstGeom prst="line">
            <a:avLst/>
          </a:prstGeom>
          <a:ln w="25400">
            <a:solidFill>
              <a:srgbClr val="F98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7F46B3AF-EE37-0A26-7E29-11CF7C4678D3}"/>
              </a:ext>
            </a:extLst>
          </p:cNvPr>
          <p:cNvCxnSpPr>
            <a:cxnSpLocks/>
          </p:cNvCxnSpPr>
          <p:nvPr/>
        </p:nvCxnSpPr>
        <p:spPr>
          <a:xfrm>
            <a:off x="1590378" y="1394808"/>
            <a:ext cx="0" cy="3340906"/>
          </a:xfrm>
          <a:prstGeom prst="line">
            <a:avLst/>
          </a:prstGeom>
          <a:ln w="25400">
            <a:solidFill>
              <a:srgbClr val="F98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61B2A1F7-8D20-E5AA-35AD-0AFECB04D438}"/>
              </a:ext>
            </a:extLst>
          </p:cNvPr>
          <p:cNvCxnSpPr>
            <a:cxnSpLocks/>
          </p:cNvCxnSpPr>
          <p:nvPr/>
        </p:nvCxnSpPr>
        <p:spPr>
          <a:xfrm>
            <a:off x="2218620" y="1778840"/>
            <a:ext cx="0" cy="2956874"/>
          </a:xfrm>
          <a:prstGeom prst="line">
            <a:avLst/>
          </a:prstGeom>
          <a:ln w="25400">
            <a:solidFill>
              <a:srgbClr val="F98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B755FF61-8922-45FD-1A7E-2F09D00B8148}"/>
              </a:ext>
            </a:extLst>
          </p:cNvPr>
          <p:cNvCxnSpPr>
            <a:cxnSpLocks/>
          </p:cNvCxnSpPr>
          <p:nvPr/>
        </p:nvCxnSpPr>
        <p:spPr>
          <a:xfrm>
            <a:off x="2846572" y="1774566"/>
            <a:ext cx="0" cy="2961148"/>
          </a:xfrm>
          <a:prstGeom prst="line">
            <a:avLst/>
          </a:prstGeom>
          <a:ln w="25400">
            <a:solidFill>
              <a:srgbClr val="F98D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图片 57">
            <a:extLst>
              <a:ext uri="{FF2B5EF4-FFF2-40B4-BE49-F238E27FC236}">
                <a16:creationId xmlns:a16="http://schemas.microsoft.com/office/drawing/2014/main" id="{6F6AAD5A-784A-E9F3-C860-D41D0EFBDB72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38" t="12270" r="25308" b="30944"/>
          <a:stretch/>
        </p:blipFill>
        <p:spPr>
          <a:xfrm>
            <a:off x="1017613" y="4143276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1D4E7AD3-F8A7-EBE7-1CD5-186B0531CCA0}"/>
              </a:ext>
            </a:extLst>
          </p:cNvPr>
          <p:cNvSpPr txBox="1"/>
          <p:nvPr/>
        </p:nvSpPr>
        <p:spPr>
          <a:xfrm>
            <a:off x="1665843" y="1851328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✔</a:t>
            </a:r>
            <a:endParaRPr lang="zh-CN" altLang="en-US" sz="28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F615149-BCB7-3042-B0A4-B76BBF872901}"/>
              </a:ext>
            </a:extLst>
          </p:cNvPr>
          <p:cNvSpPr txBox="1"/>
          <p:nvPr/>
        </p:nvSpPr>
        <p:spPr>
          <a:xfrm>
            <a:off x="1660052" y="2441329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✔</a:t>
            </a:r>
            <a:endParaRPr lang="zh-CN" altLang="en-US" sz="28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D286330D-80C5-F61B-23E3-7070B99E1F7C}"/>
              </a:ext>
            </a:extLst>
          </p:cNvPr>
          <p:cNvSpPr txBox="1"/>
          <p:nvPr/>
        </p:nvSpPr>
        <p:spPr>
          <a:xfrm>
            <a:off x="2307893" y="2993940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✔</a:t>
            </a:r>
            <a:endParaRPr lang="zh-CN" altLang="en-US" sz="28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81C8152-1FBA-3119-67D7-5B11A92FDF08}"/>
              </a:ext>
            </a:extLst>
          </p:cNvPr>
          <p:cNvSpPr txBox="1"/>
          <p:nvPr/>
        </p:nvSpPr>
        <p:spPr>
          <a:xfrm>
            <a:off x="2302102" y="3583941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✔</a:t>
            </a:r>
            <a:endParaRPr lang="zh-CN" altLang="en-US" sz="280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DCBAEF3-6D9D-2957-AFBA-F026BE293C51}"/>
              </a:ext>
            </a:extLst>
          </p:cNvPr>
          <p:cNvSpPr txBox="1"/>
          <p:nvPr/>
        </p:nvSpPr>
        <p:spPr>
          <a:xfrm>
            <a:off x="2932582" y="4188836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✔</a:t>
            </a:r>
            <a:endParaRPr lang="zh-CN" altLang="en-US" sz="28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691F3D5-BDEB-C416-AEFE-308D96BB78F4}"/>
              </a:ext>
            </a:extLst>
          </p:cNvPr>
          <p:cNvSpPr txBox="1"/>
          <p:nvPr/>
        </p:nvSpPr>
        <p:spPr>
          <a:xfrm>
            <a:off x="2319595" y="1828645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×</a:t>
            </a:r>
            <a:endParaRPr lang="zh-CN" altLang="en-US" sz="2800" b="1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4098C2A6-3BE6-F271-4CBF-B6C8213E5E11}"/>
              </a:ext>
            </a:extLst>
          </p:cNvPr>
          <p:cNvSpPr txBox="1"/>
          <p:nvPr/>
        </p:nvSpPr>
        <p:spPr>
          <a:xfrm>
            <a:off x="2943105" y="1829117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×</a:t>
            </a:r>
            <a:endParaRPr lang="zh-CN" altLang="en-US" sz="2800" b="1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3AA6FA1F-D46C-4BC1-2B13-E5C0D15B9876}"/>
              </a:ext>
            </a:extLst>
          </p:cNvPr>
          <p:cNvSpPr txBox="1"/>
          <p:nvPr/>
        </p:nvSpPr>
        <p:spPr>
          <a:xfrm>
            <a:off x="2329518" y="2417475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×</a:t>
            </a:r>
            <a:endParaRPr lang="zh-CN" altLang="en-US" sz="2800" b="1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C6C01431-7623-436C-2597-F7D9E52A1E66}"/>
              </a:ext>
            </a:extLst>
          </p:cNvPr>
          <p:cNvSpPr txBox="1"/>
          <p:nvPr/>
        </p:nvSpPr>
        <p:spPr>
          <a:xfrm>
            <a:off x="2953028" y="2417947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×</a:t>
            </a:r>
            <a:endParaRPr lang="zh-CN" altLang="en-US" sz="2800" b="1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BEA8C62-C1D1-5C76-DAD3-2D45592745C2}"/>
              </a:ext>
            </a:extLst>
          </p:cNvPr>
          <p:cNvSpPr txBox="1"/>
          <p:nvPr/>
        </p:nvSpPr>
        <p:spPr>
          <a:xfrm>
            <a:off x="1681923" y="4168454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×</a:t>
            </a:r>
            <a:endParaRPr lang="zh-CN" altLang="en-US" sz="2800" b="1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DCC9029C-ECBF-5285-5917-7E5C81F67B7D}"/>
              </a:ext>
            </a:extLst>
          </p:cNvPr>
          <p:cNvSpPr txBox="1"/>
          <p:nvPr/>
        </p:nvSpPr>
        <p:spPr>
          <a:xfrm>
            <a:off x="2305433" y="4168926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×</a:t>
            </a:r>
            <a:endParaRPr lang="zh-CN" altLang="en-US" sz="2800" b="1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CB8180FE-AEEB-E2A2-4D42-7B52FAED9031}"/>
              </a:ext>
            </a:extLst>
          </p:cNvPr>
          <p:cNvSpPr txBox="1"/>
          <p:nvPr/>
        </p:nvSpPr>
        <p:spPr>
          <a:xfrm>
            <a:off x="1672000" y="2999315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×</a:t>
            </a:r>
            <a:endParaRPr lang="zh-CN" altLang="en-US" sz="2800" b="1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864CE3BA-6578-56E9-B47E-5ABA8F8ACD58}"/>
              </a:ext>
            </a:extLst>
          </p:cNvPr>
          <p:cNvSpPr txBox="1"/>
          <p:nvPr/>
        </p:nvSpPr>
        <p:spPr>
          <a:xfrm>
            <a:off x="1681923" y="3588145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×</a:t>
            </a:r>
            <a:endParaRPr lang="zh-CN" altLang="en-US" sz="2800" b="1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EEBD3F5E-1D3A-0ED7-D8C1-2E224C4C494A}"/>
              </a:ext>
            </a:extLst>
          </p:cNvPr>
          <p:cNvSpPr txBox="1"/>
          <p:nvPr/>
        </p:nvSpPr>
        <p:spPr>
          <a:xfrm>
            <a:off x="2959312" y="2999315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×</a:t>
            </a:r>
            <a:endParaRPr lang="zh-CN" altLang="en-US" sz="2800" b="1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DE3D753-1017-6E7F-2B9A-8418B615ED74}"/>
              </a:ext>
            </a:extLst>
          </p:cNvPr>
          <p:cNvSpPr txBox="1"/>
          <p:nvPr/>
        </p:nvSpPr>
        <p:spPr>
          <a:xfrm>
            <a:off x="2969235" y="3588145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/>
              <a:t>×</a:t>
            </a:r>
            <a:endParaRPr lang="zh-CN" altLang="en-US" sz="2800" b="1" dirty="0"/>
          </a:p>
        </p:txBody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874E2ADE-2F2D-F5BE-7B2C-907463B830DD}"/>
              </a:ext>
            </a:extLst>
          </p:cNvPr>
          <p:cNvPicPr preferRelativeResize="0">
            <a:picLocks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0" b="98901" l="9831" r="8983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996" y="3576287"/>
            <a:ext cx="625127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F94D2333-9ECB-E68E-5363-F67446D2B6E5}"/>
              </a:ext>
            </a:extLst>
          </p:cNvPr>
          <p:cNvPicPr preferRelativeResize="0">
            <a:picLocks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2417" b="97281" l="3106" r="97516">
                        <a14:foregroundMark x1="33851" y1="12689" x2="41925" y2="5136"/>
                        <a14:foregroundMark x1="42236" y1="7855" x2="56832" y2="3323"/>
                        <a14:foregroundMark x1="19565" y1="32931" x2="3416" y2="46828"/>
                        <a14:foregroundMark x1="6522" y1="47734" x2="18323" y2="57704"/>
                        <a14:foregroundMark x1="18944" y1="59215" x2="18012" y2="92145"/>
                        <a14:foregroundMark x1="19255" y1="89426" x2="46273" y2="97583"/>
                        <a14:foregroundMark x1="45031" y1="93051" x2="77950" y2="92447"/>
                        <a14:foregroundMark x1="79814" y1="90332" x2="83230" y2="58006"/>
                        <a14:foregroundMark x1="83540" y1="57402" x2="94720" y2="47734"/>
                        <a14:foregroundMark x1="89130" y1="39577" x2="97516" y2="483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54" y="1805830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65B9EF13-616E-8CA2-0E34-A9B3A074C9E2}"/>
              </a:ext>
            </a:extLst>
          </p:cNvPr>
          <p:cNvSpPr/>
          <p:nvPr/>
        </p:nvSpPr>
        <p:spPr>
          <a:xfrm>
            <a:off x="3636532" y="1379552"/>
            <a:ext cx="2886011" cy="145476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  <a:prstDash val="lgDash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34092A8F-07E5-7935-B572-7BD569DD86D4}"/>
              </a:ext>
            </a:extLst>
          </p:cNvPr>
          <p:cNvSpPr txBox="1"/>
          <p:nvPr/>
        </p:nvSpPr>
        <p:spPr>
          <a:xfrm>
            <a:off x="3903560" y="1036117"/>
            <a:ext cx="2307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Clothing Shortcut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070661EF-0FB3-2394-1E1F-2D9B02506921}"/>
              </a:ext>
            </a:extLst>
          </p:cNvPr>
          <p:cNvGrpSpPr/>
          <p:nvPr/>
        </p:nvGrpSpPr>
        <p:grpSpPr>
          <a:xfrm>
            <a:off x="3724602" y="1542026"/>
            <a:ext cx="540000" cy="1080000"/>
            <a:chOff x="4743850" y="3851366"/>
            <a:chExt cx="540000" cy="108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79" name="图片 78">
              <a:extLst>
                <a:ext uri="{FF2B5EF4-FFF2-40B4-BE49-F238E27FC236}">
                  <a16:creationId xmlns:a16="http://schemas.microsoft.com/office/drawing/2014/main" id="{DC430719-1BB2-035B-A9FB-8BF501693A6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3850" y="3851366"/>
              <a:ext cx="540000" cy="1080000"/>
            </a:xfrm>
            <a:prstGeom prst="rect">
              <a:avLst/>
            </a:prstGeom>
          </p:spPr>
        </p:pic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FABBD498-2540-D1FB-5223-BA86D0DB4DC9}"/>
                </a:ext>
              </a:extLst>
            </p:cNvPr>
            <p:cNvSpPr/>
            <p:nvPr/>
          </p:nvSpPr>
          <p:spPr>
            <a:xfrm>
              <a:off x="4966226" y="3917865"/>
              <a:ext cx="111171" cy="10259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pic>
        <p:nvPicPr>
          <p:cNvPr id="81" name="图片 80">
            <a:extLst>
              <a:ext uri="{FF2B5EF4-FFF2-40B4-BE49-F238E27FC236}">
                <a16:creationId xmlns:a16="http://schemas.microsoft.com/office/drawing/2014/main" id="{74B1B564-96AF-FE71-C54C-684E432A1FDA}"/>
              </a:ext>
            </a:extLst>
          </p:cNvPr>
          <p:cNvPicPr preferRelativeResize="0">
            <a:picLocks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2417" b="97281" l="3106" r="97516">
                        <a14:foregroundMark x1="33851" y1="12689" x2="41925" y2="5136"/>
                        <a14:foregroundMark x1="42236" y1="7855" x2="56832" y2="3323"/>
                        <a14:foregroundMark x1="19565" y1="32931" x2="3416" y2="46828"/>
                        <a14:foregroundMark x1="6522" y1="47734" x2="18323" y2="57704"/>
                        <a14:foregroundMark x1="18944" y1="59215" x2="18012" y2="92145"/>
                        <a14:foregroundMark x1="19255" y1="89426" x2="46273" y2="97583"/>
                        <a14:foregroundMark x1="45031" y1="93051" x2="77950" y2="92447"/>
                        <a14:foregroundMark x1="79814" y1="90332" x2="83230" y2="58006"/>
                        <a14:foregroundMark x1="83540" y1="57402" x2="94720" y2="47734"/>
                        <a14:foregroundMark x1="89130" y1="39577" x2="97516" y2="483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751" y="1449165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B0B5B15F-1BAB-9387-0927-6CC8F6BD9EF7}"/>
              </a:ext>
            </a:extLst>
          </p:cNvPr>
          <p:cNvCxnSpPr>
            <a:cxnSpLocks/>
          </p:cNvCxnSpPr>
          <p:nvPr/>
        </p:nvCxnSpPr>
        <p:spPr>
          <a:xfrm>
            <a:off x="4306242" y="1786856"/>
            <a:ext cx="451509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5F36B902-18F0-4EBD-15E2-443B38DB7E88}"/>
              </a:ext>
            </a:extLst>
          </p:cNvPr>
          <p:cNvCxnSpPr>
            <a:cxnSpLocks/>
          </p:cNvCxnSpPr>
          <p:nvPr/>
        </p:nvCxnSpPr>
        <p:spPr>
          <a:xfrm>
            <a:off x="5297751" y="1786856"/>
            <a:ext cx="773016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CC644B67-DFFE-4A6F-75D5-C1F1436157DC}"/>
              </a:ext>
            </a:extLst>
          </p:cNvPr>
          <p:cNvSpPr txBox="1"/>
          <p:nvPr/>
        </p:nvSpPr>
        <p:spPr>
          <a:xfrm>
            <a:off x="6006331" y="1608525"/>
            <a:ext cx="6366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1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5A518E1D-A4F9-99A4-876F-7198141843B2}"/>
              </a:ext>
            </a:extLst>
          </p:cNvPr>
          <p:cNvCxnSpPr>
            <a:cxnSpLocks/>
          </p:cNvCxnSpPr>
          <p:nvPr/>
        </p:nvCxnSpPr>
        <p:spPr>
          <a:xfrm flipV="1">
            <a:off x="5805976" y="1786856"/>
            <a:ext cx="0" cy="63277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FE8F34A8-E50B-8DF6-7C04-54FC380D64AC}"/>
              </a:ext>
            </a:extLst>
          </p:cNvPr>
          <p:cNvCxnSpPr>
            <a:cxnSpLocks/>
          </p:cNvCxnSpPr>
          <p:nvPr/>
        </p:nvCxnSpPr>
        <p:spPr>
          <a:xfrm>
            <a:off x="5575297" y="2403941"/>
            <a:ext cx="24940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8A1A1909-BED8-E440-83C8-79810D683F26}"/>
              </a:ext>
            </a:extLst>
          </p:cNvPr>
          <p:cNvSpPr/>
          <p:nvPr/>
        </p:nvSpPr>
        <p:spPr>
          <a:xfrm>
            <a:off x="3635007" y="3262679"/>
            <a:ext cx="2886011" cy="1454089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75000"/>
              </a:schemeClr>
            </a:solidFill>
            <a:prstDash val="lgDash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6E14A072-BDE7-91B2-31CB-C6170D9982D6}"/>
              </a:ext>
            </a:extLst>
          </p:cNvPr>
          <p:cNvSpPr txBox="1"/>
          <p:nvPr/>
        </p:nvSpPr>
        <p:spPr>
          <a:xfrm>
            <a:off x="3754395" y="2919123"/>
            <a:ext cx="2745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Causal Relationship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52618AC7-E4FA-C94A-DAC7-BC85874DECF5}"/>
              </a:ext>
            </a:extLst>
          </p:cNvPr>
          <p:cNvSpPr txBox="1"/>
          <p:nvPr/>
        </p:nvSpPr>
        <p:spPr>
          <a:xfrm>
            <a:off x="5998156" y="3750059"/>
            <a:ext cx="6366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1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0" name="图片 89">
            <a:extLst>
              <a:ext uri="{FF2B5EF4-FFF2-40B4-BE49-F238E27FC236}">
                <a16:creationId xmlns:a16="http://schemas.microsoft.com/office/drawing/2014/main" id="{DAD4889A-CA57-C878-8CB6-1B26BEB1E4F3}"/>
              </a:ext>
            </a:extLst>
          </p:cNvPr>
          <p:cNvPicPr preferRelativeResize="0">
            <a:picLocks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357" y="3809935"/>
            <a:ext cx="432000" cy="720000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grpSp>
        <p:nvGrpSpPr>
          <p:cNvPr id="91" name="组合 90">
            <a:extLst>
              <a:ext uri="{FF2B5EF4-FFF2-40B4-BE49-F238E27FC236}">
                <a16:creationId xmlns:a16="http://schemas.microsoft.com/office/drawing/2014/main" id="{BBC780D8-DEE4-90DE-5E99-BD0EC4ECFBEA}"/>
              </a:ext>
            </a:extLst>
          </p:cNvPr>
          <p:cNvGrpSpPr/>
          <p:nvPr/>
        </p:nvGrpSpPr>
        <p:grpSpPr>
          <a:xfrm>
            <a:off x="4875026" y="3435517"/>
            <a:ext cx="540000" cy="360000"/>
            <a:chOff x="6624133" y="3790205"/>
            <a:chExt cx="720000" cy="54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92" name="图片 91">
              <a:extLst>
                <a:ext uri="{FF2B5EF4-FFF2-40B4-BE49-F238E27FC236}">
                  <a16:creationId xmlns:a16="http://schemas.microsoft.com/office/drawing/2014/main" id="{462C5A44-74E7-0C96-7DD2-6B17033D943D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843" r="21192" b="81901"/>
            <a:stretch/>
          </p:blipFill>
          <p:spPr>
            <a:xfrm>
              <a:off x="6624133" y="3790205"/>
              <a:ext cx="720000" cy="540000"/>
            </a:xfrm>
            <a:prstGeom prst="rect">
              <a:avLst/>
            </a:prstGeom>
          </p:spPr>
        </p:pic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E07B1A56-7451-16BC-38F0-96AAB5CFE1DF}"/>
                </a:ext>
              </a:extLst>
            </p:cNvPr>
            <p:cNvSpPr/>
            <p:nvPr/>
          </p:nvSpPr>
          <p:spPr>
            <a:xfrm>
              <a:off x="6865409" y="3861803"/>
              <a:ext cx="277888" cy="25644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3799D7CC-9433-71AE-0E8B-49CD5967BBA2}"/>
              </a:ext>
            </a:extLst>
          </p:cNvPr>
          <p:cNvCxnSpPr>
            <a:cxnSpLocks/>
          </p:cNvCxnSpPr>
          <p:nvPr/>
        </p:nvCxnSpPr>
        <p:spPr>
          <a:xfrm>
            <a:off x="5443081" y="3945939"/>
            <a:ext cx="58230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图片 94">
            <a:extLst>
              <a:ext uri="{FF2B5EF4-FFF2-40B4-BE49-F238E27FC236}">
                <a16:creationId xmlns:a16="http://schemas.microsoft.com/office/drawing/2014/main" id="{59A62601-F33C-12CC-EC43-275E42333A0F}"/>
              </a:ext>
            </a:extLst>
          </p:cNvPr>
          <p:cNvPicPr preferRelativeResize="0">
            <a:picLocks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679" y="3434305"/>
            <a:ext cx="540000" cy="1080000"/>
          </a:xfrm>
          <a:prstGeom prst="rect">
            <a:avLst/>
          </a:prstGeom>
        </p:spPr>
      </p:pic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B37E9B1E-531E-AAFF-F1D9-CDFD4DA3CB77}"/>
              </a:ext>
            </a:extLst>
          </p:cNvPr>
          <p:cNvCxnSpPr>
            <a:cxnSpLocks/>
          </p:cNvCxnSpPr>
          <p:nvPr/>
        </p:nvCxnSpPr>
        <p:spPr>
          <a:xfrm>
            <a:off x="4339690" y="3941422"/>
            <a:ext cx="58230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158F4546-704B-3A44-6BCA-4C6E57C32ACD}"/>
              </a:ext>
            </a:extLst>
          </p:cNvPr>
          <p:cNvSpPr txBox="1"/>
          <p:nvPr/>
        </p:nvSpPr>
        <p:spPr>
          <a:xfrm>
            <a:off x="2533767" y="5212954"/>
            <a:ext cx="2307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Clothing Shortcut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05AC33FB-15FE-F7B1-F70C-6E7B854B9055}"/>
              </a:ext>
            </a:extLst>
          </p:cNvPr>
          <p:cNvCxnSpPr>
            <a:cxnSpLocks/>
          </p:cNvCxnSpPr>
          <p:nvPr/>
        </p:nvCxnSpPr>
        <p:spPr>
          <a:xfrm>
            <a:off x="1711024" y="5970383"/>
            <a:ext cx="451509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F734C8D5-281C-E0C7-E196-BAAD7BF02FDC}"/>
              </a:ext>
            </a:extLst>
          </p:cNvPr>
          <p:cNvCxnSpPr>
            <a:cxnSpLocks/>
          </p:cNvCxnSpPr>
          <p:nvPr/>
        </p:nvCxnSpPr>
        <p:spPr>
          <a:xfrm>
            <a:off x="2702533" y="5970383"/>
            <a:ext cx="929667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A75CCC10-2ACA-FB8F-0708-89803B60693B}"/>
              </a:ext>
            </a:extLst>
          </p:cNvPr>
          <p:cNvCxnSpPr>
            <a:cxnSpLocks/>
          </p:cNvCxnSpPr>
          <p:nvPr/>
        </p:nvCxnSpPr>
        <p:spPr>
          <a:xfrm flipV="1">
            <a:off x="3210758" y="5970383"/>
            <a:ext cx="0" cy="63277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06991E1F-866B-FDC3-8385-7296294534F6}"/>
              </a:ext>
            </a:extLst>
          </p:cNvPr>
          <p:cNvCxnSpPr>
            <a:cxnSpLocks/>
          </p:cNvCxnSpPr>
          <p:nvPr/>
        </p:nvCxnSpPr>
        <p:spPr>
          <a:xfrm>
            <a:off x="2980079" y="6587468"/>
            <a:ext cx="24940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本框 101">
            <a:extLst>
              <a:ext uri="{FF2B5EF4-FFF2-40B4-BE49-F238E27FC236}">
                <a16:creationId xmlns:a16="http://schemas.microsoft.com/office/drawing/2014/main" id="{3C0F8501-9D8E-99BF-2342-DFDB4393F91B}"/>
              </a:ext>
            </a:extLst>
          </p:cNvPr>
          <p:cNvSpPr txBox="1"/>
          <p:nvPr/>
        </p:nvSpPr>
        <p:spPr>
          <a:xfrm>
            <a:off x="3002614" y="6009539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×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3" name="箭头: 右 102">
            <a:extLst>
              <a:ext uri="{FF2B5EF4-FFF2-40B4-BE49-F238E27FC236}">
                <a16:creationId xmlns:a16="http://schemas.microsoft.com/office/drawing/2014/main" id="{A722D01D-10D1-E9C2-E2D3-65781A0F4E58}"/>
              </a:ext>
            </a:extLst>
          </p:cNvPr>
          <p:cNvSpPr/>
          <p:nvPr/>
        </p:nvSpPr>
        <p:spPr>
          <a:xfrm rot="3084174">
            <a:off x="6639930" y="2085264"/>
            <a:ext cx="832381" cy="308344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273391AB-607E-486D-0657-5043C310678D}"/>
              </a:ext>
            </a:extLst>
          </p:cNvPr>
          <p:cNvGrpSpPr/>
          <p:nvPr/>
        </p:nvGrpSpPr>
        <p:grpSpPr>
          <a:xfrm rot="3084174">
            <a:off x="6979194" y="1915934"/>
            <a:ext cx="136463" cy="580751"/>
            <a:chOff x="6192608" y="832156"/>
            <a:chExt cx="32302" cy="26396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19F60989-E4D2-B16B-1D4A-CCFD63373A7B}"/>
                </a:ext>
              </a:extLst>
            </p:cNvPr>
            <p:cNvSpPr/>
            <p:nvPr/>
          </p:nvSpPr>
          <p:spPr>
            <a:xfrm rot="18870730" flipH="1">
              <a:off x="6077727" y="947037"/>
              <a:ext cx="262063" cy="3230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B74D7529-EF5C-B2C8-A8C2-EA619C8F496F}"/>
                </a:ext>
              </a:extLst>
            </p:cNvPr>
            <p:cNvSpPr/>
            <p:nvPr/>
          </p:nvSpPr>
          <p:spPr>
            <a:xfrm rot="13555562" flipH="1">
              <a:off x="6077652" y="950760"/>
              <a:ext cx="262062" cy="2866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7" name="箭头: 右 106">
            <a:extLst>
              <a:ext uri="{FF2B5EF4-FFF2-40B4-BE49-F238E27FC236}">
                <a16:creationId xmlns:a16="http://schemas.microsoft.com/office/drawing/2014/main" id="{512B34F4-6F65-5665-C145-96EC0D46AF3A}"/>
              </a:ext>
            </a:extLst>
          </p:cNvPr>
          <p:cNvSpPr/>
          <p:nvPr/>
        </p:nvSpPr>
        <p:spPr>
          <a:xfrm rot="18669131">
            <a:off x="6679703" y="3675461"/>
            <a:ext cx="832381" cy="308344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11A06F20-78BA-C797-FB22-1D8D79801245}"/>
              </a:ext>
            </a:extLst>
          </p:cNvPr>
          <p:cNvSpPr txBox="1"/>
          <p:nvPr/>
        </p:nvSpPr>
        <p:spPr>
          <a:xfrm>
            <a:off x="6785411" y="1234809"/>
            <a:ext cx="1775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Feature Learning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D12BB660-474F-2FAD-6861-DC73471624E2}"/>
              </a:ext>
            </a:extLst>
          </p:cNvPr>
          <p:cNvSpPr txBox="1"/>
          <p:nvPr/>
        </p:nvSpPr>
        <p:spPr>
          <a:xfrm>
            <a:off x="3216098" y="6010014"/>
            <a:ext cx="1034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</a:t>
            </a:r>
          </a:p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</a:p>
        </p:txBody>
      </p: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7658766A-9412-D958-CAAF-BEE26A54BA7D}"/>
              </a:ext>
            </a:extLst>
          </p:cNvPr>
          <p:cNvCxnSpPr>
            <a:cxnSpLocks/>
          </p:cNvCxnSpPr>
          <p:nvPr/>
        </p:nvCxnSpPr>
        <p:spPr>
          <a:xfrm>
            <a:off x="3760162" y="5971229"/>
            <a:ext cx="98863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63FC7A88-7D2D-8CB9-B259-9DA3F7E595E8}"/>
              </a:ext>
            </a:extLst>
          </p:cNvPr>
          <p:cNvCxnSpPr>
            <a:cxnSpLocks/>
          </p:cNvCxnSpPr>
          <p:nvPr/>
        </p:nvCxnSpPr>
        <p:spPr>
          <a:xfrm flipV="1">
            <a:off x="4256106" y="5977294"/>
            <a:ext cx="0" cy="632778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258DFFD6-E36B-D8FD-472B-4DA3D04662A4}"/>
              </a:ext>
            </a:extLst>
          </p:cNvPr>
          <p:cNvCxnSpPr>
            <a:cxnSpLocks/>
          </p:cNvCxnSpPr>
          <p:nvPr/>
        </p:nvCxnSpPr>
        <p:spPr>
          <a:xfrm>
            <a:off x="4237583" y="6594789"/>
            <a:ext cx="24940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D59A31BD-3C14-4854-B1BC-53F996E867E9}"/>
              </a:ext>
            </a:extLst>
          </p:cNvPr>
          <p:cNvSpPr txBox="1"/>
          <p:nvPr/>
        </p:nvSpPr>
        <p:spPr>
          <a:xfrm>
            <a:off x="4047962" y="6016450"/>
            <a:ext cx="40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×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F9B44C19-F420-AE62-87C7-854D730CAEA9}"/>
              </a:ext>
            </a:extLst>
          </p:cNvPr>
          <p:cNvCxnSpPr>
            <a:cxnSpLocks/>
          </p:cNvCxnSpPr>
          <p:nvPr/>
        </p:nvCxnSpPr>
        <p:spPr>
          <a:xfrm>
            <a:off x="5278033" y="5984757"/>
            <a:ext cx="45150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本框 114">
            <a:extLst>
              <a:ext uri="{FF2B5EF4-FFF2-40B4-BE49-F238E27FC236}">
                <a16:creationId xmlns:a16="http://schemas.microsoft.com/office/drawing/2014/main" id="{848813DF-9A0D-7FC8-C28F-51B89E0C0F76}"/>
              </a:ext>
            </a:extLst>
          </p:cNvPr>
          <p:cNvSpPr txBox="1"/>
          <p:nvPr/>
        </p:nvSpPr>
        <p:spPr>
          <a:xfrm>
            <a:off x="2329942" y="7065889"/>
            <a:ext cx="2745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Causal Relationship</a:t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07075886-F345-967E-5A4B-F501E51E1199}"/>
              </a:ext>
            </a:extLst>
          </p:cNvPr>
          <p:cNvSpPr txBox="1"/>
          <p:nvPr/>
        </p:nvSpPr>
        <p:spPr>
          <a:xfrm>
            <a:off x="3226160" y="8288803"/>
            <a:ext cx="1034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</a:t>
            </a:r>
          </a:p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</a:t>
            </a:r>
          </a:p>
        </p:txBody>
      </p: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F903B030-E39D-8CD4-8966-BF3CEED783FF}"/>
              </a:ext>
            </a:extLst>
          </p:cNvPr>
          <p:cNvGrpSpPr/>
          <p:nvPr/>
        </p:nvGrpSpPr>
        <p:grpSpPr>
          <a:xfrm>
            <a:off x="1125585" y="7692593"/>
            <a:ext cx="540000" cy="1080000"/>
            <a:chOff x="6578547" y="6152003"/>
            <a:chExt cx="540000" cy="108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18" name="图片 117">
              <a:extLst>
                <a:ext uri="{FF2B5EF4-FFF2-40B4-BE49-F238E27FC236}">
                  <a16:creationId xmlns:a16="http://schemas.microsoft.com/office/drawing/2014/main" id="{E390BBE7-685A-193A-53E1-B794E6B8355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8547" y="6152003"/>
              <a:ext cx="540000" cy="1080000"/>
            </a:xfrm>
            <a:prstGeom prst="rect">
              <a:avLst/>
            </a:prstGeom>
          </p:spPr>
        </p:pic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102F0C23-D4EB-3284-9F63-D7065C719377}"/>
                </a:ext>
              </a:extLst>
            </p:cNvPr>
            <p:cNvSpPr/>
            <p:nvPr/>
          </p:nvSpPr>
          <p:spPr>
            <a:xfrm>
              <a:off x="6820494" y="6173267"/>
              <a:ext cx="111171" cy="10259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D8978B70-E0E2-AADB-8899-B5D7C4ECE853}"/>
              </a:ext>
            </a:extLst>
          </p:cNvPr>
          <p:cNvGrpSpPr/>
          <p:nvPr/>
        </p:nvGrpSpPr>
        <p:grpSpPr>
          <a:xfrm>
            <a:off x="5750942" y="7670061"/>
            <a:ext cx="540000" cy="1080000"/>
            <a:chOff x="10456554" y="6166329"/>
            <a:chExt cx="540000" cy="108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21" name="图片 120">
              <a:extLst>
                <a:ext uri="{FF2B5EF4-FFF2-40B4-BE49-F238E27FC236}">
                  <a16:creationId xmlns:a16="http://schemas.microsoft.com/office/drawing/2014/main" id="{2366958C-0C5D-EF3D-DA40-28278D0DDD8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56554" y="6166329"/>
              <a:ext cx="540000" cy="1080000"/>
            </a:xfrm>
            <a:prstGeom prst="rect">
              <a:avLst/>
            </a:prstGeom>
          </p:spPr>
        </p:pic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22AF567E-7FBE-A376-7CFF-5F0421880737}"/>
                </a:ext>
              </a:extLst>
            </p:cNvPr>
            <p:cNvSpPr/>
            <p:nvPr/>
          </p:nvSpPr>
          <p:spPr>
            <a:xfrm>
              <a:off x="10708208" y="6187376"/>
              <a:ext cx="111171" cy="10259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E75010B4-A7BB-E4E7-DEE6-3445734D367E}"/>
              </a:ext>
            </a:extLst>
          </p:cNvPr>
          <p:cNvCxnSpPr>
            <a:cxnSpLocks/>
          </p:cNvCxnSpPr>
          <p:nvPr/>
        </p:nvCxnSpPr>
        <p:spPr>
          <a:xfrm>
            <a:off x="2938335" y="8279834"/>
            <a:ext cx="70560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5AC792BF-F79B-F0FB-E5B5-97D3B1429D5F}"/>
              </a:ext>
            </a:extLst>
          </p:cNvPr>
          <p:cNvCxnSpPr>
            <a:cxnSpLocks/>
          </p:cNvCxnSpPr>
          <p:nvPr/>
        </p:nvCxnSpPr>
        <p:spPr>
          <a:xfrm>
            <a:off x="1711024" y="8268299"/>
            <a:ext cx="58230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2CF99636-DC11-2B59-A322-1556745723CF}"/>
              </a:ext>
            </a:extLst>
          </p:cNvPr>
          <p:cNvCxnSpPr>
            <a:cxnSpLocks/>
          </p:cNvCxnSpPr>
          <p:nvPr/>
        </p:nvCxnSpPr>
        <p:spPr>
          <a:xfrm>
            <a:off x="3822192" y="8276566"/>
            <a:ext cx="65697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8A56CDCB-77AA-4865-7680-46AA201A7F4F}"/>
              </a:ext>
            </a:extLst>
          </p:cNvPr>
          <p:cNvCxnSpPr>
            <a:cxnSpLocks/>
          </p:cNvCxnSpPr>
          <p:nvPr/>
        </p:nvCxnSpPr>
        <p:spPr>
          <a:xfrm>
            <a:off x="5088045" y="8278896"/>
            <a:ext cx="582304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文本框 126">
            <a:extLst>
              <a:ext uri="{FF2B5EF4-FFF2-40B4-BE49-F238E27FC236}">
                <a16:creationId xmlns:a16="http://schemas.microsoft.com/office/drawing/2014/main" id="{6CFECBBB-6D31-8D62-BA39-4A3BB463B655}"/>
              </a:ext>
            </a:extLst>
          </p:cNvPr>
          <p:cNvSpPr txBox="1"/>
          <p:nvPr/>
        </p:nvSpPr>
        <p:spPr>
          <a:xfrm>
            <a:off x="6769647" y="5590325"/>
            <a:ext cx="1775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Model Inference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1DEC3961-0940-241A-3711-BD8623913F08}"/>
              </a:ext>
            </a:extLst>
          </p:cNvPr>
          <p:cNvSpPr/>
          <p:nvPr/>
        </p:nvSpPr>
        <p:spPr>
          <a:xfrm flipV="1">
            <a:off x="6666744" y="6010384"/>
            <a:ext cx="1889163" cy="2539305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75000"/>
              </a:schemeClr>
            </a:solidFill>
            <a:prstDash val="lgDash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963AF281-0F7E-D3E1-3C3A-0C1BF5B26406}"/>
              </a:ext>
            </a:extLst>
          </p:cNvPr>
          <p:cNvGrpSpPr/>
          <p:nvPr/>
        </p:nvGrpSpPr>
        <p:grpSpPr>
          <a:xfrm>
            <a:off x="6952970" y="6678615"/>
            <a:ext cx="1531102" cy="1003588"/>
            <a:chOff x="6814322" y="2025491"/>
            <a:chExt cx="2225054" cy="1458451"/>
          </a:xfr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130" name="矩形: 圆角 129">
              <a:extLst>
                <a:ext uri="{FF2B5EF4-FFF2-40B4-BE49-F238E27FC236}">
                  <a16:creationId xmlns:a16="http://schemas.microsoft.com/office/drawing/2014/main" id="{3167CECE-8500-7CBF-CBEA-B578EB0F4B9A}"/>
                </a:ext>
              </a:extLst>
            </p:cNvPr>
            <p:cNvSpPr/>
            <p:nvPr/>
          </p:nvSpPr>
          <p:spPr>
            <a:xfrm>
              <a:off x="8728226" y="2582513"/>
              <a:ext cx="311150" cy="629662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31" name="矩形: 圆角 130">
              <a:extLst>
                <a:ext uri="{FF2B5EF4-FFF2-40B4-BE49-F238E27FC236}">
                  <a16:creationId xmlns:a16="http://schemas.microsoft.com/office/drawing/2014/main" id="{E7E2F787-3C4C-D5CF-4207-D29E413FD269}"/>
                </a:ext>
              </a:extLst>
            </p:cNvPr>
            <p:cNvSpPr/>
            <p:nvPr/>
          </p:nvSpPr>
          <p:spPr>
            <a:xfrm>
              <a:off x="6814322" y="2622813"/>
              <a:ext cx="311150" cy="629662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5240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32" name="任意多边形: 形状 131">
              <a:extLst>
                <a:ext uri="{FF2B5EF4-FFF2-40B4-BE49-F238E27FC236}">
                  <a16:creationId xmlns:a16="http://schemas.microsoft.com/office/drawing/2014/main" id="{5CDB2828-38B4-1796-5B4B-387B7BE181FF}"/>
                </a:ext>
              </a:extLst>
            </p:cNvPr>
            <p:cNvSpPr/>
            <p:nvPr/>
          </p:nvSpPr>
          <p:spPr>
            <a:xfrm>
              <a:off x="6969897" y="2025491"/>
              <a:ext cx="1915601" cy="1458451"/>
            </a:xfrm>
            <a:custGeom>
              <a:avLst/>
              <a:gdLst>
                <a:gd name="connsiteX0" fmla="*/ 643491 w 1915600"/>
                <a:gd name="connsiteY0" fmla="*/ 0 h 1413174"/>
                <a:gd name="connsiteX1" fmla="*/ 1316852 w 1915600"/>
                <a:gd name="connsiteY1" fmla="*/ 0 h 1413174"/>
                <a:gd name="connsiteX2" fmla="*/ 1316852 w 1915600"/>
                <a:gd name="connsiteY2" fmla="*/ 178409 h 1413174"/>
                <a:gd name="connsiteX3" fmla="*/ 1078490 w 1915600"/>
                <a:gd name="connsiteY3" fmla="*/ 178409 h 1413174"/>
                <a:gd name="connsiteX4" fmla="*/ 1078490 w 1915600"/>
                <a:gd name="connsiteY4" fmla="*/ 394595 h 1413174"/>
                <a:gd name="connsiteX5" fmla="*/ 1745833 w 1915600"/>
                <a:gd name="connsiteY5" fmla="*/ 394595 h 1413174"/>
                <a:gd name="connsiteX6" fmla="*/ 1915600 w 1915600"/>
                <a:gd name="connsiteY6" fmla="*/ 564362 h 1413174"/>
                <a:gd name="connsiteX7" fmla="*/ 1915600 w 1915600"/>
                <a:gd name="connsiteY7" fmla="*/ 1243407 h 1413174"/>
                <a:gd name="connsiteX8" fmla="*/ 1745833 w 1915600"/>
                <a:gd name="connsiteY8" fmla="*/ 1413174 h 1413174"/>
                <a:gd name="connsiteX9" fmla="*/ 169767 w 1915600"/>
                <a:gd name="connsiteY9" fmla="*/ 1413174 h 1413174"/>
                <a:gd name="connsiteX10" fmla="*/ 0 w 1915600"/>
                <a:gd name="connsiteY10" fmla="*/ 1243407 h 1413174"/>
                <a:gd name="connsiteX11" fmla="*/ 0 w 1915600"/>
                <a:gd name="connsiteY11" fmla="*/ 564362 h 1413174"/>
                <a:gd name="connsiteX12" fmla="*/ 169767 w 1915600"/>
                <a:gd name="connsiteY12" fmla="*/ 394595 h 1413174"/>
                <a:gd name="connsiteX13" fmla="*/ 917270 w 1915600"/>
                <a:gd name="connsiteY13" fmla="*/ 394595 h 1413174"/>
                <a:gd name="connsiteX14" fmla="*/ 917270 w 1915600"/>
                <a:gd name="connsiteY14" fmla="*/ 178409 h 1413174"/>
                <a:gd name="connsiteX15" fmla="*/ 643491 w 1915600"/>
                <a:gd name="connsiteY15" fmla="*/ 178409 h 1413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15600" h="1413174">
                  <a:moveTo>
                    <a:pt x="643491" y="0"/>
                  </a:moveTo>
                  <a:lnTo>
                    <a:pt x="1316852" y="0"/>
                  </a:lnTo>
                  <a:lnTo>
                    <a:pt x="1316852" y="178409"/>
                  </a:lnTo>
                  <a:lnTo>
                    <a:pt x="1078490" y="178409"/>
                  </a:lnTo>
                  <a:lnTo>
                    <a:pt x="1078490" y="394595"/>
                  </a:lnTo>
                  <a:lnTo>
                    <a:pt x="1745833" y="394595"/>
                  </a:lnTo>
                  <a:cubicBezTo>
                    <a:pt x="1839593" y="394595"/>
                    <a:pt x="1915600" y="470602"/>
                    <a:pt x="1915600" y="564362"/>
                  </a:cubicBezTo>
                  <a:lnTo>
                    <a:pt x="1915600" y="1243407"/>
                  </a:lnTo>
                  <a:cubicBezTo>
                    <a:pt x="1915600" y="1337167"/>
                    <a:pt x="1839593" y="1413174"/>
                    <a:pt x="1745833" y="1413174"/>
                  </a:cubicBezTo>
                  <a:lnTo>
                    <a:pt x="169767" y="1413174"/>
                  </a:lnTo>
                  <a:cubicBezTo>
                    <a:pt x="76007" y="1413174"/>
                    <a:pt x="0" y="1337167"/>
                    <a:pt x="0" y="1243407"/>
                  </a:cubicBezTo>
                  <a:lnTo>
                    <a:pt x="0" y="564362"/>
                  </a:lnTo>
                  <a:cubicBezTo>
                    <a:pt x="0" y="470602"/>
                    <a:pt x="76007" y="394595"/>
                    <a:pt x="169767" y="394595"/>
                  </a:cubicBezTo>
                  <a:lnTo>
                    <a:pt x="917270" y="394595"/>
                  </a:lnTo>
                  <a:lnTo>
                    <a:pt x="917270" y="178409"/>
                  </a:lnTo>
                  <a:lnTo>
                    <a:pt x="643491" y="178409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88900" h="88900" prst="angle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706" dirty="0"/>
            </a:p>
          </p:txBody>
        </p:sp>
        <p:sp>
          <p:nvSpPr>
            <p:cNvPr id="133" name="矩形: 圆角 132">
              <a:extLst>
                <a:ext uri="{FF2B5EF4-FFF2-40B4-BE49-F238E27FC236}">
                  <a16:creationId xmlns:a16="http://schemas.microsoft.com/office/drawing/2014/main" id="{34FD6377-F99B-7265-A605-FA56D8100C57}"/>
                </a:ext>
              </a:extLst>
            </p:cNvPr>
            <p:cNvSpPr/>
            <p:nvPr/>
          </p:nvSpPr>
          <p:spPr>
            <a:xfrm>
              <a:off x="7053254" y="2520177"/>
              <a:ext cx="1741650" cy="878352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466A8A4F-6C9C-AB9A-EA48-BEE574C6E25C}"/>
                </a:ext>
              </a:extLst>
            </p:cNvPr>
            <p:cNvSpPr/>
            <p:nvPr/>
          </p:nvSpPr>
          <p:spPr>
            <a:xfrm>
              <a:off x="7174596" y="2560755"/>
              <a:ext cx="519811" cy="519811"/>
            </a:xfrm>
            <a:prstGeom prst="ellipse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9035FAFE-1C62-9244-1C16-947288BD5CF7}"/>
                </a:ext>
              </a:extLst>
            </p:cNvPr>
            <p:cNvSpPr/>
            <p:nvPr/>
          </p:nvSpPr>
          <p:spPr>
            <a:xfrm>
              <a:off x="8182113" y="2560755"/>
              <a:ext cx="519811" cy="519811"/>
            </a:xfrm>
            <a:prstGeom prst="ellipse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36" name="矩形: 圆角 135">
              <a:extLst>
                <a:ext uri="{FF2B5EF4-FFF2-40B4-BE49-F238E27FC236}">
                  <a16:creationId xmlns:a16="http://schemas.microsoft.com/office/drawing/2014/main" id="{A2D77DCB-E61C-8C17-00C2-81B3990F3CA5}"/>
                </a:ext>
              </a:extLst>
            </p:cNvPr>
            <p:cNvSpPr/>
            <p:nvPr/>
          </p:nvSpPr>
          <p:spPr>
            <a:xfrm>
              <a:off x="7694407" y="3212175"/>
              <a:ext cx="546742" cy="111390"/>
            </a:xfrm>
            <a:prstGeom prst="roundRect">
              <a:avLst/>
            </a:prstGeom>
            <a:solidFill>
              <a:schemeClr val="bg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19B9AB13-0944-32F5-E3C3-5305971CB75E}"/>
                </a:ext>
              </a:extLst>
            </p:cNvPr>
            <p:cNvSpPr/>
            <p:nvPr/>
          </p:nvSpPr>
          <p:spPr>
            <a:xfrm>
              <a:off x="7438820" y="2706012"/>
              <a:ext cx="253324" cy="253323"/>
            </a:xfrm>
            <a:prstGeom prst="ellipse">
              <a:avLst/>
            </a:prstGeom>
            <a:solidFill>
              <a:schemeClr val="tx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A4B4AC21-30A7-5CEC-960E-C7A2621F5FF4}"/>
                </a:ext>
              </a:extLst>
            </p:cNvPr>
            <p:cNvSpPr/>
            <p:nvPr/>
          </p:nvSpPr>
          <p:spPr>
            <a:xfrm>
              <a:off x="8197036" y="2703169"/>
              <a:ext cx="253324" cy="253323"/>
            </a:xfrm>
            <a:prstGeom prst="ellipse">
              <a:avLst/>
            </a:prstGeom>
            <a:solidFill>
              <a:schemeClr val="tx1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6"/>
            </a:p>
          </p:txBody>
        </p:sp>
      </p:grpSp>
      <p:sp>
        <p:nvSpPr>
          <p:cNvPr id="139" name="箭头: 右 138">
            <a:extLst>
              <a:ext uri="{FF2B5EF4-FFF2-40B4-BE49-F238E27FC236}">
                <a16:creationId xmlns:a16="http://schemas.microsoft.com/office/drawing/2014/main" id="{5D0D950C-0CFB-A818-261E-BF3D6755A968}"/>
              </a:ext>
            </a:extLst>
          </p:cNvPr>
          <p:cNvSpPr/>
          <p:nvPr/>
        </p:nvSpPr>
        <p:spPr>
          <a:xfrm rot="13576932">
            <a:off x="6640130" y="6371655"/>
            <a:ext cx="832381" cy="308344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BFC8800D-3B95-63E7-D5CD-DBF4BF50159E}"/>
              </a:ext>
            </a:extLst>
          </p:cNvPr>
          <p:cNvGrpSpPr/>
          <p:nvPr/>
        </p:nvGrpSpPr>
        <p:grpSpPr>
          <a:xfrm rot="3084174">
            <a:off x="7013046" y="6271378"/>
            <a:ext cx="136463" cy="580751"/>
            <a:chOff x="6192608" y="832156"/>
            <a:chExt cx="32302" cy="26396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49BFC4FE-3227-2364-5107-0F6104A246D9}"/>
                </a:ext>
              </a:extLst>
            </p:cNvPr>
            <p:cNvSpPr/>
            <p:nvPr/>
          </p:nvSpPr>
          <p:spPr>
            <a:xfrm rot="18870730" flipH="1">
              <a:off x="6077727" y="947037"/>
              <a:ext cx="262063" cy="3230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矩形 141">
              <a:extLst>
                <a:ext uri="{FF2B5EF4-FFF2-40B4-BE49-F238E27FC236}">
                  <a16:creationId xmlns:a16="http://schemas.microsoft.com/office/drawing/2014/main" id="{9ECB00E9-D8C5-24EC-932A-9EF96A22BDD5}"/>
                </a:ext>
              </a:extLst>
            </p:cNvPr>
            <p:cNvSpPr/>
            <p:nvPr/>
          </p:nvSpPr>
          <p:spPr>
            <a:xfrm rot="13555562" flipH="1">
              <a:off x="6077652" y="950760"/>
              <a:ext cx="262062" cy="2866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3" name="箭头: 右 142">
            <a:extLst>
              <a:ext uri="{FF2B5EF4-FFF2-40B4-BE49-F238E27FC236}">
                <a16:creationId xmlns:a16="http://schemas.microsoft.com/office/drawing/2014/main" id="{FA5B95F5-5A2F-A05D-657F-593D20B7A84D}"/>
              </a:ext>
            </a:extLst>
          </p:cNvPr>
          <p:cNvSpPr/>
          <p:nvPr/>
        </p:nvSpPr>
        <p:spPr>
          <a:xfrm rot="8080731">
            <a:off x="6641732" y="7942970"/>
            <a:ext cx="832381" cy="308344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56B457D0-9A4F-0D85-16F2-C324E94AF236}"/>
              </a:ext>
            </a:extLst>
          </p:cNvPr>
          <p:cNvSpPr txBox="1"/>
          <p:nvPr/>
        </p:nvSpPr>
        <p:spPr>
          <a:xfrm>
            <a:off x="7142408" y="1837646"/>
            <a:ext cx="11476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Y|do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(X))</a:t>
            </a:r>
            <a:endParaRPr lang="zh-CN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9F3033FD-DB57-8DFA-2F22-0945CE43B265}"/>
              </a:ext>
            </a:extLst>
          </p:cNvPr>
          <p:cNvSpPr/>
          <p:nvPr/>
        </p:nvSpPr>
        <p:spPr>
          <a:xfrm>
            <a:off x="1809310" y="6279737"/>
            <a:ext cx="1152041" cy="606186"/>
          </a:xfrm>
          <a:prstGeom prst="rect">
            <a:avLst/>
          </a:prstGeom>
          <a:solidFill>
            <a:srgbClr val="FADBE0"/>
          </a:solidFill>
          <a:ln w="25400">
            <a:solidFill>
              <a:srgbClr val="F98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Clothes </a:t>
            </a:r>
          </a:p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Ownership</a:t>
            </a: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C499161B-AF95-AF4B-2C02-939CCAE55A36}"/>
              </a:ext>
            </a:extLst>
          </p:cNvPr>
          <p:cNvSpPr/>
          <p:nvPr/>
        </p:nvSpPr>
        <p:spPr>
          <a:xfrm>
            <a:off x="4491572" y="6299224"/>
            <a:ext cx="1152041" cy="606186"/>
          </a:xfrm>
          <a:prstGeom prst="rect">
            <a:avLst/>
          </a:prstGeom>
          <a:solidFill>
            <a:srgbClr val="FADBE0"/>
          </a:solidFill>
          <a:ln w="25400">
            <a:solidFill>
              <a:srgbClr val="F98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Clothes </a:t>
            </a:r>
          </a:p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Ownership</a:t>
            </a: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3B30BA65-8E4A-ACB4-03A0-6B5BF64FFBE6}"/>
              </a:ext>
            </a:extLst>
          </p:cNvPr>
          <p:cNvSpPr/>
          <p:nvPr/>
        </p:nvSpPr>
        <p:spPr>
          <a:xfrm>
            <a:off x="4424047" y="2082026"/>
            <a:ext cx="1152041" cy="606186"/>
          </a:xfrm>
          <a:prstGeom prst="rect">
            <a:avLst/>
          </a:prstGeom>
          <a:solidFill>
            <a:srgbClr val="FADBE0"/>
          </a:solidFill>
          <a:ln w="25400">
            <a:solidFill>
              <a:srgbClr val="F98D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Clothes </a:t>
            </a:r>
          </a:p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Ownership</a:t>
            </a: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76BD3BA6-DB2D-5A12-FEAB-A6CD087AD69A}"/>
              </a:ext>
            </a:extLst>
          </p:cNvPr>
          <p:cNvSpPr txBox="1"/>
          <p:nvPr/>
        </p:nvSpPr>
        <p:spPr>
          <a:xfrm>
            <a:off x="5620138" y="1906828"/>
            <a:ext cx="4084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✔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33F810F-432F-05D6-E15B-C4DC01C1BC3D}"/>
              </a:ext>
            </a:extLst>
          </p:cNvPr>
          <p:cNvSpPr txBox="1"/>
          <p:nvPr/>
        </p:nvSpPr>
        <p:spPr>
          <a:xfrm>
            <a:off x="981995" y="9402190"/>
            <a:ext cx="75885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C00000"/>
                </a:solidFill>
                <a:latin typeface="方正卡通_GBK" panose="03000509000000000000" pitchFamily="65" charset="-122"/>
                <a:ea typeface="方正卡通_GBK" panose="03000509000000000000" pitchFamily="65" charset="-122"/>
              </a:rPr>
              <a:t>上色，并注意颜色对应</a:t>
            </a:r>
          </a:p>
        </p:txBody>
      </p:sp>
    </p:spTree>
    <p:extLst>
      <p:ext uri="{BB962C8B-B14F-4D97-AF65-F5344CB8AC3E}">
        <p14:creationId xmlns:p14="http://schemas.microsoft.com/office/powerpoint/2010/main" val="1572437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255</TotalTime>
  <Words>1194</Words>
  <Application>Microsoft Office PowerPoint</Application>
  <PresentationFormat>自定义</PresentationFormat>
  <Paragraphs>585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-apple-system</vt:lpstr>
      <vt:lpstr>等线</vt:lpstr>
      <vt:lpstr>方正卡通_GBK</vt:lpstr>
      <vt:lpstr>Arial</vt:lpstr>
      <vt:lpstr>Calibri</vt:lpstr>
      <vt:lpstr>Calibri Light</vt:lpstr>
      <vt:lpstr>Cambria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旭霖 李</dc:creator>
  <cp:lastModifiedBy>旭霖 李</cp:lastModifiedBy>
  <cp:revision>13</cp:revision>
  <dcterms:created xsi:type="dcterms:W3CDTF">2026-06-11T15:14:59Z</dcterms:created>
  <dcterms:modified xsi:type="dcterms:W3CDTF">2026-06-13T02:19:21Z</dcterms:modified>
</cp:coreProperties>
</file>