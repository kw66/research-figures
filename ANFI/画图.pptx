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7" r:id="rId4"/>
    <p:sldId id="258" r:id="rId5"/>
    <p:sldId id="267" r:id="rId6"/>
    <p:sldId id="269" r:id="rId7"/>
    <p:sldId id="270" r:id="rId8"/>
    <p:sldId id="261" r:id="rId9"/>
    <p:sldId id="262" r:id="rId10"/>
    <p:sldId id="266" r:id="rId11"/>
    <p:sldId id="263" r:id="rId12"/>
    <p:sldId id="264" r:id="rId13"/>
    <p:sldId id="265" r:id="rId14"/>
    <p:sldId id="268" r:id="rId15"/>
    <p:sldId id="271" r:id="rId16"/>
  </p:sldIdLst>
  <p:sldSz cx="21912263" cy="14417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9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420" y="2359560"/>
            <a:ext cx="18625424" cy="5019487"/>
          </a:xfrm>
        </p:spPr>
        <p:txBody>
          <a:bodyPr anchor="b"/>
          <a:lstStyle>
            <a:lvl1pPr algn="ctr">
              <a:defRPr sz="126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9033" y="7572618"/>
            <a:ext cx="16434197" cy="3480933"/>
          </a:xfrm>
        </p:spPr>
        <p:txBody>
          <a:bodyPr/>
          <a:lstStyle>
            <a:lvl1pPr marL="0" indent="0" algn="ctr">
              <a:buNone/>
              <a:defRPr sz="5046"/>
            </a:lvl1pPr>
            <a:lvl2pPr marL="961172" indent="0" algn="ctr">
              <a:buNone/>
              <a:defRPr sz="4205"/>
            </a:lvl2pPr>
            <a:lvl3pPr marL="1922343" indent="0" algn="ctr">
              <a:buNone/>
              <a:defRPr sz="3784"/>
            </a:lvl3pPr>
            <a:lvl4pPr marL="2883515" indent="0" algn="ctr">
              <a:buNone/>
              <a:defRPr sz="3364"/>
            </a:lvl4pPr>
            <a:lvl5pPr marL="3844686" indent="0" algn="ctr">
              <a:buNone/>
              <a:defRPr sz="3364"/>
            </a:lvl5pPr>
            <a:lvl6pPr marL="4805858" indent="0" algn="ctr">
              <a:buNone/>
              <a:defRPr sz="3364"/>
            </a:lvl6pPr>
            <a:lvl7pPr marL="5767029" indent="0" algn="ctr">
              <a:buNone/>
              <a:defRPr sz="3364"/>
            </a:lvl7pPr>
            <a:lvl8pPr marL="6728201" indent="0" algn="ctr">
              <a:buNone/>
              <a:defRPr sz="3364"/>
            </a:lvl8pPr>
            <a:lvl9pPr marL="7689372" indent="0" algn="ctr">
              <a:buNone/>
              <a:defRPr sz="33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34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45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57" y="3594411"/>
            <a:ext cx="18899327" cy="5997351"/>
          </a:xfrm>
        </p:spPr>
        <p:txBody>
          <a:bodyPr anchor="b"/>
          <a:lstStyle>
            <a:lvl1pPr>
              <a:defRPr sz="126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57" y="9648499"/>
            <a:ext cx="18899327" cy="3153865"/>
          </a:xfrm>
        </p:spPr>
        <p:txBody>
          <a:bodyPr/>
          <a:lstStyle>
            <a:lvl1pPr marL="0" indent="0">
              <a:buNone/>
              <a:defRPr sz="5046">
                <a:solidFill>
                  <a:schemeClr val="tx1"/>
                </a:solidFill>
              </a:defRPr>
            </a:lvl1pPr>
            <a:lvl2pPr marL="961172" indent="0">
              <a:buNone/>
              <a:defRPr sz="4205">
                <a:solidFill>
                  <a:schemeClr val="tx1">
                    <a:tint val="75000"/>
                  </a:schemeClr>
                </a:solidFill>
              </a:defRPr>
            </a:lvl2pPr>
            <a:lvl3pPr marL="1922343" indent="0">
              <a:buNone/>
              <a:defRPr sz="3784">
                <a:solidFill>
                  <a:schemeClr val="tx1">
                    <a:tint val="75000"/>
                  </a:schemeClr>
                </a:solidFill>
              </a:defRPr>
            </a:lvl3pPr>
            <a:lvl4pPr marL="2883515" indent="0">
              <a:buNone/>
              <a:defRPr sz="3364">
                <a:solidFill>
                  <a:schemeClr val="tx1">
                    <a:tint val="75000"/>
                  </a:schemeClr>
                </a:solidFill>
              </a:defRPr>
            </a:lvl4pPr>
            <a:lvl5pPr marL="3844686" indent="0">
              <a:buNone/>
              <a:defRPr sz="3364">
                <a:solidFill>
                  <a:schemeClr val="tx1">
                    <a:tint val="75000"/>
                  </a:schemeClr>
                </a:solidFill>
              </a:defRPr>
            </a:lvl5pPr>
            <a:lvl6pPr marL="4805858" indent="0">
              <a:buNone/>
              <a:defRPr sz="3364">
                <a:solidFill>
                  <a:schemeClr val="tx1">
                    <a:tint val="75000"/>
                  </a:schemeClr>
                </a:solidFill>
              </a:defRPr>
            </a:lvl6pPr>
            <a:lvl7pPr marL="5767029" indent="0">
              <a:buNone/>
              <a:defRPr sz="3364">
                <a:solidFill>
                  <a:schemeClr val="tx1">
                    <a:tint val="75000"/>
                  </a:schemeClr>
                </a:solidFill>
              </a:defRPr>
            </a:lvl7pPr>
            <a:lvl8pPr marL="6728201" indent="0">
              <a:buNone/>
              <a:defRPr sz="3364">
                <a:solidFill>
                  <a:schemeClr val="tx1">
                    <a:tint val="75000"/>
                  </a:schemeClr>
                </a:solidFill>
              </a:defRPr>
            </a:lvl8pPr>
            <a:lvl9pPr marL="7689372" indent="0">
              <a:buNone/>
              <a:defRPr sz="33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18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6468" y="3838039"/>
            <a:ext cx="9312712" cy="9147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93083" y="3838039"/>
            <a:ext cx="9312712" cy="9147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03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22" y="767611"/>
            <a:ext cx="18899327" cy="278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9324" y="3534334"/>
            <a:ext cx="9269913" cy="1732122"/>
          </a:xfrm>
        </p:spPr>
        <p:txBody>
          <a:bodyPr anchor="b"/>
          <a:lstStyle>
            <a:lvl1pPr marL="0" indent="0">
              <a:buNone/>
              <a:defRPr sz="5046" b="1"/>
            </a:lvl1pPr>
            <a:lvl2pPr marL="961172" indent="0">
              <a:buNone/>
              <a:defRPr sz="4205" b="1"/>
            </a:lvl2pPr>
            <a:lvl3pPr marL="1922343" indent="0">
              <a:buNone/>
              <a:defRPr sz="3784" b="1"/>
            </a:lvl3pPr>
            <a:lvl4pPr marL="2883515" indent="0">
              <a:buNone/>
              <a:defRPr sz="3364" b="1"/>
            </a:lvl4pPr>
            <a:lvl5pPr marL="3844686" indent="0">
              <a:buNone/>
              <a:defRPr sz="3364" b="1"/>
            </a:lvl5pPr>
            <a:lvl6pPr marL="4805858" indent="0">
              <a:buNone/>
              <a:defRPr sz="3364" b="1"/>
            </a:lvl6pPr>
            <a:lvl7pPr marL="5767029" indent="0">
              <a:buNone/>
              <a:defRPr sz="3364" b="1"/>
            </a:lvl7pPr>
            <a:lvl8pPr marL="6728201" indent="0">
              <a:buNone/>
              <a:defRPr sz="3364" b="1"/>
            </a:lvl8pPr>
            <a:lvl9pPr marL="7689372" indent="0">
              <a:buNone/>
              <a:defRPr sz="33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9324" y="5266456"/>
            <a:ext cx="9269913" cy="77461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93084" y="3534334"/>
            <a:ext cx="9315566" cy="1732122"/>
          </a:xfrm>
        </p:spPr>
        <p:txBody>
          <a:bodyPr anchor="b"/>
          <a:lstStyle>
            <a:lvl1pPr marL="0" indent="0">
              <a:buNone/>
              <a:defRPr sz="5046" b="1"/>
            </a:lvl1pPr>
            <a:lvl2pPr marL="961172" indent="0">
              <a:buNone/>
              <a:defRPr sz="4205" b="1"/>
            </a:lvl2pPr>
            <a:lvl3pPr marL="1922343" indent="0">
              <a:buNone/>
              <a:defRPr sz="3784" b="1"/>
            </a:lvl3pPr>
            <a:lvl4pPr marL="2883515" indent="0">
              <a:buNone/>
              <a:defRPr sz="3364" b="1"/>
            </a:lvl4pPr>
            <a:lvl5pPr marL="3844686" indent="0">
              <a:buNone/>
              <a:defRPr sz="3364" b="1"/>
            </a:lvl5pPr>
            <a:lvl6pPr marL="4805858" indent="0">
              <a:buNone/>
              <a:defRPr sz="3364" b="1"/>
            </a:lvl6pPr>
            <a:lvl7pPr marL="5767029" indent="0">
              <a:buNone/>
              <a:defRPr sz="3364" b="1"/>
            </a:lvl7pPr>
            <a:lvl8pPr marL="6728201" indent="0">
              <a:buNone/>
              <a:defRPr sz="3364" b="1"/>
            </a:lvl8pPr>
            <a:lvl9pPr marL="7689372" indent="0">
              <a:buNone/>
              <a:defRPr sz="33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93084" y="5266456"/>
            <a:ext cx="9315566" cy="77461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00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82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39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22" y="961178"/>
            <a:ext cx="7067275" cy="3364124"/>
          </a:xfrm>
        </p:spPr>
        <p:txBody>
          <a:bodyPr anchor="b"/>
          <a:lstStyle>
            <a:lvl1pPr>
              <a:defRPr sz="67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5566" y="2075881"/>
            <a:ext cx="11093083" cy="10245894"/>
          </a:xfrm>
        </p:spPr>
        <p:txBody>
          <a:bodyPr/>
          <a:lstStyle>
            <a:lvl1pPr>
              <a:defRPr sz="6727"/>
            </a:lvl1pPr>
            <a:lvl2pPr>
              <a:defRPr sz="5886"/>
            </a:lvl2pPr>
            <a:lvl3pPr>
              <a:defRPr sz="5046"/>
            </a:lvl3pPr>
            <a:lvl4pPr>
              <a:defRPr sz="4205"/>
            </a:lvl4pPr>
            <a:lvl5pPr>
              <a:defRPr sz="4205"/>
            </a:lvl5pPr>
            <a:lvl6pPr>
              <a:defRPr sz="4205"/>
            </a:lvl6pPr>
            <a:lvl7pPr>
              <a:defRPr sz="4205"/>
            </a:lvl7pPr>
            <a:lvl8pPr>
              <a:defRPr sz="4205"/>
            </a:lvl8pPr>
            <a:lvl9pPr>
              <a:defRPr sz="42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9322" y="4325302"/>
            <a:ext cx="7067275" cy="8013158"/>
          </a:xfrm>
        </p:spPr>
        <p:txBody>
          <a:bodyPr/>
          <a:lstStyle>
            <a:lvl1pPr marL="0" indent="0">
              <a:buNone/>
              <a:defRPr sz="3364"/>
            </a:lvl1pPr>
            <a:lvl2pPr marL="961172" indent="0">
              <a:buNone/>
              <a:defRPr sz="2943"/>
            </a:lvl2pPr>
            <a:lvl3pPr marL="1922343" indent="0">
              <a:buNone/>
              <a:defRPr sz="2523"/>
            </a:lvl3pPr>
            <a:lvl4pPr marL="2883515" indent="0">
              <a:buNone/>
              <a:defRPr sz="2102"/>
            </a:lvl4pPr>
            <a:lvl5pPr marL="3844686" indent="0">
              <a:buNone/>
              <a:defRPr sz="2102"/>
            </a:lvl5pPr>
            <a:lvl6pPr marL="4805858" indent="0">
              <a:buNone/>
              <a:defRPr sz="2102"/>
            </a:lvl6pPr>
            <a:lvl7pPr marL="5767029" indent="0">
              <a:buNone/>
              <a:defRPr sz="2102"/>
            </a:lvl7pPr>
            <a:lvl8pPr marL="6728201" indent="0">
              <a:buNone/>
              <a:defRPr sz="2102"/>
            </a:lvl8pPr>
            <a:lvl9pPr marL="7689372" indent="0">
              <a:buNone/>
              <a:defRPr sz="2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43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22" y="961178"/>
            <a:ext cx="7067275" cy="3364124"/>
          </a:xfrm>
        </p:spPr>
        <p:txBody>
          <a:bodyPr anchor="b"/>
          <a:lstStyle>
            <a:lvl1pPr>
              <a:defRPr sz="67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15566" y="2075881"/>
            <a:ext cx="11093083" cy="10245894"/>
          </a:xfrm>
        </p:spPr>
        <p:txBody>
          <a:bodyPr anchor="t"/>
          <a:lstStyle>
            <a:lvl1pPr marL="0" indent="0">
              <a:buNone/>
              <a:defRPr sz="6727"/>
            </a:lvl1pPr>
            <a:lvl2pPr marL="961172" indent="0">
              <a:buNone/>
              <a:defRPr sz="5886"/>
            </a:lvl2pPr>
            <a:lvl3pPr marL="1922343" indent="0">
              <a:buNone/>
              <a:defRPr sz="5046"/>
            </a:lvl3pPr>
            <a:lvl4pPr marL="2883515" indent="0">
              <a:buNone/>
              <a:defRPr sz="4205"/>
            </a:lvl4pPr>
            <a:lvl5pPr marL="3844686" indent="0">
              <a:buNone/>
              <a:defRPr sz="4205"/>
            </a:lvl5pPr>
            <a:lvl6pPr marL="4805858" indent="0">
              <a:buNone/>
              <a:defRPr sz="4205"/>
            </a:lvl6pPr>
            <a:lvl7pPr marL="5767029" indent="0">
              <a:buNone/>
              <a:defRPr sz="4205"/>
            </a:lvl7pPr>
            <a:lvl8pPr marL="6728201" indent="0">
              <a:buNone/>
              <a:defRPr sz="4205"/>
            </a:lvl8pPr>
            <a:lvl9pPr marL="7689372" indent="0">
              <a:buNone/>
              <a:defRPr sz="42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9322" y="4325302"/>
            <a:ext cx="7067275" cy="8013158"/>
          </a:xfrm>
        </p:spPr>
        <p:txBody>
          <a:bodyPr/>
          <a:lstStyle>
            <a:lvl1pPr marL="0" indent="0">
              <a:buNone/>
              <a:defRPr sz="3364"/>
            </a:lvl1pPr>
            <a:lvl2pPr marL="961172" indent="0">
              <a:buNone/>
              <a:defRPr sz="2943"/>
            </a:lvl2pPr>
            <a:lvl3pPr marL="1922343" indent="0">
              <a:buNone/>
              <a:defRPr sz="2523"/>
            </a:lvl3pPr>
            <a:lvl4pPr marL="2883515" indent="0">
              <a:buNone/>
              <a:defRPr sz="2102"/>
            </a:lvl4pPr>
            <a:lvl5pPr marL="3844686" indent="0">
              <a:buNone/>
              <a:defRPr sz="2102"/>
            </a:lvl5pPr>
            <a:lvl6pPr marL="4805858" indent="0">
              <a:buNone/>
              <a:defRPr sz="2102"/>
            </a:lvl6pPr>
            <a:lvl7pPr marL="5767029" indent="0">
              <a:buNone/>
              <a:defRPr sz="2102"/>
            </a:lvl7pPr>
            <a:lvl8pPr marL="6728201" indent="0">
              <a:buNone/>
              <a:defRPr sz="2102"/>
            </a:lvl8pPr>
            <a:lvl9pPr marL="7689372" indent="0">
              <a:buNone/>
              <a:defRPr sz="2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2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80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80964" y="767608"/>
            <a:ext cx="4724832" cy="122183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6469" y="767608"/>
            <a:ext cx="13900592" cy="122183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21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6468" y="767611"/>
            <a:ext cx="18899327" cy="278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6468" y="3838039"/>
            <a:ext cx="18899327" cy="914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6468" y="13363052"/>
            <a:ext cx="4930259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88FE-9CA2-4165-8A7C-732A2BE8681F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8437" y="13363052"/>
            <a:ext cx="7395389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75536" y="13363052"/>
            <a:ext cx="4930259" cy="76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34DE4-D81F-473F-B28B-EBB3BC39C6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7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2343" rtl="0" eaLnBrk="1" latinLnBrk="0" hangingPunct="1">
        <a:lnSpc>
          <a:spcPct val="90000"/>
        </a:lnSpc>
        <a:spcBef>
          <a:spcPct val="0"/>
        </a:spcBef>
        <a:buNone/>
        <a:defRPr sz="9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586" indent="-480586" algn="l" defTabSz="1922343" rtl="0" eaLnBrk="1" latinLnBrk="0" hangingPunct="1">
        <a:lnSpc>
          <a:spcPct val="90000"/>
        </a:lnSpc>
        <a:spcBef>
          <a:spcPts val="2102"/>
        </a:spcBef>
        <a:buFont typeface="Arial" panose="020B0604020202020204" pitchFamily="34" charset="0"/>
        <a:buChar char="•"/>
        <a:defRPr sz="5886" kern="1200">
          <a:solidFill>
            <a:schemeClr val="tx1"/>
          </a:solidFill>
          <a:latin typeface="+mn-lt"/>
          <a:ea typeface="+mn-ea"/>
          <a:cs typeface="+mn-cs"/>
        </a:defRPr>
      </a:lvl1pPr>
      <a:lvl2pPr marL="1441757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5046" kern="1200">
          <a:solidFill>
            <a:schemeClr val="tx1"/>
          </a:solidFill>
          <a:latin typeface="+mn-lt"/>
          <a:ea typeface="+mn-ea"/>
          <a:cs typeface="+mn-cs"/>
        </a:defRPr>
      </a:lvl2pPr>
      <a:lvl3pPr marL="2402929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4205" kern="1200">
          <a:solidFill>
            <a:schemeClr val="tx1"/>
          </a:solidFill>
          <a:latin typeface="+mn-lt"/>
          <a:ea typeface="+mn-ea"/>
          <a:cs typeface="+mn-cs"/>
        </a:defRPr>
      </a:lvl3pPr>
      <a:lvl4pPr marL="3364100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4pPr>
      <a:lvl5pPr marL="4325272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5pPr>
      <a:lvl6pPr marL="5286444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6pPr>
      <a:lvl7pPr marL="6247615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7pPr>
      <a:lvl8pPr marL="7208787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8pPr>
      <a:lvl9pPr marL="8169958" indent="-480586" algn="l" defTabSz="1922343" rtl="0" eaLnBrk="1" latinLnBrk="0" hangingPunct="1">
        <a:lnSpc>
          <a:spcPct val="90000"/>
        </a:lnSpc>
        <a:spcBef>
          <a:spcPts val="1051"/>
        </a:spcBef>
        <a:buFont typeface="Arial" panose="020B0604020202020204" pitchFamily="34" charset="0"/>
        <a:buChar char="•"/>
        <a:defRPr sz="37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1pPr>
      <a:lvl2pPr marL="961172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2pPr>
      <a:lvl3pPr marL="1922343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3pPr>
      <a:lvl4pPr marL="2883515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4pPr>
      <a:lvl5pPr marL="3844686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5pPr>
      <a:lvl6pPr marL="4805858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6pPr>
      <a:lvl7pPr marL="5767029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7pPr>
      <a:lvl8pPr marL="6728201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8pPr>
      <a:lvl9pPr marL="7689372" algn="l" defTabSz="1922343" rtl="0" eaLnBrk="1" latinLnBrk="0" hangingPunct="1">
        <a:defRPr sz="37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10" Type="http://schemas.openxmlformats.org/officeDocument/2006/relationships/image" Target="../media/image27.png"/><Relationship Id="rId4" Type="http://schemas.openxmlformats.org/officeDocument/2006/relationships/image" Target="../media/image21.jp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10" Type="http://schemas.openxmlformats.org/officeDocument/2006/relationships/image" Target="../media/image29.png"/><Relationship Id="rId4" Type="http://schemas.openxmlformats.org/officeDocument/2006/relationships/image" Target="../media/image21.jp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jpg"/><Relationship Id="rId7" Type="http://schemas.openxmlformats.org/officeDocument/2006/relationships/image" Target="../media/image3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jpg"/><Relationship Id="rId7" Type="http://schemas.openxmlformats.org/officeDocument/2006/relationships/image" Target="../media/image3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2.jp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6.png"/><Relationship Id="rId5" Type="http://schemas.openxmlformats.org/officeDocument/2006/relationships/image" Target="../media/image24.jpg"/><Relationship Id="rId10" Type="http://schemas.openxmlformats.org/officeDocument/2006/relationships/image" Target="../media/image35.png"/><Relationship Id="rId4" Type="http://schemas.openxmlformats.org/officeDocument/2006/relationships/image" Target="../media/image23.jp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22.jp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44.png"/><Relationship Id="rId5" Type="http://schemas.openxmlformats.org/officeDocument/2006/relationships/image" Target="../media/image24.jpg"/><Relationship Id="rId10" Type="http://schemas.openxmlformats.org/officeDocument/2006/relationships/image" Target="../media/image43.png"/><Relationship Id="rId4" Type="http://schemas.openxmlformats.org/officeDocument/2006/relationships/image" Target="../media/image23.jp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2.jpg"/><Relationship Id="rId7" Type="http://schemas.openxmlformats.org/officeDocument/2006/relationships/image" Target="../media/image4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10" Type="http://schemas.openxmlformats.org/officeDocument/2006/relationships/image" Target="../media/image50.png"/><Relationship Id="rId4" Type="http://schemas.openxmlformats.org/officeDocument/2006/relationships/image" Target="../media/image23.jp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2.jp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55.png"/><Relationship Id="rId5" Type="http://schemas.openxmlformats.org/officeDocument/2006/relationships/image" Target="../media/image24.jp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23.jp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52813D2-B1C1-B068-1EF0-CDD9153BD78E}"/>
              </a:ext>
            </a:extLst>
          </p:cNvPr>
          <p:cNvSpPr/>
          <p:nvPr/>
        </p:nvSpPr>
        <p:spPr>
          <a:xfrm>
            <a:off x="8553563" y="8081269"/>
            <a:ext cx="353732" cy="1408699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68B2C22-C54D-3535-03BF-0590417AD0B3}"/>
              </a:ext>
            </a:extLst>
          </p:cNvPr>
          <p:cNvSpPr/>
          <p:nvPr/>
        </p:nvSpPr>
        <p:spPr>
          <a:xfrm>
            <a:off x="8553565" y="5310779"/>
            <a:ext cx="353732" cy="277583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9058701-BDE4-E044-C5B0-5A5702AE6560}"/>
              </a:ext>
            </a:extLst>
          </p:cNvPr>
          <p:cNvSpPr/>
          <p:nvPr/>
        </p:nvSpPr>
        <p:spPr>
          <a:xfrm>
            <a:off x="8907303" y="4976612"/>
            <a:ext cx="5923757" cy="33719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21479D-5ECF-4263-C662-B0E34F239FA9}"/>
              </a:ext>
            </a:extLst>
          </p:cNvPr>
          <p:cNvSpPr/>
          <p:nvPr/>
        </p:nvSpPr>
        <p:spPr>
          <a:xfrm>
            <a:off x="12450904" y="7072188"/>
            <a:ext cx="1215743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08F51C8-D840-77C5-8B44-86CE8B037312}"/>
              </a:ext>
            </a:extLst>
          </p:cNvPr>
          <p:cNvSpPr/>
          <p:nvPr/>
        </p:nvSpPr>
        <p:spPr>
          <a:xfrm>
            <a:off x="13408792" y="7085420"/>
            <a:ext cx="966596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59C517D-B104-D881-7AB4-31F65B85EDB6}"/>
              </a:ext>
            </a:extLst>
          </p:cNvPr>
          <p:cNvCxnSpPr>
            <a:cxnSpLocks/>
            <a:stCxn id="109" idx="6"/>
            <a:endCxn id="187" idx="2"/>
          </p:cNvCxnSpPr>
          <p:nvPr/>
        </p:nvCxnSpPr>
        <p:spPr>
          <a:xfrm flipV="1">
            <a:off x="12902424" y="7610951"/>
            <a:ext cx="505264" cy="5335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584060A-A78B-C4FF-B156-D99C04A6A6B0}"/>
              </a:ext>
            </a:extLst>
          </p:cNvPr>
          <p:cNvCxnSpPr>
            <a:cxnSpLocks/>
            <a:stCxn id="123" idx="2"/>
            <a:endCxn id="187" idx="6"/>
          </p:cNvCxnSpPr>
          <p:nvPr/>
        </p:nvCxnSpPr>
        <p:spPr>
          <a:xfrm flipH="1">
            <a:off x="13515688" y="7581961"/>
            <a:ext cx="218498" cy="2899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7A4831B1-EC67-6077-22F3-B82CD4FBC613}"/>
              </a:ext>
            </a:extLst>
          </p:cNvPr>
          <p:cNvSpPr/>
          <p:nvPr/>
        </p:nvSpPr>
        <p:spPr>
          <a:xfrm>
            <a:off x="10939035" y="8484672"/>
            <a:ext cx="675735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E7AA1E7-B20B-30AF-AA28-760EE762472C}"/>
              </a:ext>
            </a:extLst>
          </p:cNvPr>
          <p:cNvSpPr/>
          <p:nvPr/>
        </p:nvSpPr>
        <p:spPr>
          <a:xfrm>
            <a:off x="9074278" y="8457431"/>
            <a:ext cx="675735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7DC0BDE-1FD2-2CDC-253C-96DB9AB417F7}"/>
              </a:ext>
            </a:extLst>
          </p:cNvPr>
          <p:cNvCxnSpPr>
            <a:cxnSpLocks/>
            <a:stCxn id="81" idx="6"/>
            <a:endCxn id="86" idx="2"/>
          </p:cNvCxnSpPr>
          <p:nvPr/>
        </p:nvCxnSpPr>
        <p:spPr>
          <a:xfrm>
            <a:off x="9481638" y="8511439"/>
            <a:ext cx="1780873" cy="1661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BA7D055-2097-EA94-0150-9A0849C65E9D}"/>
              </a:ext>
            </a:extLst>
          </p:cNvPr>
          <p:cNvCxnSpPr>
            <a:cxnSpLocks/>
          </p:cNvCxnSpPr>
          <p:nvPr/>
        </p:nvCxnSpPr>
        <p:spPr>
          <a:xfrm flipV="1">
            <a:off x="9711843" y="8689023"/>
            <a:ext cx="1268169" cy="329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B973602-FBE3-3541-55C5-18132C88356A}"/>
              </a:ext>
            </a:extLst>
          </p:cNvPr>
          <p:cNvCxnSpPr>
            <a:cxnSpLocks/>
            <a:stCxn id="82" idx="6"/>
            <a:endCxn id="89" idx="3"/>
          </p:cNvCxnSpPr>
          <p:nvPr/>
        </p:nvCxnSpPr>
        <p:spPr>
          <a:xfrm flipV="1">
            <a:off x="9623607" y="9053839"/>
            <a:ext cx="1392170" cy="128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021A8777-E1E1-BE33-7790-569A6458F068}"/>
              </a:ext>
            </a:extLst>
          </p:cNvPr>
          <p:cNvSpPr/>
          <p:nvPr/>
        </p:nvSpPr>
        <p:spPr>
          <a:xfrm>
            <a:off x="9208680" y="7073441"/>
            <a:ext cx="675735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6253AC8-00F9-566E-8017-A45C7392C1BF}"/>
              </a:ext>
            </a:extLst>
          </p:cNvPr>
          <p:cNvSpPr/>
          <p:nvPr/>
        </p:nvSpPr>
        <p:spPr>
          <a:xfrm>
            <a:off x="10734092" y="7093062"/>
            <a:ext cx="675735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714DF9D-DB91-A598-291E-5E01B7D18E92}"/>
              </a:ext>
            </a:extLst>
          </p:cNvPr>
          <p:cNvCxnSpPr>
            <a:cxnSpLocks/>
            <a:stCxn id="70" idx="5"/>
            <a:endCxn id="71" idx="1"/>
          </p:cNvCxnSpPr>
          <p:nvPr/>
        </p:nvCxnSpPr>
        <p:spPr>
          <a:xfrm>
            <a:off x="11149752" y="7174618"/>
            <a:ext cx="165445" cy="1680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DD7F838-FDD8-3488-005B-A30B3BB5700F}"/>
              </a:ext>
            </a:extLst>
          </p:cNvPr>
          <p:cNvCxnSpPr>
            <a:cxnSpLocks/>
            <a:stCxn id="74" idx="6"/>
            <a:endCxn id="71" idx="2"/>
          </p:cNvCxnSpPr>
          <p:nvPr/>
        </p:nvCxnSpPr>
        <p:spPr>
          <a:xfrm flipV="1">
            <a:off x="11125951" y="7380908"/>
            <a:ext cx="173422" cy="432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6D88004-CEC1-750F-2D86-49E3E57B4685}"/>
              </a:ext>
            </a:extLst>
          </p:cNvPr>
          <p:cNvCxnSpPr>
            <a:cxnSpLocks/>
            <a:stCxn id="71" idx="4"/>
            <a:endCxn id="72" idx="7"/>
          </p:cNvCxnSpPr>
          <p:nvPr/>
        </p:nvCxnSpPr>
        <p:spPr>
          <a:xfrm flipH="1">
            <a:off x="11280286" y="7434900"/>
            <a:ext cx="73095" cy="2280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0599B51-7992-A93A-2456-38FAB91E5022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10867252" y="7136442"/>
            <a:ext cx="190315" cy="12278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85A08FE-F288-BFFC-A15D-8D173DCD4A06}"/>
              </a:ext>
            </a:extLst>
          </p:cNvPr>
          <p:cNvCxnSpPr>
            <a:cxnSpLocks/>
            <a:stCxn id="70" idx="4"/>
            <a:endCxn id="74" idx="0"/>
          </p:cNvCxnSpPr>
          <p:nvPr/>
        </p:nvCxnSpPr>
        <p:spPr>
          <a:xfrm flipH="1">
            <a:off x="11071959" y="7190441"/>
            <a:ext cx="39609" cy="17968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E13BF61-6DD9-0B82-8D56-29274D476160}"/>
              </a:ext>
            </a:extLst>
          </p:cNvPr>
          <p:cNvCxnSpPr>
            <a:cxnSpLocks/>
            <a:endCxn id="74" idx="2"/>
          </p:cNvCxnSpPr>
          <p:nvPr/>
        </p:nvCxnSpPr>
        <p:spPr>
          <a:xfrm>
            <a:off x="10867245" y="7335589"/>
            <a:ext cx="150706" cy="8852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A83F50B-C3A0-C3A0-D3E3-A7523D604F60}"/>
              </a:ext>
            </a:extLst>
          </p:cNvPr>
          <p:cNvCxnSpPr>
            <a:cxnSpLocks/>
            <a:stCxn id="73" idx="7"/>
            <a:endCxn id="74" idx="3"/>
          </p:cNvCxnSpPr>
          <p:nvPr/>
        </p:nvCxnSpPr>
        <p:spPr>
          <a:xfrm flipV="1">
            <a:off x="10887210" y="7462299"/>
            <a:ext cx="146565" cy="12355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A456BF3-AD29-7D73-3490-88D4639D1C0B}"/>
              </a:ext>
            </a:extLst>
          </p:cNvPr>
          <p:cNvCxnSpPr>
            <a:cxnSpLocks/>
            <a:stCxn id="72" idx="1"/>
            <a:endCxn id="74" idx="4"/>
          </p:cNvCxnSpPr>
          <p:nvPr/>
        </p:nvCxnSpPr>
        <p:spPr>
          <a:xfrm flipH="1" flipV="1">
            <a:off x="11071959" y="7478123"/>
            <a:ext cx="131959" cy="1848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18E0393-E9B6-ABAA-871A-673B12B835E0}"/>
              </a:ext>
            </a:extLst>
          </p:cNvPr>
          <p:cNvCxnSpPr>
            <a:cxnSpLocks/>
            <a:stCxn id="72" idx="2"/>
            <a:endCxn id="73" idx="5"/>
          </p:cNvCxnSpPr>
          <p:nvPr/>
        </p:nvCxnSpPr>
        <p:spPr>
          <a:xfrm flipH="1" flipV="1">
            <a:off x="10887202" y="7662229"/>
            <a:ext cx="300892" cy="3893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27971E1-0EEE-A720-DB76-F9E3230F3525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10790885" y="7335589"/>
            <a:ext cx="19957" cy="25026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B7A286C-E02E-88BC-6ACE-612DDEF88183}"/>
              </a:ext>
            </a:extLst>
          </p:cNvPr>
          <p:cNvCxnSpPr>
            <a:cxnSpLocks/>
            <a:stCxn id="86" idx="5"/>
            <a:endCxn id="87" idx="1"/>
          </p:cNvCxnSpPr>
          <p:nvPr/>
        </p:nvCxnSpPr>
        <p:spPr>
          <a:xfrm>
            <a:off x="11354695" y="8566228"/>
            <a:ext cx="165445" cy="1680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249A5D0-C2B2-372F-B297-9E1D734A7CE8}"/>
              </a:ext>
            </a:extLst>
          </p:cNvPr>
          <p:cNvCxnSpPr>
            <a:cxnSpLocks/>
            <a:stCxn id="90" idx="6"/>
            <a:endCxn id="87" idx="2"/>
          </p:cNvCxnSpPr>
          <p:nvPr/>
        </p:nvCxnSpPr>
        <p:spPr>
          <a:xfrm flipV="1">
            <a:off x="11330894" y="8772518"/>
            <a:ext cx="173422" cy="432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FC6C180-5D97-BB08-0E4D-1367C57D0EA3}"/>
              </a:ext>
            </a:extLst>
          </p:cNvPr>
          <p:cNvCxnSpPr>
            <a:cxnSpLocks/>
            <a:stCxn id="87" idx="4"/>
            <a:endCxn id="88" idx="7"/>
          </p:cNvCxnSpPr>
          <p:nvPr/>
        </p:nvCxnSpPr>
        <p:spPr>
          <a:xfrm flipH="1">
            <a:off x="11485229" y="8826511"/>
            <a:ext cx="73095" cy="2280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D65407B-23F1-FE3B-189A-8904EA5937FA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11072195" y="8528051"/>
            <a:ext cx="190315" cy="12278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78D429E-025E-F1DC-5D26-5F6F784D8C6C}"/>
              </a:ext>
            </a:extLst>
          </p:cNvPr>
          <p:cNvCxnSpPr>
            <a:cxnSpLocks/>
            <a:stCxn id="86" idx="4"/>
            <a:endCxn id="90" idx="0"/>
          </p:cNvCxnSpPr>
          <p:nvPr/>
        </p:nvCxnSpPr>
        <p:spPr>
          <a:xfrm flipH="1">
            <a:off x="11276902" y="8582051"/>
            <a:ext cx="39609" cy="17968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741BC9D-0753-0D9F-1398-86181F0B5487}"/>
              </a:ext>
            </a:extLst>
          </p:cNvPr>
          <p:cNvCxnSpPr>
            <a:cxnSpLocks/>
            <a:endCxn id="90" idx="2"/>
          </p:cNvCxnSpPr>
          <p:nvPr/>
        </p:nvCxnSpPr>
        <p:spPr>
          <a:xfrm>
            <a:off x="11072188" y="8727199"/>
            <a:ext cx="150706" cy="8852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7895952-D834-FCF7-B118-7CFE703F9033}"/>
              </a:ext>
            </a:extLst>
          </p:cNvPr>
          <p:cNvCxnSpPr>
            <a:cxnSpLocks/>
            <a:stCxn id="89" idx="7"/>
            <a:endCxn id="90" idx="3"/>
          </p:cNvCxnSpPr>
          <p:nvPr/>
        </p:nvCxnSpPr>
        <p:spPr>
          <a:xfrm flipV="1">
            <a:off x="11092153" y="8853909"/>
            <a:ext cx="146565" cy="12355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69F4FB2-5582-C24D-5A98-6D5B4A79D814}"/>
              </a:ext>
            </a:extLst>
          </p:cNvPr>
          <p:cNvCxnSpPr>
            <a:cxnSpLocks/>
            <a:stCxn id="88" idx="1"/>
            <a:endCxn id="90" idx="4"/>
          </p:cNvCxnSpPr>
          <p:nvPr/>
        </p:nvCxnSpPr>
        <p:spPr>
          <a:xfrm flipH="1" flipV="1">
            <a:off x="11276902" y="8869733"/>
            <a:ext cx="131959" cy="1848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BFF019C-306E-69CA-C834-76621FC8DF2F}"/>
              </a:ext>
            </a:extLst>
          </p:cNvPr>
          <p:cNvCxnSpPr>
            <a:cxnSpLocks/>
            <a:stCxn id="88" idx="2"/>
            <a:endCxn id="89" idx="5"/>
          </p:cNvCxnSpPr>
          <p:nvPr/>
        </p:nvCxnSpPr>
        <p:spPr>
          <a:xfrm flipH="1" flipV="1">
            <a:off x="11092145" y="9053839"/>
            <a:ext cx="300892" cy="3893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2FF5B54-E9BE-2F7D-9F32-EFDBB99C054F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10995827" y="8727199"/>
            <a:ext cx="19957" cy="25026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1D3E81E-E6DE-AA7A-7A03-9DDAFD5AFB1D}"/>
              </a:ext>
            </a:extLst>
          </p:cNvPr>
          <p:cNvCxnSpPr>
            <a:cxnSpLocks/>
            <a:stCxn id="81" idx="4"/>
            <a:endCxn id="84" idx="0"/>
          </p:cNvCxnSpPr>
          <p:nvPr/>
        </p:nvCxnSpPr>
        <p:spPr>
          <a:xfrm flipH="1">
            <a:off x="9396657" y="8565439"/>
            <a:ext cx="30981" cy="17996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16C474A-84F0-3243-A511-C15BC96C2A25}"/>
              </a:ext>
            </a:extLst>
          </p:cNvPr>
          <p:cNvCxnSpPr>
            <a:cxnSpLocks/>
            <a:stCxn id="59" idx="5"/>
          </p:cNvCxnSpPr>
          <p:nvPr/>
        </p:nvCxnSpPr>
        <p:spPr>
          <a:xfrm>
            <a:off x="9600222" y="7165633"/>
            <a:ext cx="169653" cy="17237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678CDA9-334A-CF24-EE3F-473649C834EE}"/>
              </a:ext>
            </a:extLst>
          </p:cNvPr>
          <p:cNvCxnSpPr>
            <a:cxnSpLocks/>
            <a:stCxn id="62" idx="6"/>
          </p:cNvCxnSpPr>
          <p:nvPr/>
        </p:nvCxnSpPr>
        <p:spPr>
          <a:xfrm flipV="1">
            <a:off x="9585051" y="7376184"/>
            <a:ext cx="169002" cy="3922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F6494FF-8ECD-0C95-E807-26BAA4D4B93D}"/>
              </a:ext>
            </a:extLst>
          </p:cNvPr>
          <p:cNvCxnSpPr>
            <a:cxnSpLocks/>
            <a:endCxn id="60" idx="7"/>
          </p:cNvCxnSpPr>
          <p:nvPr/>
        </p:nvCxnSpPr>
        <p:spPr>
          <a:xfrm flipH="1">
            <a:off x="9742192" y="7430184"/>
            <a:ext cx="65860" cy="21431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6FC9BC6-3103-B23F-D04F-40D6647C7E14}"/>
              </a:ext>
            </a:extLst>
          </p:cNvPr>
          <p:cNvCxnSpPr>
            <a:cxnSpLocks/>
            <a:stCxn id="59" idx="2"/>
            <a:endCxn id="63" idx="7"/>
          </p:cNvCxnSpPr>
          <p:nvPr/>
        </p:nvCxnSpPr>
        <p:spPr>
          <a:xfrm flipH="1">
            <a:off x="9333395" y="7127442"/>
            <a:ext cx="174636" cy="10644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87410DB-1CA9-F1F3-C97A-21BBCDAE5E18}"/>
              </a:ext>
            </a:extLst>
          </p:cNvPr>
          <p:cNvCxnSpPr>
            <a:cxnSpLocks/>
            <a:stCxn id="59" idx="4"/>
            <a:endCxn id="62" idx="0"/>
          </p:cNvCxnSpPr>
          <p:nvPr/>
        </p:nvCxnSpPr>
        <p:spPr>
          <a:xfrm flipH="1">
            <a:off x="9531058" y="7181449"/>
            <a:ext cx="30981" cy="17996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7A4E10D-02E8-22B9-3968-9F37E5FBE5C8}"/>
              </a:ext>
            </a:extLst>
          </p:cNvPr>
          <p:cNvCxnSpPr>
            <a:cxnSpLocks/>
            <a:stCxn id="63" idx="5"/>
            <a:endCxn id="62" idx="2"/>
          </p:cNvCxnSpPr>
          <p:nvPr/>
        </p:nvCxnSpPr>
        <p:spPr>
          <a:xfrm>
            <a:off x="9333403" y="7310260"/>
            <a:ext cx="143655" cy="1051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812C496-C00A-5D3A-212F-91FFE9384010}"/>
              </a:ext>
            </a:extLst>
          </p:cNvPr>
          <p:cNvCxnSpPr>
            <a:cxnSpLocks/>
            <a:stCxn id="61" idx="7"/>
            <a:endCxn id="62" idx="3"/>
          </p:cNvCxnSpPr>
          <p:nvPr/>
        </p:nvCxnSpPr>
        <p:spPr>
          <a:xfrm flipV="1">
            <a:off x="9357371" y="7453598"/>
            <a:ext cx="135496" cy="6293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098F43D-11DC-A00D-8752-4B0FA3A89795}"/>
              </a:ext>
            </a:extLst>
          </p:cNvPr>
          <p:cNvCxnSpPr>
            <a:cxnSpLocks/>
            <a:stCxn id="60" idx="1"/>
            <a:endCxn id="62" idx="4"/>
          </p:cNvCxnSpPr>
          <p:nvPr/>
        </p:nvCxnSpPr>
        <p:spPr>
          <a:xfrm flipH="1" flipV="1">
            <a:off x="9531050" y="7469406"/>
            <a:ext cx="134774" cy="17509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810032D-9A51-3C53-420B-D99BE3D792CD}"/>
              </a:ext>
            </a:extLst>
          </p:cNvPr>
          <p:cNvCxnSpPr>
            <a:cxnSpLocks/>
            <a:stCxn id="60" idx="2"/>
            <a:endCxn id="61" idx="5"/>
          </p:cNvCxnSpPr>
          <p:nvPr/>
        </p:nvCxnSpPr>
        <p:spPr>
          <a:xfrm flipH="1" flipV="1">
            <a:off x="9357370" y="7592905"/>
            <a:ext cx="292638" cy="8978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863372C-3349-F236-F5B3-FD90C394AD9C}"/>
              </a:ext>
            </a:extLst>
          </p:cNvPr>
          <p:cNvCxnSpPr>
            <a:cxnSpLocks/>
            <a:stCxn id="63" idx="3"/>
            <a:endCxn id="61" idx="1"/>
          </p:cNvCxnSpPr>
          <p:nvPr/>
        </p:nvCxnSpPr>
        <p:spPr>
          <a:xfrm>
            <a:off x="9257035" y="7310253"/>
            <a:ext cx="23975" cy="20627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3D98658-4543-1167-0A9E-AE12DE3C0495}"/>
              </a:ext>
            </a:extLst>
          </p:cNvPr>
          <p:cNvCxnSpPr>
            <a:cxnSpLocks/>
            <a:stCxn id="81" idx="5"/>
          </p:cNvCxnSpPr>
          <p:nvPr/>
        </p:nvCxnSpPr>
        <p:spPr>
          <a:xfrm>
            <a:off x="9465822" y="8549623"/>
            <a:ext cx="169653" cy="17237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BD5E9CB-CE1B-7A9E-FA8F-453055AEB115}"/>
              </a:ext>
            </a:extLst>
          </p:cNvPr>
          <p:cNvCxnSpPr>
            <a:cxnSpLocks/>
            <a:stCxn id="84" idx="6"/>
          </p:cNvCxnSpPr>
          <p:nvPr/>
        </p:nvCxnSpPr>
        <p:spPr>
          <a:xfrm flipV="1">
            <a:off x="9450649" y="8760174"/>
            <a:ext cx="169002" cy="3922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97C5DB1-5650-A8E9-6553-BE6D9376021A}"/>
              </a:ext>
            </a:extLst>
          </p:cNvPr>
          <p:cNvCxnSpPr>
            <a:cxnSpLocks/>
            <a:endCxn id="82" idx="7"/>
          </p:cNvCxnSpPr>
          <p:nvPr/>
        </p:nvCxnSpPr>
        <p:spPr>
          <a:xfrm flipH="1">
            <a:off x="9607791" y="8814174"/>
            <a:ext cx="65860" cy="21431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958EAE5-AE7B-4EF9-C53D-917297ADCB81}"/>
              </a:ext>
            </a:extLst>
          </p:cNvPr>
          <p:cNvCxnSpPr>
            <a:cxnSpLocks/>
            <a:stCxn id="81" idx="2"/>
            <a:endCxn id="85" idx="7"/>
          </p:cNvCxnSpPr>
          <p:nvPr/>
        </p:nvCxnSpPr>
        <p:spPr>
          <a:xfrm flipH="1">
            <a:off x="9198994" y="8511431"/>
            <a:ext cx="174636" cy="10644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BA7310C-57F8-288A-4055-92B416A82503}"/>
              </a:ext>
            </a:extLst>
          </p:cNvPr>
          <p:cNvCxnSpPr>
            <a:cxnSpLocks/>
            <a:stCxn id="85" idx="5"/>
            <a:endCxn id="84" idx="2"/>
          </p:cNvCxnSpPr>
          <p:nvPr/>
        </p:nvCxnSpPr>
        <p:spPr>
          <a:xfrm>
            <a:off x="9199002" y="8694251"/>
            <a:ext cx="143655" cy="1051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8F01990-4D39-B022-F01E-C46381396B27}"/>
              </a:ext>
            </a:extLst>
          </p:cNvPr>
          <p:cNvCxnSpPr>
            <a:cxnSpLocks/>
            <a:stCxn id="83" idx="7"/>
            <a:endCxn id="84" idx="3"/>
          </p:cNvCxnSpPr>
          <p:nvPr/>
        </p:nvCxnSpPr>
        <p:spPr>
          <a:xfrm flipV="1">
            <a:off x="9222969" y="8837587"/>
            <a:ext cx="135496" cy="6293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381FBA7-A592-01CA-AE0E-2789CBB46AFA}"/>
              </a:ext>
            </a:extLst>
          </p:cNvPr>
          <p:cNvCxnSpPr>
            <a:cxnSpLocks/>
            <a:stCxn id="82" idx="1"/>
            <a:endCxn id="84" idx="4"/>
          </p:cNvCxnSpPr>
          <p:nvPr/>
        </p:nvCxnSpPr>
        <p:spPr>
          <a:xfrm flipH="1" flipV="1">
            <a:off x="9396650" y="8853396"/>
            <a:ext cx="134774" cy="17509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2389568-1FA4-DC35-BE62-94733AA792F2}"/>
              </a:ext>
            </a:extLst>
          </p:cNvPr>
          <p:cNvCxnSpPr>
            <a:cxnSpLocks/>
            <a:stCxn id="82" idx="2"/>
            <a:endCxn id="83" idx="5"/>
          </p:cNvCxnSpPr>
          <p:nvPr/>
        </p:nvCxnSpPr>
        <p:spPr>
          <a:xfrm flipH="1" flipV="1">
            <a:off x="9222969" y="8976895"/>
            <a:ext cx="292638" cy="8978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822B645-9438-2521-296A-30577E76EEB1}"/>
              </a:ext>
            </a:extLst>
          </p:cNvPr>
          <p:cNvCxnSpPr>
            <a:cxnSpLocks/>
            <a:stCxn id="85" idx="3"/>
            <a:endCxn id="83" idx="1"/>
          </p:cNvCxnSpPr>
          <p:nvPr/>
        </p:nvCxnSpPr>
        <p:spPr>
          <a:xfrm>
            <a:off x="9122633" y="8694243"/>
            <a:ext cx="23975" cy="20627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3582077-46F9-5B3A-2B09-7988B7D8CECB}"/>
              </a:ext>
            </a:extLst>
          </p:cNvPr>
          <p:cNvSpPr/>
          <p:nvPr/>
        </p:nvSpPr>
        <p:spPr>
          <a:xfrm>
            <a:off x="8553571" y="4975111"/>
            <a:ext cx="6277489" cy="4514850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57F32A05-F4C7-D3E7-81F4-43C50A0657E0}"/>
              </a:ext>
            </a:extLst>
          </p:cNvPr>
          <p:cNvSpPr/>
          <p:nvPr/>
        </p:nvSpPr>
        <p:spPr>
          <a:xfrm>
            <a:off x="9508031" y="707344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90B9B2FE-FF6B-364B-0541-AC4B7820C68A}"/>
              </a:ext>
            </a:extLst>
          </p:cNvPr>
          <p:cNvSpPr/>
          <p:nvPr/>
        </p:nvSpPr>
        <p:spPr>
          <a:xfrm>
            <a:off x="9650008" y="762868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A49085C4-FA48-9F01-863A-C1DC7A0FED1E}"/>
              </a:ext>
            </a:extLst>
          </p:cNvPr>
          <p:cNvSpPr/>
          <p:nvPr/>
        </p:nvSpPr>
        <p:spPr>
          <a:xfrm>
            <a:off x="9265187" y="750071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64656FFA-CEB4-DE42-BAD7-309D4E59AB0C}"/>
              </a:ext>
            </a:extLst>
          </p:cNvPr>
          <p:cNvSpPr/>
          <p:nvPr/>
        </p:nvSpPr>
        <p:spPr>
          <a:xfrm>
            <a:off x="9477050" y="736140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E87CB1F-B1AF-3F44-038D-555FB6319EFD}"/>
              </a:ext>
            </a:extLst>
          </p:cNvPr>
          <p:cNvSpPr/>
          <p:nvPr/>
        </p:nvSpPr>
        <p:spPr>
          <a:xfrm>
            <a:off x="9241211" y="721806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B17EDC5-1F30-63BB-4F95-C0A56FA33693}"/>
              </a:ext>
            </a:extLst>
          </p:cNvPr>
          <p:cNvSpPr/>
          <p:nvPr/>
        </p:nvSpPr>
        <p:spPr>
          <a:xfrm>
            <a:off x="9146601" y="5541870"/>
            <a:ext cx="876582" cy="9170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7CA1BEA1-7BD9-2EC4-73D2-EBB1BB9DCA8E}"/>
              </a:ext>
            </a:extLst>
          </p:cNvPr>
          <p:cNvSpPr/>
          <p:nvPr/>
        </p:nvSpPr>
        <p:spPr>
          <a:xfrm>
            <a:off x="9609195" y="554447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38B3E502-275A-C8FF-5332-F803586A7591}"/>
              </a:ext>
            </a:extLst>
          </p:cNvPr>
          <p:cNvSpPr/>
          <p:nvPr/>
        </p:nvSpPr>
        <p:spPr>
          <a:xfrm>
            <a:off x="9647379" y="633366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F648AC2B-C5B7-B270-E99E-0A071757A06C}"/>
              </a:ext>
            </a:extLst>
          </p:cNvPr>
          <p:cNvSpPr/>
          <p:nvPr/>
        </p:nvSpPr>
        <p:spPr>
          <a:xfrm>
            <a:off x="9187219" y="613425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DF4B0558-4259-9BF7-7065-B3663668FB81}"/>
              </a:ext>
            </a:extLst>
          </p:cNvPr>
          <p:cNvSpPr/>
          <p:nvPr/>
        </p:nvSpPr>
        <p:spPr>
          <a:xfrm>
            <a:off x="9515501" y="595325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DDD90452-3A83-55B5-A962-A4BCFFE52D7C}"/>
              </a:ext>
            </a:extLst>
          </p:cNvPr>
          <p:cNvSpPr/>
          <p:nvPr/>
        </p:nvSpPr>
        <p:spPr>
          <a:xfrm>
            <a:off x="9212349" y="573756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B89AB10-7B87-BE67-998E-8377C3550AFD}"/>
              </a:ext>
            </a:extLst>
          </p:cNvPr>
          <p:cNvSpPr/>
          <p:nvPr/>
        </p:nvSpPr>
        <p:spPr>
          <a:xfrm>
            <a:off x="11057560" y="708243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D1BBBC1B-42C9-E342-A2CD-5A38B1D82652}"/>
              </a:ext>
            </a:extLst>
          </p:cNvPr>
          <p:cNvSpPr/>
          <p:nvPr/>
        </p:nvSpPr>
        <p:spPr>
          <a:xfrm>
            <a:off x="11299373" y="7326900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60A2B8BD-9DDC-91BD-12CD-3A6F94BC1036}"/>
              </a:ext>
            </a:extLst>
          </p:cNvPr>
          <p:cNvSpPr/>
          <p:nvPr/>
        </p:nvSpPr>
        <p:spPr>
          <a:xfrm>
            <a:off x="11188094" y="764715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A6295E64-415F-ED6A-6673-C20887A658F4}"/>
              </a:ext>
            </a:extLst>
          </p:cNvPr>
          <p:cNvSpPr/>
          <p:nvPr/>
        </p:nvSpPr>
        <p:spPr>
          <a:xfrm>
            <a:off x="10795018" y="757003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7E9B60C0-BA81-72B8-30EF-2D9CB76FED98}"/>
              </a:ext>
            </a:extLst>
          </p:cNvPr>
          <p:cNvSpPr/>
          <p:nvPr/>
        </p:nvSpPr>
        <p:spPr>
          <a:xfrm>
            <a:off x="11017951" y="737011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1F8412C9-CE21-B056-DD87-6BF89FF91639}"/>
              </a:ext>
            </a:extLst>
          </p:cNvPr>
          <p:cNvSpPr/>
          <p:nvPr/>
        </p:nvSpPr>
        <p:spPr>
          <a:xfrm>
            <a:off x="10580573" y="5561498"/>
            <a:ext cx="876582" cy="910007"/>
          </a:xfrm>
          <a:prstGeom prst="ellipse">
            <a:avLst/>
          </a:prstGeom>
          <a:solidFill>
            <a:srgbClr val="FACCCE"/>
          </a:solidFill>
          <a:ln>
            <a:noFill/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E090B7E7-FA92-82F1-8603-D1C47D850181}"/>
              </a:ext>
            </a:extLst>
          </p:cNvPr>
          <p:cNvSpPr/>
          <p:nvPr/>
        </p:nvSpPr>
        <p:spPr>
          <a:xfrm>
            <a:off x="11023653" y="556149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A50B13BA-09BE-0F5B-2EEB-BBB27C2A242D}"/>
              </a:ext>
            </a:extLst>
          </p:cNvPr>
          <p:cNvSpPr/>
          <p:nvPr/>
        </p:nvSpPr>
        <p:spPr>
          <a:xfrm>
            <a:off x="11358200" y="5844938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E8E895AF-C060-9EC0-9E4A-FBDF445A92C9}"/>
              </a:ext>
            </a:extLst>
          </p:cNvPr>
          <p:cNvSpPr/>
          <p:nvPr/>
        </p:nvSpPr>
        <p:spPr>
          <a:xfrm>
            <a:off x="11173570" y="632389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BE85DF4-94CA-359A-6DB1-BDD51F538CBF}"/>
              </a:ext>
            </a:extLst>
          </p:cNvPr>
          <p:cNvSpPr/>
          <p:nvPr/>
        </p:nvSpPr>
        <p:spPr>
          <a:xfrm>
            <a:off x="10677293" y="619441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1B09962-B80C-7E31-8C0A-20CC79157055}"/>
              </a:ext>
            </a:extLst>
          </p:cNvPr>
          <p:cNvSpPr/>
          <p:nvPr/>
        </p:nvSpPr>
        <p:spPr>
          <a:xfrm>
            <a:off x="10974183" y="598065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2B9909E8-7CFB-0087-BE76-C454DD8BA476}"/>
              </a:ext>
            </a:extLst>
          </p:cNvPr>
          <p:cNvSpPr/>
          <p:nvPr/>
        </p:nvSpPr>
        <p:spPr>
          <a:xfrm>
            <a:off x="9373630" y="845743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D45DD319-EC26-D551-D110-B0B25A3E54F2}"/>
              </a:ext>
            </a:extLst>
          </p:cNvPr>
          <p:cNvSpPr/>
          <p:nvPr/>
        </p:nvSpPr>
        <p:spPr>
          <a:xfrm>
            <a:off x="9515607" y="901267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0D666469-5063-8D82-1AC6-9830C19E22F7}"/>
              </a:ext>
            </a:extLst>
          </p:cNvPr>
          <p:cNvSpPr/>
          <p:nvPr/>
        </p:nvSpPr>
        <p:spPr>
          <a:xfrm>
            <a:off x="9130785" y="888470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D0F760B-3E19-4E31-F509-4C68A339C405}"/>
              </a:ext>
            </a:extLst>
          </p:cNvPr>
          <p:cNvSpPr/>
          <p:nvPr/>
        </p:nvSpPr>
        <p:spPr>
          <a:xfrm>
            <a:off x="9342649" y="874539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63974099-96A2-FD07-9BFB-21D02BA9EA4E}"/>
              </a:ext>
            </a:extLst>
          </p:cNvPr>
          <p:cNvSpPr/>
          <p:nvPr/>
        </p:nvSpPr>
        <p:spPr>
          <a:xfrm>
            <a:off x="9106810" y="860205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A918667-4489-95ED-F1BE-0B725F7AA506}"/>
              </a:ext>
            </a:extLst>
          </p:cNvPr>
          <p:cNvSpPr/>
          <p:nvPr/>
        </p:nvSpPr>
        <p:spPr>
          <a:xfrm>
            <a:off x="11262503" y="84740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725A0918-C1F2-7227-872E-C508B26EB9AC}"/>
              </a:ext>
            </a:extLst>
          </p:cNvPr>
          <p:cNvSpPr/>
          <p:nvPr/>
        </p:nvSpPr>
        <p:spPr>
          <a:xfrm>
            <a:off x="11504316" y="8718510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99D9C68-BCDC-B1D3-8C80-52AE351007EE}"/>
              </a:ext>
            </a:extLst>
          </p:cNvPr>
          <p:cNvSpPr/>
          <p:nvPr/>
        </p:nvSpPr>
        <p:spPr>
          <a:xfrm>
            <a:off x="11393037" y="903876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83AEB8D6-9F35-52AA-95F7-75DF7B65076E}"/>
              </a:ext>
            </a:extLst>
          </p:cNvPr>
          <p:cNvSpPr/>
          <p:nvPr/>
        </p:nvSpPr>
        <p:spPr>
          <a:xfrm>
            <a:off x="10999961" y="896164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D86B191C-645A-91E8-332D-B82DAE2192CF}"/>
              </a:ext>
            </a:extLst>
          </p:cNvPr>
          <p:cNvSpPr/>
          <p:nvPr/>
        </p:nvSpPr>
        <p:spPr>
          <a:xfrm>
            <a:off x="11222894" y="876172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291F74EB-3E4C-B530-D461-FDAC270942DC}"/>
              </a:ext>
            </a:extLst>
          </p:cNvPr>
          <p:cNvCxnSpPr>
            <a:cxnSpLocks/>
            <a:stCxn id="120" idx="5"/>
            <a:endCxn id="121" idx="1"/>
          </p:cNvCxnSpPr>
          <p:nvPr/>
        </p:nvCxnSpPr>
        <p:spPr>
          <a:xfrm>
            <a:off x="14179265" y="7177575"/>
            <a:ext cx="181664" cy="15968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D8BF7E77-32CD-7EDE-A400-AA7DDDC58CAE}"/>
              </a:ext>
            </a:extLst>
          </p:cNvPr>
          <p:cNvCxnSpPr>
            <a:cxnSpLocks/>
            <a:stCxn id="124" idx="6"/>
            <a:endCxn id="121" idx="2"/>
          </p:cNvCxnSpPr>
          <p:nvPr/>
        </p:nvCxnSpPr>
        <p:spPr>
          <a:xfrm flipV="1">
            <a:off x="14114564" y="7375440"/>
            <a:ext cx="230557" cy="1835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0F2D4CB4-8FD8-6398-5F74-CDECA009A860}"/>
              </a:ext>
            </a:extLst>
          </p:cNvPr>
          <p:cNvCxnSpPr>
            <a:cxnSpLocks/>
            <a:stCxn id="121" idx="4"/>
            <a:endCxn id="122" idx="7"/>
          </p:cNvCxnSpPr>
          <p:nvPr/>
        </p:nvCxnSpPr>
        <p:spPr>
          <a:xfrm flipH="1">
            <a:off x="14246571" y="7429447"/>
            <a:ext cx="152542" cy="19863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95CB1E4F-89E3-6BEB-35C3-A2BE0E13BBB3}"/>
              </a:ext>
            </a:extLst>
          </p:cNvPr>
          <p:cNvCxnSpPr>
            <a:cxnSpLocks/>
            <a:stCxn id="120" idx="2"/>
            <a:endCxn id="125" idx="7"/>
          </p:cNvCxnSpPr>
          <p:nvPr/>
        </p:nvCxnSpPr>
        <p:spPr>
          <a:xfrm flipH="1">
            <a:off x="13799415" y="7139383"/>
            <a:ext cx="287666" cy="11923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A53988FD-5B3E-A2AF-059A-927D8945A30D}"/>
              </a:ext>
            </a:extLst>
          </p:cNvPr>
          <p:cNvCxnSpPr>
            <a:cxnSpLocks/>
            <a:stCxn id="120" idx="4"/>
            <a:endCxn id="124" idx="0"/>
          </p:cNvCxnSpPr>
          <p:nvPr/>
        </p:nvCxnSpPr>
        <p:spPr>
          <a:xfrm flipH="1">
            <a:off x="14060564" y="7193391"/>
            <a:ext cx="80525" cy="1464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05F266FC-4C67-25BD-8DA3-BAB0C7AC520A}"/>
              </a:ext>
            </a:extLst>
          </p:cNvPr>
          <p:cNvCxnSpPr>
            <a:cxnSpLocks/>
            <a:stCxn id="125" idx="6"/>
            <a:endCxn id="124" idx="1"/>
          </p:cNvCxnSpPr>
          <p:nvPr/>
        </p:nvCxnSpPr>
        <p:spPr>
          <a:xfrm>
            <a:off x="13815239" y="7296811"/>
            <a:ext cx="207141" cy="5881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216A427-6C49-908E-F674-A88D5253DB0A}"/>
              </a:ext>
            </a:extLst>
          </p:cNvPr>
          <p:cNvCxnSpPr>
            <a:cxnSpLocks/>
            <a:stCxn id="123" idx="7"/>
            <a:endCxn id="124" idx="3"/>
          </p:cNvCxnSpPr>
          <p:nvPr/>
        </p:nvCxnSpPr>
        <p:spPr>
          <a:xfrm flipV="1">
            <a:off x="13826370" y="7431982"/>
            <a:ext cx="196002" cy="1117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F7EC6A1E-5EEF-CC4E-33B8-FFAC3EF1CE5B}"/>
              </a:ext>
            </a:extLst>
          </p:cNvPr>
          <p:cNvCxnSpPr>
            <a:cxnSpLocks/>
            <a:stCxn id="122" idx="1"/>
            <a:endCxn id="124" idx="4"/>
          </p:cNvCxnSpPr>
          <p:nvPr/>
        </p:nvCxnSpPr>
        <p:spPr>
          <a:xfrm flipH="1" flipV="1">
            <a:off x="14060564" y="7447806"/>
            <a:ext cx="109647" cy="18027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01629A8C-C1BF-A224-13DA-32402710EFFC}"/>
              </a:ext>
            </a:extLst>
          </p:cNvPr>
          <p:cNvCxnSpPr>
            <a:cxnSpLocks/>
            <a:stCxn id="122" idx="2"/>
            <a:endCxn id="123" idx="5"/>
          </p:cNvCxnSpPr>
          <p:nvPr/>
        </p:nvCxnSpPr>
        <p:spPr>
          <a:xfrm flipH="1" flipV="1">
            <a:off x="13826378" y="7620146"/>
            <a:ext cx="328017" cy="4612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3EC93D63-2A2A-2397-4268-F4476E28E518}"/>
              </a:ext>
            </a:extLst>
          </p:cNvPr>
          <p:cNvCxnSpPr>
            <a:cxnSpLocks/>
            <a:stCxn id="125" idx="3"/>
            <a:endCxn id="123" idx="0"/>
          </p:cNvCxnSpPr>
          <p:nvPr/>
        </p:nvCxnSpPr>
        <p:spPr>
          <a:xfrm>
            <a:off x="13723055" y="7334995"/>
            <a:ext cx="65139" cy="19296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5900A2EE-7668-79BF-3078-393CBF606D21}"/>
              </a:ext>
            </a:extLst>
          </p:cNvPr>
          <p:cNvCxnSpPr>
            <a:cxnSpLocks/>
            <a:stCxn id="108" idx="1"/>
            <a:endCxn id="112" idx="6"/>
          </p:cNvCxnSpPr>
          <p:nvPr/>
        </p:nvCxnSpPr>
        <p:spPr>
          <a:xfrm flipH="1" flipV="1">
            <a:off x="12755095" y="7142202"/>
            <a:ext cx="333777" cy="7062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A85ABAF0-405C-E806-CD24-B449CDB02349}"/>
              </a:ext>
            </a:extLst>
          </p:cNvPr>
          <p:cNvCxnSpPr>
            <a:cxnSpLocks/>
            <a:stCxn id="108" idx="2"/>
            <a:endCxn id="111" idx="7"/>
          </p:cNvCxnSpPr>
          <p:nvPr/>
        </p:nvCxnSpPr>
        <p:spPr>
          <a:xfrm flipH="1">
            <a:off x="12827502" y="7251003"/>
            <a:ext cx="245546" cy="1020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EA704FF7-81F0-45CC-3DD3-2384B912FF70}"/>
              </a:ext>
            </a:extLst>
          </p:cNvPr>
          <p:cNvCxnSpPr>
            <a:cxnSpLocks/>
            <a:stCxn id="112" idx="4"/>
            <a:endCxn id="111" idx="1"/>
          </p:cNvCxnSpPr>
          <p:nvPr/>
        </p:nvCxnSpPr>
        <p:spPr>
          <a:xfrm>
            <a:off x="12701095" y="7196202"/>
            <a:ext cx="50047" cy="15690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39550CA1-4799-517F-615A-952934B1D38E}"/>
              </a:ext>
            </a:extLst>
          </p:cNvPr>
          <p:cNvCxnSpPr>
            <a:cxnSpLocks/>
            <a:stCxn id="110" idx="6"/>
            <a:endCxn id="111" idx="2"/>
          </p:cNvCxnSpPr>
          <p:nvPr/>
        </p:nvCxnSpPr>
        <p:spPr>
          <a:xfrm flipV="1">
            <a:off x="12606949" y="7391293"/>
            <a:ext cx="128377" cy="8522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054BD6B3-EB5C-905A-4A14-F3C6A97BCB4C}"/>
              </a:ext>
            </a:extLst>
          </p:cNvPr>
          <p:cNvCxnSpPr>
            <a:cxnSpLocks/>
            <a:stCxn id="109" idx="0"/>
            <a:endCxn id="111" idx="4"/>
          </p:cNvCxnSpPr>
          <p:nvPr/>
        </p:nvCxnSpPr>
        <p:spPr>
          <a:xfrm flipH="1" flipV="1">
            <a:off x="12789318" y="7445285"/>
            <a:ext cx="59106" cy="16501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D6640BF-847A-21AE-533D-99040183E497}"/>
              </a:ext>
            </a:extLst>
          </p:cNvPr>
          <p:cNvCxnSpPr>
            <a:cxnSpLocks/>
            <a:stCxn id="109" idx="2"/>
            <a:endCxn id="110" idx="4"/>
          </p:cNvCxnSpPr>
          <p:nvPr/>
        </p:nvCxnSpPr>
        <p:spPr>
          <a:xfrm flipH="1" flipV="1">
            <a:off x="12552949" y="7530520"/>
            <a:ext cx="241483" cy="13379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56A587A-AE18-8F70-DC8A-9DCAABA26E11}"/>
              </a:ext>
            </a:extLst>
          </p:cNvPr>
          <p:cNvCxnSpPr>
            <a:cxnSpLocks/>
            <a:stCxn id="112" idx="3"/>
            <a:endCxn id="110" idx="0"/>
          </p:cNvCxnSpPr>
          <p:nvPr/>
        </p:nvCxnSpPr>
        <p:spPr>
          <a:xfrm flipH="1">
            <a:off x="12552941" y="7180378"/>
            <a:ext cx="109962" cy="24213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椭圆 107">
            <a:extLst>
              <a:ext uri="{FF2B5EF4-FFF2-40B4-BE49-F238E27FC236}">
                <a16:creationId xmlns:a16="http://schemas.microsoft.com/office/drawing/2014/main" id="{6F211483-41F4-E89B-156F-6EAFBEC64DA8}"/>
              </a:ext>
            </a:extLst>
          </p:cNvPr>
          <p:cNvSpPr/>
          <p:nvPr/>
        </p:nvSpPr>
        <p:spPr>
          <a:xfrm>
            <a:off x="13073048" y="719700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7A8ECDEB-10CE-2894-7699-8F54166A9425}"/>
              </a:ext>
            </a:extLst>
          </p:cNvPr>
          <p:cNvSpPr/>
          <p:nvPr/>
        </p:nvSpPr>
        <p:spPr>
          <a:xfrm>
            <a:off x="12794424" y="761030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D046B25B-0F99-7C83-5E54-FAAB43DCCF95}"/>
              </a:ext>
            </a:extLst>
          </p:cNvPr>
          <p:cNvSpPr/>
          <p:nvPr/>
        </p:nvSpPr>
        <p:spPr>
          <a:xfrm>
            <a:off x="12498941" y="742251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613B2C81-D496-9179-A075-94D9405AF2A1}"/>
              </a:ext>
            </a:extLst>
          </p:cNvPr>
          <p:cNvSpPr/>
          <p:nvPr/>
        </p:nvSpPr>
        <p:spPr>
          <a:xfrm>
            <a:off x="12735318" y="733728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9C23F92E-8198-3D3D-1C45-7D4D334C30B5}"/>
              </a:ext>
            </a:extLst>
          </p:cNvPr>
          <p:cNvSpPr/>
          <p:nvPr/>
        </p:nvSpPr>
        <p:spPr>
          <a:xfrm>
            <a:off x="12647087" y="708819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BF059117-C90E-4483-52C4-2DAA1E697937}"/>
              </a:ext>
            </a:extLst>
          </p:cNvPr>
          <p:cNvSpPr/>
          <p:nvPr/>
        </p:nvSpPr>
        <p:spPr>
          <a:xfrm>
            <a:off x="12282775" y="5546928"/>
            <a:ext cx="1156787" cy="9066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2E5AB309-0D7D-8A0B-2316-460745D723DC}"/>
              </a:ext>
            </a:extLst>
          </p:cNvPr>
          <p:cNvSpPr/>
          <p:nvPr/>
        </p:nvSpPr>
        <p:spPr>
          <a:xfrm>
            <a:off x="12901559" y="569154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AB9ECF28-F13F-E2D8-FFD7-0BE3D770ED46}"/>
              </a:ext>
            </a:extLst>
          </p:cNvPr>
          <p:cNvSpPr/>
          <p:nvPr/>
        </p:nvSpPr>
        <p:spPr>
          <a:xfrm>
            <a:off x="13188460" y="6136340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ACEAAAAB-216B-286D-6D20-39356DB9C302}"/>
              </a:ext>
            </a:extLst>
          </p:cNvPr>
          <p:cNvSpPr/>
          <p:nvPr/>
        </p:nvSpPr>
        <p:spPr>
          <a:xfrm>
            <a:off x="12555398" y="628472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2911D171-5775-6D7F-A7E7-FB9B33A72CFC}"/>
              </a:ext>
            </a:extLst>
          </p:cNvPr>
          <p:cNvSpPr/>
          <p:nvPr/>
        </p:nvSpPr>
        <p:spPr>
          <a:xfrm>
            <a:off x="12310566" y="602009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F3100526-9282-F3FD-66C0-190F20706D06}"/>
              </a:ext>
            </a:extLst>
          </p:cNvPr>
          <p:cNvSpPr/>
          <p:nvPr/>
        </p:nvSpPr>
        <p:spPr>
          <a:xfrm>
            <a:off x="12567778" y="597792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4D3E24A3-ECEF-1FE9-FD66-089698AAFD89}"/>
              </a:ext>
            </a:extLst>
          </p:cNvPr>
          <p:cNvSpPr/>
          <p:nvPr/>
        </p:nvSpPr>
        <p:spPr>
          <a:xfrm>
            <a:off x="12488011" y="569843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439BD827-1C2C-1853-DE08-D7C3D0157943}"/>
              </a:ext>
            </a:extLst>
          </p:cNvPr>
          <p:cNvSpPr/>
          <p:nvPr/>
        </p:nvSpPr>
        <p:spPr>
          <a:xfrm>
            <a:off x="14087081" y="708538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3EEE9AE3-CE46-3BFF-807F-33ED7C5B3F45}"/>
              </a:ext>
            </a:extLst>
          </p:cNvPr>
          <p:cNvSpPr/>
          <p:nvPr/>
        </p:nvSpPr>
        <p:spPr>
          <a:xfrm>
            <a:off x="14345113" y="7321441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663DDC7A-AABC-8DB7-173D-0DBEB1ECC80C}"/>
              </a:ext>
            </a:extLst>
          </p:cNvPr>
          <p:cNvSpPr/>
          <p:nvPr/>
        </p:nvSpPr>
        <p:spPr>
          <a:xfrm>
            <a:off x="14154387" y="761226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311420D-C6B3-C025-3396-489984011789}"/>
              </a:ext>
            </a:extLst>
          </p:cNvPr>
          <p:cNvSpPr/>
          <p:nvPr/>
        </p:nvSpPr>
        <p:spPr>
          <a:xfrm>
            <a:off x="13734187" y="752795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846149FB-6091-6CA4-01A4-BCA5C18E2C80}"/>
              </a:ext>
            </a:extLst>
          </p:cNvPr>
          <p:cNvSpPr/>
          <p:nvPr/>
        </p:nvSpPr>
        <p:spPr>
          <a:xfrm>
            <a:off x="14006556" y="73397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B83109DE-B775-1139-7977-74DE8FFBEC19}"/>
              </a:ext>
            </a:extLst>
          </p:cNvPr>
          <p:cNvSpPr/>
          <p:nvPr/>
        </p:nvSpPr>
        <p:spPr>
          <a:xfrm>
            <a:off x="13707231" y="724280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A5A97DB4-3EBE-C330-E38B-B478135702D6}"/>
              </a:ext>
            </a:extLst>
          </p:cNvPr>
          <p:cNvSpPr/>
          <p:nvPr/>
        </p:nvSpPr>
        <p:spPr>
          <a:xfrm>
            <a:off x="13533333" y="5574176"/>
            <a:ext cx="1071765" cy="896941"/>
          </a:xfrm>
          <a:prstGeom prst="ellipse">
            <a:avLst/>
          </a:prstGeom>
          <a:solidFill>
            <a:srgbClr val="FACCCE"/>
          </a:solidFill>
          <a:ln>
            <a:noFill/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82BA353E-F85D-2505-CAC9-EACA2C2C99C2}"/>
              </a:ext>
            </a:extLst>
          </p:cNvPr>
          <p:cNvSpPr/>
          <p:nvPr/>
        </p:nvSpPr>
        <p:spPr>
          <a:xfrm>
            <a:off x="14141284" y="561938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8B85DEDB-804A-2785-0EE3-489565CC6A9B}"/>
              </a:ext>
            </a:extLst>
          </p:cNvPr>
          <p:cNvSpPr/>
          <p:nvPr/>
        </p:nvSpPr>
        <p:spPr>
          <a:xfrm>
            <a:off x="14375812" y="5857616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99EE6B83-8664-EC93-9A43-4EC8E0789B1E}"/>
              </a:ext>
            </a:extLst>
          </p:cNvPr>
          <p:cNvSpPr/>
          <p:nvPr/>
        </p:nvSpPr>
        <p:spPr>
          <a:xfrm>
            <a:off x="14267812" y="626963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0647BB9E-4324-F3D3-F9FD-36F074B1C0F6}"/>
              </a:ext>
            </a:extLst>
          </p:cNvPr>
          <p:cNvSpPr/>
          <p:nvPr/>
        </p:nvSpPr>
        <p:spPr>
          <a:xfrm>
            <a:off x="13804044" y="617440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114EBFC2-22C1-0F35-D01B-4B4A9DA0AB4D}"/>
              </a:ext>
            </a:extLst>
          </p:cNvPr>
          <p:cNvSpPr/>
          <p:nvPr/>
        </p:nvSpPr>
        <p:spPr>
          <a:xfrm>
            <a:off x="14097669" y="595085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51FF1279-8B40-BCBF-FF5F-1E7B3636AC65}"/>
              </a:ext>
            </a:extLst>
          </p:cNvPr>
          <p:cNvSpPr/>
          <p:nvPr/>
        </p:nvSpPr>
        <p:spPr>
          <a:xfrm>
            <a:off x="13473738" y="5749161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874F7B5C-595C-F382-BB6A-CF94CE6C0F56}"/>
              </a:ext>
            </a:extLst>
          </p:cNvPr>
          <p:cNvCxnSpPr>
            <a:cxnSpLocks/>
            <a:stCxn id="109" idx="7"/>
            <a:endCxn id="108" idx="3"/>
          </p:cNvCxnSpPr>
          <p:nvPr/>
        </p:nvCxnSpPr>
        <p:spPr>
          <a:xfrm flipV="1">
            <a:off x="12886608" y="7289187"/>
            <a:ext cx="202256" cy="3369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椭圆 133">
            <a:extLst>
              <a:ext uri="{FF2B5EF4-FFF2-40B4-BE49-F238E27FC236}">
                <a16:creationId xmlns:a16="http://schemas.microsoft.com/office/drawing/2014/main" id="{8A6736B4-F1BE-89B4-D561-C1C2585A84EF}"/>
              </a:ext>
            </a:extLst>
          </p:cNvPr>
          <p:cNvSpPr/>
          <p:nvPr/>
        </p:nvSpPr>
        <p:spPr>
          <a:xfrm>
            <a:off x="12168487" y="8503642"/>
            <a:ext cx="692278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2E1D489C-27D4-7CE0-448B-5B0FCDA8927B}"/>
              </a:ext>
            </a:extLst>
          </p:cNvPr>
          <p:cNvSpPr/>
          <p:nvPr/>
        </p:nvSpPr>
        <p:spPr>
          <a:xfrm>
            <a:off x="13954714" y="8536726"/>
            <a:ext cx="701558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52FDCBC1-E626-592F-5B63-E0EF7126B330}"/>
              </a:ext>
            </a:extLst>
          </p:cNvPr>
          <p:cNvCxnSpPr>
            <a:cxnSpLocks/>
            <a:stCxn id="166" idx="2"/>
            <a:endCxn id="191" idx="7"/>
          </p:cNvCxnSpPr>
          <p:nvPr/>
        </p:nvCxnSpPr>
        <p:spPr>
          <a:xfrm flipH="1">
            <a:off x="13243281" y="8738608"/>
            <a:ext cx="790690" cy="26327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76E99C32-466C-ADBB-1AA2-0927A1CFE5FE}"/>
              </a:ext>
            </a:extLst>
          </p:cNvPr>
          <p:cNvCxnSpPr>
            <a:cxnSpLocks/>
            <a:stCxn id="164" idx="2"/>
            <a:endCxn id="191" idx="5"/>
          </p:cNvCxnSpPr>
          <p:nvPr/>
        </p:nvCxnSpPr>
        <p:spPr>
          <a:xfrm flipH="1">
            <a:off x="13243281" y="9008846"/>
            <a:ext cx="790690" cy="694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D1A03ACF-FD57-25AE-288F-C573AAD9E1DF}"/>
              </a:ext>
            </a:extLst>
          </p:cNvPr>
          <p:cNvCxnSpPr>
            <a:cxnSpLocks/>
            <a:stCxn id="161" idx="5"/>
            <a:endCxn id="162" idx="1"/>
          </p:cNvCxnSpPr>
          <p:nvPr/>
        </p:nvCxnSpPr>
        <p:spPr>
          <a:xfrm>
            <a:off x="14470310" y="8628873"/>
            <a:ext cx="153900" cy="17984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C7DC647-D750-1B32-E878-8C9F32908911}"/>
              </a:ext>
            </a:extLst>
          </p:cNvPr>
          <p:cNvCxnSpPr>
            <a:cxnSpLocks/>
            <a:stCxn id="165" idx="6"/>
            <a:endCxn id="162" idx="2"/>
          </p:cNvCxnSpPr>
          <p:nvPr/>
        </p:nvCxnSpPr>
        <p:spPr>
          <a:xfrm>
            <a:off x="14395448" y="8845112"/>
            <a:ext cx="212953" cy="179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47391432-31FD-FAEB-202D-3F2343C07D32}"/>
              </a:ext>
            </a:extLst>
          </p:cNvPr>
          <p:cNvCxnSpPr>
            <a:cxnSpLocks/>
            <a:stCxn id="162" idx="4"/>
            <a:endCxn id="163" idx="7"/>
          </p:cNvCxnSpPr>
          <p:nvPr/>
        </p:nvCxnSpPr>
        <p:spPr>
          <a:xfrm flipH="1">
            <a:off x="14527456" y="8900897"/>
            <a:ext cx="134938" cy="17848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FACDB4F6-282D-0F42-8D98-D062E1A13B95}"/>
              </a:ext>
            </a:extLst>
          </p:cNvPr>
          <p:cNvCxnSpPr>
            <a:cxnSpLocks/>
            <a:stCxn id="161" idx="2"/>
            <a:endCxn id="166" idx="7"/>
          </p:cNvCxnSpPr>
          <p:nvPr/>
        </p:nvCxnSpPr>
        <p:spPr>
          <a:xfrm flipH="1">
            <a:off x="14126163" y="8590689"/>
            <a:ext cx="251971" cy="10973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FB5316A8-E0B0-B3ED-F78D-083E581C1799}"/>
              </a:ext>
            </a:extLst>
          </p:cNvPr>
          <p:cNvCxnSpPr>
            <a:cxnSpLocks/>
            <a:stCxn id="161" idx="4"/>
            <a:endCxn id="165" idx="0"/>
          </p:cNvCxnSpPr>
          <p:nvPr/>
        </p:nvCxnSpPr>
        <p:spPr>
          <a:xfrm flipH="1">
            <a:off x="14341449" y="8644697"/>
            <a:ext cx="90685" cy="1464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82CF8C7-72D5-FA30-2A8D-C79D62133164}"/>
              </a:ext>
            </a:extLst>
          </p:cNvPr>
          <p:cNvCxnSpPr>
            <a:cxnSpLocks/>
            <a:stCxn id="166" idx="6"/>
            <a:endCxn id="165" idx="1"/>
          </p:cNvCxnSpPr>
          <p:nvPr/>
        </p:nvCxnSpPr>
        <p:spPr>
          <a:xfrm>
            <a:off x="14141971" y="8738615"/>
            <a:ext cx="161286" cy="6831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43F6ED8A-0424-D25E-5565-1215D6B03CA5}"/>
              </a:ext>
            </a:extLst>
          </p:cNvPr>
          <p:cNvCxnSpPr>
            <a:cxnSpLocks/>
            <a:stCxn id="164" idx="7"/>
            <a:endCxn id="165" idx="3"/>
          </p:cNvCxnSpPr>
          <p:nvPr/>
        </p:nvCxnSpPr>
        <p:spPr>
          <a:xfrm flipV="1">
            <a:off x="14126155" y="8883288"/>
            <a:ext cx="177102" cy="8736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83E4BF46-52E9-8491-0B10-45DAD7DC50A8}"/>
              </a:ext>
            </a:extLst>
          </p:cNvPr>
          <p:cNvCxnSpPr>
            <a:cxnSpLocks/>
            <a:stCxn id="163" idx="1"/>
            <a:endCxn id="165" idx="4"/>
          </p:cNvCxnSpPr>
          <p:nvPr/>
        </p:nvCxnSpPr>
        <p:spPr>
          <a:xfrm flipH="1" flipV="1">
            <a:off x="14341448" y="8899111"/>
            <a:ext cx="109647" cy="18027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98318946-B135-0AC3-0977-F15AEE4A1747}"/>
              </a:ext>
            </a:extLst>
          </p:cNvPr>
          <p:cNvCxnSpPr>
            <a:cxnSpLocks/>
            <a:stCxn id="163" idx="2"/>
            <a:endCxn id="164" idx="5"/>
          </p:cNvCxnSpPr>
          <p:nvPr/>
        </p:nvCxnSpPr>
        <p:spPr>
          <a:xfrm flipH="1" flipV="1">
            <a:off x="14126162" y="9047030"/>
            <a:ext cx="309117" cy="7054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AEE295EB-8B1E-80E8-3C94-D52983EB5EDA}"/>
              </a:ext>
            </a:extLst>
          </p:cNvPr>
          <p:cNvCxnSpPr>
            <a:cxnSpLocks/>
            <a:stCxn id="166" idx="3"/>
            <a:endCxn id="164" idx="1"/>
          </p:cNvCxnSpPr>
          <p:nvPr/>
        </p:nvCxnSpPr>
        <p:spPr>
          <a:xfrm>
            <a:off x="14049787" y="8776799"/>
            <a:ext cx="0" cy="19386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16D9606F-5C09-244D-A076-E9F64D821002}"/>
              </a:ext>
            </a:extLst>
          </p:cNvPr>
          <p:cNvCxnSpPr>
            <a:cxnSpLocks/>
            <a:stCxn id="157" idx="6"/>
            <a:endCxn id="191" idx="2"/>
          </p:cNvCxnSpPr>
          <p:nvPr/>
        </p:nvCxnSpPr>
        <p:spPr>
          <a:xfrm flipV="1">
            <a:off x="12503424" y="9040063"/>
            <a:ext cx="647681" cy="8066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80ECF080-5A2C-08FE-49D7-59DCF1BF7BFD}"/>
              </a:ext>
            </a:extLst>
          </p:cNvPr>
          <p:cNvCxnSpPr>
            <a:cxnSpLocks/>
            <a:endCxn id="160" idx="6"/>
          </p:cNvCxnSpPr>
          <p:nvPr/>
        </p:nvCxnSpPr>
        <p:spPr>
          <a:xfrm flipH="1" flipV="1">
            <a:off x="12471733" y="8491221"/>
            <a:ext cx="222316" cy="1172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C7F917BF-FC0E-7E0F-D40E-61B257DEF1D4}"/>
              </a:ext>
            </a:extLst>
          </p:cNvPr>
          <p:cNvCxnSpPr>
            <a:cxnSpLocks/>
            <a:stCxn id="156" idx="2"/>
            <a:endCxn id="159" idx="7"/>
          </p:cNvCxnSpPr>
          <p:nvPr/>
        </p:nvCxnSpPr>
        <p:spPr>
          <a:xfrm flipH="1">
            <a:off x="12466686" y="8646620"/>
            <a:ext cx="201395" cy="9646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0A99D381-EDB8-C709-4AF1-7914ED1693FA}"/>
              </a:ext>
            </a:extLst>
          </p:cNvPr>
          <p:cNvCxnSpPr>
            <a:cxnSpLocks/>
            <a:stCxn id="160" idx="4"/>
            <a:endCxn id="159" idx="1"/>
          </p:cNvCxnSpPr>
          <p:nvPr/>
        </p:nvCxnSpPr>
        <p:spPr>
          <a:xfrm flipH="1">
            <a:off x="12390318" y="8545213"/>
            <a:ext cx="27423" cy="19786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3E03CBBD-56C5-5EF4-DB86-0295CC87BE03}"/>
              </a:ext>
            </a:extLst>
          </p:cNvPr>
          <p:cNvCxnSpPr>
            <a:cxnSpLocks/>
            <a:stCxn id="158" idx="6"/>
            <a:endCxn id="159" idx="2"/>
          </p:cNvCxnSpPr>
          <p:nvPr/>
        </p:nvCxnSpPr>
        <p:spPr>
          <a:xfrm flipV="1">
            <a:off x="12222167" y="8781267"/>
            <a:ext cx="152335" cy="10569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FA100EAA-B6E8-2A2F-7CD7-3EB1039C7D5D}"/>
              </a:ext>
            </a:extLst>
          </p:cNvPr>
          <p:cNvCxnSpPr>
            <a:cxnSpLocks/>
            <a:stCxn id="157" idx="0"/>
            <a:endCxn id="159" idx="4"/>
          </p:cNvCxnSpPr>
          <p:nvPr/>
        </p:nvCxnSpPr>
        <p:spPr>
          <a:xfrm flipH="1" flipV="1">
            <a:off x="12428494" y="8835259"/>
            <a:ext cx="20922" cy="23146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FC83142B-C517-8EF1-8CDE-8BAC2DC37EF0}"/>
              </a:ext>
            </a:extLst>
          </p:cNvPr>
          <p:cNvCxnSpPr>
            <a:cxnSpLocks/>
            <a:stCxn id="157" idx="2"/>
            <a:endCxn id="158" idx="4"/>
          </p:cNvCxnSpPr>
          <p:nvPr/>
        </p:nvCxnSpPr>
        <p:spPr>
          <a:xfrm flipH="1" flipV="1">
            <a:off x="12168166" y="8940962"/>
            <a:ext cx="227257" cy="17976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D68CA4CA-9B51-B910-ABC3-E0A6BF194D84}"/>
              </a:ext>
            </a:extLst>
          </p:cNvPr>
          <p:cNvCxnSpPr>
            <a:cxnSpLocks/>
            <a:stCxn id="160" idx="3"/>
            <a:endCxn id="158" idx="0"/>
          </p:cNvCxnSpPr>
          <p:nvPr/>
        </p:nvCxnSpPr>
        <p:spPr>
          <a:xfrm flipH="1">
            <a:off x="12168159" y="8529405"/>
            <a:ext cx="211390" cy="30355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椭圆 155">
            <a:extLst>
              <a:ext uri="{FF2B5EF4-FFF2-40B4-BE49-F238E27FC236}">
                <a16:creationId xmlns:a16="http://schemas.microsoft.com/office/drawing/2014/main" id="{9DC3C2C5-9BE2-6786-5F40-AF3EEF7155A9}"/>
              </a:ext>
            </a:extLst>
          </p:cNvPr>
          <p:cNvSpPr/>
          <p:nvPr/>
        </p:nvSpPr>
        <p:spPr>
          <a:xfrm>
            <a:off x="12668073" y="859261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F7F781BA-688B-3A72-15F7-DBFC4E4C5A01}"/>
              </a:ext>
            </a:extLst>
          </p:cNvPr>
          <p:cNvSpPr/>
          <p:nvPr/>
        </p:nvSpPr>
        <p:spPr>
          <a:xfrm>
            <a:off x="12395416" y="906672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271CD107-3843-FD5F-F10F-CB12DB8D2559}"/>
              </a:ext>
            </a:extLst>
          </p:cNvPr>
          <p:cNvSpPr/>
          <p:nvPr/>
        </p:nvSpPr>
        <p:spPr>
          <a:xfrm>
            <a:off x="12114159" y="883295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4425B002-67A2-0E4C-74D0-EDA04E8C755A}"/>
              </a:ext>
            </a:extLst>
          </p:cNvPr>
          <p:cNvSpPr/>
          <p:nvPr/>
        </p:nvSpPr>
        <p:spPr>
          <a:xfrm>
            <a:off x="12374494" y="872726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3488F75D-EAE0-ABC2-CB0E-210846215ED9}"/>
              </a:ext>
            </a:extLst>
          </p:cNvPr>
          <p:cNvSpPr/>
          <p:nvPr/>
        </p:nvSpPr>
        <p:spPr>
          <a:xfrm>
            <a:off x="12363733" y="843721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9B4FD84D-2078-61F7-0647-51F909EE7927}"/>
              </a:ext>
            </a:extLst>
          </p:cNvPr>
          <p:cNvSpPr/>
          <p:nvPr/>
        </p:nvSpPr>
        <p:spPr>
          <a:xfrm>
            <a:off x="14378126" y="853668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E89BB951-E093-2157-C6FB-7B236C16319D}"/>
              </a:ext>
            </a:extLst>
          </p:cNvPr>
          <p:cNvSpPr/>
          <p:nvPr/>
        </p:nvSpPr>
        <p:spPr>
          <a:xfrm>
            <a:off x="14608394" y="8792897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F8730AC3-4F05-0797-943F-419B5DA5BAC2}"/>
              </a:ext>
            </a:extLst>
          </p:cNvPr>
          <p:cNvSpPr/>
          <p:nvPr/>
        </p:nvSpPr>
        <p:spPr>
          <a:xfrm>
            <a:off x="14435272" y="906356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9582C148-8A95-A548-90A9-CF0C8A453E81}"/>
              </a:ext>
            </a:extLst>
          </p:cNvPr>
          <p:cNvSpPr/>
          <p:nvPr/>
        </p:nvSpPr>
        <p:spPr>
          <a:xfrm>
            <a:off x="14033971" y="895483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629005AB-C136-D7A6-24C3-6003F272176B}"/>
              </a:ext>
            </a:extLst>
          </p:cNvPr>
          <p:cNvSpPr/>
          <p:nvPr/>
        </p:nvSpPr>
        <p:spPr>
          <a:xfrm>
            <a:off x="14287441" y="879110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3910599B-2F25-E9B5-F82C-20E852143CAF}"/>
              </a:ext>
            </a:extLst>
          </p:cNvPr>
          <p:cNvSpPr/>
          <p:nvPr/>
        </p:nvSpPr>
        <p:spPr>
          <a:xfrm>
            <a:off x="14033971" y="868460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C87F4B3C-BA1E-5340-E327-587A4D9E8DD9}"/>
              </a:ext>
            </a:extLst>
          </p:cNvPr>
          <p:cNvCxnSpPr>
            <a:cxnSpLocks/>
            <a:stCxn id="157" idx="7"/>
            <a:endCxn id="156" idx="3"/>
          </p:cNvCxnSpPr>
          <p:nvPr/>
        </p:nvCxnSpPr>
        <p:spPr>
          <a:xfrm flipV="1">
            <a:off x="12487608" y="8684804"/>
            <a:ext cx="196289" cy="39774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68B2EC1F-16C7-0C60-3C76-4DAE86DAB76A}"/>
              </a:ext>
            </a:extLst>
          </p:cNvPr>
          <p:cNvSpPr txBox="1"/>
          <p:nvPr/>
        </p:nvSpPr>
        <p:spPr>
          <a:xfrm>
            <a:off x="9074278" y="4995032"/>
            <a:ext cx="27221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Neighbor Relations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11F5A124-CB00-24AF-C87D-F06674A4B6F8}"/>
              </a:ext>
            </a:extLst>
          </p:cNvPr>
          <p:cNvSpPr txBox="1"/>
          <p:nvPr/>
        </p:nvSpPr>
        <p:spPr>
          <a:xfrm>
            <a:off x="12015054" y="4995033"/>
            <a:ext cx="26836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Neighbor Relations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7F066818-3B35-B3EA-8EEC-1A4E42D66ACA}"/>
              </a:ext>
            </a:extLst>
          </p:cNvPr>
          <p:cNvSpPr txBox="1"/>
          <p:nvPr/>
        </p:nvSpPr>
        <p:spPr>
          <a:xfrm rot="16200000">
            <a:off x="8196951" y="8640235"/>
            <a:ext cx="10659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ANFT 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43AEF4DE-66B2-086F-23EB-EE4C61FC7A21}"/>
              </a:ext>
            </a:extLst>
          </p:cNvPr>
          <p:cNvSpPr/>
          <p:nvPr/>
        </p:nvSpPr>
        <p:spPr>
          <a:xfrm>
            <a:off x="8918947" y="9660579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7C3B4027-B984-B868-25E0-F06AC3C6DD49}"/>
              </a:ext>
            </a:extLst>
          </p:cNvPr>
          <p:cNvSpPr/>
          <p:nvPr/>
        </p:nvSpPr>
        <p:spPr>
          <a:xfrm>
            <a:off x="8553571" y="9542433"/>
            <a:ext cx="6277489" cy="341804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59D48F21-8D74-B97F-7ED6-B5E6EC5F3F4F}"/>
              </a:ext>
            </a:extLst>
          </p:cNvPr>
          <p:cNvCxnSpPr>
            <a:cxnSpLocks/>
          </p:cNvCxnSpPr>
          <p:nvPr/>
        </p:nvCxnSpPr>
        <p:spPr>
          <a:xfrm>
            <a:off x="10829026" y="9725894"/>
            <a:ext cx="32357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79CD82E-A8D4-ADB2-0AEC-60FB764545BD}"/>
              </a:ext>
            </a:extLst>
          </p:cNvPr>
          <p:cNvSpPr txBox="1"/>
          <p:nvPr/>
        </p:nvSpPr>
        <p:spPr>
          <a:xfrm>
            <a:off x="11162762" y="9559130"/>
            <a:ext cx="15456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Relations</a:t>
            </a:r>
          </a:p>
        </p:txBody>
      </p: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004C242A-38A8-B39D-65AA-A8267CF188A9}"/>
              </a:ext>
            </a:extLst>
          </p:cNvPr>
          <p:cNvCxnSpPr>
            <a:cxnSpLocks/>
          </p:cNvCxnSpPr>
          <p:nvPr/>
        </p:nvCxnSpPr>
        <p:spPr>
          <a:xfrm>
            <a:off x="12841115" y="9725726"/>
            <a:ext cx="32357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78DB5742-23E6-7B93-E276-76328453AC0D}"/>
              </a:ext>
            </a:extLst>
          </p:cNvPr>
          <p:cNvSpPr txBox="1"/>
          <p:nvPr/>
        </p:nvSpPr>
        <p:spPr>
          <a:xfrm>
            <a:off x="13153175" y="9559130"/>
            <a:ext cx="16161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Relations</a:t>
            </a:r>
          </a:p>
        </p:txBody>
      </p: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DEC865D0-FF43-B836-2EA4-1A28B04748D5}"/>
              </a:ext>
            </a:extLst>
          </p:cNvPr>
          <p:cNvCxnSpPr>
            <a:cxnSpLocks/>
          </p:cNvCxnSpPr>
          <p:nvPr/>
        </p:nvCxnSpPr>
        <p:spPr>
          <a:xfrm>
            <a:off x="11872193" y="4975119"/>
            <a:ext cx="0" cy="452254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A15697EA-7D91-2A05-0F8B-D1215F803CD6}"/>
              </a:ext>
            </a:extLst>
          </p:cNvPr>
          <p:cNvSpPr txBox="1"/>
          <p:nvPr/>
        </p:nvSpPr>
        <p:spPr>
          <a:xfrm rot="16200000">
            <a:off x="8015462" y="7225970"/>
            <a:ext cx="14395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Neighbor-based 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A4862D4B-4B20-ACA4-DEE9-E5AA461067A0}"/>
              </a:ext>
            </a:extLst>
          </p:cNvPr>
          <p:cNvSpPr txBox="1"/>
          <p:nvPr/>
        </p:nvSpPr>
        <p:spPr>
          <a:xfrm>
            <a:off x="9102841" y="9559129"/>
            <a:ext cx="4748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ID1</a:t>
            </a:r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86C62F21-8DE1-1591-D8C7-F0F14570FA8C}"/>
              </a:ext>
            </a:extLst>
          </p:cNvPr>
          <p:cNvSpPr/>
          <p:nvPr/>
        </p:nvSpPr>
        <p:spPr>
          <a:xfrm>
            <a:off x="8712245" y="965716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516184FE-E558-3F59-5174-756678A6C081}"/>
              </a:ext>
            </a:extLst>
          </p:cNvPr>
          <p:cNvSpPr/>
          <p:nvPr/>
        </p:nvSpPr>
        <p:spPr>
          <a:xfrm>
            <a:off x="9798469" y="966316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19D1A28C-4D0B-21DF-BD64-1E7F534DEE5E}"/>
              </a:ext>
            </a:extLst>
          </p:cNvPr>
          <p:cNvSpPr txBox="1"/>
          <p:nvPr/>
        </p:nvSpPr>
        <p:spPr>
          <a:xfrm>
            <a:off x="10131117" y="9559130"/>
            <a:ext cx="4748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ID2</a:t>
            </a:r>
          </a:p>
        </p:txBody>
      </p: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EDB9806B-F5CF-03B5-B36D-DAFC3408C6F2}"/>
              </a:ext>
            </a:extLst>
          </p:cNvPr>
          <p:cNvCxnSpPr>
            <a:cxnSpLocks/>
            <a:stCxn id="108" idx="6"/>
            <a:endCxn id="185" idx="2"/>
          </p:cNvCxnSpPr>
          <p:nvPr/>
        </p:nvCxnSpPr>
        <p:spPr>
          <a:xfrm flipV="1">
            <a:off x="13181048" y="7219626"/>
            <a:ext cx="197580" cy="3137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AED4CA8B-9744-B666-2BA1-6C1E33A0A136}"/>
              </a:ext>
            </a:extLst>
          </p:cNvPr>
          <p:cNvCxnSpPr>
            <a:cxnSpLocks/>
            <a:stCxn id="185" idx="6"/>
            <a:endCxn id="125" idx="2"/>
          </p:cNvCxnSpPr>
          <p:nvPr/>
        </p:nvCxnSpPr>
        <p:spPr>
          <a:xfrm>
            <a:off x="13486636" y="7219625"/>
            <a:ext cx="220603" cy="7717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椭圆 184">
            <a:extLst>
              <a:ext uri="{FF2B5EF4-FFF2-40B4-BE49-F238E27FC236}">
                <a16:creationId xmlns:a16="http://schemas.microsoft.com/office/drawing/2014/main" id="{19D33CFA-E2B3-9B97-0FB6-D7EAC2F27F5D}"/>
              </a:ext>
            </a:extLst>
          </p:cNvPr>
          <p:cNvSpPr/>
          <p:nvPr/>
        </p:nvSpPr>
        <p:spPr>
          <a:xfrm>
            <a:off x="13378628" y="7165625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3111F66E-A522-02CF-EA96-B9BF5D5F143A}"/>
              </a:ext>
            </a:extLst>
          </p:cNvPr>
          <p:cNvCxnSpPr>
            <a:cxnSpLocks/>
            <a:stCxn id="108" idx="5"/>
            <a:endCxn id="187" idx="1"/>
          </p:cNvCxnSpPr>
          <p:nvPr/>
        </p:nvCxnSpPr>
        <p:spPr>
          <a:xfrm>
            <a:off x="13165232" y="7289187"/>
            <a:ext cx="258272" cy="28358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椭圆 186">
            <a:extLst>
              <a:ext uri="{FF2B5EF4-FFF2-40B4-BE49-F238E27FC236}">
                <a16:creationId xmlns:a16="http://schemas.microsoft.com/office/drawing/2014/main" id="{ADC912E0-CDD1-0DD9-8FB1-561D38BC69F7}"/>
              </a:ext>
            </a:extLst>
          </p:cNvPr>
          <p:cNvSpPr/>
          <p:nvPr/>
        </p:nvSpPr>
        <p:spPr>
          <a:xfrm>
            <a:off x="13407688" y="7556951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70146E9D-1FC9-4612-3D4E-CFDB56DD8167}"/>
              </a:ext>
            </a:extLst>
          </p:cNvPr>
          <p:cNvCxnSpPr>
            <a:cxnSpLocks/>
            <a:stCxn id="156" idx="7"/>
            <a:endCxn id="192" idx="2"/>
          </p:cNvCxnSpPr>
          <p:nvPr/>
        </p:nvCxnSpPr>
        <p:spPr>
          <a:xfrm flipV="1">
            <a:off x="12760257" y="8542362"/>
            <a:ext cx="647080" cy="6606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C27CAB94-2C3E-CA41-A93C-1C9FA3E5A27C}"/>
              </a:ext>
            </a:extLst>
          </p:cNvPr>
          <p:cNvCxnSpPr>
            <a:cxnSpLocks/>
            <a:stCxn id="192" idx="6"/>
          </p:cNvCxnSpPr>
          <p:nvPr/>
        </p:nvCxnSpPr>
        <p:spPr>
          <a:xfrm>
            <a:off x="13515337" y="8542362"/>
            <a:ext cx="636948" cy="16531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1F15F03E-6017-C121-E03E-42D9BC1A2D93}"/>
              </a:ext>
            </a:extLst>
          </p:cNvPr>
          <p:cNvCxnSpPr>
            <a:cxnSpLocks/>
            <a:stCxn id="159" idx="5"/>
            <a:endCxn id="192" idx="3"/>
          </p:cNvCxnSpPr>
          <p:nvPr/>
        </p:nvCxnSpPr>
        <p:spPr>
          <a:xfrm flipV="1">
            <a:off x="12466686" y="8580554"/>
            <a:ext cx="956475" cy="2388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椭圆 190">
            <a:extLst>
              <a:ext uri="{FF2B5EF4-FFF2-40B4-BE49-F238E27FC236}">
                <a16:creationId xmlns:a16="http://schemas.microsoft.com/office/drawing/2014/main" id="{E7B994C8-394B-4107-10AB-57F9DCE09921}"/>
              </a:ext>
            </a:extLst>
          </p:cNvPr>
          <p:cNvSpPr/>
          <p:nvPr/>
        </p:nvSpPr>
        <p:spPr>
          <a:xfrm>
            <a:off x="13151097" y="8986063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82351E5A-A22A-26B2-2F72-83A29C066EC6}"/>
              </a:ext>
            </a:extLst>
          </p:cNvPr>
          <p:cNvSpPr/>
          <p:nvPr/>
        </p:nvSpPr>
        <p:spPr>
          <a:xfrm>
            <a:off x="13407337" y="8488362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BD6BF44A-85CE-8948-16A4-D42CD91C4D68}"/>
              </a:ext>
            </a:extLst>
          </p:cNvPr>
          <p:cNvSpPr/>
          <p:nvPr/>
        </p:nvSpPr>
        <p:spPr>
          <a:xfrm>
            <a:off x="10001943" y="9660961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43EF3902-57A1-1ABF-240D-157885DD0F5A}"/>
              </a:ext>
            </a:extLst>
          </p:cNvPr>
          <p:cNvSpPr txBox="1"/>
          <p:nvPr/>
        </p:nvSpPr>
        <p:spPr>
          <a:xfrm rot="16200000">
            <a:off x="8093869" y="5804657"/>
            <a:ext cx="12859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Single-images </a:t>
            </a:r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4C203DD1-619D-EA65-2792-5B40621DE71D}"/>
              </a:ext>
            </a:extLst>
          </p:cNvPr>
          <p:cNvSpPr/>
          <p:nvPr/>
        </p:nvSpPr>
        <p:spPr>
          <a:xfrm>
            <a:off x="9992401" y="5946374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4A77AA11-87B0-5408-1973-08527D0928A3}"/>
              </a:ext>
            </a:extLst>
          </p:cNvPr>
          <p:cNvSpPr/>
          <p:nvPr/>
        </p:nvSpPr>
        <p:spPr>
          <a:xfrm>
            <a:off x="10542148" y="5807537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1C9426AD-5F48-5CBB-09EA-DBEB984F1C97}"/>
              </a:ext>
            </a:extLst>
          </p:cNvPr>
          <p:cNvSpPr/>
          <p:nvPr/>
        </p:nvSpPr>
        <p:spPr>
          <a:xfrm>
            <a:off x="10764589" y="7238196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0AC74726-4509-2EF7-42C4-673749537B4A}"/>
              </a:ext>
            </a:extLst>
          </p:cNvPr>
          <p:cNvSpPr/>
          <p:nvPr/>
        </p:nvSpPr>
        <p:spPr>
          <a:xfrm>
            <a:off x="10966826" y="8626326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87964FFA-91EE-B2A7-42C0-65B9F0A242D5}"/>
              </a:ext>
            </a:extLst>
          </p:cNvPr>
          <p:cNvSpPr/>
          <p:nvPr/>
        </p:nvSpPr>
        <p:spPr>
          <a:xfrm>
            <a:off x="9768443" y="7326069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DD576023-0EB7-E301-5118-F9B4A9FBC075}"/>
              </a:ext>
            </a:extLst>
          </p:cNvPr>
          <p:cNvSpPr/>
          <p:nvPr/>
        </p:nvSpPr>
        <p:spPr>
          <a:xfrm>
            <a:off x="9619122" y="8693502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CA1F9650-7994-8510-64DA-58601A56C90A}"/>
              </a:ext>
            </a:extLst>
          </p:cNvPr>
          <p:cNvCxnSpPr>
            <a:cxnSpLocks/>
          </p:cNvCxnSpPr>
          <p:nvPr/>
        </p:nvCxnSpPr>
        <p:spPr>
          <a:xfrm>
            <a:off x="8553571" y="6702148"/>
            <a:ext cx="6277489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D6DEAEC2-C75D-E518-F58E-5B6BFBF5FD8F}"/>
              </a:ext>
            </a:extLst>
          </p:cNvPr>
          <p:cNvCxnSpPr>
            <a:cxnSpLocks/>
          </p:cNvCxnSpPr>
          <p:nvPr/>
        </p:nvCxnSpPr>
        <p:spPr>
          <a:xfrm>
            <a:off x="8553571" y="8082371"/>
            <a:ext cx="6277489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12FFDD45-307B-51A1-2F93-C76ECA8C947C}"/>
              </a:ext>
            </a:extLst>
          </p:cNvPr>
          <p:cNvCxnSpPr>
            <a:cxnSpLocks/>
          </p:cNvCxnSpPr>
          <p:nvPr/>
        </p:nvCxnSpPr>
        <p:spPr>
          <a:xfrm>
            <a:off x="8913332" y="4975111"/>
            <a:ext cx="0" cy="450225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DD650F4B-B73E-DE00-2848-B749E326B568}"/>
              </a:ext>
            </a:extLst>
          </p:cNvPr>
          <p:cNvCxnSpPr>
            <a:cxnSpLocks/>
          </p:cNvCxnSpPr>
          <p:nvPr/>
        </p:nvCxnSpPr>
        <p:spPr>
          <a:xfrm>
            <a:off x="8553571" y="5315575"/>
            <a:ext cx="6277489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60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E5B5E28-5537-5BCB-27BA-900E8BADE0EC}"/>
              </a:ext>
            </a:extLst>
          </p:cNvPr>
          <p:cNvSpPr/>
          <p:nvPr/>
        </p:nvSpPr>
        <p:spPr>
          <a:xfrm>
            <a:off x="11201334" y="6839044"/>
            <a:ext cx="1215743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117E428-5E98-F80C-A208-209B57BECD2C}"/>
              </a:ext>
            </a:extLst>
          </p:cNvPr>
          <p:cNvSpPr/>
          <p:nvPr/>
        </p:nvSpPr>
        <p:spPr>
          <a:xfrm>
            <a:off x="12021768" y="6882039"/>
            <a:ext cx="966596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702863D-AD7D-398D-4AA6-0F3A158BE381}"/>
              </a:ext>
            </a:extLst>
          </p:cNvPr>
          <p:cNvCxnSpPr>
            <a:cxnSpLocks/>
            <a:stCxn id="130" idx="2"/>
            <a:endCxn id="113" idx="7"/>
          </p:cNvCxnSpPr>
          <p:nvPr/>
        </p:nvCxnSpPr>
        <p:spPr>
          <a:xfrm flipH="1">
            <a:off x="12239024" y="7093430"/>
            <a:ext cx="81184" cy="8810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F9ACEA7-49E1-FEBF-2101-8CD62688D8D9}"/>
              </a:ext>
            </a:extLst>
          </p:cNvPr>
          <p:cNvCxnSpPr>
            <a:cxnSpLocks/>
            <a:stCxn id="128" idx="2"/>
            <a:endCxn id="113" idx="5"/>
          </p:cNvCxnSpPr>
          <p:nvPr/>
        </p:nvCxnSpPr>
        <p:spPr>
          <a:xfrm flipH="1" flipV="1">
            <a:off x="12239031" y="7257891"/>
            <a:ext cx="108139" cy="12068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0107482A-3CB9-BB0B-53F5-2A9999A9D282}"/>
              </a:ext>
            </a:extLst>
          </p:cNvPr>
          <p:cNvSpPr/>
          <p:nvPr/>
        </p:nvSpPr>
        <p:spPr>
          <a:xfrm>
            <a:off x="9625878" y="8216312"/>
            <a:ext cx="675735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5ED5D2F-5CA5-C6A7-F998-FE52F031FE8E}"/>
              </a:ext>
            </a:extLst>
          </p:cNvPr>
          <p:cNvSpPr/>
          <p:nvPr/>
        </p:nvSpPr>
        <p:spPr>
          <a:xfrm>
            <a:off x="7761121" y="8173831"/>
            <a:ext cx="675735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A9B4685-72A4-586A-8FC3-06C483F4CF27}"/>
              </a:ext>
            </a:extLst>
          </p:cNvPr>
          <p:cNvCxnSpPr>
            <a:cxnSpLocks/>
            <a:stCxn id="82" idx="6"/>
            <a:endCxn id="88" idx="2"/>
          </p:cNvCxnSpPr>
          <p:nvPr/>
        </p:nvCxnSpPr>
        <p:spPr>
          <a:xfrm>
            <a:off x="8168481" y="8227839"/>
            <a:ext cx="1780873" cy="3185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73B28B1-6182-6049-24FB-BF6CB49AE14C}"/>
              </a:ext>
            </a:extLst>
          </p:cNvPr>
          <p:cNvCxnSpPr>
            <a:cxnSpLocks/>
            <a:stCxn id="83" idx="7"/>
            <a:endCxn id="93" idx="2"/>
          </p:cNvCxnSpPr>
          <p:nvPr/>
        </p:nvCxnSpPr>
        <p:spPr>
          <a:xfrm flipV="1">
            <a:off x="8398686" y="8420663"/>
            <a:ext cx="1268169" cy="1773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F47AA21-2141-BE85-1487-F8327C85EFDE}"/>
              </a:ext>
            </a:extLst>
          </p:cNvPr>
          <p:cNvCxnSpPr>
            <a:cxnSpLocks/>
            <a:stCxn id="84" idx="6"/>
            <a:endCxn id="91" idx="3"/>
          </p:cNvCxnSpPr>
          <p:nvPr/>
        </p:nvCxnSpPr>
        <p:spPr>
          <a:xfrm>
            <a:off x="8310450" y="8783077"/>
            <a:ext cx="1392170" cy="240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8AA0FACE-51C8-2143-B2B4-3EA22498BC13}"/>
              </a:ext>
            </a:extLst>
          </p:cNvPr>
          <p:cNvSpPr/>
          <p:nvPr/>
        </p:nvSpPr>
        <p:spPr>
          <a:xfrm>
            <a:off x="7916907" y="6854820"/>
            <a:ext cx="675735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88E1F54-76B3-2CA7-356D-E8BEA9CEB021}"/>
              </a:ext>
            </a:extLst>
          </p:cNvPr>
          <p:cNvSpPr/>
          <p:nvPr/>
        </p:nvSpPr>
        <p:spPr>
          <a:xfrm>
            <a:off x="9442319" y="6897301"/>
            <a:ext cx="675735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2D0E93B-4527-6DC7-2900-E2D711A75869}"/>
              </a:ext>
            </a:extLst>
          </p:cNvPr>
          <p:cNvCxnSpPr>
            <a:cxnSpLocks/>
            <a:stCxn id="69" idx="5"/>
            <a:endCxn id="70" idx="1"/>
          </p:cNvCxnSpPr>
          <p:nvPr/>
        </p:nvCxnSpPr>
        <p:spPr>
          <a:xfrm>
            <a:off x="9857979" y="6978857"/>
            <a:ext cx="165445" cy="16809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02E6BEE-4438-0EED-5E1A-0B0ACCDC2566}"/>
              </a:ext>
            </a:extLst>
          </p:cNvPr>
          <p:cNvCxnSpPr>
            <a:cxnSpLocks/>
            <a:stCxn id="73" idx="6"/>
            <a:endCxn id="70" idx="2"/>
          </p:cNvCxnSpPr>
          <p:nvPr/>
        </p:nvCxnSpPr>
        <p:spPr>
          <a:xfrm flipV="1">
            <a:off x="9834178" y="7185146"/>
            <a:ext cx="173422" cy="4321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74954C4-8025-832D-90EE-FB8D35DE8E55}"/>
              </a:ext>
            </a:extLst>
          </p:cNvPr>
          <p:cNvCxnSpPr>
            <a:cxnSpLocks/>
            <a:stCxn id="70" idx="4"/>
            <a:endCxn id="71" idx="7"/>
          </p:cNvCxnSpPr>
          <p:nvPr/>
        </p:nvCxnSpPr>
        <p:spPr>
          <a:xfrm flipH="1">
            <a:off x="9988513" y="7239139"/>
            <a:ext cx="73095" cy="22806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B8D790B-5A57-53F0-8477-77B21406F70F}"/>
              </a:ext>
            </a:extLst>
          </p:cNvPr>
          <p:cNvCxnSpPr>
            <a:cxnSpLocks/>
            <a:stCxn id="69" idx="2"/>
            <a:endCxn id="74" idx="7"/>
          </p:cNvCxnSpPr>
          <p:nvPr/>
        </p:nvCxnSpPr>
        <p:spPr>
          <a:xfrm flipH="1">
            <a:off x="9575479" y="6940681"/>
            <a:ext cx="190315" cy="122787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CCDACB2-26A3-8FE9-7695-671D24BB28F0}"/>
              </a:ext>
            </a:extLst>
          </p:cNvPr>
          <p:cNvCxnSpPr>
            <a:cxnSpLocks/>
            <a:stCxn id="69" idx="4"/>
            <a:endCxn id="73" idx="0"/>
          </p:cNvCxnSpPr>
          <p:nvPr/>
        </p:nvCxnSpPr>
        <p:spPr>
          <a:xfrm flipH="1">
            <a:off x="9780186" y="6994681"/>
            <a:ext cx="39609" cy="179681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C72F1E6-92E8-286B-42D8-1BB6A7EB6B9A}"/>
              </a:ext>
            </a:extLst>
          </p:cNvPr>
          <p:cNvCxnSpPr>
            <a:cxnSpLocks/>
            <a:stCxn id="74" idx="5"/>
            <a:endCxn id="73" idx="2"/>
          </p:cNvCxnSpPr>
          <p:nvPr/>
        </p:nvCxnSpPr>
        <p:spPr>
          <a:xfrm>
            <a:off x="9575472" y="7139829"/>
            <a:ext cx="150706" cy="8852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BC99160-EA5F-8A85-A840-26ACACA4BDE7}"/>
              </a:ext>
            </a:extLst>
          </p:cNvPr>
          <p:cNvCxnSpPr>
            <a:cxnSpLocks/>
            <a:stCxn id="72" idx="7"/>
            <a:endCxn id="73" idx="3"/>
          </p:cNvCxnSpPr>
          <p:nvPr/>
        </p:nvCxnSpPr>
        <p:spPr>
          <a:xfrm flipV="1">
            <a:off x="9595437" y="7266538"/>
            <a:ext cx="146565" cy="12355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0D0A1EF-6564-6840-FA04-019BF64BFD55}"/>
              </a:ext>
            </a:extLst>
          </p:cNvPr>
          <p:cNvCxnSpPr>
            <a:cxnSpLocks/>
            <a:stCxn id="71" idx="1"/>
            <a:endCxn id="73" idx="4"/>
          </p:cNvCxnSpPr>
          <p:nvPr/>
        </p:nvCxnSpPr>
        <p:spPr>
          <a:xfrm flipH="1" flipV="1">
            <a:off x="9780186" y="7282362"/>
            <a:ext cx="131959" cy="18485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D28355F-8207-6097-1EF2-DD7065D78E92}"/>
              </a:ext>
            </a:extLst>
          </p:cNvPr>
          <p:cNvCxnSpPr>
            <a:cxnSpLocks/>
            <a:stCxn id="71" idx="2"/>
            <a:endCxn id="72" idx="5"/>
          </p:cNvCxnSpPr>
          <p:nvPr/>
        </p:nvCxnSpPr>
        <p:spPr>
          <a:xfrm flipH="1" flipV="1">
            <a:off x="9595429" y="7466468"/>
            <a:ext cx="300892" cy="38931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FD5ADAD-B467-4553-9FCB-A93C2343D207}"/>
              </a:ext>
            </a:extLst>
          </p:cNvPr>
          <p:cNvCxnSpPr>
            <a:cxnSpLocks/>
            <a:stCxn id="74" idx="3"/>
            <a:endCxn id="72" idx="1"/>
          </p:cNvCxnSpPr>
          <p:nvPr/>
        </p:nvCxnSpPr>
        <p:spPr>
          <a:xfrm>
            <a:off x="9499112" y="7139828"/>
            <a:ext cx="19957" cy="25026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33443B0-2F2A-DEE7-ECB5-AA00A5BC5D1A}"/>
              </a:ext>
            </a:extLst>
          </p:cNvPr>
          <p:cNvCxnSpPr>
            <a:cxnSpLocks/>
            <a:stCxn id="88" idx="5"/>
            <a:endCxn id="89" idx="1"/>
          </p:cNvCxnSpPr>
          <p:nvPr/>
        </p:nvCxnSpPr>
        <p:spPr>
          <a:xfrm>
            <a:off x="10041538" y="8297868"/>
            <a:ext cx="165445" cy="16809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650C69E-77BE-7B87-A4B7-15994CB9389B}"/>
              </a:ext>
            </a:extLst>
          </p:cNvPr>
          <p:cNvCxnSpPr>
            <a:cxnSpLocks/>
            <a:stCxn id="92" idx="6"/>
            <a:endCxn id="89" idx="2"/>
          </p:cNvCxnSpPr>
          <p:nvPr/>
        </p:nvCxnSpPr>
        <p:spPr>
          <a:xfrm flipV="1">
            <a:off x="10017737" y="8504157"/>
            <a:ext cx="173422" cy="4321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44E11C2-4ECE-EC93-553F-C75E2D9CD5A7}"/>
              </a:ext>
            </a:extLst>
          </p:cNvPr>
          <p:cNvCxnSpPr>
            <a:cxnSpLocks/>
            <a:stCxn id="89" idx="4"/>
            <a:endCxn id="90" idx="7"/>
          </p:cNvCxnSpPr>
          <p:nvPr/>
        </p:nvCxnSpPr>
        <p:spPr>
          <a:xfrm flipH="1">
            <a:off x="10172071" y="8558150"/>
            <a:ext cx="73095" cy="22806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4904160-779B-139E-256E-B9E37C502BAA}"/>
              </a:ext>
            </a:extLst>
          </p:cNvPr>
          <p:cNvCxnSpPr>
            <a:cxnSpLocks/>
            <a:stCxn id="88" idx="2"/>
            <a:endCxn id="93" idx="7"/>
          </p:cNvCxnSpPr>
          <p:nvPr/>
        </p:nvCxnSpPr>
        <p:spPr>
          <a:xfrm flipH="1">
            <a:off x="9759039" y="8259692"/>
            <a:ext cx="190315" cy="122787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1C0B87C-EDB9-0B24-3FFD-7B7975818A4F}"/>
              </a:ext>
            </a:extLst>
          </p:cNvPr>
          <p:cNvCxnSpPr>
            <a:cxnSpLocks/>
            <a:stCxn id="88" idx="4"/>
            <a:endCxn id="92" idx="0"/>
          </p:cNvCxnSpPr>
          <p:nvPr/>
        </p:nvCxnSpPr>
        <p:spPr>
          <a:xfrm flipH="1">
            <a:off x="9963744" y="8313692"/>
            <a:ext cx="39609" cy="179681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1203E95-825D-8F6C-1EBA-729589A1BB17}"/>
              </a:ext>
            </a:extLst>
          </p:cNvPr>
          <p:cNvCxnSpPr>
            <a:cxnSpLocks/>
            <a:stCxn id="93" idx="5"/>
            <a:endCxn id="92" idx="2"/>
          </p:cNvCxnSpPr>
          <p:nvPr/>
        </p:nvCxnSpPr>
        <p:spPr>
          <a:xfrm>
            <a:off x="9759031" y="8458840"/>
            <a:ext cx="150706" cy="8852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4C5C312-BF26-9738-C6D9-193BA70F64EB}"/>
              </a:ext>
            </a:extLst>
          </p:cNvPr>
          <p:cNvCxnSpPr>
            <a:cxnSpLocks/>
            <a:stCxn id="91" idx="7"/>
            <a:endCxn id="92" idx="3"/>
          </p:cNvCxnSpPr>
          <p:nvPr/>
        </p:nvCxnSpPr>
        <p:spPr>
          <a:xfrm flipV="1">
            <a:off x="9778996" y="8585549"/>
            <a:ext cx="146565" cy="12355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7D00FA1-1CE4-890C-C3DA-B4D6834ECBAF}"/>
              </a:ext>
            </a:extLst>
          </p:cNvPr>
          <p:cNvCxnSpPr>
            <a:cxnSpLocks/>
            <a:stCxn id="90" idx="1"/>
            <a:endCxn id="92" idx="4"/>
          </p:cNvCxnSpPr>
          <p:nvPr/>
        </p:nvCxnSpPr>
        <p:spPr>
          <a:xfrm flipH="1" flipV="1">
            <a:off x="9963745" y="8601373"/>
            <a:ext cx="131959" cy="18485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1FAB740-4E93-43C5-46C4-97C64FACCFA2}"/>
              </a:ext>
            </a:extLst>
          </p:cNvPr>
          <p:cNvCxnSpPr>
            <a:cxnSpLocks/>
            <a:stCxn id="90" idx="2"/>
            <a:endCxn id="91" idx="5"/>
          </p:cNvCxnSpPr>
          <p:nvPr/>
        </p:nvCxnSpPr>
        <p:spPr>
          <a:xfrm flipH="1" flipV="1">
            <a:off x="9778988" y="8785479"/>
            <a:ext cx="300892" cy="38931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135FE5F-F2C0-C015-F657-0165F08FAFCF}"/>
              </a:ext>
            </a:extLst>
          </p:cNvPr>
          <p:cNvCxnSpPr>
            <a:cxnSpLocks/>
            <a:stCxn id="93" idx="3"/>
            <a:endCxn id="91" idx="1"/>
          </p:cNvCxnSpPr>
          <p:nvPr/>
        </p:nvCxnSpPr>
        <p:spPr>
          <a:xfrm>
            <a:off x="9682670" y="8458839"/>
            <a:ext cx="19957" cy="25026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E79EB3A-2E9B-784E-9F02-52DEFABCDFC5}"/>
              </a:ext>
            </a:extLst>
          </p:cNvPr>
          <p:cNvCxnSpPr>
            <a:cxnSpLocks/>
            <a:stCxn id="82" idx="4"/>
            <a:endCxn id="86" idx="0"/>
          </p:cNvCxnSpPr>
          <p:nvPr/>
        </p:nvCxnSpPr>
        <p:spPr>
          <a:xfrm flipH="1">
            <a:off x="8083500" y="8281839"/>
            <a:ext cx="30981" cy="17996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2C2FF8C-DD2B-0E40-1D52-ED652F1D814A}"/>
              </a:ext>
            </a:extLst>
          </p:cNvPr>
          <p:cNvCxnSpPr>
            <a:cxnSpLocks/>
            <a:stCxn id="56" idx="5"/>
            <a:endCxn id="57" idx="1"/>
          </p:cNvCxnSpPr>
          <p:nvPr/>
        </p:nvCxnSpPr>
        <p:spPr>
          <a:xfrm>
            <a:off x="8308449" y="6947012"/>
            <a:ext cx="169653" cy="17237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7F3477D-CCB2-C604-679A-44EB058AE1C0}"/>
              </a:ext>
            </a:extLst>
          </p:cNvPr>
          <p:cNvCxnSpPr>
            <a:cxnSpLocks/>
            <a:stCxn id="60" idx="6"/>
            <a:endCxn id="57" idx="2"/>
          </p:cNvCxnSpPr>
          <p:nvPr/>
        </p:nvCxnSpPr>
        <p:spPr>
          <a:xfrm flipV="1">
            <a:off x="8293278" y="7157563"/>
            <a:ext cx="169002" cy="3922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FE39D6D-157A-BE31-5D94-1148F5EA29D6}"/>
              </a:ext>
            </a:extLst>
          </p:cNvPr>
          <p:cNvCxnSpPr>
            <a:cxnSpLocks/>
            <a:stCxn id="57" idx="4"/>
            <a:endCxn id="58" idx="7"/>
          </p:cNvCxnSpPr>
          <p:nvPr/>
        </p:nvCxnSpPr>
        <p:spPr>
          <a:xfrm flipH="1">
            <a:off x="8450419" y="7211563"/>
            <a:ext cx="65860" cy="21431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F067AAE-5741-273B-9C45-56DF83679AC1}"/>
              </a:ext>
            </a:extLst>
          </p:cNvPr>
          <p:cNvCxnSpPr>
            <a:cxnSpLocks/>
            <a:stCxn id="56" idx="2"/>
            <a:endCxn id="61" idx="7"/>
          </p:cNvCxnSpPr>
          <p:nvPr/>
        </p:nvCxnSpPr>
        <p:spPr>
          <a:xfrm flipH="1">
            <a:off x="8041622" y="6908820"/>
            <a:ext cx="174636" cy="106444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99705AE-C217-DF32-74D8-1A0C59C9BFD5}"/>
              </a:ext>
            </a:extLst>
          </p:cNvPr>
          <p:cNvCxnSpPr>
            <a:cxnSpLocks/>
            <a:stCxn id="56" idx="4"/>
            <a:endCxn id="60" idx="0"/>
          </p:cNvCxnSpPr>
          <p:nvPr/>
        </p:nvCxnSpPr>
        <p:spPr>
          <a:xfrm flipH="1">
            <a:off x="8239285" y="6962828"/>
            <a:ext cx="30981" cy="17996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CE6136F-32F3-9132-5F1F-329E576A8420}"/>
              </a:ext>
            </a:extLst>
          </p:cNvPr>
          <p:cNvCxnSpPr>
            <a:cxnSpLocks/>
            <a:stCxn id="61" idx="5"/>
            <a:endCxn id="60" idx="2"/>
          </p:cNvCxnSpPr>
          <p:nvPr/>
        </p:nvCxnSpPr>
        <p:spPr>
          <a:xfrm>
            <a:off x="8041630" y="7091640"/>
            <a:ext cx="143655" cy="105153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E220F61-3B49-CF0D-C78F-54821C786D1A}"/>
              </a:ext>
            </a:extLst>
          </p:cNvPr>
          <p:cNvCxnSpPr>
            <a:cxnSpLocks/>
            <a:stCxn id="59" idx="7"/>
            <a:endCxn id="60" idx="3"/>
          </p:cNvCxnSpPr>
          <p:nvPr/>
        </p:nvCxnSpPr>
        <p:spPr>
          <a:xfrm flipV="1">
            <a:off x="8065598" y="7234976"/>
            <a:ext cx="135496" cy="62939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D4272C9-C4EF-736A-65E5-DEE3F1464951}"/>
              </a:ext>
            </a:extLst>
          </p:cNvPr>
          <p:cNvCxnSpPr>
            <a:cxnSpLocks/>
            <a:stCxn id="58" idx="1"/>
            <a:endCxn id="60" idx="4"/>
          </p:cNvCxnSpPr>
          <p:nvPr/>
        </p:nvCxnSpPr>
        <p:spPr>
          <a:xfrm flipH="1" flipV="1">
            <a:off x="8239277" y="7250785"/>
            <a:ext cx="134774" cy="175090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D59EB83-F8C4-4E0B-8399-C5369DE50A68}"/>
              </a:ext>
            </a:extLst>
          </p:cNvPr>
          <p:cNvCxnSpPr>
            <a:cxnSpLocks/>
            <a:stCxn id="58" idx="2"/>
            <a:endCxn id="59" idx="5"/>
          </p:cNvCxnSpPr>
          <p:nvPr/>
        </p:nvCxnSpPr>
        <p:spPr>
          <a:xfrm flipH="1" flipV="1">
            <a:off x="8065597" y="7374284"/>
            <a:ext cx="292638" cy="89783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928653A-8C9F-3650-EE01-84EABEA64560}"/>
              </a:ext>
            </a:extLst>
          </p:cNvPr>
          <p:cNvCxnSpPr>
            <a:cxnSpLocks/>
            <a:stCxn id="61" idx="3"/>
            <a:endCxn id="59" idx="1"/>
          </p:cNvCxnSpPr>
          <p:nvPr/>
        </p:nvCxnSpPr>
        <p:spPr>
          <a:xfrm>
            <a:off x="7965262" y="7091632"/>
            <a:ext cx="23975" cy="206276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3CE8C5C-FBAF-F9E8-E9C0-EF6F2270C925}"/>
              </a:ext>
            </a:extLst>
          </p:cNvPr>
          <p:cNvCxnSpPr>
            <a:cxnSpLocks/>
            <a:stCxn id="82" idx="5"/>
            <a:endCxn id="83" idx="1"/>
          </p:cNvCxnSpPr>
          <p:nvPr/>
        </p:nvCxnSpPr>
        <p:spPr>
          <a:xfrm>
            <a:off x="8152664" y="8266023"/>
            <a:ext cx="169653" cy="17237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9FD170C-C030-272C-590B-DFDF5BEDD455}"/>
              </a:ext>
            </a:extLst>
          </p:cNvPr>
          <p:cNvCxnSpPr>
            <a:cxnSpLocks/>
            <a:stCxn id="86" idx="6"/>
            <a:endCxn id="83" idx="2"/>
          </p:cNvCxnSpPr>
          <p:nvPr/>
        </p:nvCxnSpPr>
        <p:spPr>
          <a:xfrm flipV="1">
            <a:off x="8137492" y="8476574"/>
            <a:ext cx="169002" cy="3922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F17F059-19AB-7542-0B15-B0AC60218496}"/>
              </a:ext>
            </a:extLst>
          </p:cNvPr>
          <p:cNvCxnSpPr>
            <a:cxnSpLocks/>
            <a:stCxn id="83" idx="4"/>
            <a:endCxn id="84" idx="7"/>
          </p:cNvCxnSpPr>
          <p:nvPr/>
        </p:nvCxnSpPr>
        <p:spPr>
          <a:xfrm flipH="1">
            <a:off x="8294634" y="8530574"/>
            <a:ext cx="65860" cy="21431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610F5F6-B702-0A97-30DA-AEDAA5BA6A2C}"/>
              </a:ext>
            </a:extLst>
          </p:cNvPr>
          <p:cNvCxnSpPr>
            <a:cxnSpLocks/>
            <a:stCxn id="82" idx="2"/>
            <a:endCxn id="87" idx="7"/>
          </p:cNvCxnSpPr>
          <p:nvPr/>
        </p:nvCxnSpPr>
        <p:spPr>
          <a:xfrm flipH="1">
            <a:off x="7885837" y="8227831"/>
            <a:ext cx="174636" cy="106444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DA80963-36B6-9E37-C3A9-BA8C08584182}"/>
              </a:ext>
            </a:extLst>
          </p:cNvPr>
          <p:cNvCxnSpPr>
            <a:cxnSpLocks/>
            <a:stCxn id="87" idx="5"/>
            <a:endCxn id="86" idx="2"/>
          </p:cNvCxnSpPr>
          <p:nvPr/>
        </p:nvCxnSpPr>
        <p:spPr>
          <a:xfrm>
            <a:off x="7885845" y="8410651"/>
            <a:ext cx="143655" cy="105153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632BBAC-CA51-960E-2BBD-C02213A22585}"/>
              </a:ext>
            </a:extLst>
          </p:cNvPr>
          <p:cNvCxnSpPr>
            <a:cxnSpLocks/>
            <a:stCxn id="85" idx="7"/>
            <a:endCxn id="86" idx="3"/>
          </p:cNvCxnSpPr>
          <p:nvPr/>
        </p:nvCxnSpPr>
        <p:spPr>
          <a:xfrm flipV="1">
            <a:off x="7909812" y="8553987"/>
            <a:ext cx="135496" cy="62939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9B4F3A3-5BB1-F8F5-0516-94E6C062E8A2}"/>
              </a:ext>
            </a:extLst>
          </p:cNvPr>
          <p:cNvCxnSpPr>
            <a:cxnSpLocks/>
            <a:stCxn id="84" idx="1"/>
            <a:endCxn id="86" idx="4"/>
          </p:cNvCxnSpPr>
          <p:nvPr/>
        </p:nvCxnSpPr>
        <p:spPr>
          <a:xfrm flipH="1" flipV="1">
            <a:off x="8083492" y="8569796"/>
            <a:ext cx="134774" cy="175090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463C613-46A6-6D97-C45F-6A180462EFD4}"/>
              </a:ext>
            </a:extLst>
          </p:cNvPr>
          <p:cNvCxnSpPr>
            <a:cxnSpLocks/>
            <a:stCxn id="84" idx="2"/>
            <a:endCxn id="85" idx="5"/>
          </p:cNvCxnSpPr>
          <p:nvPr/>
        </p:nvCxnSpPr>
        <p:spPr>
          <a:xfrm flipH="1" flipV="1">
            <a:off x="7909812" y="8693295"/>
            <a:ext cx="292638" cy="89783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8E00995-9BE1-21C9-B6CF-7A071B1E22A9}"/>
              </a:ext>
            </a:extLst>
          </p:cNvPr>
          <p:cNvCxnSpPr>
            <a:cxnSpLocks/>
            <a:stCxn id="87" idx="3"/>
            <a:endCxn id="85" idx="1"/>
          </p:cNvCxnSpPr>
          <p:nvPr/>
        </p:nvCxnSpPr>
        <p:spPr>
          <a:xfrm>
            <a:off x="7809476" y="8410643"/>
            <a:ext cx="23975" cy="206276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32FCAAF-22FA-560A-CF91-A3AFA4484FA2}"/>
              </a:ext>
            </a:extLst>
          </p:cNvPr>
          <p:cNvSpPr/>
          <p:nvPr/>
        </p:nvSpPr>
        <p:spPr>
          <a:xfrm>
            <a:off x="7621566" y="4932198"/>
            <a:ext cx="2929229" cy="4248065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729506B6-8950-9414-5268-2116B6E69BD1}"/>
              </a:ext>
            </a:extLst>
          </p:cNvPr>
          <p:cNvSpPr/>
          <p:nvPr/>
        </p:nvSpPr>
        <p:spPr>
          <a:xfrm>
            <a:off x="8216258" y="685482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B5A936FB-CC2A-8A0A-DB83-D611EDFA17C6}"/>
              </a:ext>
            </a:extLst>
          </p:cNvPr>
          <p:cNvSpPr/>
          <p:nvPr/>
        </p:nvSpPr>
        <p:spPr>
          <a:xfrm>
            <a:off x="8462279" y="7103563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EF4F4A68-A227-0E5B-F87C-8D11298756ED}"/>
              </a:ext>
            </a:extLst>
          </p:cNvPr>
          <p:cNvSpPr/>
          <p:nvPr/>
        </p:nvSpPr>
        <p:spPr>
          <a:xfrm>
            <a:off x="8358235" y="741005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691396C9-B38E-4674-114F-AD99DADBAD47}"/>
              </a:ext>
            </a:extLst>
          </p:cNvPr>
          <p:cNvSpPr/>
          <p:nvPr/>
        </p:nvSpPr>
        <p:spPr>
          <a:xfrm>
            <a:off x="7973414" y="728209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BE626083-B36B-C51E-4AFD-C7572128F929}"/>
              </a:ext>
            </a:extLst>
          </p:cNvPr>
          <p:cNvSpPr/>
          <p:nvPr/>
        </p:nvSpPr>
        <p:spPr>
          <a:xfrm>
            <a:off x="8185277" y="714278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47160710-62F1-3F97-B83E-4A2F874D44C4}"/>
              </a:ext>
            </a:extLst>
          </p:cNvPr>
          <p:cNvSpPr/>
          <p:nvPr/>
        </p:nvSpPr>
        <p:spPr>
          <a:xfrm>
            <a:off x="7949438" y="699944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A7B58458-C43B-68D5-1E24-700A584A3D10}"/>
              </a:ext>
            </a:extLst>
          </p:cNvPr>
          <p:cNvSpPr/>
          <p:nvPr/>
        </p:nvSpPr>
        <p:spPr>
          <a:xfrm>
            <a:off x="7857956" y="5399238"/>
            <a:ext cx="876582" cy="9170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58B21E33-AEF4-0693-41D3-4A3CB1D74F19}"/>
              </a:ext>
            </a:extLst>
          </p:cNvPr>
          <p:cNvSpPr/>
          <p:nvPr/>
        </p:nvSpPr>
        <p:spPr>
          <a:xfrm>
            <a:off x="8320550" y="540183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DB6EA7A4-CF03-D8A3-31B7-CA398863F9EE}"/>
              </a:ext>
            </a:extLst>
          </p:cNvPr>
          <p:cNvSpPr/>
          <p:nvPr/>
        </p:nvSpPr>
        <p:spPr>
          <a:xfrm>
            <a:off x="8617493" y="5764406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42FAE953-3C43-FCE5-AEDC-CC796B76A4C1}"/>
              </a:ext>
            </a:extLst>
          </p:cNvPr>
          <p:cNvSpPr/>
          <p:nvPr/>
        </p:nvSpPr>
        <p:spPr>
          <a:xfrm>
            <a:off x="8358735" y="619103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C6D4D474-1DAA-203B-54FC-DFD41C00B5F1}"/>
              </a:ext>
            </a:extLst>
          </p:cNvPr>
          <p:cNvSpPr/>
          <p:nvPr/>
        </p:nvSpPr>
        <p:spPr>
          <a:xfrm>
            <a:off x="7898574" y="599162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E80B811-68B8-A69B-8828-7A8911116F99}"/>
              </a:ext>
            </a:extLst>
          </p:cNvPr>
          <p:cNvSpPr/>
          <p:nvPr/>
        </p:nvSpPr>
        <p:spPr>
          <a:xfrm>
            <a:off x="8226856" y="581061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14B0AF1B-B03B-574A-D702-A134A1E7C613}"/>
              </a:ext>
            </a:extLst>
          </p:cNvPr>
          <p:cNvSpPr/>
          <p:nvPr/>
        </p:nvSpPr>
        <p:spPr>
          <a:xfrm>
            <a:off x="7923704" y="559493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DB064F25-CF6E-B9CC-9D8C-6994F4E798A8}"/>
              </a:ext>
            </a:extLst>
          </p:cNvPr>
          <p:cNvSpPr/>
          <p:nvPr/>
        </p:nvSpPr>
        <p:spPr>
          <a:xfrm>
            <a:off x="9765787" y="688667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F4C60CA4-10F9-06E0-40A5-42718466D7ED}"/>
              </a:ext>
            </a:extLst>
          </p:cNvPr>
          <p:cNvSpPr/>
          <p:nvPr/>
        </p:nvSpPr>
        <p:spPr>
          <a:xfrm>
            <a:off x="10007600" y="7131139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2A197138-7BE2-7497-7B65-692CD2675E1E}"/>
              </a:ext>
            </a:extLst>
          </p:cNvPr>
          <p:cNvSpPr/>
          <p:nvPr/>
        </p:nvSpPr>
        <p:spPr>
          <a:xfrm>
            <a:off x="9896321" y="745139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2A80F641-063A-EA32-21C4-459D0B993BAC}"/>
              </a:ext>
            </a:extLst>
          </p:cNvPr>
          <p:cNvSpPr/>
          <p:nvPr/>
        </p:nvSpPr>
        <p:spPr>
          <a:xfrm>
            <a:off x="9503245" y="737427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1204E9A0-F54F-D75F-4CEA-E6D3C2D916C1}"/>
              </a:ext>
            </a:extLst>
          </p:cNvPr>
          <p:cNvSpPr/>
          <p:nvPr/>
        </p:nvSpPr>
        <p:spPr>
          <a:xfrm>
            <a:off x="9726178" y="717435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FE375360-561C-A88F-A7F8-26990AC0892A}"/>
              </a:ext>
            </a:extLst>
          </p:cNvPr>
          <p:cNvSpPr/>
          <p:nvPr/>
        </p:nvSpPr>
        <p:spPr>
          <a:xfrm>
            <a:off x="9483288" y="70476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2881FA10-C85F-CD72-274A-7ED880DC819A}"/>
              </a:ext>
            </a:extLst>
          </p:cNvPr>
          <p:cNvSpPr/>
          <p:nvPr/>
        </p:nvSpPr>
        <p:spPr>
          <a:xfrm>
            <a:off x="9291928" y="5441725"/>
            <a:ext cx="876582" cy="910007"/>
          </a:xfrm>
          <a:prstGeom prst="ellipse">
            <a:avLst/>
          </a:prstGeom>
          <a:solidFill>
            <a:srgbClr val="FACCCE"/>
          </a:solidFill>
          <a:ln>
            <a:noFill/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02066C5F-40C6-5CF5-C01D-5E27A436B86C}"/>
              </a:ext>
            </a:extLst>
          </p:cNvPr>
          <p:cNvSpPr/>
          <p:nvPr/>
        </p:nvSpPr>
        <p:spPr>
          <a:xfrm>
            <a:off x="9735008" y="544171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6A14F170-DF11-9971-73F6-44F24BEE1993}"/>
              </a:ext>
            </a:extLst>
          </p:cNvPr>
          <p:cNvSpPr/>
          <p:nvPr/>
        </p:nvSpPr>
        <p:spPr>
          <a:xfrm>
            <a:off x="10069555" y="5725166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5405A20E-4A87-84D0-E136-81E494930C76}"/>
              </a:ext>
            </a:extLst>
          </p:cNvPr>
          <p:cNvSpPr/>
          <p:nvPr/>
        </p:nvSpPr>
        <p:spPr>
          <a:xfrm>
            <a:off x="9884925" y="620412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88FEA88D-7BAA-653D-A8F8-19B540613CFE}"/>
              </a:ext>
            </a:extLst>
          </p:cNvPr>
          <p:cNvSpPr/>
          <p:nvPr/>
        </p:nvSpPr>
        <p:spPr>
          <a:xfrm>
            <a:off x="9388648" y="607464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9879F9C-299E-9575-683A-749EF844911D}"/>
              </a:ext>
            </a:extLst>
          </p:cNvPr>
          <p:cNvSpPr/>
          <p:nvPr/>
        </p:nvSpPr>
        <p:spPr>
          <a:xfrm>
            <a:off x="9685538" y="586088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81A6F953-01DC-BAA8-B955-C95F9ECB5943}"/>
              </a:ext>
            </a:extLst>
          </p:cNvPr>
          <p:cNvSpPr/>
          <p:nvPr/>
        </p:nvSpPr>
        <p:spPr>
          <a:xfrm>
            <a:off x="9393035" y="561131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9CB787BF-1EAE-1411-30BB-CE76C0E20A90}"/>
              </a:ext>
            </a:extLst>
          </p:cNvPr>
          <p:cNvSpPr/>
          <p:nvPr/>
        </p:nvSpPr>
        <p:spPr>
          <a:xfrm>
            <a:off x="8060474" y="817383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AABB486-0CCF-873E-8980-A14EF3E88DB7}"/>
              </a:ext>
            </a:extLst>
          </p:cNvPr>
          <p:cNvSpPr/>
          <p:nvPr/>
        </p:nvSpPr>
        <p:spPr>
          <a:xfrm>
            <a:off x="8306495" y="8422574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1264E04-F4A9-E0B4-F0E5-122C818257C7}"/>
              </a:ext>
            </a:extLst>
          </p:cNvPr>
          <p:cNvSpPr/>
          <p:nvPr/>
        </p:nvSpPr>
        <p:spPr>
          <a:xfrm>
            <a:off x="8202450" y="872907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8C02143D-343C-D2B8-26A1-2FF62BBDBC26}"/>
              </a:ext>
            </a:extLst>
          </p:cNvPr>
          <p:cNvSpPr/>
          <p:nvPr/>
        </p:nvSpPr>
        <p:spPr>
          <a:xfrm>
            <a:off x="7817628" y="860110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87EF4EA-A9F0-1BCB-5843-AFA7597C2884}"/>
              </a:ext>
            </a:extLst>
          </p:cNvPr>
          <p:cNvSpPr/>
          <p:nvPr/>
        </p:nvSpPr>
        <p:spPr>
          <a:xfrm>
            <a:off x="8029492" y="846179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7ADA9E1B-90E3-7F8D-B5E5-C6F0EE64D82B}"/>
              </a:ext>
            </a:extLst>
          </p:cNvPr>
          <p:cNvSpPr/>
          <p:nvPr/>
        </p:nvSpPr>
        <p:spPr>
          <a:xfrm>
            <a:off x="7793653" y="831845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ACD0DF9-9BF9-D787-A38D-85DDE560F7FD}"/>
              </a:ext>
            </a:extLst>
          </p:cNvPr>
          <p:cNvSpPr/>
          <p:nvPr/>
        </p:nvSpPr>
        <p:spPr>
          <a:xfrm>
            <a:off x="9949346" y="820568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22A938F-E6D3-8BB1-43C7-D5EB64C550CB}"/>
              </a:ext>
            </a:extLst>
          </p:cNvPr>
          <p:cNvSpPr/>
          <p:nvPr/>
        </p:nvSpPr>
        <p:spPr>
          <a:xfrm>
            <a:off x="10191159" y="8450150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4B64F8AD-1645-0091-1165-EDB7F478BCC1}"/>
              </a:ext>
            </a:extLst>
          </p:cNvPr>
          <p:cNvSpPr/>
          <p:nvPr/>
        </p:nvSpPr>
        <p:spPr>
          <a:xfrm>
            <a:off x="10079880" y="877040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3786F6D3-410D-44B3-D8E2-4A49ADE6FCBF}"/>
              </a:ext>
            </a:extLst>
          </p:cNvPr>
          <p:cNvSpPr/>
          <p:nvPr/>
        </p:nvSpPr>
        <p:spPr>
          <a:xfrm>
            <a:off x="9686805" y="869328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B9748D5C-AD3E-547D-17AE-F1A18E827E6E}"/>
              </a:ext>
            </a:extLst>
          </p:cNvPr>
          <p:cNvSpPr/>
          <p:nvPr/>
        </p:nvSpPr>
        <p:spPr>
          <a:xfrm>
            <a:off x="9909737" y="849336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18901D22-CCC6-796E-D5E3-AFAD1813FD90}"/>
              </a:ext>
            </a:extLst>
          </p:cNvPr>
          <p:cNvSpPr/>
          <p:nvPr/>
        </p:nvSpPr>
        <p:spPr>
          <a:xfrm>
            <a:off x="9666847" y="836665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C317AFD4-935A-633F-16EA-62AA29EFC2E2}"/>
              </a:ext>
            </a:extLst>
          </p:cNvPr>
          <p:cNvCxnSpPr>
            <a:cxnSpLocks/>
            <a:stCxn id="125" idx="5"/>
            <a:endCxn id="126" idx="1"/>
          </p:cNvCxnSpPr>
          <p:nvPr/>
        </p:nvCxnSpPr>
        <p:spPr>
          <a:xfrm>
            <a:off x="12792243" y="6974194"/>
            <a:ext cx="181664" cy="159689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D71E7801-1302-27E9-6A7D-12A6561719E4}"/>
              </a:ext>
            </a:extLst>
          </p:cNvPr>
          <p:cNvCxnSpPr>
            <a:cxnSpLocks/>
            <a:stCxn id="129" idx="6"/>
            <a:endCxn id="126" idx="2"/>
          </p:cNvCxnSpPr>
          <p:nvPr/>
        </p:nvCxnSpPr>
        <p:spPr>
          <a:xfrm flipV="1">
            <a:off x="12727540" y="7172059"/>
            <a:ext cx="230557" cy="1835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EB44291E-EAD7-0E30-5E02-DAFC70B107AA}"/>
              </a:ext>
            </a:extLst>
          </p:cNvPr>
          <p:cNvCxnSpPr>
            <a:cxnSpLocks/>
            <a:stCxn id="126" idx="4"/>
            <a:endCxn id="127" idx="7"/>
          </p:cNvCxnSpPr>
          <p:nvPr/>
        </p:nvCxnSpPr>
        <p:spPr>
          <a:xfrm flipH="1">
            <a:off x="12859548" y="7226066"/>
            <a:ext cx="152542" cy="198637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A26B53D-E1F3-3B3C-E782-5025A1AE29B2}"/>
              </a:ext>
            </a:extLst>
          </p:cNvPr>
          <p:cNvCxnSpPr>
            <a:cxnSpLocks/>
            <a:stCxn id="125" idx="2"/>
            <a:endCxn id="130" idx="7"/>
          </p:cNvCxnSpPr>
          <p:nvPr/>
        </p:nvCxnSpPr>
        <p:spPr>
          <a:xfrm flipH="1">
            <a:off x="12412392" y="6936002"/>
            <a:ext cx="287666" cy="11923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797B302C-03FE-9D92-07D6-8997A0A9B673}"/>
              </a:ext>
            </a:extLst>
          </p:cNvPr>
          <p:cNvCxnSpPr>
            <a:cxnSpLocks/>
            <a:stCxn id="125" idx="4"/>
            <a:endCxn id="129" idx="0"/>
          </p:cNvCxnSpPr>
          <p:nvPr/>
        </p:nvCxnSpPr>
        <p:spPr>
          <a:xfrm flipH="1">
            <a:off x="12673541" y="6990010"/>
            <a:ext cx="80525" cy="14641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538E682B-0353-CFD1-CB6A-155A0F0013C1}"/>
              </a:ext>
            </a:extLst>
          </p:cNvPr>
          <p:cNvCxnSpPr>
            <a:cxnSpLocks/>
            <a:stCxn id="130" idx="6"/>
            <a:endCxn id="129" idx="1"/>
          </p:cNvCxnSpPr>
          <p:nvPr/>
        </p:nvCxnSpPr>
        <p:spPr>
          <a:xfrm>
            <a:off x="12428215" y="7093430"/>
            <a:ext cx="207141" cy="58811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A8BF4A55-EE38-F7D0-5A99-402F8F515D6B}"/>
              </a:ext>
            </a:extLst>
          </p:cNvPr>
          <p:cNvCxnSpPr>
            <a:cxnSpLocks/>
            <a:stCxn id="128" idx="7"/>
            <a:endCxn id="129" idx="3"/>
          </p:cNvCxnSpPr>
          <p:nvPr/>
        </p:nvCxnSpPr>
        <p:spPr>
          <a:xfrm flipV="1">
            <a:off x="12439347" y="7228601"/>
            <a:ext cx="196002" cy="11178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A00E4B3-D3A2-D327-832B-800A1FEDD2DE}"/>
              </a:ext>
            </a:extLst>
          </p:cNvPr>
          <p:cNvCxnSpPr>
            <a:cxnSpLocks/>
            <a:stCxn id="127" idx="1"/>
            <a:endCxn id="129" idx="4"/>
          </p:cNvCxnSpPr>
          <p:nvPr/>
        </p:nvCxnSpPr>
        <p:spPr>
          <a:xfrm flipH="1" flipV="1">
            <a:off x="12673540" y="7244425"/>
            <a:ext cx="109647" cy="180279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B23145C4-250E-6FA4-9E0E-D8908E060D3D}"/>
              </a:ext>
            </a:extLst>
          </p:cNvPr>
          <p:cNvCxnSpPr>
            <a:cxnSpLocks/>
            <a:stCxn id="127" idx="2"/>
            <a:endCxn id="128" idx="5"/>
          </p:cNvCxnSpPr>
          <p:nvPr/>
        </p:nvCxnSpPr>
        <p:spPr>
          <a:xfrm flipH="1" flipV="1">
            <a:off x="12439354" y="7416765"/>
            <a:ext cx="328017" cy="4612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E8A2CE67-D290-7646-AAE6-A8868CE0D4FF}"/>
              </a:ext>
            </a:extLst>
          </p:cNvPr>
          <p:cNvCxnSpPr>
            <a:cxnSpLocks/>
            <a:stCxn id="130" idx="3"/>
            <a:endCxn id="128" idx="1"/>
          </p:cNvCxnSpPr>
          <p:nvPr/>
        </p:nvCxnSpPr>
        <p:spPr>
          <a:xfrm>
            <a:off x="12336031" y="7131614"/>
            <a:ext cx="26955" cy="20878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46592422-55CC-5DCB-D32E-0972E547070F}"/>
              </a:ext>
            </a:extLst>
          </p:cNvPr>
          <p:cNvCxnSpPr>
            <a:cxnSpLocks/>
            <a:stCxn id="112" idx="6"/>
            <a:endCxn id="113" idx="1"/>
          </p:cNvCxnSpPr>
          <p:nvPr/>
        </p:nvCxnSpPr>
        <p:spPr>
          <a:xfrm>
            <a:off x="11849058" y="7032390"/>
            <a:ext cx="313598" cy="14914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6AFC71CE-1CF8-71EE-8526-020F2940F44A}"/>
              </a:ext>
            </a:extLst>
          </p:cNvPr>
          <p:cNvCxnSpPr>
            <a:cxnSpLocks/>
            <a:stCxn id="112" idx="1"/>
            <a:endCxn id="117" idx="6"/>
          </p:cNvCxnSpPr>
          <p:nvPr/>
        </p:nvCxnSpPr>
        <p:spPr>
          <a:xfrm flipH="1" flipV="1">
            <a:off x="11423104" y="6923581"/>
            <a:ext cx="333777" cy="7062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3A2CBD22-EABF-F4F5-8C66-4AB9A88D4D17}"/>
              </a:ext>
            </a:extLst>
          </p:cNvPr>
          <p:cNvCxnSpPr>
            <a:cxnSpLocks/>
            <a:stCxn id="112" idx="2"/>
            <a:endCxn id="116" idx="7"/>
          </p:cNvCxnSpPr>
          <p:nvPr/>
        </p:nvCxnSpPr>
        <p:spPr>
          <a:xfrm flipH="1">
            <a:off x="11495512" y="7032382"/>
            <a:ext cx="245546" cy="102098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D526C0D8-A9E2-BE96-96F3-C44F13AB66EA}"/>
              </a:ext>
            </a:extLst>
          </p:cNvPr>
          <p:cNvCxnSpPr>
            <a:cxnSpLocks/>
            <a:stCxn id="117" idx="4"/>
            <a:endCxn id="116" idx="1"/>
          </p:cNvCxnSpPr>
          <p:nvPr/>
        </p:nvCxnSpPr>
        <p:spPr>
          <a:xfrm>
            <a:off x="11369105" y="6977581"/>
            <a:ext cx="50047" cy="156907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085A8E64-9C05-F11B-02E7-719BC6D3775E}"/>
              </a:ext>
            </a:extLst>
          </p:cNvPr>
          <p:cNvCxnSpPr>
            <a:cxnSpLocks/>
            <a:stCxn id="115" idx="6"/>
            <a:endCxn id="116" idx="2"/>
          </p:cNvCxnSpPr>
          <p:nvPr/>
        </p:nvCxnSpPr>
        <p:spPr>
          <a:xfrm flipV="1">
            <a:off x="11274958" y="7172672"/>
            <a:ext cx="128377" cy="85227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0FE943DA-9EE8-B79E-0EF4-935B6F1D886A}"/>
              </a:ext>
            </a:extLst>
          </p:cNvPr>
          <p:cNvCxnSpPr>
            <a:cxnSpLocks/>
            <a:stCxn id="114" idx="0"/>
            <a:endCxn id="116" idx="4"/>
          </p:cNvCxnSpPr>
          <p:nvPr/>
        </p:nvCxnSpPr>
        <p:spPr>
          <a:xfrm flipH="1" flipV="1">
            <a:off x="11457328" y="7226664"/>
            <a:ext cx="59106" cy="165018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4271B2DE-8999-1363-68F3-26955CB4F566}"/>
              </a:ext>
            </a:extLst>
          </p:cNvPr>
          <p:cNvCxnSpPr>
            <a:cxnSpLocks/>
            <a:stCxn id="114" idx="2"/>
            <a:endCxn id="115" idx="4"/>
          </p:cNvCxnSpPr>
          <p:nvPr/>
        </p:nvCxnSpPr>
        <p:spPr>
          <a:xfrm flipH="1" flipV="1">
            <a:off x="11220958" y="7311899"/>
            <a:ext cx="241483" cy="133791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C7D4067F-3BD2-E9C3-8507-A117F51972A5}"/>
              </a:ext>
            </a:extLst>
          </p:cNvPr>
          <p:cNvCxnSpPr>
            <a:cxnSpLocks/>
            <a:stCxn id="117" idx="3"/>
            <a:endCxn id="115" idx="0"/>
          </p:cNvCxnSpPr>
          <p:nvPr/>
        </p:nvCxnSpPr>
        <p:spPr>
          <a:xfrm flipH="1">
            <a:off x="11220952" y="6961757"/>
            <a:ext cx="109962" cy="242134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F63F22FE-3CBB-21A4-119C-E7EB1F9378B4}"/>
              </a:ext>
            </a:extLst>
          </p:cNvPr>
          <p:cNvSpPr/>
          <p:nvPr/>
        </p:nvSpPr>
        <p:spPr>
          <a:xfrm>
            <a:off x="11741058" y="697838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9B0B9B3F-FC76-BC83-9631-227F675A2A06}"/>
              </a:ext>
            </a:extLst>
          </p:cNvPr>
          <p:cNvSpPr/>
          <p:nvPr/>
        </p:nvSpPr>
        <p:spPr>
          <a:xfrm>
            <a:off x="12146840" y="7165707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2611832C-3CE5-401E-1FD6-A63F7267892D}"/>
              </a:ext>
            </a:extLst>
          </p:cNvPr>
          <p:cNvSpPr/>
          <p:nvPr/>
        </p:nvSpPr>
        <p:spPr>
          <a:xfrm>
            <a:off x="11462434" y="739168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19482032-9881-2D2A-1B93-C9B74AB00FD3}"/>
              </a:ext>
            </a:extLst>
          </p:cNvPr>
          <p:cNvSpPr/>
          <p:nvPr/>
        </p:nvSpPr>
        <p:spPr>
          <a:xfrm>
            <a:off x="11166951" y="720389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A5AD255E-B2F7-178E-E0F3-9133B8BE85BF}"/>
              </a:ext>
            </a:extLst>
          </p:cNvPr>
          <p:cNvSpPr/>
          <p:nvPr/>
        </p:nvSpPr>
        <p:spPr>
          <a:xfrm>
            <a:off x="11403328" y="711866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99C70B99-5750-6843-D4B7-6C7339A3E3B0}"/>
              </a:ext>
            </a:extLst>
          </p:cNvPr>
          <p:cNvSpPr/>
          <p:nvPr/>
        </p:nvSpPr>
        <p:spPr>
          <a:xfrm>
            <a:off x="11315098" y="686957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55B71E70-59F4-1B0B-51A0-17C44AD6D13E}"/>
              </a:ext>
            </a:extLst>
          </p:cNvPr>
          <p:cNvSpPr/>
          <p:nvPr/>
        </p:nvSpPr>
        <p:spPr>
          <a:xfrm>
            <a:off x="10994130" y="5404296"/>
            <a:ext cx="1156787" cy="9066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64D40222-D9D5-E559-1077-C3A4B90605B8}"/>
              </a:ext>
            </a:extLst>
          </p:cNvPr>
          <p:cNvSpPr/>
          <p:nvPr/>
        </p:nvSpPr>
        <p:spPr>
          <a:xfrm>
            <a:off x="11612914" y="554890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C6D71901-D1CA-D0CE-2C7C-B2B5C6DAE348}"/>
              </a:ext>
            </a:extLst>
          </p:cNvPr>
          <p:cNvSpPr/>
          <p:nvPr/>
        </p:nvSpPr>
        <p:spPr>
          <a:xfrm>
            <a:off x="11978235" y="5827276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B62CBD5A-D46D-300C-3166-36AD2725AD1E}"/>
              </a:ext>
            </a:extLst>
          </p:cNvPr>
          <p:cNvSpPr/>
          <p:nvPr/>
        </p:nvSpPr>
        <p:spPr>
          <a:xfrm>
            <a:off x="11266753" y="614209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2FC3F1A3-A3E8-1CA6-BD55-BC8DE2EB4C5D}"/>
              </a:ext>
            </a:extLst>
          </p:cNvPr>
          <p:cNvSpPr/>
          <p:nvPr/>
        </p:nvSpPr>
        <p:spPr>
          <a:xfrm>
            <a:off x="11021921" y="587746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0711FD9-DAA9-8009-4B89-735EA39386A1}"/>
              </a:ext>
            </a:extLst>
          </p:cNvPr>
          <p:cNvSpPr/>
          <p:nvPr/>
        </p:nvSpPr>
        <p:spPr>
          <a:xfrm>
            <a:off x="11279133" y="583529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3FEC21E5-3DA4-61D5-411A-BDDF0C5CCAAB}"/>
              </a:ext>
            </a:extLst>
          </p:cNvPr>
          <p:cNvSpPr/>
          <p:nvPr/>
        </p:nvSpPr>
        <p:spPr>
          <a:xfrm>
            <a:off x="11199367" y="555580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0A0A53D2-D29B-4E7C-B3F1-7C5F25156993}"/>
              </a:ext>
            </a:extLst>
          </p:cNvPr>
          <p:cNvSpPr/>
          <p:nvPr/>
        </p:nvSpPr>
        <p:spPr>
          <a:xfrm>
            <a:off x="12700058" y="688200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C0435ED0-08D3-50B0-7ECE-E8EEE26E99C5}"/>
              </a:ext>
            </a:extLst>
          </p:cNvPr>
          <p:cNvSpPr/>
          <p:nvPr/>
        </p:nvSpPr>
        <p:spPr>
          <a:xfrm>
            <a:off x="12958090" y="7118060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DE9EC3B4-2331-65D6-7A37-DF6661D87A1D}"/>
              </a:ext>
            </a:extLst>
          </p:cNvPr>
          <p:cNvSpPr/>
          <p:nvPr/>
        </p:nvSpPr>
        <p:spPr>
          <a:xfrm>
            <a:off x="12767365" y="740888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8CD03BC2-9480-49F1-9198-DD4947F39E74}"/>
              </a:ext>
            </a:extLst>
          </p:cNvPr>
          <p:cNvSpPr/>
          <p:nvPr/>
        </p:nvSpPr>
        <p:spPr>
          <a:xfrm>
            <a:off x="12347163" y="732457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13D1A6F4-31DF-A250-1496-510294909E71}"/>
              </a:ext>
            </a:extLst>
          </p:cNvPr>
          <p:cNvSpPr/>
          <p:nvPr/>
        </p:nvSpPr>
        <p:spPr>
          <a:xfrm>
            <a:off x="12619534" y="713641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1FA70005-4560-E10F-6049-CB6480E9CA42}"/>
              </a:ext>
            </a:extLst>
          </p:cNvPr>
          <p:cNvSpPr/>
          <p:nvPr/>
        </p:nvSpPr>
        <p:spPr>
          <a:xfrm>
            <a:off x="12320209" y="703942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6782539E-49D0-9CF9-DBB4-350838EB2438}"/>
              </a:ext>
            </a:extLst>
          </p:cNvPr>
          <p:cNvSpPr/>
          <p:nvPr/>
        </p:nvSpPr>
        <p:spPr>
          <a:xfrm>
            <a:off x="12244688" y="5446784"/>
            <a:ext cx="1071765" cy="896941"/>
          </a:xfrm>
          <a:prstGeom prst="ellipse">
            <a:avLst/>
          </a:prstGeom>
          <a:solidFill>
            <a:srgbClr val="FACCCE"/>
          </a:solidFill>
          <a:ln>
            <a:noFill/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5BFCBB24-CC06-00B1-B5C5-6ACC64946D92}"/>
              </a:ext>
            </a:extLst>
          </p:cNvPr>
          <p:cNvSpPr/>
          <p:nvPr/>
        </p:nvSpPr>
        <p:spPr>
          <a:xfrm>
            <a:off x="12852639" y="549198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54F2DEEB-A39C-53AC-F6F0-0BEA47BA3042}"/>
              </a:ext>
            </a:extLst>
          </p:cNvPr>
          <p:cNvSpPr/>
          <p:nvPr/>
        </p:nvSpPr>
        <p:spPr>
          <a:xfrm>
            <a:off x="13087167" y="5730224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0D6CA4B7-9EEF-5C6B-8AAC-D42CC2E9BD4A}"/>
              </a:ext>
            </a:extLst>
          </p:cNvPr>
          <p:cNvSpPr/>
          <p:nvPr/>
        </p:nvSpPr>
        <p:spPr>
          <a:xfrm>
            <a:off x="12979167" y="614223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5AC8FB72-8CD5-E715-39A5-8AB8BC2672C1}"/>
              </a:ext>
            </a:extLst>
          </p:cNvPr>
          <p:cNvSpPr/>
          <p:nvPr/>
        </p:nvSpPr>
        <p:spPr>
          <a:xfrm>
            <a:off x="12515399" y="604700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6EB85A65-451A-B01E-7745-9D116B09E76B}"/>
              </a:ext>
            </a:extLst>
          </p:cNvPr>
          <p:cNvSpPr/>
          <p:nvPr/>
        </p:nvSpPr>
        <p:spPr>
          <a:xfrm>
            <a:off x="12809024" y="582346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8F7DB059-1758-264D-4252-85D9CC82227D}"/>
              </a:ext>
            </a:extLst>
          </p:cNvPr>
          <p:cNvSpPr/>
          <p:nvPr/>
        </p:nvSpPr>
        <p:spPr>
          <a:xfrm>
            <a:off x="12538500" y="566115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0298F5CA-8CA7-7B49-B123-712B6B40D373}"/>
              </a:ext>
            </a:extLst>
          </p:cNvPr>
          <p:cNvCxnSpPr>
            <a:cxnSpLocks/>
            <a:stCxn id="114" idx="7"/>
            <a:endCxn id="112" idx="3"/>
          </p:cNvCxnSpPr>
          <p:nvPr/>
        </p:nvCxnSpPr>
        <p:spPr>
          <a:xfrm flipV="1">
            <a:off x="11554618" y="7070567"/>
            <a:ext cx="202256" cy="33693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椭圆 138">
            <a:extLst>
              <a:ext uri="{FF2B5EF4-FFF2-40B4-BE49-F238E27FC236}">
                <a16:creationId xmlns:a16="http://schemas.microsoft.com/office/drawing/2014/main" id="{77543F7E-0115-9135-EF54-F3227F818D19}"/>
              </a:ext>
            </a:extLst>
          </p:cNvPr>
          <p:cNvSpPr/>
          <p:nvPr/>
        </p:nvSpPr>
        <p:spPr>
          <a:xfrm>
            <a:off x="10899780" y="8200992"/>
            <a:ext cx="692278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9FB70DFF-39DD-DE4C-8824-8A4127E812D3}"/>
              </a:ext>
            </a:extLst>
          </p:cNvPr>
          <p:cNvSpPr/>
          <p:nvPr/>
        </p:nvSpPr>
        <p:spPr>
          <a:xfrm>
            <a:off x="12686007" y="8241696"/>
            <a:ext cx="701558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E3B68362-811A-57A2-E020-6E19E397FAD7}"/>
              </a:ext>
            </a:extLst>
          </p:cNvPr>
          <p:cNvCxnSpPr>
            <a:cxnSpLocks/>
            <a:stCxn id="172" idx="2"/>
            <a:endCxn id="162" idx="7"/>
          </p:cNvCxnSpPr>
          <p:nvPr/>
        </p:nvCxnSpPr>
        <p:spPr>
          <a:xfrm flipH="1">
            <a:off x="12050942" y="8443577"/>
            <a:ext cx="714322" cy="3106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0AB71362-DD81-BF92-AF45-0E9E7DE71A8B}"/>
              </a:ext>
            </a:extLst>
          </p:cNvPr>
          <p:cNvCxnSpPr>
            <a:cxnSpLocks/>
            <a:stCxn id="170" idx="2"/>
            <a:endCxn id="162" idx="5"/>
          </p:cNvCxnSpPr>
          <p:nvPr/>
        </p:nvCxnSpPr>
        <p:spPr>
          <a:xfrm flipH="1" flipV="1">
            <a:off x="12050942" y="8551012"/>
            <a:ext cx="714322" cy="16280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FBEA4494-B541-30EC-1BD5-4DD43D90502D}"/>
              </a:ext>
            </a:extLst>
          </p:cNvPr>
          <p:cNvCxnSpPr>
            <a:cxnSpLocks/>
            <a:stCxn id="167" idx="5"/>
            <a:endCxn id="168" idx="1"/>
          </p:cNvCxnSpPr>
          <p:nvPr/>
        </p:nvCxnSpPr>
        <p:spPr>
          <a:xfrm>
            <a:off x="13201603" y="8333843"/>
            <a:ext cx="153900" cy="17984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1A445F53-A05D-4B6D-11EB-D3370810C735}"/>
              </a:ext>
            </a:extLst>
          </p:cNvPr>
          <p:cNvCxnSpPr>
            <a:cxnSpLocks/>
            <a:stCxn id="171" idx="6"/>
            <a:endCxn id="168" idx="2"/>
          </p:cNvCxnSpPr>
          <p:nvPr/>
        </p:nvCxnSpPr>
        <p:spPr>
          <a:xfrm>
            <a:off x="13126742" y="8550082"/>
            <a:ext cx="212953" cy="179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6D821ED-A07A-F99A-9D3A-833A1EBBFE34}"/>
              </a:ext>
            </a:extLst>
          </p:cNvPr>
          <p:cNvCxnSpPr>
            <a:cxnSpLocks/>
            <a:stCxn id="168" idx="4"/>
            <a:endCxn id="169" idx="7"/>
          </p:cNvCxnSpPr>
          <p:nvPr/>
        </p:nvCxnSpPr>
        <p:spPr>
          <a:xfrm flipH="1">
            <a:off x="13258749" y="8605868"/>
            <a:ext cx="134938" cy="17848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462B63D1-BC5A-BE98-1731-46C67EEB7CD0}"/>
              </a:ext>
            </a:extLst>
          </p:cNvPr>
          <p:cNvCxnSpPr>
            <a:cxnSpLocks/>
            <a:stCxn id="167" idx="2"/>
            <a:endCxn id="172" idx="7"/>
          </p:cNvCxnSpPr>
          <p:nvPr/>
        </p:nvCxnSpPr>
        <p:spPr>
          <a:xfrm flipH="1">
            <a:off x="12857456" y="8295659"/>
            <a:ext cx="251971" cy="10973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17597E1F-4407-10F0-AF74-64A22C5D7863}"/>
              </a:ext>
            </a:extLst>
          </p:cNvPr>
          <p:cNvCxnSpPr>
            <a:cxnSpLocks/>
            <a:stCxn id="167" idx="4"/>
            <a:endCxn id="171" idx="0"/>
          </p:cNvCxnSpPr>
          <p:nvPr/>
        </p:nvCxnSpPr>
        <p:spPr>
          <a:xfrm flipH="1">
            <a:off x="13072741" y="8349667"/>
            <a:ext cx="90685" cy="14641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063A4C0A-0011-1206-50D7-B88C6F14C70D}"/>
              </a:ext>
            </a:extLst>
          </p:cNvPr>
          <p:cNvCxnSpPr>
            <a:cxnSpLocks/>
            <a:stCxn id="172" idx="6"/>
            <a:endCxn id="171" idx="1"/>
          </p:cNvCxnSpPr>
          <p:nvPr/>
        </p:nvCxnSpPr>
        <p:spPr>
          <a:xfrm>
            <a:off x="12873264" y="8443585"/>
            <a:ext cx="161286" cy="6831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FAB62045-F05D-F3B7-989D-DB8C549C65B6}"/>
              </a:ext>
            </a:extLst>
          </p:cNvPr>
          <p:cNvCxnSpPr>
            <a:cxnSpLocks/>
            <a:stCxn id="170" idx="7"/>
            <a:endCxn id="171" idx="3"/>
          </p:cNvCxnSpPr>
          <p:nvPr/>
        </p:nvCxnSpPr>
        <p:spPr>
          <a:xfrm flipV="1">
            <a:off x="12857448" y="8588258"/>
            <a:ext cx="177102" cy="8736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AA898CFC-16A0-457F-D3D9-42EC6B8E9D05}"/>
              </a:ext>
            </a:extLst>
          </p:cNvPr>
          <p:cNvCxnSpPr>
            <a:cxnSpLocks/>
            <a:stCxn id="169" idx="1"/>
            <a:endCxn id="171" idx="4"/>
          </p:cNvCxnSpPr>
          <p:nvPr/>
        </p:nvCxnSpPr>
        <p:spPr>
          <a:xfrm flipH="1" flipV="1">
            <a:off x="13072741" y="8604082"/>
            <a:ext cx="109647" cy="180279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A330F437-E274-A154-D0CF-0869AED46C50}"/>
              </a:ext>
            </a:extLst>
          </p:cNvPr>
          <p:cNvCxnSpPr>
            <a:cxnSpLocks/>
            <a:stCxn id="169" idx="2"/>
            <a:endCxn id="170" idx="5"/>
          </p:cNvCxnSpPr>
          <p:nvPr/>
        </p:nvCxnSpPr>
        <p:spPr>
          <a:xfrm flipH="1" flipV="1">
            <a:off x="12857456" y="8752000"/>
            <a:ext cx="309117" cy="7054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FC847BF0-CDBA-15D5-F998-8ACB789BF468}"/>
              </a:ext>
            </a:extLst>
          </p:cNvPr>
          <p:cNvCxnSpPr>
            <a:cxnSpLocks/>
            <a:stCxn id="172" idx="3"/>
            <a:endCxn id="170" idx="1"/>
          </p:cNvCxnSpPr>
          <p:nvPr/>
        </p:nvCxnSpPr>
        <p:spPr>
          <a:xfrm>
            <a:off x="12781080" y="8481769"/>
            <a:ext cx="0" cy="19386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6005489C-FAC9-AF08-6F38-CE08688286A9}"/>
              </a:ext>
            </a:extLst>
          </p:cNvPr>
          <p:cNvCxnSpPr>
            <a:cxnSpLocks/>
            <a:stCxn id="161" idx="6"/>
            <a:endCxn id="162" idx="1"/>
          </p:cNvCxnSpPr>
          <p:nvPr/>
        </p:nvCxnSpPr>
        <p:spPr>
          <a:xfrm>
            <a:off x="11507366" y="8343970"/>
            <a:ext cx="467208" cy="1306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D5C22E73-1BD9-61E7-6E1A-FE0730CAF7D6}"/>
              </a:ext>
            </a:extLst>
          </p:cNvPr>
          <p:cNvCxnSpPr>
            <a:cxnSpLocks/>
            <a:endCxn id="166" idx="6"/>
          </p:cNvCxnSpPr>
          <p:nvPr/>
        </p:nvCxnSpPr>
        <p:spPr>
          <a:xfrm flipH="1" flipV="1">
            <a:off x="11203026" y="8188571"/>
            <a:ext cx="222316" cy="11721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1174CF7-C893-696E-C5A9-8E9D40BE06E1}"/>
              </a:ext>
            </a:extLst>
          </p:cNvPr>
          <p:cNvCxnSpPr>
            <a:cxnSpLocks/>
            <a:stCxn id="161" idx="2"/>
            <a:endCxn id="165" idx="7"/>
          </p:cNvCxnSpPr>
          <p:nvPr/>
        </p:nvCxnSpPr>
        <p:spPr>
          <a:xfrm flipH="1">
            <a:off x="11197979" y="8343970"/>
            <a:ext cx="201395" cy="96463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A86F4483-7644-9844-1ACA-BEF8D0988686}"/>
              </a:ext>
            </a:extLst>
          </p:cNvPr>
          <p:cNvCxnSpPr>
            <a:cxnSpLocks/>
            <a:stCxn id="166" idx="4"/>
            <a:endCxn id="165" idx="1"/>
          </p:cNvCxnSpPr>
          <p:nvPr/>
        </p:nvCxnSpPr>
        <p:spPr>
          <a:xfrm flipH="1">
            <a:off x="11121610" y="8242563"/>
            <a:ext cx="27423" cy="197862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4470C932-F6E3-709E-D934-EAD3ECBF1139}"/>
              </a:ext>
            </a:extLst>
          </p:cNvPr>
          <p:cNvCxnSpPr>
            <a:cxnSpLocks/>
            <a:stCxn id="164" idx="6"/>
            <a:endCxn id="165" idx="2"/>
          </p:cNvCxnSpPr>
          <p:nvPr/>
        </p:nvCxnSpPr>
        <p:spPr>
          <a:xfrm flipV="1">
            <a:off x="10953459" y="8478617"/>
            <a:ext cx="152335" cy="105695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46A50E2F-5D4B-D8F2-E2A2-EB68A704218D}"/>
              </a:ext>
            </a:extLst>
          </p:cNvPr>
          <p:cNvCxnSpPr>
            <a:cxnSpLocks/>
            <a:stCxn id="163" idx="0"/>
            <a:endCxn id="165" idx="4"/>
          </p:cNvCxnSpPr>
          <p:nvPr/>
        </p:nvCxnSpPr>
        <p:spPr>
          <a:xfrm flipH="1" flipV="1">
            <a:off x="11159787" y="8532609"/>
            <a:ext cx="20922" cy="231464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DAC52B60-59BF-C5E1-25DF-492B47B1A4A8}"/>
              </a:ext>
            </a:extLst>
          </p:cNvPr>
          <p:cNvCxnSpPr>
            <a:cxnSpLocks/>
            <a:stCxn id="163" idx="2"/>
            <a:endCxn id="164" idx="4"/>
          </p:cNvCxnSpPr>
          <p:nvPr/>
        </p:nvCxnSpPr>
        <p:spPr>
          <a:xfrm flipH="1" flipV="1">
            <a:off x="10899460" y="8638312"/>
            <a:ext cx="227257" cy="179769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AD1B7DD0-FF17-CD06-B4C6-C074969B1C3E}"/>
              </a:ext>
            </a:extLst>
          </p:cNvPr>
          <p:cNvCxnSpPr>
            <a:cxnSpLocks/>
            <a:stCxn id="166" idx="3"/>
            <a:endCxn id="164" idx="0"/>
          </p:cNvCxnSpPr>
          <p:nvPr/>
        </p:nvCxnSpPr>
        <p:spPr>
          <a:xfrm flipH="1">
            <a:off x="10899452" y="8226755"/>
            <a:ext cx="211390" cy="303557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椭圆 160">
            <a:extLst>
              <a:ext uri="{FF2B5EF4-FFF2-40B4-BE49-F238E27FC236}">
                <a16:creationId xmlns:a16="http://schemas.microsoft.com/office/drawing/2014/main" id="{D82401EC-8A79-9041-60BE-492DCB42E24D}"/>
              </a:ext>
            </a:extLst>
          </p:cNvPr>
          <p:cNvSpPr/>
          <p:nvPr/>
        </p:nvSpPr>
        <p:spPr>
          <a:xfrm>
            <a:off x="11399366" y="828996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7BBA872A-3F77-1109-F201-86DFC48540B7}"/>
              </a:ext>
            </a:extLst>
          </p:cNvPr>
          <p:cNvSpPr/>
          <p:nvPr/>
        </p:nvSpPr>
        <p:spPr>
          <a:xfrm>
            <a:off x="11958759" y="8458822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50421A6B-9B27-CE8A-7036-01AF6AA0134E}"/>
              </a:ext>
            </a:extLst>
          </p:cNvPr>
          <p:cNvSpPr/>
          <p:nvPr/>
        </p:nvSpPr>
        <p:spPr>
          <a:xfrm>
            <a:off x="11126709" y="876407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2BA4270A-4A7D-7FA5-05D4-362D5A388681}"/>
              </a:ext>
            </a:extLst>
          </p:cNvPr>
          <p:cNvSpPr/>
          <p:nvPr/>
        </p:nvSpPr>
        <p:spPr>
          <a:xfrm>
            <a:off x="10845452" y="853030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9B6CF583-F9F2-D6C0-FEB3-E621BFEB9233}"/>
              </a:ext>
            </a:extLst>
          </p:cNvPr>
          <p:cNvSpPr/>
          <p:nvPr/>
        </p:nvSpPr>
        <p:spPr>
          <a:xfrm>
            <a:off x="11105787" y="842460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5D9353D2-A929-2A12-AE6B-8C08B15ADD14}"/>
              </a:ext>
            </a:extLst>
          </p:cNvPr>
          <p:cNvSpPr/>
          <p:nvPr/>
        </p:nvSpPr>
        <p:spPr>
          <a:xfrm>
            <a:off x="11095027" y="813456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F3E6E69F-C2C8-B2B8-F5AE-4F03D88B285C}"/>
              </a:ext>
            </a:extLst>
          </p:cNvPr>
          <p:cNvSpPr/>
          <p:nvPr/>
        </p:nvSpPr>
        <p:spPr>
          <a:xfrm>
            <a:off x="13109419" y="824166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BD73EAA2-8B85-6A94-016A-4226AD6A8485}"/>
              </a:ext>
            </a:extLst>
          </p:cNvPr>
          <p:cNvSpPr/>
          <p:nvPr/>
        </p:nvSpPr>
        <p:spPr>
          <a:xfrm>
            <a:off x="13339687" y="8497868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B349BC18-5DD7-662C-432B-EF6E2827173B}"/>
              </a:ext>
            </a:extLst>
          </p:cNvPr>
          <p:cNvSpPr/>
          <p:nvPr/>
        </p:nvSpPr>
        <p:spPr>
          <a:xfrm>
            <a:off x="13166565" y="876853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AA4987B4-94AF-E630-37DD-D37C87558E0A}"/>
              </a:ext>
            </a:extLst>
          </p:cNvPr>
          <p:cNvSpPr/>
          <p:nvPr/>
        </p:nvSpPr>
        <p:spPr>
          <a:xfrm>
            <a:off x="12765264" y="865980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1ADF2F1F-E84D-3237-23FD-20E6872C3CEF}"/>
              </a:ext>
            </a:extLst>
          </p:cNvPr>
          <p:cNvSpPr/>
          <p:nvPr/>
        </p:nvSpPr>
        <p:spPr>
          <a:xfrm>
            <a:off x="13018734" y="849607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7165C61A-B773-2170-2B0C-D60CD4D276B5}"/>
              </a:ext>
            </a:extLst>
          </p:cNvPr>
          <p:cNvSpPr/>
          <p:nvPr/>
        </p:nvSpPr>
        <p:spPr>
          <a:xfrm>
            <a:off x="12765264" y="838957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597ED9D7-C69E-5E73-97C0-D2E542D32C7A}"/>
              </a:ext>
            </a:extLst>
          </p:cNvPr>
          <p:cNvCxnSpPr>
            <a:cxnSpLocks/>
            <a:stCxn id="163" idx="7"/>
            <a:endCxn id="161" idx="3"/>
          </p:cNvCxnSpPr>
          <p:nvPr/>
        </p:nvCxnSpPr>
        <p:spPr>
          <a:xfrm flipV="1">
            <a:off x="11218900" y="8382154"/>
            <a:ext cx="196289" cy="397743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B25B1BF9-18D3-C5C2-4890-9BA56A9E50E3}"/>
              </a:ext>
            </a:extLst>
          </p:cNvPr>
          <p:cNvCxnSpPr>
            <a:cxnSpLocks/>
            <a:stCxn id="129" idx="2"/>
            <a:endCxn id="113" idx="6"/>
          </p:cNvCxnSpPr>
          <p:nvPr/>
        </p:nvCxnSpPr>
        <p:spPr>
          <a:xfrm flipH="1">
            <a:off x="12254848" y="7190417"/>
            <a:ext cx="364693" cy="29290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895B598C-A863-6CA3-96B3-018F4D5D4930}"/>
              </a:ext>
            </a:extLst>
          </p:cNvPr>
          <p:cNvCxnSpPr>
            <a:cxnSpLocks/>
          </p:cNvCxnSpPr>
          <p:nvPr/>
        </p:nvCxnSpPr>
        <p:spPr>
          <a:xfrm>
            <a:off x="7621566" y="6584491"/>
            <a:ext cx="29292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88B0A845-9388-E5A3-4386-C110CF9A6B2E}"/>
              </a:ext>
            </a:extLst>
          </p:cNvPr>
          <p:cNvCxnSpPr>
            <a:cxnSpLocks/>
          </p:cNvCxnSpPr>
          <p:nvPr/>
        </p:nvCxnSpPr>
        <p:spPr>
          <a:xfrm>
            <a:off x="7621566" y="7895131"/>
            <a:ext cx="29292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84F5C9A-B8E9-D4BA-5B9E-0ECC82E779DA}"/>
              </a:ext>
            </a:extLst>
          </p:cNvPr>
          <p:cNvSpPr txBox="1"/>
          <p:nvPr/>
        </p:nvSpPr>
        <p:spPr>
          <a:xfrm>
            <a:off x="7725103" y="4932199"/>
            <a:ext cx="27221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Neighbor Relations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7C2E3209-96B2-FA0D-74A8-AE16CFA543FD}"/>
              </a:ext>
            </a:extLst>
          </p:cNvPr>
          <p:cNvSpPr txBox="1"/>
          <p:nvPr/>
        </p:nvSpPr>
        <p:spPr>
          <a:xfrm>
            <a:off x="10732831" y="4936941"/>
            <a:ext cx="26836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Neighbor Relations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FAD7E55B-DE9C-6EC3-D1BB-8662D58D477B}"/>
              </a:ext>
            </a:extLst>
          </p:cNvPr>
          <p:cNvSpPr/>
          <p:nvPr/>
        </p:nvSpPr>
        <p:spPr>
          <a:xfrm>
            <a:off x="10610059" y="4932199"/>
            <a:ext cx="2929229" cy="4248065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F477A713-E51A-AFCE-8723-7584DCAB13F0}"/>
              </a:ext>
            </a:extLst>
          </p:cNvPr>
          <p:cNvCxnSpPr>
            <a:cxnSpLocks/>
          </p:cNvCxnSpPr>
          <p:nvPr/>
        </p:nvCxnSpPr>
        <p:spPr>
          <a:xfrm>
            <a:off x="10610059" y="6584491"/>
            <a:ext cx="29292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A11B33E9-4BAF-E986-4CA4-B754D2A0C0C6}"/>
              </a:ext>
            </a:extLst>
          </p:cNvPr>
          <p:cNvCxnSpPr>
            <a:cxnSpLocks/>
          </p:cNvCxnSpPr>
          <p:nvPr/>
        </p:nvCxnSpPr>
        <p:spPr>
          <a:xfrm>
            <a:off x="10610059" y="7895131"/>
            <a:ext cx="29292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0EF5BDD6-EFD7-51AE-E281-30C539A73893}"/>
              </a:ext>
            </a:extLst>
          </p:cNvPr>
          <p:cNvSpPr txBox="1"/>
          <p:nvPr/>
        </p:nvSpPr>
        <p:spPr>
          <a:xfrm>
            <a:off x="8264674" y="8900509"/>
            <a:ext cx="1663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ANFT Method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7A5A9F18-7723-17C6-970D-CC6856E888AE}"/>
              </a:ext>
            </a:extLst>
          </p:cNvPr>
          <p:cNvSpPr txBox="1"/>
          <p:nvPr/>
        </p:nvSpPr>
        <p:spPr>
          <a:xfrm>
            <a:off x="11253166" y="8900509"/>
            <a:ext cx="1663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ANFT Method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2138F87A-249F-8510-DAF0-C7E08236A894}"/>
              </a:ext>
            </a:extLst>
          </p:cNvPr>
          <p:cNvSpPr txBox="1"/>
          <p:nvPr/>
        </p:nvSpPr>
        <p:spPr>
          <a:xfrm>
            <a:off x="7758502" y="7621244"/>
            <a:ext cx="27812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Neighbor-based Methods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1BCCCF65-FE24-1637-C3AB-C8D042B2D5B0}"/>
              </a:ext>
            </a:extLst>
          </p:cNvPr>
          <p:cNvSpPr/>
          <p:nvPr/>
        </p:nvSpPr>
        <p:spPr>
          <a:xfrm>
            <a:off x="7877389" y="9355739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82F71FCF-FA9D-B8A4-19F4-4095D7FEEB88}"/>
              </a:ext>
            </a:extLst>
          </p:cNvPr>
          <p:cNvSpPr/>
          <p:nvPr/>
        </p:nvSpPr>
        <p:spPr>
          <a:xfrm>
            <a:off x="7607504" y="9254223"/>
            <a:ext cx="5931776" cy="305706"/>
          </a:xfrm>
          <a:prstGeom prst="roundRect">
            <a:avLst>
              <a:gd name="adj" fmla="val 414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F29CBC9D-282B-3B6E-52FD-17ECCE500C1D}"/>
              </a:ext>
            </a:extLst>
          </p:cNvPr>
          <p:cNvSpPr txBox="1"/>
          <p:nvPr/>
        </p:nvSpPr>
        <p:spPr>
          <a:xfrm>
            <a:off x="7977765" y="9241997"/>
            <a:ext cx="11769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sample</a:t>
            </a:r>
          </a:p>
        </p:txBody>
      </p: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55B89450-2E6D-6BBB-54F9-72189B55AB7B}"/>
              </a:ext>
            </a:extLst>
          </p:cNvPr>
          <p:cNvCxnSpPr>
            <a:cxnSpLocks/>
          </p:cNvCxnSpPr>
          <p:nvPr/>
        </p:nvCxnSpPr>
        <p:spPr>
          <a:xfrm flipH="1">
            <a:off x="9372736" y="9466050"/>
            <a:ext cx="323576" cy="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B660A032-00CE-C81E-7D0D-515BD7EB8954}"/>
              </a:ext>
            </a:extLst>
          </p:cNvPr>
          <p:cNvCxnSpPr>
            <a:cxnSpLocks/>
          </p:cNvCxnSpPr>
          <p:nvPr/>
        </p:nvCxnSpPr>
        <p:spPr>
          <a:xfrm>
            <a:off x="9372736" y="9353199"/>
            <a:ext cx="323576" cy="0"/>
          </a:xfrm>
          <a:prstGeom prst="line">
            <a:avLst/>
          </a:prstGeom>
          <a:ln w="127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795004D1-E162-D67A-0324-F3DECB8DCE59}"/>
              </a:ext>
            </a:extLst>
          </p:cNvPr>
          <p:cNvSpPr txBox="1"/>
          <p:nvPr/>
        </p:nvSpPr>
        <p:spPr>
          <a:xfrm>
            <a:off x="9696311" y="9238627"/>
            <a:ext cx="15456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Relations</a:t>
            </a:r>
          </a:p>
        </p:txBody>
      </p: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AA3EE504-9AA7-B45E-292B-918245DDA8E2}"/>
              </a:ext>
            </a:extLst>
          </p:cNvPr>
          <p:cNvCxnSpPr>
            <a:cxnSpLocks/>
          </p:cNvCxnSpPr>
          <p:nvPr/>
        </p:nvCxnSpPr>
        <p:spPr>
          <a:xfrm>
            <a:off x="11382698" y="9407076"/>
            <a:ext cx="32357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9632166-EA81-7DFA-3A56-0EE0D1AD836D}"/>
              </a:ext>
            </a:extLst>
          </p:cNvPr>
          <p:cNvSpPr txBox="1"/>
          <p:nvPr/>
        </p:nvSpPr>
        <p:spPr>
          <a:xfrm>
            <a:off x="11770958" y="9238627"/>
            <a:ext cx="16161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Relations</a:t>
            </a:r>
          </a:p>
        </p:txBody>
      </p:sp>
    </p:spTree>
    <p:extLst>
      <p:ext uri="{BB962C8B-B14F-4D97-AF65-F5344CB8AC3E}">
        <p14:creationId xmlns:p14="http://schemas.microsoft.com/office/powerpoint/2010/main" val="309311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3D64EBE-BAEC-BFFB-3D41-7B00FE15D324}"/>
              </a:ext>
            </a:extLst>
          </p:cNvPr>
          <p:cNvSpPr/>
          <p:nvPr/>
        </p:nvSpPr>
        <p:spPr>
          <a:xfrm>
            <a:off x="7678178" y="4220087"/>
            <a:ext cx="5904195" cy="392436"/>
          </a:xfrm>
          <a:prstGeom prst="roundRect">
            <a:avLst>
              <a:gd name="adj" fmla="val 4087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AA62765-C702-8671-7FC2-8CF55BDFDDBC}"/>
              </a:ext>
            </a:extLst>
          </p:cNvPr>
          <p:cNvCxnSpPr>
            <a:cxnSpLocks/>
            <a:endCxn id="179" idx="2"/>
          </p:cNvCxnSpPr>
          <p:nvPr/>
        </p:nvCxnSpPr>
        <p:spPr>
          <a:xfrm>
            <a:off x="10628191" y="6553033"/>
            <a:ext cx="2078" cy="112625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7AA5D3-5DCD-D110-79F9-41D6908A3EF6}"/>
              </a:ext>
            </a:extLst>
          </p:cNvPr>
          <p:cNvSpPr/>
          <p:nvPr/>
        </p:nvSpPr>
        <p:spPr>
          <a:xfrm>
            <a:off x="7678178" y="9283043"/>
            <a:ext cx="5904195" cy="367482"/>
          </a:xfrm>
          <a:prstGeom prst="roundRect">
            <a:avLst>
              <a:gd name="adj" fmla="val 408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4BDE9B7-0287-E609-2CB4-CCEC78F214D5}"/>
              </a:ext>
            </a:extLst>
          </p:cNvPr>
          <p:cNvSpPr/>
          <p:nvPr/>
        </p:nvSpPr>
        <p:spPr>
          <a:xfrm>
            <a:off x="11131010" y="6737452"/>
            <a:ext cx="1215743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4D93619-D0D7-F8DC-A1D2-571212105F2A}"/>
              </a:ext>
            </a:extLst>
          </p:cNvPr>
          <p:cNvSpPr/>
          <p:nvPr/>
        </p:nvSpPr>
        <p:spPr>
          <a:xfrm>
            <a:off x="12088898" y="6750684"/>
            <a:ext cx="966596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8371E01-F07D-066D-61FD-7CA0ED6C083A}"/>
              </a:ext>
            </a:extLst>
          </p:cNvPr>
          <p:cNvCxnSpPr>
            <a:cxnSpLocks/>
            <a:stCxn id="112" idx="6"/>
            <a:endCxn id="193" idx="2"/>
          </p:cNvCxnSpPr>
          <p:nvPr/>
        </p:nvCxnSpPr>
        <p:spPr>
          <a:xfrm flipV="1">
            <a:off x="11582531" y="7276215"/>
            <a:ext cx="505264" cy="5335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4C64429-F3D1-3EC9-8D2F-1D9F4ABBBDCD}"/>
              </a:ext>
            </a:extLst>
          </p:cNvPr>
          <p:cNvCxnSpPr>
            <a:cxnSpLocks/>
            <a:stCxn id="126" idx="2"/>
            <a:endCxn id="193" idx="6"/>
          </p:cNvCxnSpPr>
          <p:nvPr/>
        </p:nvCxnSpPr>
        <p:spPr>
          <a:xfrm flipH="1">
            <a:off x="12195795" y="7247225"/>
            <a:ext cx="218498" cy="2899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C1796DAE-3F6C-0B0B-848E-BCDE879BE42A}"/>
              </a:ext>
            </a:extLst>
          </p:cNvPr>
          <p:cNvSpPr/>
          <p:nvPr/>
        </p:nvSpPr>
        <p:spPr>
          <a:xfrm>
            <a:off x="9720742" y="8302336"/>
            <a:ext cx="675735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94143CE-490A-AD53-C104-847E12148996}"/>
              </a:ext>
            </a:extLst>
          </p:cNvPr>
          <p:cNvSpPr/>
          <p:nvPr/>
        </p:nvSpPr>
        <p:spPr>
          <a:xfrm>
            <a:off x="7855985" y="8275095"/>
            <a:ext cx="675735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974498C-ED2F-6605-F999-391075E2BCE6}"/>
              </a:ext>
            </a:extLst>
          </p:cNvPr>
          <p:cNvCxnSpPr>
            <a:cxnSpLocks/>
            <a:stCxn id="83" idx="6"/>
            <a:endCxn id="88" idx="2"/>
          </p:cNvCxnSpPr>
          <p:nvPr/>
        </p:nvCxnSpPr>
        <p:spPr>
          <a:xfrm>
            <a:off x="8263344" y="8329103"/>
            <a:ext cx="1780873" cy="1661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B2D5FEF-3C6C-1086-5FA8-2F899101896D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8493550" y="8506687"/>
            <a:ext cx="1268169" cy="329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4AA580B-4F37-8AA7-7D86-7B7B59E6F2EF}"/>
              </a:ext>
            </a:extLst>
          </p:cNvPr>
          <p:cNvCxnSpPr>
            <a:cxnSpLocks/>
            <a:stCxn id="84" idx="6"/>
            <a:endCxn id="91" idx="3"/>
          </p:cNvCxnSpPr>
          <p:nvPr/>
        </p:nvCxnSpPr>
        <p:spPr>
          <a:xfrm flipV="1">
            <a:off x="8405314" y="8871503"/>
            <a:ext cx="1392170" cy="128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179E7F20-7126-3E9F-ABE7-32F12CE1B511}"/>
              </a:ext>
            </a:extLst>
          </p:cNvPr>
          <p:cNvSpPr/>
          <p:nvPr/>
        </p:nvSpPr>
        <p:spPr>
          <a:xfrm>
            <a:off x="7990387" y="6738705"/>
            <a:ext cx="675735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C3E05A2-D64D-AD77-CE2C-C7D590666202}"/>
              </a:ext>
            </a:extLst>
          </p:cNvPr>
          <p:cNvSpPr/>
          <p:nvPr/>
        </p:nvSpPr>
        <p:spPr>
          <a:xfrm>
            <a:off x="9515799" y="6758326"/>
            <a:ext cx="675735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BE6D46F-AFC6-7F71-4E90-E02F66DE1FF9}"/>
              </a:ext>
            </a:extLst>
          </p:cNvPr>
          <p:cNvCxnSpPr>
            <a:cxnSpLocks/>
            <a:stCxn id="70" idx="5"/>
            <a:endCxn id="71" idx="1"/>
          </p:cNvCxnSpPr>
          <p:nvPr/>
        </p:nvCxnSpPr>
        <p:spPr>
          <a:xfrm>
            <a:off x="9931459" y="6839882"/>
            <a:ext cx="165445" cy="1680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4A0D4DC-F4F4-9F97-A9E6-CF16A28DAB49}"/>
              </a:ext>
            </a:extLst>
          </p:cNvPr>
          <p:cNvCxnSpPr>
            <a:cxnSpLocks/>
            <a:stCxn id="74" idx="6"/>
            <a:endCxn id="71" idx="2"/>
          </p:cNvCxnSpPr>
          <p:nvPr/>
        </p:nvCxnSpPr>
        <p:spPr>
          <a:xfrm flipV="1">
            <a:off x="9907658" y="7046172"/>
            <a:ext cx="173422" cy="432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CCA8D53-8AFD-D090-2C02-9F703D51D7CB}"/>
              </a:ext>
            </a:extLst>
          </p:cNvPr>
          <p:cNvCxnSpPr>
            <a:cxnSpLocks/>
            <a:stCxn id="71" idx="4"/>
            <a:endCxn id="72" idx="7"/>
          </p:cNvCxnSpPr>
          <p:nvPr/>
        </p:nvCxnSpPr>
        <p:spPr>
          <a:xfrm flipH="1">
            <a:off x="10061993" y="7100165"/>
            <a:ext cx="73095" cy="2280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6136EB2-CA42-2701-2913-B4D3C7FC9DD6}"/>
              </a:ext>
            </a:extLst>
          </p:cNvPr>
          <p:cNvCxnSpPr>
            <a:cxnSpLocks/>
            <a:stCxn id="70" idx="2"/>
            <a:endCxn id="75" idx="7"/>
          </p:cNvCxnSpPr>
          <p:nvPr/>
        </p:nvCxnSpPr>
        <p:spPr>
          <a:xfrm flipH="1">
            <a:off x="9648959" y="6801705"/>
            <a:ext cx="190315" cy="12278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7CF7F60-ACC9-D334-06A2-0CC64402762A}"/>
              </a:ext>
            </a:extLst>
          </p:cNvPr>
          <p:cNvCxnSpPr>
            <a:cxnSpLocks/>
            <a:stCxn id="70" idx="4"/>
            <a:endCxn id="74" idx="0"/>
          </p:cNvCxnSpPr>
          <p:nvPr/>
        </p:nvCxnSpPr>
        <p:spPr>
          <a:xfrm flipH="1">
            <a:off x="9853666" y="6855705"/>
            <a:ext cx="39609" cy="17968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3ECB5BC-1D1C-2CB6-5C67-BAD4474759B8}"/>
              </a:ext>
            </a:extLst>
          </p:cNvPr>
          <p:cNvCxnSpPr>
            <a:cxnSpLocks/>
            <a:stCxn id="75" idx="5"/>
            <a:endCxn id="74" idx="2"/>
          </p:cNvCxnSpPr>
          <p:nvPr/>
        </p:nvCxnSpPr>
        <p:spPr>
          <a:xfrm>
            <a:off x="9648952" y="7000853"/>
            <a:ext cx="150706" cy="8852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A29EBA8-B0A7-8717-BA9B-B2275C183CC1}"/>
              </a:ext>
            </a:extLst>
          </p:cNvPr>
          <p:cNvCxnSpPr>
            <a:cxnSpLocks/>
            <a:stCxn id="73" idx="7"/>
            <a:endCxn id="74" idx="3"/>
          </p:cNvCxnSpPr>
          <p:nvPr/>
        </p:nvCxnSpPr>
        <p:spPr>
          <a:xfrm flipV="1">
            <a:off x="9668917" y="7127563"/>
            <a:ext cx="146565" cy="12355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61DA1A0-EF0D-F883-3590-A43E207B2CD7}"/>
              </a:ext>
            </a:extLst>
          </p:cNvPr>
          <p:cNvCxnSpPr>
            <a:cxnSpLocks/>
            <a:stCxn id="72" idx="1"/>
            <a:endCxn id="74" idx="4"/>
          </p:cNvCxnSpPr>
          <p:nvPr/>
        </p:nvCxnSpPr>
        <p:spPr>
          <a:xfrm flipH="1" flipV="1">
            <a:off x="9853666" y="7143387"/>
            <a:ext cx="131959" cy="1848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BC86C66-7517-9FC9-0645-55B4A482ED77}"/>
              </a:ext>
            </a:extLst>
          </p:cNvPr>
          <p:cNvCxnSpPr>
            <a:cxnSpLocks/>
            <a:stCxn id="72" idx="2"/>
            <a:endCxn id="73" idx="5"/>
          </p:cNvCxnSpPr>
          <p:nvPr/>
        </p:nvCxnSpPr>
        <p:spPr>
          <a:xfrm flipH="1" flipV="1">
            <a:off x="9668909" y="7327493"/>
            <a:ext cx="300892" cy="3893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F94B2B5-B3B3-0D9A-2CBD-BDA74B9D60DF}"/>
              </a:ext>
            </a:extLst>
          </p:cNvPr>
          <p:cNvCxnSpPr>
            <a:cxnSpLocks/>
            <a:stCxn id="75" idx="3"/>
            <a:endCxn id="73" idx="1"/>
          </p:cNvCxnSpPr>
          <p:nvPr/>
        </p:nvCxnSpPr>
        <p:spPr>
          <a:xfrm>
            <a:off x="9572592" y="7000853"/>
            <a:ext cx="19957" cy="25026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0E6F809-4E21-641B-9A87-1CA85E1554DC}"/>
              </a:ext>
            </a:extLst>
          </p:cNvPr>
          <p:cNvCxnSpPr>
            <a:cxnSpLocks/>
            <a:stCxn id="88" idx="5"/>
            <a:endCxn id="89" idx="1"/>
          </p:cNvCxnSpPr>
          <p:nvPr/>
        </p:nvCxnSpPr>
        <p:spPr>
          <a:xfrm>
            <a:off x="10136402" y="8383892"/>
            <a:ext cx="165445" cy="1680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51941D1-0F48-0F51-3662-0380CCD5BDCD}"/>
              </a:ext>
            </a:extLst>
          </p:cNvPr>
          <p:cNvCxnSpPr>
            <a:cxnSpLocks/>
            <a:stCxn id="92" idx="6"/>
            <a:endCxn id="89" idx="2"/>
          </p:cNvCxnSpPr>
          <p:nvPr/>
        </p:nvCxnSpPr>
        <p:spPr>
          <a:xfrm flipV="1">
            <a:off x="10112601" y="8590182"/>
            <a:ext cx="173422" cy="432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222647A-BA3A-C03D-D875-A87F4D8B7150}"/>
              </a:ext>
            </a:extLst>
          </p:cNvPr>
          <p:cNvCxnSpPr>
            <a:cxnSpLocks/>
            <a:stCxn id="89" idx="4"/>
            <a:endCxn id="90" idx="7"/>
          </p:cNvCxnSpPr>
          <p:nvPr/>
        </p:nvCxnSpPr>
        <p:spPr>
          <a:xfrm flipH="1">
            <a:off x="10266935" y="8644174"/>
            <a:ext cx="73095" cy="2280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97770B8-85A8-1DC9-FCDA-656B3BB36F4E}"/>
              </a:ext>
            </a:extLst>
          </p:cNvPr>
          <p:cNvCxnSpPr>
            <a:cxnSpLocks/>
            <a:stCxn id="88" idx="2"/>
            <a:endCxn id="93" idx="7"/>
          </p:cNvCxnSpPr>
          <p:nvPr/>
        </p:nvCxnSpPr>
        <p:spPr>
          <a:xfrm flipH="1">
            <a:off x="9853903" y="8345715"/>
            <a:ext cx="190315" cy="12278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6936728-78C0-6EF2-38D5-A0EB05A8A29B}"/>
              </a:ext>
            </a:extLst>
          </p:cNvPr>
          <p:cNvCxnSpPr>
            <a:cxnSpLocks/>
            <a:stCxn id="88" idx="4"/>
            <a:endCxn id="92" idx="0"/>
          </p:cNvCxnSpPr>
          <p:nvPr/>
        </p:nvCxnSpPr>
        <p:spPr>
          <a:xfrm flipH="1">
            <a:off x="10058608" y="8399716"/>
            <a:ext cx="39609" cy="17968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F86FEDA-412E-9AEB-4897-F4428A7F35A9}"/>
              </a:ext>
            </a:extLst>
          </p:cNvPr>
          <p:cNvCxnSpPr>
            <a:cxnSpLocks/>
            <a:stCxn id="93" idx="5"/>
            <a:endCxn id="92" idx="2"/>
          </p:cNvCxnSpPr>
          <p:nvPr/>
        </p:nvCxnSpPr>
        <p:spPr>
          <a:xfrm>
            <a:off x="9853895" y="8544863"/>
            <a:ext cx="150706" cy="8852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8F18E43-8E03-63B7-6C09-C325C68DD19B}"/>
              </a:ext>
            </a:extLst>
          </p:cNvPr>
          <p:cNvCxnSpPr>
            <a:cxnSpLocks/>
            <a:stCxn id="91" idx="7"/>
            <a:endCxn id="92" idx="3"/>
          </p:cNvCxnSpPr>
          <p:nvPr/>
        </p:nvCxnSpPr>
        <p:spPr>
          <a:xfrm flipV="1">
            <a:off x="9873860" y="8671573"/>
            <a:ext cx="146565" cy="12355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88DB51C-C94C-96C9-186A-A87109F2F9F2}"/>
              </a:ext>
            </a:extLst>
          </p:cNvPr>
          <p:cNvCxnSpPr>
            <a:cxnSpLocks/>
            <a:stCxn id="90" idx="1"/>
            <a:endCxn id="92" idx="4"/>
          </p:cNvCxnSpPr>
          <p:nvPr/>
        </p:nvCxnSpPr>
        <p:spPr>
          <a:xfrm flipH="1" flipV="1">
            <a:off x="10058609" y="8687397"/>
            <a:ext cx="131959" cy="1848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DB1F680-888A-895F-A9D8-4983F3E3DEC1}"/>
              </a:ext>
            </a:extLst>
          </p:cNvPr>
          <p:cNvCxnSpPr>
            <a:cxnSpLocks/>
            <a:stCxn id="90" idx="2"/>
            <a:endCxn id="91" idx="5"/>
          </p:cNvCxnSpPr>
          <p:nvPr/>
        </p:nvCxnSpPr>
        <p:spPr>
          <a:xfrm flipH="1" flipV="1">
            <a:off x="9873852" y="8871503"/>
            <a:ext cx="300892" cy="3893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D9B0781-FE04-DFDA-9A67-EF110BDFF076}"/>
              </a:ext>
            </a:extLst>
          </p:cNvPr>
          <p:cNvCxnSpPr>
            <a:cxnSpLocks/>
            <a:stCxn id="93" idx="3"/>
            <a:endCxn id="91" idx="1"/>
          </p:cNvCxnSpPr>
          <p:nvPr/>
        </p:nvCxnSpPr>
        <p:spPr>
          <a:xfrm>
            <a:off x="9777534" y="8544863"/>
            <a:ext cx="19957" cy="25026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66A823E-5070-20FC-BF09-921B3D9183C5}"/>
              </a:ext>
            </a:extLst>
          </p:cNvPr>
          <p:cNvCxnSpPr>
            <a:cxnSpLocks/>
            <a:stCxn id="83" idx="4"/>
            <a:endCxn id="86" idx="0"/>
          </p:cNvCxnSpPr>
          <p:nvPr/>
        </p:nvCxnSpPr>
        <p:spPr>
          <a:xfrm flipH="1">
            <a:off x="8178364" y="8383103"/>
            <a:ext cx="30981" cy="17996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FCD01D9-672F-D18A-C9B0-D75B7DB92EC9}"/>
              </a:ext>
            </a:extLst>
          </p:cNvPr>
          <p:cNvCxnSpPr>
            <a:cxnSpLocks/>
            <a:stCxn id="59" idx="5"/>
          </p:cNvCxnSpPr>
          <p:nvPr/>
        </p:nvCxnSpPr>
        <p:spPr>
          <a:xfrm>
            <a:off x="8381930" y="6830897"/>
            <a:ext cx="169653" cy="17237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403718B-4B89-9A4A-8AE7-5C5337BB583E}"/>
              </a:ext>
            </a:extLst>
          </p:cNvPr>
          <p:cNvCxnSpPr>
            <a:cxnSpLocks/>
            <a:stCxn id="62" idx="6"/>
          </p:cNvCxnSpPr>
          <p:nvPr/>
        </p:nvCxnSpPr>
        <p:spPr>
          <a:xfrm flipV="1">
            <a:off x="8366757" y="7041448"/>
            <a:ext cx="169002" cy="3922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1EE8BEB-E635-1320-115B-90EEB6331793}"/>
              </a:ext>
            </a:extLst>
          </p:cNvPr>
          <p:cNvCxnSpPr>
            <a:cxnSpLocks/>
            <a:endCxn id="60" idx="7"/>
          </p:cNvCxnSpPr>
          <p:nvPr/>
        </p:nvCxnSpPr>
        <p:spPr>
          <a:xfrm flipH="1">
            <a:off x="8523899" y="7095448"/>
            <a:ext cx="65860" cy="21431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B99E145-93EF-9ABF-643C-1471597DBB6F}"/>
              </a:ext>
            </a:extLst>
          </p:cNvPr>
          <p:cNvCxnSpPr>
            <a:cxnSpLocks/>
            <a:stCxn id="59" idx="2"/>
            <a:endCxn id="63" idx="7"/>
          </p:cNvCxnSpPr>
          <p:nvPr/>
        </p:nvCxnSpPr>
        <p:spPr>
          <a:xfrm flipH="1">
            <a:off x="8115102" y="6792705"/>
            <a:ext cx="174636" cy="10644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3510668-3137-79D1-FB07-6F38A6345F27}"/>
              </a:ext>
            </a:extLst>
          </p:cNvPr>
          <p:cNvCxnSpPr>
            <a:cxnSpLocks/>
            <a:stCxn id="59" idx="4"/>
            <a:endCxn id="62" idx="0"/>
          </p:cNvCxnSpPr>
          <p:nvPr/>
        </p:nvCxnSpPr>
        <p:spPr>
          <a:xfrm flipH="1">
            <a:off x="8312765" y="6846713"/>
            <a:ext cx="30981" cy="17996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80A453A-B840-2AE7-BC35-DA5C8A6CBF7C}"/>
              </a:ext>
            </a:extLst>
          </p:cNvPr>
          <p:cNvCxnSpPr>
            <a:cxnSpLocks/>
            <a:stCxn id="63" idx="5"/>
            <a:endCxn id="62" idx="2"/>
          </p:cNvCxnSpPr>
          <p:nvPr/>
        </p:nvCxnSpPr>
        <p:spPr>
          <a:xfrm>
            <a:off x="8115110" y="6975524"/>
            <a:ext cx="143655" cy="1051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2530719-1243-09AE-619E-971731D74403}"/>
              </a:ext>
            </a:extLst>
          </p:cNvPr>
          <p:cNvCxnSpPr>
            <a:cxnSpLocks/>
            <a:stCxn id="61" idx="7"/>
            <a:endCxn id="62" idx="3"/>
          </p:cNvCxnSpPr>
          <p:nvPr/>
        </p:nvCxnSpPr>
        <p:spPr>
          <a:xfrm flipV="1">
            <a:off x="8139077" y="7118862"/>
            <a:ext cx="135496" cy="6293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27C9700-D0AD-741F-0071-E1B2720D4406}"/>
              </a:ext>
            </a:extLst>
          </p:cNvPr>
          <p:cNvCxnSpPr>
            <a:cxnSpLocks/>
            <a:stCxn id="60" idx="1"/>
            <a:endCxn id="62" idx="4"/>
          </p:cNvCxnSpPr>
          <p:nvPr/>
        </p:nvCxnSpPr>
        <p:spPr>
          <a:xfrm flipH="1" flipV="1">
            <a:off x="8312757" y="7134670"/>
            <a:ext cx="134774" cy="17509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1E1AC0F-F9A4-0294-CEF9-1D9C54346250}"/>
              </a:ext>
            </a:extLst>
          </p:cNvPr>
          <p:cNvCxnSpPr>
            <a:cxnSpLocks/>
            <a:stCxn id="60" idx="2"/>
            <a:endCxn id="61" idx="5"/>
          </p:cNvCxnSpPr>
          <p:nvPr/>
        </p:nvCxnSpPr>
        <p:spPr>
          <a:xfrm flipH="1" flipV="1">
            <a:off x="8139077" y="7258169"/>
            <a:ext cx="292638" cy="8978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686508-86FF-CC71-B140-9EC4129923BE}"/>
              </a:ext>
            </a:extLst>
          </p:cNvPr>
          <p:cNvCxnSpPr>
            <a:cxnSpLocks/>
            <a:stCxn id="63" idx="3"/>
            <a:endCxn id="61" idx="1"/>
          </p:cNvCxnSpPr>
          <p:nvPr/>
        </p:nvCxnSpPr>
        <p:spPr>
          <a:xfrm>
            <a:off x="8038741" y="6975517"/>
            <a:ext cx="23975" cy="20627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AFECFCB-2644-4109-4F62-AC454823E815}"/>
              </a:ext>
            </a:extLst>
          </p:cNvPr>
          <p:cNvCxnSpPr>
            <a:cxnSpLocks/>
            <a:stCxn id="83" idx="5"/>
          </p:cNvCxnSpPr>
          <p:nvPr/>
        </p:nvCxnSpPr>
        <p:spPr>
          <a:xfrm>
            <a:off x="8247528" y="8367287"/>
            <a:ext cx="169653" cy="17237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E1AA7CA-40BD-59BD-CF6A-1DC77A52A843}"/>
              </a:ext>
            </a:extLst>
          </p:cNvPr>
          <p:cNvCxnSpPr>
            <a:cxnSpLocks/>
            <a:stCxn id="86" idx="6"/>
          </p:cNvCxnSpPr>
          <p:nvPr/>
        </p:nvCxnSpPr>
        <p:spPr>
          <a:xfrm flipV="1">
            <a:off x="8232356" y="8577838"/>
            <a:ext cx="169002" cy="3922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B7A3C20-1F29-83A4-0315-BD8615A9B79E}"/>
              </a:ext>
            </a:extLst>
          </p:cNvPr>
          <p:cNvCxnSpPr>
            <a:cxnSpLocks/>
            <a:endCxn id="84" idx="7"/>
          </p:cNvCxnSpPr>
          <p:nvPr/>
        </p:nvCxnSpPr>
        <p:spPr>
          <a:xfrm flipH="1">
            <a:off x="8389498" y="8631838"/>
            <a:ext cx="65860" cy="21431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72CC956-419C-23F9-4161-4BF2DB6E327B}"/>
              </a:ext>
            </a:extLst>
          </p:cNvPr>
          <p:cNvCxnSpPr>
            <a:cxnSpLocks/>
            <a:stCxn id="83" idx="2"/>
            <a:endCxn id="87" idx="7"/>
          </p:cNvCxnSpPr>
          <p:nvPr/>
        </p:nvCxnSpPr>
        <p:spPr>
          <a:xfrm flipH="1">
            <a:off x="7980701" y="8329095"/>
            <a:ext cx="174636" cy="10644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8DE1966-9D57-9D56-738D-D87F7E9EB1F0}"/>
              </a:ext>
            </a:extLst>
          </p:cNvPr>
          <p:cNvCxnSpPr>
            <a:cxnSpLocks/>
            <a:stCxn id="87" idx="5"/>
            <a:endCxn id="86" idx="2"/>
          </p:cNvCxnSpPr>
          <p:nvPr/>
        </p:nvCxnSpPr>
        <p:spPr>
          <a:xfrm>
            <a:off x="7980709" y="8511915"/>
            <a:ext cx="143655" cy="10515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0743D9F-0735-5A5F-D5C9-AD7CE99FC252}"/>
              </a:ext>
            </a:extLst>
          </p:cNvPr>
          <p:cNvCxnSpPr>
            <a:cxnSpLocks/>
            <a:stCxn id="85" idx="7"/>
            <a:endCxn id="86" idx="3"/>
          </p:cNvCxnSpPr>
          <p:nvPr/>
        </p:nvCxnSpPr>
        <p:spPr>
          <a:xfrm flipV="1">
            <a:off x="8004676" y="8655251"/>
            <a:ext cx="135496" cy="6293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B24B2EE-050E-27F4-AE8D-BDF5B94F1F77}"/>
              </a:ext>
            </a:extLst>
          </p:cNvPr>
          <p:cNvCxnSpPr>
            <a:cxnSpLocks/>
            <a:stCxn id="84" idx="1"/>
            <a:endCxn id="86" idx="4"/>
          </p:cNvCxnSpPr>
          <p:nvPr/>
        </p:nvCxnSpPr>
        <p:spPr>
          <a:xfrm flipH="1" flipV="1">
            <a:off x="8178356" y="8671060"/>
            <a:ext cx="134774" cy="17509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A2655D4-72FA-3EE5-8395-125D928A96F9}"/>
              </a:ext>
            </a:extLst>
          </p:cNvPr>
          <p:cNvCxnSpPr>
            <a:cxnSpLocks/>
            <a:stCxn id="84" idx="2"/>
            <a:endCxn id="85" idx="5"/>
          </p:cNvCxnSpPr>
          <p:nvPr/>
        </p:nvCxnSpPr>
        <p:spPr>
          <a:xfrm flipH="1" flipV="1">
            <a:off x="8004676" y="8794559"/>
            <a:ext cx="292638" cy="8978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1503E44-F272-9EE3-BE5C-CCECBA04D1A1}"/>
              </a:ext>
            </a:extLst>
          </p:cNvPr>
          <p:cNvCxnSpPr>
            <a:cxnSpLocks/>
            <a:stCxn id="87" idx="3"/>
            <a:endCxn id="85" idx="1"/>
          </p:cNvCxnSpPr>
          <p:nvPr/>
        </p:nvCxnSpPr>
        <p:spPr>
          <a:xfrm>
            <a:off x="7904341" y="8511907"/>
            <a:ext cx="23975" cy="20627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C33C6D2-7B2C-B243-B205-F8C0D4A50753}"/>
              </a:ext>
            </a:extLst>
          </p:cNvPr>
          <p:cNvSpPr/>
          <p:nvPr/>
        </p:nvSpPr>
        <p:spPr>
          <a:xfrm>
            <a:off x="7678178" y="4669689"/>
            <a:ext cx="5904195" cy="1471810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DB3EDCC6-B175-2E51-AED9-FA35A204ACF9}"/>
              </a:ext>
            </a:extLst>
          </p:cNvPr>
          <p:cNvSpPr/>
          <p:nvPr/>
        </p:nvSpPr>
        <p:spPr>
          <a:xfrm>
            <a:off x="8289738" y="673870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E2BCC864-4CDD-3373-5F72-C552B3B679B3}"/>
              </a:ext>
            </a:extLst>
          </p:cNvPr>
          <p:cNvSpPr/>
          <p:nvPr/>
        </p:nvSpPr>
        <p:spPr>
          <a:xfrm>
            <a:off x="8431716" y="729394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BE68EE50-BF01-05C6-F703-34F145371633}"/>
              </a:ext>
            </a:extLst>
          </p:cNvPr>
          <p:cNvSpPr/>
          <p:nvPr/>
        </p:nvSpPr>
        <p:spPr>
          <a:xfrm>
            <a:off x="8046893" y="716597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F54B9FCC-E678-E352-838E-8AFBB4C9162F}"/>
              </a:ext>
            </a:extLst>
          </p:cNvPr>
          <p:cNvSpPr/>
          <p:nvPr/>
        </p:nvSpPr>
        <p:spPr>
          <a:xfrm>
            <a:off x="8258757" y="702667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E5B62EBE-BCE9-F83F-AE9A-9B8541E23E69}"/>
              </a:ext>
            </a:extLst>
          </p:cNvPr>
          <p:cNvSpPr/>
          <p:nvPr/>
        </p:nvSpPr>
        <p:spPr>
          <a:xfrm>
            <a:off x="8022918" y="688333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C865F0E8-101A-545B-C3B6-269C2A0868A7}"/>
              </a:ext>
            </a:extLst>
          </p:cNvPr>
          <p:cNvSpPr/>
          <p:nvPr/>
        </p:nvSpPr>
        <p:spPr>
          <a:xfrm>
            <a:off x="7925086" y="5041823"/>
            <a:ext cx="876582" cy="9170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49F575E-203D-895A-818D-A3E988D7E414}"/>
              </a:ext>
            </a:extLst>
          </p:cNvPr>
          <p:cNvSpPr/>
          <p:nvPr/>
        </p:nvSpPr>
        <p:spPr>
          <a:xfrm>
            <a:off x="8387680" y="504442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7365B763-F631-0176-7F58-937A7ED0A014}"/>
              </a:ext>
            </a:extLst>
          </p:cNvPr>
          <p:cNvSpPr/>
          <p:nvPr/>
        </p:nvSpPr>
        <p:spPr>
          <a:xfrm>
            <a:off x="8425864" y="583362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8AA5F50-686C-E7C9-4D58-E3F3C91B092C}"/>
              </a:ext>
            </a:extLst>
          </p:cNvPr>
          <p:cNvSpPr/>
          <p:nvPr/>
        </p:nvSpPr>
        <p:spPr>
          <a:xfrm>
            <a:off x="7965704" y="563420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755ECC33-0BA3-1FBA-CA56-3CDFE7A47FAD}"/>
              </a:ext>
            </a:extLst>
          </p:cNvPr>
          <p:cNvSpPr/>
          <p:nvPr/>
        </p:nvSpPr>
        <p:spPr>
          <a:xfrm>
            <a:off x="8293986" y="545320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E7ACBDA-5519-367E-2338-D56F8BE9BE76}"/>
              </a:ext>
            </a:extLst>
          </p:cNvPr>
          <p:cNvSpPr/>
          <p:nvPr/>
        </p:nvSpPr>
        <p:spPr>
          <a:xfrm>
            <a:off x="7990834" y="523751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C244EAF-90CF-CE27-7598-3EEB7C7A52FC}"/>
              </a:ext>
            </a:extLst>
          </p:cNvPr>
          <p:cNvSpPr/>
          <p:nvPr/>
        </p:nvSpPr>
        <p:spPr>
          <a:xfrm>
            <a:off x="9839267" y="67476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85EEBF7B-5A23-D894-DC06-DCB8C48173EA}"/>
              </a:ext>
            </a:extLst>
          </p:cNvPr>
          <p:cNvSpPr/>
          <p:nvPr/>
        </p:nvSpPr>
        <p:spPr>
          <a:xfrm>
            <a:off x="10081080" y="6992164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93F435C4-9FCD-B957-15B9-949D907DE0F4}"/>
              </a:ext>
            </a:extLst>
          </p:cNvPr>
          <p:cNvSpPr/>
          <p:nvPr/>
        </p:nvSpPr>
        <p:spPr>
          <a:xfrm>
            <a:off x="9969802" y="731241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F58673E-FD74-F769-5A4C-E83014CA7BEC}"/>
              </a:ext>
            </a:extLst>
          </p:cNvPr>
          <p:cNvSpPr/>
          <p:nvPr/>
        </p:nvSpPr>
        <p:spPr>
          <a:xfrm>
            <a:off x="9576725" y="723530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8C3F8F2-AE01-CFEF-1853-CBA14C5D650E}"/>
              </a:ext>
            </a:extLst>
          </p:cNvPr>
          <p:cNvSpPr/>
          <p:nvPr/>
        </p:nvSpPr>
        <p:spPr>
          <a:xfrm>
            <a:off x="9799658" y="703537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C1A3ED1-0620-2C52-6C88-C6D7AFD1ACE5}"/>
              </a:ext>
            </a:extLst>
          </p:cNvPr>
          <p:cNvSpPr/>
          <p:nvPr/>
        </p:nvSpPr>
        <p:spPr>
          <a:xfrm>
            <a:off x="9556768" y="690866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2ACBDD6D-1992-9005-133D-F03674145D29}"/>
              </a:ext>
            </a:extLst>
          </p:cNvPr>
          <p:cNvSpPr/>
          <p:nvPr/>
        </p:nvSpPr>
        <p:spPr>
          <a:xfrm>
            <a:off x="9359058" y="5061451"/>
            <a:ext cx="876582" cy="910007"/>
          </a:xfrm>
          <a:prstGeom prst="ellipse">
            <a:avLst/>
          </a:prstGeom>
          <a:solidFill>
            <a:srgbClr val="FACCCE"/>
          </a:solidFill>
          <a:ln>
            <a:noFill/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8B8FFFF0-A87A-E31E-EF93-A1BA568B8F2D}"/>
              </a:ext>
            </a:extLst>
          </p:cNvPr>
          <p:cNvSpPr/>
          <p:nvPr/>
        </p:nvSpPr>
        <p:spPr>
          <a:xfrm>
            <a:off x="9802137" y="506144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CDFBAB14-EE68-0FCC-BC1D-B6C147D6BF6E}"/>
              </a:ext>
            </a:extLst>
          </p:cNvPr>
          <p:cNvSpPr/>
          <p:nvPr/>
        </p:nvSpPr>
        <p:spPr>
          <a:xfrm>
            <a:off x="10136686" y="5344891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08C7843D-27EF-D9ED-B878-134F52989004}"/>
              </a:ext>
            </a:extLst>
          </p:cNvPr>
          <p:cNvSpPr/>
          <p:nvPr/>
        </p:nvSpPr>
        <p:spPr>
          <a:xfrm>
            <a:off x="9952055" y="582384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C4D4E0E3-0C7E-2D1C-7727-7D8F82EBC584}"/>
              </a:ext>
            </a:extLst>
          </p:cNvPr>
          <p:cNvSpPr/>
          <p:nvPr/>
        </p:nvSpPr>
        <p:spPr>
          <a:xfrm>
            <a:off x="9455778" y="569437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DDF60CDC-FBA9-BC67-CBE7-A91ABC77690B}"/>
              </a:ext>
            </a:extLst>
          </p:cNvPr>
          <p:cNvSpPr/>
          <p:nvPr/>
        </p:nvSpPr>
        <p:spPr>
          <a:xfrm>
            <a:off x="9752668" y="548061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1B77980C-035D-E8F0-57E1-7898A26C6243}"/>
              </a:ext>
            </a:extLst>
          </p:cNvPr>
          <p:cNvSpPr/>
          <p:nvPr/>
        </p:nvSpPr>
        <p:spPr>
          <a:xfrm>
            <a:off x="9460165" y="52310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C500F4B-0436-40AA-7589-6983CBD4978F}"/>
              </a:ext>
            </a:extLst>
          </p:cNvPr>
          <p:cNvSpPr/>
          <p:nvPr/>
        </p:nvSpPr>
        <p:spPr>
          <a:xfrm>
            <a:off x="8155338" y="827509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8E098BC-7AD1-619F-B636-7518D569E51D}"/>
              </a:ext>
            </a:extLst>
          </p:cNvPr>
          <p:cNvSpPr/>
          <p:nvPr/>
        </p:nvSpPr>
        <p:spPr>
          <a:xfrm>
            <a:off x="8297314" y="883033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1FA36194-B67C-3AA9-F15A-30BB58F1AE65}"/>
              </a:ext>
            </a:extLst>
          </p:cNvPr>
          <p:cNvSpPr/>
          <p:nvPr/>
        </p:nvSpPr>
        <p:spPr>
          <a:xfrm>
            <a:off x="7912492" y="870236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2A0BC670-D63B-24FA-2E03-60A65EA8D6FE}"/>
              </a:ext>
            </a:extLst>
          </p:cNvPr>
          <p:cNvSpPr/>
          <p:nvPr/>
        </p:nvSpPr>
        <p:spPr>
          <a:xfrm>
            <a:off x="8124356" y="8563060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971D4814-060F-9CA3-1175-DE02D3DFF95C}"/>
              </a:ext>
            </a:extLst>
          </p:cNvPr>
          <p:cNvSpPr/>
          <p:nvPr/>
        </p:nvSpPr>
        <p:spPr>
          <a:xfrm>
            <a:off x="7888517" y="841972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A625E591-CDE6-62D5-87AA-CAFB9307E101}"/>
              </a:ext>
            </a:extLst>
          </p:cNvPr>
          <p:cNvSpPr/>
          <p:nvPr/>
        </p:nvSpPr>
        <p:spPr>
          <a:xfrm>
            <a:off x="10044210" y="829170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E8BCD010-1551-E935-DFAC-993BA9C55A8B}"/>
              </a:ext>
            </a:extLst>
          </p:cNvPr>
          <p:cNvSpPr/>
          <p:nvPr/>
        </p:nvSpPr>
        <p:spPr>
          <a:xfrm>
            <a:off x="10286023" y="8536174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81AA192-D532-DB1E-4C59-BCAAF0BE8031}"/>
              </a:ext>
            </a:extLst>
          </p:cNvPr>
          <p:cNvSpPr/>
          <p:nvPr/>
        </p:nvSpPr>
        <p:spPr>
          <a:xfrm>
            <a:off x="10174744" y="885642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246E94A8-4E07-95E6-224C-DBAC228D12A4}"/>
              </a:ext>
            </a:extLst>
          </p:cNvPr>
          <p:cNvSpPr/>
          <p:nvPr/>
        </p:nvSpPr>
        <p:spPr>
          <a:xfrm>
            <a:off x="9781669" y="87793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43E29EC-5C9C-DE47-92B6-2D60FB976A69}"/>
              </a:ext>
            </a:extLst>
          </p:cNvPr>
          <p:cNvSpPr/>
          <p:nvPr/>
        </p:nvSpPr>
        <p:spPr>
          <a:xfrm>
            <a:off x="10004601" y="857938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464E4822-CC6F-801C-A9F6-FFBA4E0E0C45}"/>
              </a:ext>
            </a:extLst>
          </p:cNvPr>
          <p:cNvSpPr/>
          <p:nvPr/>
        </p:nvSpPr>
        <p:spPr>
          <a:xfrm>
            <a:off x="9761711" y="845267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33933529-EC48-2BFC-5416-AE38FD3DB316}"/>
              </a:ext>
            </a:extLst>
          </p:cNvPr>
          <p:cNvCxnSpPr>
            <a:cxnSpLocks/>
            <a:stCxn id="123" idx="5"/>
            <a:endCxn id="124" idx="1"/>
          </p:cNvCxnSpPr>
          <p:nvPr/>
        </p:nvCxnSpPr>
        <p:spPr>
          <a:xfrm>
            <a:off x="12859372" y="6842839"/>
            <a:ext cx="181664" cy="15968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9B602A2F-E444-A90B-FA6A-8B6535A04652}"/>
              </a:ext>
            </a:extLst>
          </p:cNvPr>
          <p:cNvCxnSpPr>
            <a:cxnSpLocks/>
            <a:stCxn id="127" idx="6"/>
            <a:endCxn id="124" idx="2"/>
          </p:cNvCxnSpPr>
          <p:nvPr/>
        </p:nvCxnSpPr>
        <p:spPr>
          <a:xfrm flipV="1">
            <a:off x="12794670" y="7040704"/>
            <a:ext cx="230557" cy="1835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FCC72ECC-1D0C-C21F-CA23-BA192006FC43}"/>
              </a:ext>
            </a:extLst>
          </p:cNvPr>
          <p:cNvCxnSpPr>
            <a:cxnSpLocks/>
            <a:stCxn id="124" idx="4"/>
            <a:endCxn id="125" idx="7"/>
          </p:cNvCxnSpPr>
          <p:nvPr/>
        </p:nvCxnSpPr>
        <p:spPr>
          <a:xfrm flipH="1">
            <a:off x="12926678" y="7094711"/>
            <a:ext cx="152542" cy="19863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BB40F59B-5951-345F-87BA-0BD1841DE141}"/>
              </a:ext>
            </a:extLst>
          </p:cNvPr>
          <p:cNvCxnSpPr>
            <a:cxnSpLocks/>
            <a:stCxn id="123" idx="2"/>
            <a:endCxn id="128" idx="7"/>
          </p:cNvCxnSpPr>
          <p:nvPr/>
        </p:nvCxnSpPr>
        <p:spPr>
          <a:xfrm flipH="1">
            <a:off x="12479522" y="6804647"/>
            <a:ext cx="287666" cy="11923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46E825E0-9A38-96FB-9CD4-43BCC34D1850}"/>
              </a:ext>
            </a:extLst>
          </p:cNvPr>
          <p:cNvCxnSpPr>
            <a:cxnSpLocks/>
            <a:stCxn id="123" idx="4"/>
            <a:endCxn id="127" idx="0"/>
          </p:cNvCxnSpPr>
          <p:nvPr/>
        </p:nvCxnSpPr>
        <p:spPr>
          <a:xfrm flipH="1">
            <a:off x="12740671" y="6858655"/>
            <a:ext cx="80525" cy="1464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EFFCDB6-496C-895E-3DF1-6FBB333F0879}"/>
              </a:ext>
            </a:extLst>
          </p:cNvPr>
          <p:cNvCxnSpPr>
            <a:cxnSpLocks/>
            <a:stCxn id="128" idx="6"/>
            <a:endCxn id="127" idx="1"/>
          </p:cNvCxnSpPr>
          <p:nvPr/>
        </p:nvCxnSpPr>
        <p:spPr>
          <a:xfrm>
            <a:off x="12495345" y="6962074"/>
            <a:ext cx="207141" cy="5881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30A1B361-75BA-AA00-D6C4-5699AE60301F}"/>
              </a:ext>
            </a:extLst>
          </p:cNvPr>
          <p:cNvCxnSpPr>
            <a:cxnSpLocks/>
            <a:stCxn id="126" idx="7"/>
            <a:endCxn id="127" idx="3"/>
          </p:cNvCxnSpPr>
          <p:nvPr/>
        </p:nvCxnSpPr>
        <p:spPr>
          <a:xfrm flipV="1">
            <a:off x="12506477" y="7097246"/>
            <a:ext cx="196002" cy="1117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37FD99F-9CF3-8D09-7C6C-306C386B6949}"/>
              </a:ext>
            </a:extLst>
          </p:cNvPr>
          <p:cNvCxnSpPr>
            <a:cxnSpLocks/>
            <a:stCxn id="125" idx="1"/>
            <a:endCxn id="127" idx="4"/>
          </p:cNvCxnSpPr>
          <p:nvPr/>
        </p:nvCxnSpPr>
        <p:spPr>
          <a:xfrm flipH="1" flipV="1">
            <a:off x="12740671" y="7113069"/>
            <a:ext cx="109647" cy="18027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E87E927F-84EA-1459-CFC7-283298B3DA10}"/>
              </a:ext>
            </a:extLst>
          </p:cNvPr>
          <p:cNvCxnSpPr>
            <a:cxnSpLocks/>
            <a:stCxn id="125" idx="2"/>
            <a:endCxn id="126" idx="5"/>
          </p:cNvCxnSpPr>
          <p:nvPr/>
        </p:nvCxnSpPr>
        <p:spPr>
          <a:xfrm flipH="1" flipV="1">
            <a:off x="12506485" y="7285410"/>
            <a:ext cx="328017" cy="4612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44CC5955-6912-CB01-762B-20CC2692BF05}"/>
              </a:ext>
            </a:extLst>
          </p:cNvPr>
          <p:cNvCxnSpPr>
            <a:cxnSpLocks/>
            <a:stCxn id="128" idx="3"/>
            <a:endCxn id="126" idx="0"/>
          </p:cNvCxnSpPr>
          <p:nvPr/>
        </p:nvCxnSpPr>
        <p:spPr>
          <a:xfrm>
            <a:off x="12403162" y="7000259"/>
            <a:ext cx="65139" cy="19296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379D7262-3DEE-DD1F-4996-78B25BB40C26}"/>
              </a:ext>
            </a:extLst>
          </p:cNvPr>
          <p:cNvCxnSpPr>
            <a:cxnSpLocks/>
            <a:stCxn id="111" idx="1"/>
            <a:endCxn id="115" idx="6"/>
          </p:cNvCxnSpPr>
          <p:nvPr/>
        </p:nvCxnSpPr>
        <p:spPr>
          <a:xfrm flipH="1" flipV="1">
            <a:off x="11435201" y="6807466"/>
            <a:ext cx="333777" cy="7062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43F07714-5E4C-5767-1A7E-42D8657A3ACC}"/>
              </a:ext>
            </a:extLst>
          </p:cNvPr>
          <p:cNvCxnSpPr>
            <a:cxnSpLocks/>
            <a:stCxn id="111" idx="2"/>
            <a:endCxn id="114" idx="7"/>
          </p:cNvCxnSpPr>
          <p:nvPr/>
        </p:nvCxnSpPr>
        <p:spPr>
          <a:xfrm flipH="1">
            <a:off x="11507609" y="6916267"/>
            <a:ext cx="245546" cy="1020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6B8BA39-81B6-02F4-F31F-210C8A66CADA}"/>
              </a:ext>
            </a:extLst>
          </p:cNvPr>
          <p:cNvCxnSpPr>
            <a:cxnSpLocks/>
            <a:stCxn id="115" idx="4"/>
            <a:endCxn id="114" idx="1"/>
          </p:cNvCxnSpPr>
          <p:nvPr/>
        </p:nvCxnSpPr>
        <p:spPr>
          <a:xfrm>
            <a:off x="11381202" y="6861466"/>
            <a:ext cx="50047" cy="15690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F1256D7-4D05-C1DC-2A81-491D8A2377D9}"/>
              </a:ext>
            </a:extLst>
          </p:cNvPr>
          <p:cNvCxnSpPr>
            <a:cxnSpLocks/>
            <a:stCxn id="113" idx="6"/>
            <a:endCxn id="114" idx="2"/>
          </p:cNvCxnSpPr>
          <p:nvPr/>
        </p:nvCxnSpPr>
        <p:spPr>
          <a:xfrm flipV="1">
            <a:off x="11287055" y="7056557"/>
            <a:ext cx="128377" cy="8522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96C5DD2-CA1C-8DE1-5FF7-97F3E42C7DD0}"/>
              </a:ext>
            </a:extLst>
          </p:cNvPr>
          <p:cNvCxnSpPr>
            <a:cxnSpLocks/>
            <a:stCxn id="112" idx="0"/>
            <a:endCxn id="114" idx="4"/>
          </p:cNvCxnSpPr>
          <p:nvPr/>
        </p:nvCxnSpPr>
        <p:spPr>
          <a:xfrm flipH="1" flipV="1">
            <a:off x="11469425" y="7110550"/>
            <a:ext cx="59106" cy="16501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256979B3-F648-6F1B-0F81-8C45272896B3}"/>
              </a:ext>
            </a:extLst>
          </p:cNvPr>
          <p:cNvCxnSpPr>
            <a:cxnSpLocks/>
            <a:stCxn id="112" idx="2"/>
            <a:endCxn id="113" idx="4"/>
          </p:cNvCxnSpPr>
          <p:nvPr/>
        </p:nvCxnSpPr>
        <p:spPr>
          <a:xfrm flipH="1" flipV="1">
            <a:off x="11233055" y="7195784"/>
            <a:ext cx="241483" cy="13379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BDD2D270-75E9-5F48-C89D-31CD0EBF7CFB}"/>
              </a:ext>
            </a:extLst>
          </p:cNvPr>
          <p:cNvCxnSpPr>
            <a:cxnSpLocks/>
            <a:stCxn id="115" idx="3"/>
            <a:endCxn id="113" idx="0"/>
          </p:cNvCxnSpPr>
          <p:nvPr/>
        </p:nvCxnSpPr>
        <p:spPr>
          <a:xfrm flipH="1">
            <a:off x="11233049" y="6845643"/>
            <a:ext cx="109962" cy="24213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椭圆 110">
            <a:extLst>
              <a:ext uri="{FF2B5EF4-FFF2-40B4-BE49-F238E27FC236}">
                <a16:creationId xmlns:a16="http://schemas.microsoft.com/office/drawing/2014/main" id="{8443BC14-1218-C7D4-6E1C-6AC23E663BDF}"/>
              </a:ext>
            </a:extLst>
          </p:cNvPr>
          <p:cNvSpPr/>
          <p:nvPr/>
        </p:nvSpPr>
        <p:spPr>
          <a:xfrm>
            <a:off x="11753155" y="686226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1C4749F4-4806-2A49-DA91-11D369864248}"/>
              </a:ext>
            </a:extLst>
          </p:cNvPr>
          <p:cNvSpPr/>
          <p:nvPr/>
        </p:nvSpPr>
        <p:spPr>
          <a:xfrm>
            <a:off x="11474531" y="727556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DFD8DE0C-CD1F-F022-9ECF-BD382C771D0D}"/>
              </a:ext>
            </a:extLst>
          </p:cNvPr>
          <p:cNvSpPr/>
          <p:nvPr/>
        </p:nvSpPr>
        <p:spPr>
          <a:xfrm>
            <a:off x="11179048" y="708777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ECF506D5-B97D-67C1-49ED-FECB4421DDB6}"/>
              </a:ext>
            </a:extLst>
          </p:cNvPr>
          <p:cNvSpPr/>
          <p:nvPr/>
        </p:nvSpPr>
        <p:spPr>
          <a:xfrm>
            <a:off x="11415425" y="700254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17B46FD-C0C0-E659-B6D2-FFB839D9F6CA}"/>
              </a:ext>
            </a:extLst>
          </p:cNvPr>
          <p:cNvSpPr/>
          <p:nvPr/>
        </p:nvSpPr>
        <p:spPr>
          <a:xfrm>
            <a:off x="11327195" y="675345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222212E6-5BAE-6466-8C26-C8E1CAB8BACD}"/>
              </a:ext>
            </a:extLst>
          </p:cNvPr>
          <p:cNvSpPr/>
          <p:nvPr/>
        </p:nvSpPr>
        <p:spPr>
          <a:xfrm>
            <a:off x="10985060" y="5046881"/>
            <a:ext cx="1156787" cy="9066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06DBB043-B4B1-E606-54DA-3517020058CE}"/>
              </a:ext>
            </a:extLst>
          </p:cNvPr>
          <p:cNvSpPr/>
          <p:nvPr/>
        </p:nvSpPr>
        <p:spPr>
          <a:xfrm>
            <a:off x="11603845" y="519149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FB658552-48C5-8D36-0239-D5AF1072F8CE}"/>
              </a:ext>
            </a:extLst>
          </p:cNvPr>
          <p:cNvSpPr/>
          <p:nvPr/>
        </p:nvSpPr>
        <p:spPr>
          <a:xfrm>
            <a:off x="11890745" y="5636293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4DFA1642-48B7-2536-089A-02EE96F46582}"/>
              </a:ext>
            </a:extLst>
          </p:cNvPr>
          <p:cNvSpPr/>
          <p:nvPr/>
        </p:nvSpPr>
        <p:spPr>
          <a:xfrm>
            <a:off x="11257683" y="578467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4F8C559B-ABDF-2033-548E-2C4C179D1385}"/>
              </a:ext>
            </a:extLst>
          </p:cNvPr>
          <p:cNvSpPr/>
          <p:nvPr/>
        </p:nvSpPr>
        <p:spPr>
          <a:xfrm>
            <a:off x="11012851" y="552004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F25CD278-B528-6D62-AFFB-C62B4E1CE616}"/>
              </a:ext>
            </a:extLst>
          </p:cNvPr>
          <p:cNvSpPr/>
          <p:nvPr/>
        </p:nvSpPr>
        <p:spPr>
          <a:xfrm>
            <a:off x="11270063" y="5477881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DA8670F4-030D-02DF-BB1F-5B9A8AF19669}"/>
              </a:ext>
            </a:extLst>
          </p:cNvPr>
          <p:cNvSpPr/>
          <p:nvPr/>
        </p:nvSpPr>
        <p:spPr>
          <a:xfrm>
            <a:off x="11190296" y="519838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41395041-BDDF-FF0C-8EEE-A11EC3FBAE99}"/>
              </a:ext>
            </a:extLst>
          </p:cNvPr>
          <p:cNvSpPr/>
          <p:nvPr/>
        </p:nvSpPr>
        <p:spPr>
          <a:xfrm>
            <a:off x="12767188" y="675064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9DAF296E-2A7B-A2F7-50CE-A059832DBE04}"/>
              </a:ext>
            </a:extLst>
          </p:cNvPr>
          <p:cNvSpPr/>
          <p:nvPr/>
        </p:nvSpPr>
        <p:spPr>
          <a:xfrm>
            <a:off x="13025220" y="6986704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4FB49BF1-05A7-E42F-1410-CFD06EFD717C}"/>
              </a:ext>
            </a:extLst>
          </p:cNvPr>
          <p:cNvSpPr/>
          <p:nvPr/>
        </p:nvSpPr>
        <p:spPr>
          <a:xfrm>
            <a:off x="12834494" y="727752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CEC189EF-BD27-D757-20F6-9C1ADDEFDC54}"/>
              </a:ext>
            </a:extLst>
          </p:cNvPr>
          <p:cNvSpPr/>
          <p:nvPr/>
        </p:nvSpPr>
        <p:spPr>
          <a:xfrm>
            <a:off x="12414293" y="719321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BD06B5EE-380F-100B-1B3A-61BBB940A7F2}"/>
              </a:ext>
            </a:extLst>
          </p:cNvPr>
          <p:cNvSpPr/>
          <p:nvPr/>
        </p:nvSpPr>
        <p:spPr>
          <a:xfrm>
            <a:off x="12686663" y="700506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2D114678-6F6D-47A5-37E3-DD1D699204D0}"/>
              </a:ext>
            </a:extLst>
          </p:cNvPr>
          <p:cNvSpPr/>
          <p:nvPr/>
        </p:nvSpPr>
        <p:spPr>
          <a:xfrm>
            <a:off x="12387338" y="690806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4B448CCB-E6E6-0320-4145-DF53567FE1F1}"/>
              </a:ext>
            </a:extLst>
          </p:cNvPr>
          <p:cNvSpPr/>
          <p:nvPr/>
        </p:nvSpPr>
        <p:spPr>
          <a:xfrm>
            <a:off x="12235618" y="5074129"/>
            <a:ext cx="1071765" cy="896941"/>
          </a:xfrm>
          <a:prstGeom prst="ellipse">
            <a:avLst/>
          </a:prstGeom>
          <a:solidFill>
            <a:srgbClr val="FACCCE"/>
          </a:solidFill>
          <a:ln>
            <a:noFill/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4A63B5D8-2F1E-E0A7-6A69-B443510533CA}"/>
              </a:ext>
            </a:extLst>
          </p:cNvPr>
          <p:cNvSpPr/>
          <p:nvPr/>
        </p:nvSpPr>
        <p:spPr>
          <a:xfrm>
            <a:off x="12843569" y="511933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40C65F9C-B3A9-FC4F-1CCA-C48FD33081EB}"/>
              </a:ext>
            </a:extLst>
          </p:cNvPr>
          <p:cNvSpPr/>
          <p:nvPr/>
        </p:nvSpPr>
        <p:spPr>
          <a:xfrm>
            <a:off x="13078097" y="5357569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DBDB9CB2-7EF0-4AFF-94CC-19EBD15280B8}"/>
              </a:ext>
            </a:extLst>
          </p:cNvPr>
          <p:cNvSpPr/>
          <p:nvPr/>
        </p:nvSpPr>
        <p:spPr>
          <a:xfrm>
            <a:off x="12970097" y="576958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2B3FDF0F-3EB4-C7EE-4A69-5FE0AF70A892}"/>
              </a:ext>
            </a:extLst>
          </p:cNvPr>
          <p:cNvSpPr/>
          <p:nvPr/>
        </p:nvSpPr>
        <p:spPr>
          <a:xfrm>
            <a:off x="12506329" y="567435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ECC57DFB-8DA0-E7AC-1443-6F9EC23F1D58}"/>
              </a:ext>
            </a:extLst>
          </p:cNvPr>
          <p:cNvSpPr/>
          <p:nvPr/>
        </p:nvSpPr>
        <p:spPr>
          <a:xfrm>
            <a:off x="12799954" y="545080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0FB7D8C1-6EEC-68C6-8CD9-26976DFE41C4}"/>
              </a:ext>
            </a:extLst>
          </p:cNvPr>
          <p:cNvSpPr/>
          <p:nvPr/>
        </p:nvSpPr>
        <p:spPr>
          <a:xfrm>
            <a:off x="12176024" y="5249114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FDE2DA9F-811D-72B9-C5DB-A0C176776337}"/>
              </a:ext>
            </a:extLst>
          </p:cNvPr>
          <p:cNvCxnSpPr>
            <a:cxnSpLocks/>
            <a:stCxn id="112" idx="7"/>
            <a:endCxn id="111" idx="3"/>
          </p:cNvCxnSpPr>
          <p:nvPr/>
        </p:nvCxnSpPr>
        <p:spPr>
          <a:xfrm flipV="1">
            <a:off x="11566715" y="6954451"/>
            <a:ext cx="202256" cy="3369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椭圆 136">
            <a:extLst>
              <a:ext uri="{FF2B5EF4-FFF2-40B4-BE49-F238E27FC236}">
                <a16:creationId xmlns:a16="http://schemas.microsoft.com/office/drawing/2014/main" id="{29D50A98-92E8-F25C-3765-E9D5FE54E5D6}"/>
              </a:ext>
            </a:extLst>
          </p:cNvPr>
          <p:cNvSpPr/>
          <p:nvPr/>
        </p:nvSpPr>
        <p:spPr>
          <a:xfrm>
            <a:off x="10905744" y="8321306"/>
            <a:ext cx="692278" cy="6606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254000">
              <a:schemeClr val="accent5">
                <a:lumMod val="20000"/>
                <a:lumOff val="80000"/>
              </a:schemeClr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26D90E4F-ECE4-3125-5ADE-C3DE0346844E}"/>
              </a:ext>
            </a:extLst>
          </p:cNvPr>
          <p:cNvSpPr/>
          <p:nvPr/>
        </p:nvSpPr>
        <p:spPr>
          <a:xfrm>
            <a:off x="12691971" y="8354390"/>
            <a:ext cx="701558" cy="660638"/>
          </a:xfrm>
          <a:prstGeom prst="ellipse">
            <a:avLst/>
          </a:prstGeom>
          <a:solidFill>
            <a:srgbClr val="FACCCE"/>
          </a:solidFill>
          <a:ln>
            <a:solidFill>
              <a:srgbClr val="C00000"/>
            </a:solidFill>
          </a:ln>
          <a:effectLst>
            <a:glow rad="254000">
              <a:srgbClr val="FACCCE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D51EF1B2-F57B-8AFA-4CC4-08DE61FBC675}"/>
              </a:ext>
            </a:extLst>
          </p:cNvPr>
          <p:cNvCxnSpPr>
            <a:cxnSpLocks/>
            <a:stCxn id="169" idx="2"/>
            <a:endCxn id="197" idx="7"/>
          </p:cNvCxnSpPr>
          <p:nvPr/>
        </p:nvCxnSpPr>
        <p:spPr>
          <a:xfrm flipH="1">
            <a:off x="11964722" y="8556271"/>
            <a:ext cx="806506" cy="26638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E49EB3D3-158D-77E6-D70C-59A090501E64}"/>
              </a:ext>
            </a:extLst>
          </p:cNvPr>
          <p:cNvCxnSpPr>
            <a:cxnSpLocks/>
            <a:stCxn id="167" idx="2"/>
            <a:endCxn id="197" idx="5"/>
          </p:cNvCxnSpPr>
          <p:nvPr/>
        </p:nvCxnSpPr>
        <p:spPr>
          <a:xfrm flipH="1">
            <a:off x="11964722" y="8826504"/>
            <a:ext cx="806506" cy="725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FFEE37A4-92B1-836C-1219-30A8534B0A50}"/>
              </a:ext>
            </a:extLst>
          </p:cNvPr>
          <p:cNvCxnSpPr>
            <a:cxnSpLocks/>
            <a:stCxn id="164" idx="5"/>
            <a:endCxn id="165" idx="1"/>
          </p:cNvCxnSpPr>
          <p:nvPr/>
        </p:nvCxnSpPr>
        <p:spPr>
          <a:xfrm>
            <a:off x="13207567" y="8446537"/>
            <a:ext cx="153900" cy="17984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A7346F5-0DA4-BB2F-E040-512058172446}"/>
              </a:ext>
            </a:extLst>
          </p:cNvPr>
          <p:cNvCxnSpPr>
            <a:cxnSpLocks/>
            <a:stCxn id="168" idx="6"/>
            <a:endCxn id="165" idx="2"/>
          </p:cNvCxnSpPr>
          <p:nvPr/>
        </p:nvCxnSpPr>
        <p:spPr>
          <a:xfrm>
            <a:off x="13132705" y="8662776"/>
            <a:ext cx="212953" cy="179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8A35A65A-96E9-5F7B-8994-3D97686FD48B}"/>
              </a:ext>
            </a:extLst>
          </p:cNvPr>
          <p:cNvCxnSpPr>
            <a:cxnSpLocks/>
            <a:stCxn id="165" idx="4"/>
            <a:endCxn id="166" idx="7"/>
          </p:cNvCxnSpPr>
          <p:nvPr/>
        </p:nvCxnSpPr>
        <p:spPr>
          <a:xfrm flipH="1">
            <a:off x="13264713" y="8718561"/>
            <a:ext cx="134938" cy="17848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44E51517-23C0-BC91-2A34-C3B3FCCDEE35}"/>
              </a:ext>
            </a:extLst>
          </p:cNvPr>
          <p:cNvCxnSpPr>
            <a:cxnSpLocks/>
            <a:stCxn id="164" idx="2"/>
            <a:endCxn id="169" idx="7"/>
          </p:cNvCxnSpPr>
          <p:nvPr/>
        </p:nvCxnSpPr>
        <p:spPr>
          <a:xfrm flipH="1">
            <a:off x="12863420" y="8408353"/>
            <a:ext cx="251971" cy="10973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3823A43A-96D4-D9EB-86DC-A3EBB3CA5E13}"/>
              </a:ext>
            </a:extLst>
          </p:cNvPr>
          <p:cNvCxnSpPr>
            <a:cxnSpLocks/>
            <a:stCxn id="164" idx="4"/>
            <a:endCxn id="168" idx="0"/>
          </p:cNvCxnSpPr>
          <p:nvPr/>
        </p:nvCxnSpPr>
        <p:spPr>
          <a:xfrm flipH="1">
            <a:off x="13078706" y="8462361"/>
            <a:ext cx="90685" cy="1464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FDB5899-BD1B-33D5-82AC-B4F915B55B4E}"/>
              </a:ext>
            </a:extLst>
          </p:cNvPr>
          <p:cNvCxnSpPr>
            <a:cxnSpLocks/>
            <a:stCxn id="169" idx="6"/>
            <a:endCxn id="168" idx="1"/>
          </p:cNvCxnSpPr>
          <p:nvPr/>
        </p:nvCxnSpPr>
        <p:spPr>
          <a:xfrm>
            <a:off x="12879228" y="8556278"/>
            <a:ext cx="161286" cy="6831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BBA2EB02-D623-AA8E-7863-1AEE58BD2A79}"/>
              </a:ext>
            </a:extLst>
          </p:cNvPr>
          <p:cNvCxnSpPr>
            <a:cxnSpLocks/>
            <a:stCxn id="167" idx="7"/>
            <a:endCxn id="168" idx="3"/>
          </p:cNvCxnSpPr>
          <p:nvPr/>
        </p:nvCxnSpPr>
        <p:spPr>
          <a:xfrm flipV="1">
            <a:off x="12863412" y="8700952"/>
            <a:ext cx="177102" cy="8736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0A86CCCA-3A75-E6C4-9C02-343B13B5BAB8}"/>
              </a:ext>
            </a:extLst>
          </p:cNvPr>
          <p:cNvCxnSpPr>
            <a:cxnSpLocks/>
            <a:stCxn id="166" idx="1"/>
            <a:endCxn id="168" idx="4"/>
          </p:cNvCxnSpPr>
          <p:nvPr/>
        </p:nvCxnSpPr>
        <p:spPr>
          <a:xfrm flipH="1" flipV="1">
            <a:off x="13078705" y="8716775"/>
            <a:ext cx="109647" cy="18027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33A06434-5D31-AFA0-5A9E-4A326889CAF5}"/>
              </a:ext>
            </a:extLst>
          </p:cNvPr>
          <p:cNvCxnSpPr>
            <a:cxnSpLocks/>
            <a:stCxn id="166" idx="2"/>
            <a:endCxn id="167" idx="5"/>
          </p:cNvCxnSpPr>
          <p:nvPr/>
        </p:nvCxnSpPr>
        <p:spPr>
          <a:xfrm flipH="1" flipV="1">
            <a:off x="12863419" y="8864693"/>
            <a:ext cx="309117" cy="7054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B85818FB-1D35-0F35-B5CA-9B0EDCC74B1C}"/>
              </a:ext>
            </a:extLst>
          </p:cNvPr>
          <p:cNvCxnSpPr>
            <a:cxnSpLocks/>
            <a:stCxn id="169" idx="3"/>
            <a:endCxn id="167" idx="1"/>
          </p:cNvCxnSpPr>
          <p:nvPr/>
        </p:nvCxnSpPr>
        <p:spPr>
          <a:xfrm>
            <a:off x="12787044" y="8594463"/>
            <a:ext cx="0" cy="19386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31D28353-7670-0640-6774-3E3183387A42}"/>
              </a:ext>
            </a:extLst>
          </p:cNvPr>
          <p:cNvCxnSpPr>
            <a:cxnSpLocks/>
            <a:stCxn id="160" idx="6"/>
            <a:endCxn id="197" idx="2"/>
          </p:cNvCxnSpPr>
          <p:nvPr/>
        </p:nvCxnSpPr>
        <p:spPr>
          <a:xfrm flipV="1">
            <a:off x="11373873" y="8860841"/>
            <a:ext cx="498667" cy="4813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66373B98-B58E-CDA8-B797-76C0EEA3A844}"/>
              </a:ext>
            </a:extLst>
          </p:cNvPr>
          <p:cNvCxnSpPr>
            <a:cxnSpLocks/>
            <a:endCxn id="163" idx="6"/>
          </p:cNvCxnSpPr>
          <p:nvPr/>
        </p:nvCxnSpPr>
        <p:spPr>
          <a:xfrm flipH="1" flipV="1">
            <a:off x="11208990" y="8308885"/>
            <a:ext cx="222316" cy="1172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31158ED9-081E-CE1F-646D-3F6165BB1D9C}"/>
              </a:ext>
            </a:extLst>
          </p:cNvPr>
          <p:cNvCxnSpPr>
            <a:cxnSpLocks/>
            <a:stCxn id="159" idx="2"/>
            <a:endCxn id="162" idx="7"/>
          </p:cNvCxnSpPr>
          <p:nvPr/>
        </p:nvCxnSpPr>
        <p:spPr>
          <a:xfrm flipH="1">
            <a:off x="11203943" y="8464284"/>
            <a:ext cx="201395" cy="9646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7EF136F7-0EB9-0371-2811-FC8F8DF968A9}"/>
              </a:ext>
            </a:extLst>
          </p:cNvPr>
          <p:cNvCxnSpPr>
            <a:cxnSpLocks/>
            <a:stCxn id="163" idx="4"/>
            <a:endCxn id="162" idx="1"/>
          </p:cNvCxnSpPr>
          <p:nvPr/>
        </p:nvCxnSpPr>
        <p:spPr>
          <a:xfrm flipH="1">
            <a:off x="11127575" y="8362877"/>
            <a:ext cx="27423" cy="19786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AE206B5-E0D3-F8A4-FDDB-DD1C48146FB7}"/>
              </a:ext>
            </a:extLst>
          </p:cNvPr>
          <p:cNvCxnSpPr>
            <a:cxnSpLocks/>
            <a:stCxn id="161" idx="6"/>
            <a:endCxn id="162" idx="2"/>
          </p:cNvCxnSpPr>
          <p:nvPr/>
        </p:nvCxnSpPr>
        <p:spPr>
          <a:xfrm flipV="1">
            <a:off x="10959424" y="8598931"/>
            <a:ext cx="152335" cy="10569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2A6A7CB0-09F7-5661-14C0-A1960FD28B15}"/>
              </a:ext>
            </a:extLst>
          </p:cNvPr>
          <p:cNvCxnSpPr>
            <a:cxnSpLocks/>
            <a:stCxn id="160" idx="0"/>
            <a:endCxn id="162" idx="4"/>
          </p:cNvCxnSpPr>
          <p:nvPr/>
        </p:nvCxnSpPr>
        <p:spPr>
          <a:xfrm flipH="1" flipV="1">
            <a:off x="11165751" y="8652925"/>
            <a:ext cx="154120" cy="20205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19D83708-E08C-7B8C-4C3B-6DAF6BA80AD3}"/>
              </a:ext>
            </a:extLst>
          </p:cNvPr>
          <p:cNvCxnSpPr>
            <a:cxnSpLocks/>
            <a:stCxn id="160" idx="2"/>
            <a:endCxn id="161" idx="4"/>
          </p:cNvCxnSpPr>
          <p:nvPr/>
        </p:nvCxnSpPr>
        <p:spPr>
          <a:xfrm flipH="1" flipV="1">
            <a:off x="10905418" y="8758618"/>
            <a:ext cx="360455" cy="150356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775F1E65-F49C-81A9-FC9B-865ACB03D5CE}"/>
              </a:ext>
            </a:extLst>
          </p:cNvPr>
          <p:cNvCxnSpPr>
            <a:cxnSpLocks/>
            <a:stCxn id="163" idx="3"/>
            <a:endCxn id="161" idx="0"/>
          </p:cNvCxnSpPr>
          <p:nvPr/>
        </p:nvCxnSpPr>
        <p:spPr>
          <a:xfrm flipH="1">
            <a:off x="10905416" y="8347069"/>
            <a:ext cx="211390" cy="30355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椭圆 158">
            <a:extLst>
              <a:ext uri="{FF2B5EF4-FFF2-40B4-BE49-F238E27FC236}">
                <a16:creationId xmlns:a16="http://schemas.microsoft.com/office/drawing/2014/main" id="{2CACD81A-D6CE-43CF-3CE7-0C82F803CFDF}"/>
              </a:ext>
            </a:extLst>
          </p:cNvPr>
          <p:cNvSpPr/>
          <p:nvPr/>
        </p:nvSpPr>
        <p:spPr>
          <a:xfrm>
            <a:off x="11405330" y="841027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A48768F4-3CE0-4868-A248-1635A551FFFE}"/>
              </a:ext>
            </a:extLst>
          </p:cNvPr>
          <p:cNvSpPr/>
          <p:nvPr/>
        </p:nvSpPr>
        <p:spPr>
          <a:xfrm>
            <a:off x="11265871" y="885497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BE6AA0B7-58A7-913D-812F-C8A13709574D}"/>
              </a:ext>
            </a:extLst>
          </p:cNvPr>
          <p:cNvSpPr/>
          <p:nvPr/>
        </p:nvSpPr>
        <p:spPr>
          <a:xfrm>
            <a:off x="10851416" y="865061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C87B5101-2568-1238-CB7A-409034B49A73}"/>
              </a:ext>
            </a:extLst>
          </p:cNvPr>
          <p:cNvSpPr/>
          <p:nvPr/>
        </p:nvSpPr>
        <p:spPr>
          <a:xfrm>
            <a:off x="11111751" y="8544923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672F3499-1C8E-2DEA-559E-4BDB8D71390C}"/>
              </a:ext>
            </a:extLst>
          </p:cNvPr>
          <p:cNvSpPr/>
          <p:nvPr/>
        </p:nvSpPr>
        <p:spPr>
          <a:xfrm>
            <a:off x="11100990" y="825487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72B6D26A-A977-9AA4-A876-C797F0A04D52}"/>
              </a:ext>
            </a:extLst>
          </p:cNvPr>
          <p:cNvSpPr/>
          <p:nvPr/>
        </p:nvSpPr>
        <p:spPr>
          <a:xfrm>
            <a:off x="13115383" y="8354353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4334426D-C043-9097-8A38-D3B3F3375EAD}"/>
              </a:ext>
            </a:extLst>
          </p:cNvPr>
          <p:cNvSpPr/>
          <p:nvPr/>
        </p:nvSpPr>
        <p:spPr>
          <a:xfrm>
            <a:off x="13345651" y="8610561"/>
            <a:ext cx="108000" cy="108000"/>
          </a:xfrm>
          <a:prstGeom prst="ellipse">
            <a:avLst/>
          </a:prstGeom>
          <a:solidFill>
            <a:srgbClr val="C0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DF2CF2F5-6FD1-857F-0303-DB7203732794}"/>
              </a:ext>
            </a:extLst>
          </p:cNvPr>
          <p:cNvSpPr/>
          <p:nvPr/>
        </p:nvSpPr>
        <p:spPr>
          <a:xfrm>
            <a:off x="13172529" y="888123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椭圆 166">
            <a:extLst>
              <a:ext uri="{FF2B5EF4-FFF2-40B4-BE49-F238E27FC236}">
                <a16:creationId xmlns:a16="http://schemas.microsoft.com/office/drawing/2014/main" id="{1CA210B0-429B-7662-4D3C-7FFDF99D46CD}"/>
              </a:ext>
            </a:extLst>
          </p:cNvPr>
          <p:cNvSpPr/>
          <p:nvPr/>
        </p:nvSpPr>
        <p:spPr>
          <a:xfrm>
            <a:off x="12771228" y="877250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8C7EB600-67C0-04D7-D452-44612974EAB7}"/>
              </a:ext>
            </a:extLst>
          </p:cNvPr>
          <p:cNvSpPr/>
          <p:nvPr/>
        </p:nvSpPr>
        <p:spPr>
          <a:xfrm>
            <a:off x="13024698" y="860876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F2645731-192B-19EF-C058-34A25E0ED091}"/>
              </a:ext>
            </a:extLst>
          </p:cNvPr>
          <p:cNvSpPr/>
          <p:nvPr/>
        </p:nvSpPr>
        <p:spPr>
          <a:xfrm>
            <a:off x="12771228" y="850227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05B1B595-781B-E0BB-B615-AFA2B2D3686B}"/>
              </a:ext>
            </a:extLst>
          </p:cNvPr>
          <p:cNvCxnSpPr>
            <a:cxnSpLocks/>
            <a:stCxn id="160" idx="7"/>
            <a:endCxn id="159" idx="4"/>
          </p:cNvCxnSpPr>
          <p:nvPr/>
        </p:nvCxnSpPr>
        <p:spPr>
          <a:xfrm flipV="1">
            <a:off x="11358057" y="8518276"/>
            <a:ext cx="101275" cy="35251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CBDDE151-8C55-E445-458C-54E4356C43D7}"/>
              </a:ext>
            </a:extLst>
          </p:cNvPr>
          <p:cNvSpPr txBox="1"/>
          <p:nvPr/>
        </p:nvSpPr>
        <p:spPr>
          <a:xfrm>
            <a:off x="7678176" y="4259633"/>
            <a:ext cx="30106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Neighbor Distributions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054A3B17-1658-6AD5-0EA3-9F38A052BBFD}"/>
              </a:ext>
            </a:extLst>
          </p:cNvPr>
          <p:cNvSpPr txBox="1"/>
          <p:nvPr/>
        </p:nvSpPr>
        <p:spPr>
          <a:xfrm>
            <a:off x="10626891" y="4253037"/>
            <a:ext cx="29722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Neighbor Distributions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C111F0CC-9F60-E188-EE4A-0284770A8DFD}"/>
              </a:ext>
            </a:extLst>
          </p:cNvPr>
          <p:cNvSpPr txBox="1"/>
          <p:nvPr/>
        </p:nvSpPr>
        <p:spPr>
          <a:xfrm>
            <a:off x="7699791" y="7738703"/>
            <a:ext cx="5794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ANFT Method: 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Positive and Negative Relations </a:t>
            </a:r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84D2BB01-56D1-0CFF-3085-313328986B46}"/>
              </a:ext>
            </a:extLst>
          </p:cNvPr>
          <p:cNvSpPr/>
          <p:nvPr/>
        </p:nvSpPr>
        <p:spPr>
          <a:xfrm>
            <a:off x="7958585" y="9413889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25BFD60-DF42-7280-88A7-053614B59446}"/>
              </a:ext>
            </a:extLst>
          </p:cNvPr>
          <p:cNvCxnSpPr>
            <a:cxnSpLocks/>
          </p:cNvCxnSpPr>
          <p:nvPr/>
        </p:nvCxnSpPr>
        <p:spPr>
          <a:xfrm>
            <a:off x="9675186" y="9479204"/>
            <a:ext cx="32357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1A879711-7DF2-7ED6-F5A3-302DDCCD7859}"/>
              </a:ext>
            </a:extLst>
          </p:cNvPr>
          <p:cNvSpPr txBox="1"/>
          <p:nvPr/>
        </p:nvSpPr>
        <p:spPr>
          <a:xfrm>
            <a:off x="10008921" y="9312440"/>
            <a:ext cx="15456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Relations</a:t>
            </a:r>
          </a:p>
        </p:txBody>
      </p: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8C7407B0-188B-0D1E-DD04-72A45CBF83B1}"/>
              </a:ext>
            </a:extLst>
          </p:cNvPr>
          <p:cNvCxnSpPr>
            <a:cxnSpLocks/>
          </p:cNvCxnSpPr>
          <p:nvPr/>
        </p:nvCxnSpPr>
        <p:spPr>
          <a:xfrm>
            <a:off x="11656274" y="9479036"/>
            <a:ext cx="32357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E840CF54-91F4-8426-6D29-247B27B1827E}"/>
              </a:ext>
            </a:extLst>
          </p:cNvPr>
          <p:cNvSpPr txBox="1"/>
          <p:nvPr/>
        </p:nvSpPr>
        <p:spPr>
          <a:xfrm>
            <a:off x="11968334" y="9317251"/>
            <a:ext cx="16161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Relations</a:t>
            </a: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E0E9BB37-4E3B-23C4-0215-D1DF5F245261}"/>
              </a:ext>
            </a:extLst>
          </p:cNvPr>
          <p:cNvSpPr/>
          <p:nvPr/>
        </p:nvSpPr>
        <p:spPr>
          <a:xfrm>
            <a:off x="7678178" y="6207474"/>
            <a:ext cx="5904195" cy="1471810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B5DF1254-2AA3-9AAD-8593-A02F7A4353E5}"/>
              </a:ext>
            </a:extLst>
          </p:cNvPr>
          <p:cNvSpPr/>
          <p:nvPr/>
        </p:nvSpPr>
        <p:spPr>
          <a:xfrm>
            <a:off x="7678170" y="7745259"/>
            <a:ext cx="5904196" cy="1471810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A1D33BDE-7CA5-5018-7998-DBA133234CE0}"/>
              </a:ext>
            </a:extLst>
          </p:cNvPr>
          <p:cNvSpPr txBox="1"/>
          <p:nvPr/>
        </p:nvSpPr>
        <p:spPr>
          <a:xfrm>
            <a:off x="7710762" y="6228527"/>
            <a:ext cx="5733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Neighbor-based Methods: 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Positive Relations 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792FB0F-035F-969F-727F-92C8E9C7FBD9}"/>
              </a:ext>
            </a:extLst>
          </p:cNvPr>
          <p:cNvSpPr txBox="1"/>
          <p:nvPr/>
        </p:nvSpPr>
        <p:spPr>
          <a:xfrm>
            <a:off x="8142479" y="9307092"/>
            <a:ext cx="4748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ID1</a:t>
            </a:r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D782FFDE-BE99-A70A-21B6-03554AA3CF52}"/>
              </a:ext>
            </a:extLst>
          </p:cNvPr>
          <p:cNvSpPr/>
          <p:nvPr/>
        </p:nvSpPr>
        <p:spPr>
          <a:xfrm>
            <a:off x="7751883" y="9410475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FBDDF461-7C96-74BE-13E9-CDE96AA9B9AF}"/>
              </a:ext>
            </a:extLst>
          </p:cNvPr>
          <p:cNvSpPr/>
          <p:nvPr/>
        </p:nvSpPr>
        <p:spPr>
          <a:xfrm>
            <a:off x="8745476" y="941647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58FBC373-F994-8B82-37EC-5E1F17670F54}"/>
              </a:ext>
            </a:extLst>
          </p:cNvPr>
          <p:cNvSpPr txBox="1"/>
          <p:nvPr/>
        </p:nvSpPr>
        <p:spPr>
          <a:xfrm>
            <a:off x="9078123" y="9315106"/>
            <a:ext cx="4748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ID2</a:t>
            </a: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7D614705-758C-6C4C-8859-C848C97B9AFC}"/>
              </a:ext>
            </a:extLst>
          </p:cNvPr>
          <p:cNvSpPr/>
          <p:nvPr/>
        </p:nvSpPr>
        <p:spPr>
          <a:xfrm>
            <a:off x="8669301" y="5426612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33EB7914-025A-501C-9FA0-D7B86376E3AC}"/>
              </a:ext>
            </a:extLst>
          </p:cNvPr>
          <p:cNvSpPr/>
          <p:nvPr/>
        </p:nvSpPr>
        <p:spPr>
          <a:xfrm>
            <a:off x="8530178" y="6988584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382EED74-B142-7682-FC05-54FB5AF4C477}"/>
              </a:ext>
            </a:extLst>
          </p:cNvPr>
          <p:cNvSpPr/>
          <p:nvPr/>
        </p:nvSpPr>
        <p:spPr>
          <a:xfrm>
            <a:off x="8397738" y="8519849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6DBCF360-4976-DA40-82BE-0396E5C4A46E}"/>
              </a:ext>
            </a:extLst>
          </p:cNvPr>
          <p:cNvCxnSpPr>
            <a:cxnSpLocks/>
            <a:stCxn id="111" idx="6"/>
            <a:endCxn id="191" idx="2"/>
          </p:cNvCxnSpPr>
          <p:nvPr/>
        </p:nvCxnSpPr>
        <p:spPr>
          <a:xfrm flipV="1">
            <a:off x="11861155" y="6884889"/>
            <a:ext cx="197580" cy="3137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C60CA8FE-7377-DCA6-4F35-492A14C65F4A}"/>
              </a:ext>
            </a:extLst>
          </p:cNvPr>
          <p:cNvCxnSpPr>
            <a:cxnSpLocks/>
            <a:stCxn id="191" idx="6"/>
            <a:endCxn id="128" idx="2"/>
          </p:cNvCxnSpPr>
          <p:nvPr/>
        </p:nvCxnSpPr>
        <p:spPr>
          <a:xfrm>
            <a:off x="12166742" y="6884889"/>
            <a:ext cx="220603" cy="7717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椭圆 190">
            <a:extLst>
              <a:ext uri="{FF2B5EF4-FFF2-40B4-BE49-F238E27FC236}">
                <a16:creationId xmlns:a16="http://schemas.microsoft.com/office/drawing/2014/main" id="{8BCD3093-5AA3-0422-171D-46107F885DE1}"/>
              </a:ext>
            </a:extLst>
          </p:cNvPr>
          <p:cNvSpPr/>
          <p:nvPr/>
        </p:nvSpPr>
        <p:spPr>
          <a:xfrm>
            <a:off x="12058735" y="6830889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A391D709-B439-D111-5645-5B351E70EF04}"/>
              </a:ext>
            </a:extLst>
          </p:cNvPr>
          <p:cNvCxnSpPr>
            <a:cxnSpLocks/>
            <a:stCxn id="111" idx="5"/>
            <a:endCxn id="193" idx="1"/>
          </p:cNvCxnSpPr>
          <p:nvPr/>
        </p:nvCxnSpPr>
        <p:spPr>
          <a:xfrm>
            <a:off x="11845339" y="6954451"/>
            <a:ext cx="258272" cy="28358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椭圆 192">
            <a:extLst>
              <a:ext uri="{FF2B5EF4-FFF2-40B4-BE49-F238E27FC236}">
                <a16:creationId xmlns:a16="http://schemas.microsoft.com/office/drawing/2014/main" id="{1EA9EEC3-4B0C-BCC2-763E-DD9DEA70A7ED}"/>
              </a:ext>
            </a:extLst>
          </p:cNvPr>
          <p:cNvSpPr/>
          <p:nvPr/>
        </p:nvSpPr>
        <p:spPr>
          <a:xfrm>
            <a:off x="12087795" y="7222215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D940F1D5-D220-AA57-6709-16562A4CBA8A}"/>
              </a:ext>
            </a:extLst>
          </p:cNvPr>
          <p:cNvCxnSpPr>
            <a:cxnSpLocks/>
            <a:stCxn id="159" idx="7"/>
            <a:endCxn id="198" idx="2"/>
          </p:cNvCxnSpPr>
          <p:nvPr/>
        </p:nvCxnSpPr>
        <p:spPr>
          <a:xfrm flipV="1">
            <a:off x="11497514" y="8381358"/>
            <a:ext cx="708654" cy="447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1757B0EC-F797-EA10-DE68-45733AD4C624}"/>
              </a:ext>
            </a:extLst>
          </p:cNvPr>
          <p:cNvCxnSpPr>
            <a:cxnSpLocks/>
            <a:stCxn id="198" idx="6"/>
            <a:endCxn id="169" idx="1"/>
          </p:cNvCxnSpPr>
          <p:nvPr/>
        </p:nvCxnSpPr>
        <p:spPr>
          <a:xfrm>
            <a:off x="12314168" y="8381360"/>
            <a:ext cx="472876" cy="136729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269D1139-3653-CF26-44F2-CE7314FE61C0}"/>
              </a:ext>
            </a:extLst>
          </p:cNvPr>
          <p:cNvCxnSpPr>
            <a:cxnSpLocks/>
            <a:stCxn id="162" idx="5"/>
            <a:endCxn id="198" idx="3"/>
          </p:cNvCxnSpPr>
          <p:nvPr/>
        </p:nvCxnSpPr>
        <p:spPr>
          <a:xfrm flipV="1">
            <a:off x="11203937" y="8419544"/>
            <a:ext cx="1018049" cy="21756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4952CE21-E275-C84D-7BB4-D0B7A05B6C34}"/>
              </a:ext>
            </a:extLst>
          </p:cNvPr>
          <p:cNvSpPr/>
          <p:nvPr/>
        </p:nvSpPr>
        <p:spPr>
          <a:xfrm>
            <a:off x="11872538" y="8806839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9A4AEBF5-E060-DBE3-E8DC-E9D608F4ADE6}"/>
              </a:ext>
            </a:extLst>
          </p:cNvPr>
          <p:cNvSpPr/>
          <p:nvPr/>
        </p:nvSpPr>
        <p:spPr>
          <a:xfrm>
            <a:off x="12206168" y="8327358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7CB07200-DC48-0CC7-C7AF-DC3D988993E2}"/>
              </a:ext>
            </a:extLst>
          </p:cNvPr>
          <p:cNvSpPr/>
          <p:nvPr/>
        </p:nvSpPr>
        <p:spPr>
          <a:xfrm>
            <a:off x="8948950" y="9414271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C145ADCA-CC9A-0721-4A32-7B21A213F37C}"/>
              </a:ext>
            </a:extLst>
          </p:cNvPr>
          <p:cNvCxnSpPr>
            <a:cxnSpLocks/>
            <a:endCxn id="180" idx="2"/>
          </p:cNvCxnSpPr>
          <p:nvPr/>
        </p:nvCxnSpPr>
        <p:spPr>
          <a:xfrm>
            <a:off x="10615188" y="8117781"/>
            <a:ext cx="15080" cy="10992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D2745B70-E7D7-C62A-85F6-723E7EED25A4}"/>
              </a:ext>
            </a:extLst>
          </p:cNvPr>
          <p:cNvCxnSpPr>
            <a:cxnSpLocks/>
          </p:cNvCxnSpPr>
          <p:nvPr/>
        </p:nvCxnSpPr>
        <p:spPr>
          <a:xfrm>
            <a:off x="10630268" y="5061443"/>
            <a:ext cx="0" cy="108005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9C68EA1-FD8B-8348-388E-D83E56B43D73}"/>
              </a:ext>
            </a:extLst>
          </p:cNvPr>
          <p:cNvSpPr txBox="1"/>
          <p:nvPr/>
        </p:nvSpPr>
        <p:spPr>
          <a:xfrm>
            <a:off x="7726919" y="4637876"/>
            <a:ext cx="5710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Methods: 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Relations</a:t>
            </a:r>
          </a:p>
        </p:txBody>
      </p: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D7224D69-E5B5-6760-4940-CB67D7F28B82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10630269" y="4220087"/>
            <a:ext cx="0" cy="39243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29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08F48A6-5D55-E6F2-7442-E7937A0F6A09}"/>
              </a:ext>
            </a:extLst>
          </p:cNvPr>
          <p:cNvCxnSpPr>
            <a:cxnSpLocks/>
            <a:stCxn id="228" idx="0"/>
            <a:endCxn id="228" idx="2"/>
          </p:cNvCxnSpPr>
          <p:nvPr/>
        </p:nvCxnSpPr>
        <p:spPr>
          <a:xfrm>
            <a:off x="10287321" y="7500308"/>
            <a:ext cx="0" cy="132484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56D0D1C-B197-79AC-C3A6-F2783B97537A}"/>
              </a:ext>
            </a:extLst>
          </p:cNvPr>
          <p:cNvCxnSpPr>
            <a:cxnSpLocks/>
            <a:stCxn id="226" idx="0"/>
            <a:endCxn id="226" idx="2"/>
          </p:cNvCxnSpPr>
          <p:nvPr/>
        </p:nvCxnSpPr>
        <p:spPr>
          <a:xfrm>
            <a:off x="10287325" y="4469537"/>
            <a:ext cx="0" cy="150176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AB40E13-B78D-2ED8-BE02-BF341EA450FD}"/>
              </a:ext>
            </a:extLst>
          </p:cNvPr>
          <p:cNvCxnSpPr>
            <a:cxnSpLocks/>
            <a:stCxn id="227" idx="0"/>
            <a:endCxn id="227" idx="2"/>
          </p:cNvCxnSpPr>
          <p:nvPr/>
        </p:nvCxnSpPr>
        <p:spPr>
          <a:xfrm>
            <a:off x="10287321" y="6065947"/>
            <a:ext cx="0" cy="134992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DA5AF-50A0-1112-9CA9-7C07A1698747}"/>
              </a:ext>
            </a:extLst>
          </p:cNvPr>
          <p:cNvSpPr/>
          <p:nvPr/>
        </p:nvSpPr>
        <p:spPr>
          <a:xfrm>
            <a:off x="6907557" y="3998009"/>
            <a:ext cx="6759532" cy="392436"/>
          </a:xfrm>
          <a:prstGeom prst="roundRect">
            <a:avLst>
              <a:gd name="adj" fmla="val 4087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F72CD6-A82E-0E7E-C954-E5F7B15F8177}"/>
              </a:ext>
            </a:extLst>
          </p:cNvPr>
          <p:cNvSpPr/>
          <p:nvPr/>
        </p:nvSpPr>
        <p:spPr>
          <a:xfrm>
            <a:off x="6907553" y="10110968"/>
            <a:ext cx="6752342" cy="330927"/>
          </a:xfrm>
          <a:prstGeom prst="roundRect">
            <a:avLst>
              <a:gd name="adj" fmla="val 408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441AFEF-F4C4-1FAF-B809-41720642A1BB}"/>
              </a:ext>
            </a:extLst>
          </p:cNvPr>
          <p:cNvGrpSpPr/>
          <p:nvPr/>
        </p:nvGrpSpPr>
        <p:grpSpPr>
          <a:xfrm>
            <a:off x="10975020" y="4874066"/>
            <a:ext cx="1923768" cy="1012136"/>
            <a:chOff x="5740253" y="3736560"/>
            <a:chExt cx="1923768" cy="1012136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0222E47-418F-AF75-CB2D-BAE0B5B7091A}"/>
                </a:ext>
              </a:extLst>
            </p:cNvPr>
            <p:cNvSpPr/>
            <p:nvPr/>
          </p:nvSpPr>
          <p:spPr>
            <a:xfrm>
              <a:off x="5740253" y="3736560"/>
              <a:ext cx="976026" cy="90500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5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60E80AF-6E12-D32C-8FE3-82E043DF2F0C}"/>
                </a:ext>
              </a:extLst>
            </p:cNvPr>
            <p:cNvSpPr/>
            <p:nvPr/>
          </p:nvSpPr>
          <p:spPr>
            <a:xfrm>
              <a:off x="6698130" y="3736560"/>
              <a:ext cx="958491" cy="930409"/>
            </a:xfrm>
            <a:prstGeom prst="ellipse">
              <a:avLst/>
            </a:prstGeom>
            <a:solidFill>
              <a:srgbClr val="FACCCE"/>
            </a:solidFill>
            <a:ln>
              <a:noFill/>
            </a:ln>
            <a:effectLst>
              <a:glow rad="254000">
                <a:srgbClr val="FACCCE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33D2949-B13B-7DF8-1ED4-6739F9032FE7}"/>
                </a:ext>
              </a:extLst>
            </p:cNvPr>
            <p:cNvSpPr/>
            <p:nvPr/>
          </p:nvSpPr>
          <p:spPr>
            <a:xfrm>
              <a:off x="6414632" y="3792290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33B5A37-5232-D866-F831-DF173C73DB4A}"/>
                </a:ext>
              </a:extLst>
            </p:cNvPr>
            <p:cNvSpPr/>
            <p:nvPr/>
          </p:nvSpPr>
          <p:spPr>
            <a:xfrm>
              <a:off x="6616393" y="4353365"/>
              <a:ext cx="108000" cy="108000"/>
            </a:xfrm>
            <a:prstGeom prst="ellipse">
              <a:avLst/>
            </a:prstGeom>
            <a:noFill/>
            <a:ln w="28575">
              <a:solidFill>
                <a:srgbClr val="2E75B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8AC09CE-B825-4F5F-5595-7ED85EC6412C}"/>
                </a:ext>
              </a:extLst>
            </p:cNvPr>
            <p:cNvSpPr/>
            <p:nvPr/>
          </p:nvSpPr>
          <p:spPr>
            <a:xfrm>
              <a:off x="6183561" y="4640696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92353DB-01A7-35E1-19FC-8C9F5B8E672F}"/>
                </a:ext>
              </a:extLst>
            </p:cNvPr>
            <p:cNvSpPr/>
            <p:nvPr/>
          </p:nvSpPr>
          <p:spPr>
            <a:xfrm>
              <a:off x="5746294" y="4299365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FBE9362-4A1B-0FED-2878-7E975171269C}"/>
                </a:ext>
              </a:extLst>
            </p:cNvPr>
            <p:cNvSpPr/>
            <p:nvPr/>
          </p:nvSpPr>
          <p:spPr>
            <a:xfrm>
              <a:off x="6203167" y="4173053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BDB50B4-382F-B1DE-F486-96D70DE1708D}"/>
                </a:ext>
              </a:extLst>
            </p:cNvPr>
            <p:cNvSpPr/>
            <p:nvPr/>
          </p:nvSpPr>
          <p:spPr>
            <a:xfrm>
              <a:off x="5882484" y="3801301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A96202D-E28C-0BB0-66EF-BD5803E74D7E}"/>
                </a:ext>
              </a:extLst>
            </p:cNvPr>
            <p:cNvSpPr/>
            <p:nvPr/>
          </p:nvSpPr>
          <p:spPr>
            <a:xfrm>
              <a:off x="7113607" y="3739270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C8E4CD84-F57A-1870-BF31-5C874F73C6CC}"/>
                </a:ext>
              </a:extLst>
            </p:cNvPr>
            <p:cNvSpPr/>
            <p:nvPr/>
          </p:nvSpPr>
          <p:spPr>
            <a:xfrm>
              <a:off x="7556021" y="4106158"/>
              <a:ext cx="108000" cy="108000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0981316-D1B3-F0CA-E909-260FDDB3126D}"/>
                </a:ext>
              </a:extLst>
            </p:cNvPr>
            <p:cNvSpPr/>
            <p:nvPr/>
          </p:nvSpPr>
          <p:spPr>
            <a:xfrm>
              <a:off x="7335888" y="4622815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85A1AFB-3905-AC99-D7D0-A15D6845AF87}"/>
                </a:ext>
              </a:extLst>
            </p:cNvPr>
            <p:cNvSpPr/>
            <p:nvPr/>
          </p:nvSpPr>
          <p:spPr>
            <a:xfrm>
              <a:off x="6805272" y="4578687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AE571BA-4B2D-6A36-333A-2C2096EB8707}"/>
                </a:ext>
              </a:extLst>
            </p:cNvPr>
            <p:cNvSpPr/>
            <p:nvPr/>
          </p:nvSpPr>
          <p:spPr>
            <a:xfrm>
              <a:off x="7124872" y="417305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2B04327-2AEA-1B4E-4D16-5F7D598902A2}"/>
                </a:ext>
              </a:extLst>
            </p:cNvPr>
            <p:cNvSpPr/>
            <p:nvPr/>
          </p:nvSpPr>
          <p:spPr>
            <a:xfrm>
              <a:off x="6647705" y="4033436"/>
              <a:ext cx="108000" cy="1080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9A354DA4-90AC-D2CB-0657-E16B7995BA46}"/>
              </a:ext>
            </a:extLst>
          </p:cNvPr>
          <p:cNvSpPr txBox="1"/>
          <p:nvPr/>
        </p:nvSpPr>
        <p:spPr>
          <a:xfrm>
            <a:off x="7330613" y="4040339"/>
            <a:ext cx="26243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Neighbor Distributions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F74C179-8C26-9CEA-8E5C-00B0659CB85A}"/>
              </a:ext>
            </a:extLst>
          </p:cNvPr>
          <p:cNvSpPr txBox="1"/>
          <p:nvPr/>
        </p:nvSpPr>
        <p:spPr>
          <a:xfrm>
            <a:off x="10838626" y="4040339"/>
            <a:ext cx="24256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Neighbor Distributions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F4A315-4D24-D9DA-8D45-05708D7AE1E4}"/>
              </a:ext>
            </a:extLst>
          </p:cNvPr>
          <p:cNvSpPr txBox="1"/>
          <p:nvPr/>
        </p:nvSpPr>
        <p:spPr>
          <a:xfrm>
            <a:off x="6955483" y="7510522"/>
            <a:ext cx="480981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ANFT Method: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Affinity and Discrepancy Relations 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4E40729-539F-70EA-8EA6-0DD26A88BAA1}"/>
              </a:ext>
            </a:extLst>
          </p:cNvPr>
          <p:cNvSpPr/>
          <p:nvPr/>
        </p:nvSpPr>
        <p:spPr>
          <a:xfrm>
            <a:off x="8676410" y="10220864"/>
            <a:ext cx="108000" cy="1080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D95F266-DD90-DA49-5C12-06E573CF1E61}"/>
              </a:ext>
            </a:extLst>
          </p:cNvPr>
          <p:cNvCxnSpPr>
            <a:cxnSpLocks/>
          </p:cNvCxnSpPr>
          <p:nvPr/>
        </p:nvCxnSpPr>
        <p:spPr>
          <a:xfrm>
            <a:off x="9752065" y="10281336"/>
            <a:ext cx="323576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226B29C-3247-3FD1-6E82-EEDF1F194EF6}"/>
              </a:ext>
            </a:extLst>
          </p:cNvPr>
          <p:cNvSpPr txBox="1"/>
          <p:nvPr/>
        </p:nvSpPr>
        <p:spPr>
          <a:xfrm>
            <a:off x="10031098" y="10122192"/>
            <a:ext cx="15456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 Relations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E0D904A-284F-EEEF-0881-D02D5377D016}"/>
              </a:ext>
            </a:extLst>
          </p:cNvPr>
          <p:cNvCxnSpPr>
            <a:cxnSpLocks/>
          </p:cNvCxnSpPr>
          <p:nvPr/>
        </p:nvCxnSpPr>
        <p:spPr>
          <a:xfrm>
            <a:off x="11541383" y="10276088"/>
            <a:ext cx="32357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DE5F508-080B-4FE2-BCCF-579D3A48B2D6}"/>
              </a:ext>
            </a:extLst>
          </p:cNvPr>
          <p:cNvSpPr txBox="1"/>
          <p:nvPr/>
        </p:nvSpPr>
        <p:spPr>
          <a:xfrm>
            <a:off x="11811534" y="10121923"/>
            <a:ext cx="18934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Relations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423B48-79D9-160E-2AF8-9AB34D687F3B}"/>
              </a:ext>
            </a:extLst>
          </p:cNvPr>
          <p:cNvSpPr txBox="1"/>
          <p:nvPr/>
        </p:nvSpPr>
        <p:spPr>
          <a:xfrm>
            <a:off x="6972226" y="6065948"/>
            <a:ext cx="4645758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Neighbor-based Methods: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Affinity Relations 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CD103DC-BCF9-8385-AE3D-4E9F51903979}"/>
              </a:ext>
            </a:extLst>
          </p:cNvPr>
          <p:cNvSpPr/>
          <p:nvPr/>
        </p:nvSpPr>
        <p:spPr>
          <a:xfrm>
            <a:off x="7470286" y="1022208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B5BB3D40-E57F-5F40-FC6C-170F35A671C3}"/>
              </a:ext>
            </a:extLst>
          </p:cNvPr>
          <p:cNvSpPr/>
          <p:nvPr/>
        </p:nvSpPr>
        <p:spPr>
          <a:xfrm>
            <a:off x="7711634" y="1022208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AF0CAE1-3E04-49DA-9900-E2E20D2E2622}"/>
              </a:ext>
            </a:extLst>
          </p:cNvPr>
          <p:cNvGrpSpPr/>
          <p:nvPr/>
        </p:nvGrpSpPr>
        <p:grpSpPr>
          <a:xfrm>
            <a:off x="7460006" y="6531605"/>
            <a:ext cx="1984631" cy="695354"/>
            <a:chOff x="2523136" y="5234241"/>
            <a:chExt cx="1984631" cy="695354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AAC7DBD-B7AA-D5F3-9DB4-B0479D1CA054}"/>
                </a:ext>
              </a:extLst>
            </p:cNvPr>
            <p:cNvSpPr/>
            <p:nvPr/>
          </p:nvSpPr>
          <p:spPr>
            <a:xfrm>
              <a:off x="3832032" y="5244869"/>
              <a:ext cx="675735" cy="660638"/>
            </a:xfrm>
            <a:prstGeom prst="ellipse">
              <a:avLst/>
            </a:prstGeom>
            <a:solidFill>
              <a:srgbClr val="EBDAE3"/>
            </a:solidFill>
            <a:ln>
              <a:solidFill>
                <a:srgbClr val="C00000"/>
              </a:solidFill>
            </a:ln>
            <a:effectLst>
              <a:glow rad="254000">
                <a:srgbClr val="EBDAE3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4FD842B-75C9-0D65-A5AF-EA159B003DFD}"/>
                </a:ext>
              </a:extLst>
            </p:cNvPr>
            <p:cNvCxnSpPr>
              <a:cxnSpLocks/>
              <a:stCxn id="47" idx="5"/>
              <a:endCxn id="48" idx="1"/>
            </p:cNvCxnSpPr>
            <p:nvPr/>
          </p:nvCxnSpPr>
          <p:spPr>
            <a:xfrm>
              <a:off x="4247692" y="5326425"/>
              <a:ext cx="165445" cy="16809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3597C78-13CB-8A24-AC85-3E0066E81A19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4223893" y="5532713"/>
              <a:ext cx="173422" cy="4321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9684561-76F7-4453-0B2F-65BB142A8ED6}"/>
                </a:ext>
              </a:extLst>
            </p:cNvPr>
            <p:cNvCxnSpPr>
              <a:cxnSpLocks/>
              <a:stCxn id="48" idx="4"/>
              <a:endCxn id="49" idx="7"/>
            </p:cNvCxnSpPr>
            <p:nvPr/>
          </p:nvCxnSpPr>
          <p:spPr>
            <a:xfrm flipH="1">
              <a:off x="4378226" y="5586708"/>
              <a:ext cx="73095" cy="22806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103DB8F-13BB-425C-C151-2E70130AC9A9}"/>
                </a:ext>
              </a:extLst>
            </p:cNvPr>
            <p:cNvCxnSpPr>
              <a:cxnSpLocks/>
              <a:stCxn id="47" idx="2"/>
              <a:endCxn id="52" idx="7"/>
            </p:cNvCxnSpPr>
            <p:nvPr/>
          </p:nvCxnSpPr>
          <p:spPr>
            <a:xfrm flipH="1">
              <a:off x="3965192" y="5288246"/>
              <a:ext cx="190315" cy="12278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AA1B87F-7A13-4603-C020-46BB1C54AB80}"/>
                </a:ext>
              </a:extLst>
            </p:cNvPr>
            <p:cNvCxnSpPr>
              <a:cxnSpLocks/>
              <a:stCxn id="47" idx="4"/>
              <a:endCxn id="51" idx="0"/>
            </p:cNvCxnSpPr>
            <p:nvPr/>
          </p:nvCxnSpPr>
          <p:spPr>
            <a:xfrm flipH="1">
              <a:off x="4169899" y="5342246"/>
              <a:ext cx="39609" cy="17968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3A251CA-A5E4-B864-68DC-B21089441A8D}"/>
                </a:ext>
              </a:extLst>
            </p:cNvPr>
            <p:cNvCxnSpPr>
              <a:cxnSpLocks/>
              <a:stCxn id="52" idx="5"/>
              <a:endCxn id="51" idx="2"/>
            </p:cNvCxnSpPr>
            <p:nvPr/>
          </p:nvCxnSpPr>
          <p:spPr>
            <a:xfrm>
              <a:off x="3965187" y="5487396"/>
              <a:ext cx="150706" cy="8852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09D5774-7538-B4C2-E838-A1105D103958}"/>
                </a:ext>
              </a:extLst>
            </p:cNvPr>
            <p:cNvCxnSpPr>
              <a:cxnSpLocks/>
              <a:stCxn id="50" idx="7"/>
              <a:endCxn id="51" idx="3"/>
            </p:cNvCxnSpPr>
            <p:nvPr/>
          </p:nvCxnSpPr>
          <p:spPr>
            <a:xfrm flipV="1">
              <a:off x="3985150" y="5614106"/>
              <a:ext cx="146565" cy="12355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02CF935-EA4A-5EBD-FE54-50B5FA9EB6ED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4169899" y="5629928"/>
              <a:ext cx="131959" cy="184853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08EC76F-E00E-B080-22AE-ACB9112D19FB}"/>
                </a:ext>
              </a:extLst>
            </p:cNvPr>
            <p:cNvCxnSpPr>
              <a:cxnSpLocks/>
              <a:stCxn id="49" idx="2"/>
              <a:endCxn id="50" idx="5"/>
            </p:cNvCxnSpPr>
            <p:nvPr/>
          </p:nvCxnSpPr>
          <p:spPr>
            <a:xfrm flipH="1" flipV="1">
              <a:off x="3985144" y="5814034"/>
              <a:ext cx="300892" cy="3893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B21F118-863C-D406-B775-CEC9E105F3D3}"/>
                </a:ext>
              </a:extLst>
            </p:cNvPr>
            <p:cNvCxnSpPr>
              <a:cxnSpLocks/>
              <a:stCxn id="52" idx="3"/>
              <a:endCxn id="50" idx="1"/>
            </p:cNvCxnSpPr>
            <p:nvPr/>
          </p:nvCxnSpPr>
          <p:spPr>
            <a:xfrm>
              <a:off x="3888825" y="5487396"/>
              <a:ext cx="19957" cy="25026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E92E2FD5-5C79-1246-6449-A6D6C506540F}"/>
                </a:ext>
              </a:extLst>
            </p:cNvPr>
            <p:cNvSpPr/>
            <p:nvPr/>
          </p:nvSpPr>
          <p:spPr>
            <a:xfrm>
              <a:off x="4155502" y="5234241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6D8EE57-B36F-B0C8-9D05-CD9F2A33AFF7}"/>
                </a:ext>
              </a:extLst>
            </p:cNvPr>
            <p:cNvSpPr/>
            <p:nvPr/>
          </p:nvSpPr>
          <p:spPr>
            <a:xfrm>
              <a:off x="4397315" y="5478707"/>
              <a:ext cx="108000" cy="108000"/>
            </a:xfrm>
            <a:prstGeom prst="ellipse">
              <a:avLst/>
            </a:prstGeom>
            <a:solidFill>
              <a:srgbClr val="703B5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99D6B98A-8E8D-7CFC-D852-BCE83E881FD9}"/>
                </a:ext>
              </a:extLst>
            </p:cNvPr>
            <p:cNvSpPr/>
            <p:nvPr/>
          </p:nvSpPr>
          <p:spPr>
            <a:xfrm>
              <a:off x="4286037" y="5798959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316169CA-E0EC-9D9C-1C02-2F5C9077BE6A}"/>
                </a:ext>
              </a:extLst>
            </p:cNvPr>
            <p:cNvSpPr/>
            <p:nvPr/>
          </p:nvSpPr>
          <p:spPr>
            <a:xfrm>
              <a:off x="3892960" y="5721844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D021D9A5-3633-588E-E528-6F17E9FF54C0}"/>
                </a:ext>
              </a:extLst>
            </p:cNvPr>
            <p:cNvSpPr/>
            <p:nvPr/>
          </p:nvSpPr>
          <p:spPr>
            <a:xfrm>
              <a:off x="4115893" y="5521922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C7F241D0-FC05-09AB-57E3-529ACC57CDD6}"/>
                </a:ext>
              </a:extLst>
            </p:cNvPr>
            <p:cNvSpPr/>
            <p:nvPr/>
          </p:nvSpPr>
          <p:spPr>
            <a:xfrm>
              <a:off x="3873003" y="5395212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BC0AF5E-5D58-B4D2-495C-61745A4D04E6}"/>
                </a:ext>
              </a:extLst>
            </p:cNvPr>
            <p:cNvSpPr/>
            <p:nvPr/>
          </p:nvSpPr>
          <p:spPr>
            <a:xfrm>
              <a:off x="2523136" y="5266356"/>
              <a:ext cx="675735" cy="66063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4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DDB1A9E6-24E7-0516-068C-8B2DE2C50F01}"/>
                </a:ext>
              </a:extLst>
            </p:cNvPr>
            <p:cNvCxnSpPr>
              <a:cxnSpLocks/>
              <a:stCxn id="64" idx="5"/>
            </p:cNvCxnSpPr>
            <p:nvPr/>
          </p:nvCxnSpPr>
          <p:spPr>
            <a:xfrm>
              <a:off x="2914679" y="5358546"/>
              <a:ext cx="169653" cy="17237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94802C6-6CCB-7C42-F6F1-E3AF9967B4EF}"/>
                </a:ext>
              </a:extLst>
            </p:cNvPr>
            <p:cNvCxnSpPr>
              <a:cxnSpLocks/>
              <a:stCxn id="67" idx="6"/>
            </p:cNvCxnSpPr>
            <p:nvPr/>
          </p:nvCxnSpPr>
          <p:spPr>
            <a:xfrm flipV="1">
              <a:off x="2899508" y="5569099"/>
              <a:ext cx="169002" cy="3922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8E8024B-8F28-C33C-582C-8F772AF41F92}"/>
                </a:ext>
              </a:extLst>
            </p:cNvPr>
            <p:cNvCxnSpPr>
              <a:cxnSpLocks/>
              <a:endCxn id="65" idx="7"/>
            </p:cNvCxnSpPr>
            <p:nvPr/>
          </p:nvCxnSpPr>
          <p:spPr>
            <a:xfrm flipH="1">
              <a:off x="3056650" y="5623099"/>
              <a:ext cx="65860" cy="21431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48071F63-A567-B3C7-E817-96EC36698CBD}"/>
                </a:ext>
              </a:extLst>
            </p:cNvPr>
            <p:cNvCxnSpPr>
              <a:cxnSpLocks/>
              <a:stCxn id="64" idx="2"/>
              <a:endCxn id="68" idx="7"/>
            </p:cNvCxnSpPr>
            <p:nvPr/>
          </p:nvCxnSpPr>
          <p:spPr>
            <a:xfrm flipH="1">
              <a:off x="2647853" y="5320356"/>
              <a:ext cx="174636" cy="10644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DD1B9FC-0B40-0199-3B3E-AC8193FAB9DE}"/>
                </a:ext>
              </a:extLst>
            </p:cNvPr>
            <p:cNvCxnSpPr>
              <a:cxnSpLocks/>
              <a:stCxn id="64" idx="4"/>
              <a:endCxn id="67" idx="0"/>
            </p:cNvCxnSpPr>
            <p:nvPr/>
          </p:nvCxnSpPr>
          <p:spPr>
            <a:xfrm flipH="1">
              <a:off x="2845514" y="5374362"/>
              <a:ext cx="30981" cy="17996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28B3E54-495A-56A0-3073-07E20425CA52}"/>
                </a:ext>
              </a:extLst>
            </p:cNvPr>
            <p:cNvCxnSpPr>
              <a:cxnSpLocks/>
              <a:stCxn id="68" idx="5"/>
              <a:endCxn id="67" idx="2"/>
            </p:cNvCxnSpPr>
            <p:nvPr/>
          </p:nvCxnSpPr>
          <p:spPr>
            <a:xfrm>
              <a:off x="2647859" y="5503173"/>
              <a:ext cx="143655" cy="105153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559F546-AAF7-765C-FAE4-256098A5F0E5}"/>
                </a:ext>
              </a:extLst>
            </p:cNvPr>
            <p:cNvCxnSpPr>
              <a:cxnSpLocks/>
              <a:stCxn id="66" idx="7"/>
              <a:endCxn id="67" idx="3"/>
            </p:cNvCxnSpPr>
            <p:nvPr/>
          </p:nvCxnSpPr>
          <p:spPr>
            <a:xfrm flipV="1">
              <a:off x="2671828" y="5646511"/>
              <a:ext cx="135496" cy="6293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4ADB736-BA3B-F09C-08B8-BD604E6C7EC7}"/>
                </a:ext>
              </a:extLst>
            </p:cNvPr>
            <p:cNvCxnSpPr>
              <a:cxnSpLocks/>
              <a:stCxn id="65" idx="1"/>
              <a:endCxn id="67" idx="4"/>
            </p:cNvCxnSpPr>
            <p:nvPr/>
          </p:nvCxnSpPr>
          <p:spPr>
            <a:xfrm flipH="1" flipV="1">
              <a:off x="2845508" y="5662321"/>
              <a:ext cx="134774" cy="17509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92D314B9-2C18-A226-BA46-23BB9E6F8142}"/>
                </a:ext>
              </a:extLst>
            </p:cNvPr>
            <p:cNvCxnSpPr>
              <a:cxnSpLocks/>
              <a:stCxn id="65" idx="2"/>
              <a:endCxn id="66" idx="5"/>
            </p:cNvCxnSpPr>
            <p:nvPr/>
          </p:nvCxnSpPr>
          <p:spPr>
            <a:xfrm flipH="1" flipV="1">
              <a:off x="2671828" y="5785818"/>
              <a:ext cx="292638" cy="89783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B59302C-1E00-85CC-0464-DBC71614E952}"/>
                </a:ext>
              </a:extLst>
            </p:cNvPr>
            <p:cNvCxnSpPr>
              <a:cxnSpLocks/>
              <a:stCxn id="68" idx="3"/>
              <a:endCxn id="66" idx="1"/>
            </p:cNvCxnSpPr>
            <p:nvPr/>
          </p:nvCxnSpPr>
          <p:spPr>
            <a:xfrm>
              <a:off x="2571490" y="5503168"/>
              <a:ext cx="23975" cy="20627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D0333BF2-33C4-FDFB-1F42-55E0A0CAED08}"/>
                </a:ext>
              </a:extLst>
            </p:cNvPr>
            <p:cNvSpPr/>
            <p:nvPr/>
          </p:nvSpPr>
          <p:spPr>
            <a:xfrm>
              <a:off x="2822489" y="5266356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430BFEEE-DA92-6CB9-6AFF-8AC7C585696C}"/>
                </a:ext>
              </a:extLst>
            </p:cNvPr>
            <p:cNvSpPr/>
            <p:nvPr/>
          </p:nvSpPr>
          <p:spPr>
            <a:xfrm>
              <a:off x="2964467" y="5821595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0F29A4D-901E-B7EE-CE51-1CFD9C2665E6}"/>
                </a:ext>
              </a:extLst>
            </p:cNvPr>
            <p:cNvSpPr/>
            <p:nvPr/>
          </p:nvSpPr>
          <p:spPr>
            <a:xfrm>
              <a:off x="2579644" y="5693628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A1766287-16E6-CD20-1941-B5C89EDD122B}"/>
                </a:ext>
              </a:extLst>
            </p:cNvPr>
            <p:cNvSpPr/>
            <p:nvPr/>
          </p:nvSpPr>
          <p:spPr>
            <a:xfrm>
              <a:off x="2791508" y="5554321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62AD0EC8-3B56-8E76-8855-D20FBEF92898}"/>
                </a:ext>
              </a:extLst>
            </p:cNvPr>
            <p:cNvSpPr/>
            <p:nvPr/>
          </p:nvSpPr>
          <p:spPr>
            <a:xfrm>
              <a:off x="2555669" y="5410985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E611F48B-98F5-D7F1-E32A-4190734ECDB8}"/>
                </a:ext>
              </a:extLst>
            </p:cNvPr>
            <p:cNvSpPr/>
            <p:nvPr/>
          </p:nvSpPr>
          <p:spPr>
            <a:xfrm>
              <a:off x="3062929" y="5516235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0" name="椭圆 69">
            <a:extLst>
              <a:ext uri="{FF2B5EF4-FFF2-40B4-BE49-F238E27FC236}">
                <a16:creationId xmlns:a16="http://schemas.microsoft.com/office/drawing/2014/main" id="{C800EB95-3865-469B-A007-E76612AAD822}"/>
              </a:ext>
            </a:extLst>
          </p:cNvPr>
          <p:cNvSpPr/>
          <p:nvPr/>
        </p:nvSpPr>
        <p:spPr>
          <a:xfrm>
            <a:off x="8865841" y="10221097"/>
            <a:ext cx="108000" cy="10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1FE9554-CB49-D49D-D2EC-4103D664BAD9}"/>
              </a:ext>
            </a:extLst>
          </p:cNvPr>
          <p:cNvSpPr txBox="1"/>
          <p:nvPr/>
        </p:nvSpPr>
        <p:spPr>
          <a:xfrm>
            <a:off x="6955483" y="4469538"/>
            <a:ext cx="344330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Methods: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Relations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6F8FC800-8FB5-70E6-C9AE-62BE55906642}"/>
              </a:ext>
            </a:extLst>
          </p:cNvPr>
          <p:cNvCxnSpPr>
            <a:cxnSpLocks/>
            <a:stCxn id="7" idx="0"/>
            <a:endCxn id="7" idx="2"/>
          </p:cNvCxnSpPr>
          <p:nvPr/>
        </p:nvCxnSpPr>
        <p:spPr>
          <a:xfrm>
            <a:off x="10287323" y="3998009"/>
            <a:ext cx="0" cy="39243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53D4058-1EEF-944F-8E5A-144BBF5C9006}"/>
              </a:ext>
            </a:extLst>
          </p:cNvPr>
          <p:cNvGrpSpPr/>
          <p:nvPr/>
        </p:nvGrpSpPr>
        <p:grpSpPr>
          <a:xfrm>
            <a:off x="11150398" y="6503672"/>
            <a:ext cx="1509256" cy="763005"/>
            <a:chOff x="6060363" y="5433158"/>
            <a:chExt cx="1509256" cy="763005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8A40A612-C9FF-391F-B5E0-804F38D092FA}"/>
                </a:ext>
              </a:extLst>
            </p:cNvPr>
            <p:cNvSpPr/>
            <p:nvPr/>
          </p:nvSpPr>
          <p:spPr>
            <a:xfrm>
              <a:off x="6060363" y="5436494"/>
              <a:ext cx="977837" cy="75331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2E75B6"/>
              </a:solidFill>
            </a:ln>
            <a:effectLst>
              <a:glow rad="254000">
                <a:schemeClr val="accent5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65EC9E06-FD45-468A-8997-2D87B979E3DB}"/>
                </a:ext>
              </a:extLst>
            </p:cNvPr>
            <p:cNvSpPr/>
            <p:nvPr/>
          </p:nvSpPr>
          <p:spPr>
            <a:xfrm>
              <a:off x="6902308" y="5436494"/>
              <a:ext cx="664037" cy="759669"/>
            </a:xfrm>
            <a:prstGeom prst="ellipse">
              <a:avLst/>
            </a:prstGeom>
            <a:solidFill>
              <a:srgbClr val="FACCCE"/>
            </a:solidFill>
            <a:ln>
              <a:solidFill>
                <a:srgbClr val="C00000"/>
              </a:solidFill>
            </a:ln>
            <a:effectLst>
              <a:glow rad="254000">
                <a:srgbClr val="FACCCE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3C689F5-9148-7757-7B91-E0791F274F09}"/>
                </a:ext>
              </a:extLst>
            </p:cNvPr>
            <p:cNvCxnSpPr>
              <a:cxnSpLocks/>
              <a:stCxn id="106" idx="4"/>
              <a:endCxn id="107" idx="0"/>
            </p:cNvCxnSpPr>
            <p:nvPr/>
          </p:nvCxnSpPr>
          <p:spPr>
            <a:xfrm flipH="1">
              <a:off x="6811027" y="5743623"/>
              <a:ext cx="14914" cy="16374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FCCB33F-1FE0-CFEC-EA1E-37F0721044A6}"/>
                </a:ext>
              </a:extLst>
            </p:cNvPr>
            <p:cNvCxnSpPr>
              <a:cxnSpLocks/>
              <a:stCxn id="95" idx="6"/>
              <a:endCxn id="107" idx="3"/>
            </p:cNvCxnSpPr>
            <p:nvPr/>
          </p:nvCxnSpPr>
          <p:spPr>
            <a:xfrm flipV="1">
              <a:off x="6613590" y="5999555"/>
              <a:ext cx="159253" cy="13025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0863C84F-C3F7-697F-017B-86BB54BDABA1}"/>
                </a:ext>
              </a:extLst>
            </p:cNvPr>
            <p:cNvCxnSpPr>
              <a:cxnSpLocks/>
              <a:stCxn id="102" idx="2"/>
              <a:endCxn id="107" idx="5"/>
            </p:cNvCxnSpPr>
            <p:nvPr/>
          </p:nvCxnSpPr>
          <p:spPr>
            <a:xfrm flipH="1" flipV="1">
              <a:off x="6849211" y="5999555"/>
              <a:ext cx="121019" cy="13799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A98F753-A5FD-C4AA-3756-06A1058C0498}"/>
                </a:ext>
              </a:extLst>
            </p:cNvPr>
            <p:cNvCxnSpPr>
              <a:cxnSpLocks/>
              <a:stCxn id="99" idx="6"/>
              <a:endCxn id="100" idx="1"/>
            </p:cNvCxnSpPr>
            <p:nvPr/>
          </p:nvCxnSpPr>
          <p:spPr>
            <a:xfrm>
              <a:off x="7178436" y="5487158"/>
              <a:ext cx="298999" cy="15777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9CE3D2E6-2B02-A7BE-4B03-2B10BD713619}"/>
                </a:ext>
              </a:extLst>
            </p:cNvPr>
            <p:cNvCxnSpPr>
              <a:cxnSpLocks/>
              <a:stCxn id="103" idx="6"/>
              <a:endCxn id="100" idx="2"/>
            </p:cNvCxnSpPr>
            <p:nvPr/>
          </p:nvCxnSpPr>
          <p:spPr>
            <a:xfrm flipV="1">
              <a:off x="7215064" y="5683120"/>
              <a:ext cx="246555" cy="13435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79994C1D-BBBB-A27A-71D8-D23F0E7C81C2}"/>
                </a:ext>
              </a:extLst>
            </p:cNvPr>
            <p:cNvCxnSpPr>
              <a:cxnSpLocks/>
              <a:stCxn id="100" idx="4"/>
              <a:endCxn id="101" idx="7"/>
            </p:cNvCxnSpPr>
            <p:nvPr/>
          </p:nvCxnSpPr>
          <p:spPr>
            <a:xfrm flipH="1">
              <a:off x="7434422" y="5737120"/>
              <a:ext cx="81197" cy="33560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388F6427-886B-9F42-BE58-97F1608AA841}"/>
                </a:ext>
              </a:extLst>
            </p:cNvPr>
            <p:cNvCxnSpPr>
              <a:cxnSpLocks/>
              <a:stCxn id="99" idx="4"/>
              <a:endCxn id="103" idx="0"/>
            </p:cNvCxnSpPr>
            <p:nvPr/>
          </p:nvCxnSpPr>
          <p:spPr>
            <a:xfrm>
              <a:off x="7124436" y="5541158"/>
              <a:ext cx="36628" cy="22231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ADE89F99-D5B0-B42A-8018-5377D517C3E7}"/>
                </a:ext>
              </a:extLst>
            </p:cNvPr>
            <p:cNvCxnSpPr>
              <a:cxnSpLocks/>
              <a:stCxn id="102" idx="0"/>
              <a:endCxn id="103" idx="3"/>
            </p:cNvCxnSpPr>
            <p:nvPr/>
          </p:nvCxnSpPr>
          <p:spPr>
            <a:xfrm flipV="1">
              <a:off x="7024230" y="5855661"/>
              <a:ext cx="98650" cy="22789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A17F8FA6-6901-33DD-88C8-5183A9D64AB1}"/>
                </a:ext>
              </a:extLst>
            </p:cNvPr>
            <p:cNvCxnSpPr>
              <a:cxnSpLocks/>
              <a:stCxn id="101" idx="1"/>
              <a:endCxn id="103" idx="5"/>
            </p:cNvCxnSpPr>
            <p:nvPr/>
          </p:nvCxnSpPr>
          <p:spPr>
            <a:xfrm flipH="1" flipV="1">
              <a:off x="7199248" y="5855661"/>
              <a:ext cx="158806" cy="21706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141D9A3-6272-8896-BE16-2DF0293C5FC8}"/>
                </a:ext>
              </a:extLst>
            </p:cNvPr>
            <p:cNvCxnSpPr>
              <a:cxnSpLocks/>
              <a:stCxn id="101" idx="3"/>
              <a:endCxn id="102" idx="5"/>
            </p:cNvCxnSpPr>
            <p:nvPr/>
          </p:nvCxnSpPr>
          <p:spPr>
            <a:xfrm flipH="1">
              <a:off x="7062414" y="6149089"/>
              <a:ext cx="295640" cy="2664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59A674D-225D-4175-FE60-B531FDF2D68E}"/>
                </a:ext>
              </a:extLst>
            </p:cNvPr>
            <p:cNvCxnSpPr>
              <a:cxnSpLocks/>
              <a:stCxn id="106" idx="5"/>
              <a:endCxn id="103" idx="2"/>
            </p:cNvCxnSpPr>
            <p:nvPr/>
          </p:nvCxnSpPr>
          <p:spPr>
            <a:xfrm>
              <a:off x="6864125" y="5727807"/>
              <a:ext cx="242939" cy="8967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A14B7574-D346-6812-0E7E-DBB3924E3DEC}"/>
                </a:ext>
              </a:extLst>
            </p:cNvPr>
            <p:cNvCxnSpPr>
              <a:cxnSpLocks/>
              <a:stCxn id="94" idx="2"/>
              <a:endCxn id="98" idx="7"/>
            </p:cNvCxnSpPr>
            <p:nvPr/>
          </p:nvCxnSpPr>
          <p:spPr>
            <a:xfrm flipH="1">
              <a:off x="6330521" y="5487158"/>
              <a:ext cx="213419" cy="56803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B2A21725-F890-0DFB-031E-819DB1C9B81C}"/>
                </a:ext>
              </a:extLst>
            </p:cNvPr>
            <p:cNvCxnSpPr>
              <a:cxnSpLocks/>
              <a:stCxn id="94" idx="4"/>
              <a:endCxn id="97" idx="0"/>
            </p:cNvCxnSpPr>
            <p:nvPr/>
          </p:nvCxnSpPr>
          <p:spPr>
            <a:xfrm flipH="1">
              <a:off x="6515008" y="5541158"/>
              <a:ext cx="82932" cy="21334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34129B37-7571-5426-770A-044610C7F288}"/>
                </a:ext>
              </a:extLst>
            </p:cNvPr>
            <p:cNvCxnSpPr>
              <a:cxnSpLocks/>
              <a:stCxn id="98" idx="5"/>
              <a:endCxn id="97" idx="1"/>
            </p:cNvCxnSpPr>
            <p:nvPr/>
          </p:nvCxnSpPr>
          <p:spPr>
            <a:xfrm>
              <a:off x="6330521" y="5620329"/>
              <a:ext cx="146303" cy="14998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BC00D4C1-E3AD-5B73-641B-268EB3E28C8D}"/>
                </a:ext>
              </a:extLst>
            </p:cNvPr>
            <p:cNvCxnSpPr>
              <a:cxnSpLocks/>
              <a:stCxn id="96" idx="7"/>
              <a:endCxn id="97" idx="2"/>
            </p:cNvCxnSpPr>
            <p:nvPr/>
          </p:nvCxnSpPr>
          <p:spPr>
            <a:xfrm flipV="1">
              <a:off x="6247467" y="5808499"/>
              <a:ext cx="213541" cy="8393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FFE31105-BFED-E4A8-094B-5DAF077BBB2C}"/>
                </a:ext>
              </a:extLst>
            </p:cNvPr>
            <p:cNvCxnSpPr>
              <a:cxnSpLocks/>
              <a:stCxn id="95" idx="0"/>
              <a:endCxn id="97" idx="4"/>
            </p:cNvCxnSpPr>
            <p:nvPr/>
          </p:nvCxnSpPr>
          <p:spPr>
            <a:xfrm flipH="1" flipV="1">
              <a:off x="6515008" y="5862499"/>
              <a:ext cx="44582" cy="21330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F68A2B-E04C-3293-E92E-B8A2DA57CCD2}"/>
                </a:ext>
              </a:extLst>
            </p:cNvPr>
            <p:cNvCxnSpPr>
              <a:cxnSpLocks/>
              <a:stCxn id="95" idx="2"/>
              <a:endCxn id="96" idx="5"/>
            </p:cNvCxnSpPr>
            <p:nvPr/>
          </p:nvCxnSpPr>
          <p:spPr>
            <a:xfrm flipH="1" flipV="1">
              <a:off x="6247467" y="5968803"/>
              <a:ext cx="258123" cy="16100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2BFE1CA4-338B-6861-EF3D-07DEFEE86D1D}"/>
                </a:ext>
              </a:extLst>
            </p:cNvPr>
            <p:cNvCxnSpPr>
              <a:cxnSpLocks/>
              <a:stCxn id="98" idx="3"/>
              <a:endCxn id="96" idx="0"/>
            </p:cNvCxnSpPr>
            <p:nvPr/>
          </p:nvCxnSpPr>
          <p:spPr>
            <a:xfrm flipH="1">
              <a:off x="6209283" y="5620329"/>
              <a:ext cx="44870" cy="25629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D15B2D41-A543-D27D-1E59-04ADB2F86B38}"/>
                </a:ext>
              </a:extLst>
            </p:cNvPr>
            <p:cNvSpPr/>
            <p:nvPr/>
          </p:nvSpPr>
          <p:spPr>
            <a:xfrm>
              <a:off x="6543940" y="5433158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C7A8B20-2394-4C83-0411-5FC6B0AE626C}"/>
                </a:ext>
              </a:extLst>
            </p:cNvPr>
            <p:cNvSpPr/>
            <p:nvPr/>
          </p:nvSpPr>
          <p:spPr>
            <a:xfrm>
              <a:off x="6505590" y="6075807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A98E094A-DDAA-CA3D-2606-89A6BB3B43FB}"/>
                </a:ext>
              </a:extLst>
            </p:cNvPr>
            <p:cNvSpPr/>
            <p:nvPr/>
          </p:nvSpPr>
          <p:spPr>
            <a:xfrm>
              <a:off x="6155283" y="5876619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FC8E555B-5848-F7E3-25AC-9FCA17E3CE5F}"/>
                </a:ext>
              </a:extLst>
            </p:cNvPr>
            <p:cNvSpPr/>
            <p:nvPr/>
          </p:nvSpPr>
          <p:spPr>
            <a:xfrm>
              <a:off x="6461008" y="5754499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6883A081-0739-95F2-AD7F-0188E706C60A}"/>
                </a:ext>
              </a:extLst>
            </p:cNvPr>
            <p:cNvSpPr/>
            <p:nvPr/>
          </p:nvSpPr>
          <p:spPr>
            <a:xfrm>
              <a:off x="6238337" y="5528145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C5DBE735-191F-3E82-887A-7B6D79A11EA0}"/>
                </a:ext>
              </a:extLst>
            </p:cNvPr>
            <p:cNvSpPr/>
            <p:nvPr/>
          </p:nvSpPr>
          <p:spPr>
            <a:xfrm>
              <a:off x="7070436" y="5433158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7A19A8FC-FDB0-C7BE-B957-7456011E416F}"/>
                </a:ext>
              </a:extLst>
            </p:cNvPr>
            <p:cNvSpPr/>
            <p:nvPr/>
          </p:nvSpPr>
          <p:spPr>
            <a:xfrm>
              <a:off x="7461619" y="5629120"/>
              <a:ext cx="108000" cy="108000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99B9ED26-EDCE-9BCB-F023-A5B1CEC79CAB}"/>
                </a:ext>
              </a:extLst>
            </p:cNvPr>
            <p:cNvSpPr/>
            <p:nvPr/>
          </p:nvSpPr>
          <p:spPr>
            <a:xfrm>
              <a:off x="7342238" y="6056905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30805981-A93D-3C9B-07AC-70F578E37ED6}"/>
                </a:ext>
              </a:extLst>
            </p:cNvPr>
            <p:cNvSpPr/>
            <p:nvPr/>
          </p:nvSpPr>
          <p:spPr>
            <a:xfrm>
              <a:off x="6970230" y="608355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CFDF4D6A-9C47-19A9-E011-4C34D02E3EED}"/>
                </a:ext>
              </a:extLst>
            </p:cNvPr>
            <p:cNvSpPr/>
            <p:nvPr/>
          </p:nvSpPr>
          <p:spPr>
            <a:xfrm>
              <a:off x="7107064" y="5763477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5B3FB05B-4969-6B35-7D12-9E22E92FC869}"/>
                </a:ext>
              </a:extLst>
            </p:cNvPr>
            <p:cNvCxnSpPr>
              <a:cxnSpLocks/>
              <a:stCxn id="94" idx="6"/>
              <a:endCxn id="106" idx="1"/>
            </p:cNvCxnSpPr>
            <p:nvPr/>
          </p:nvCxnSpPr>
          <p:spPr>
            <a:xfrm>
              <a:off x="6651940" y="5487158"/>
              <a:ext cx="135817" cy="16428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236CA84-63D2-0CB7-0C32-CA5B04BE7C5B}"/>
                </a:ext>
              </a:extLst>
            </p:cNvPr>
            <p:cNvCxnSpPr>
              <a:cxnSpLocks/>
              <a:stCxn id="106" idx="7"/>
              <a:endCxn id="99" idx="2"/>
            </p:cNvCxnSpPr>
            <p:nvPr/>
          </p:nvCxnSpPr>
          <p:spPr>
            <a:xfrm flipV="1">
              <a:off x="6864125" y="5487158"/>
              <a:ext cx="206311" cy="16428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9F3B3F8B-E0B6-BD64-FA01-59788BD846CA}"/>
                </a:ext>
              </a:extLst>
            </p:cNvPr>
            <p:cNvSpPr/>
            <p:nvPr/>
          </p:nvSpPr>
          <p:spPr>
            <a:xfrm>
              <a:off x="6771941" y="5635623"/>
              <a:ext cx="108000" cy="1080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96F8E2C1-A2D3-5779-8A19-5A6B552D1DCB}"/>
                </a:ext>
              </a:extLst>
            </p:cNvPr>
            <p:cNvSpPr/>
            <p:nvPr/>
          </p:nvSpPr>
          <p:spPr>
            <a:xfrm>
              <a:off x="6757027" y="5907371"/>
              <a:ext cx="108000" cy="108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32A5D5E9-394B-DA47-B432-ED071B64A4EC}"/>
                </a:ext>
              </a:extLst>
            </p:cNvPr>
            <p:cNvCxnSpPr>
              <a:cxnSpLocks/>
              <a:stCxn id="107" idx="1"/>
              <a:endCxn id="97" idx="6"/>
            </p:cNvCxnSpPr>
            <p:nvPr/>
          </p:nvCxnSpPr>
          <p:spPr>
            <a:xfrm flipH="1" flipV="1">
              <a:off x="6569008" y="5808499"/>
              <a:ext cx="203835" cy="1146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42132316-04A4-9DA5-349F-39C3C0BDCCB3}"/>
              </a:ext>
            </a:extLst>
          </p:cNvPr>
          <p:cNvGrpSpPr/>
          <p:nvPr/>
        </p:nvGrpSpPr>
        <p:grpSpPr>
          <a:xfrm>
            <a:off x="7306995" y="7944017"/>
            <a:ext cx="2446407" cy="667835"/>
            <a:chOff x="2292355" y="6281346"/>
            <a:chExt cx="2446407" cy="667835"/>
          </a:xfrm>
        </p:grpSpPr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15F84C86-3117-AC1B-E5B2-6B2ADE81F18B}"/>
                </a:ext>
              </a:extLst>
            </p:cNvPr>
            <p:cNvSpPr/>
            <p:nvPr/>
          </p:nvSpPr>
          <p:spPr>
            <a:xfrm>
              <a:off x="4111791" y="6328189"/>
              <a:ext cx="559880" cy="543922"/>
            </a:xfrm>
            <a:prstGeom prst="ellipse">
              <a:avLst/>
            </a:prstGeom>
            <a:solidFill>
              <a:srgbClr val="EBDAE3"/>
            </a:solidFill>
            <a:ln>
              <a:solidFill>
                <a:srgbClr val="C00000"/>
              </a:solidFill>
            </a:ln>
            <a:effectLst>
              <a:glow rad="254000">
                <a:srgbClr val="EBDAE3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8E5C1718-E56F-8EA5-F1CD-4A409F71D80A}"/>
                </a:ext>
              </a:extLst>
            </p:cNvPr>
            <p:cNvSpPr/>
            <p:nvPr/>
          </p:nvSpPr>
          <p:spPr>
            <a:xfrm>
              <a:off x="2300165" y="6317988"/>
              <a:ext cx="569140" cy="60469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4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7AE8B43-47B1-D940-550B-9964E7930E1D}"/>
                </a:ext>
              </a:extLst>
            </p:cNvPr>
            <p:cNvCxnSpPr>
              <a:cxnSpLocks/>
              <a:stCxn id="135" idx="7"/>
              <a:endCxn id="145" idx="1"/>
            </p:cNvCxnSpPr>
            <p:nvPr/>
          </p:nvCxnSpPr>
          <p:spPr>
            <a:xfrm>
              <a:off x="2642216" y="6313755"/>
              <a:ext cx="1469575" cy="1138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8F2A28CF-29AA-0659-FFA6-79A5D88EB15E}"/>
                </a:ext>
              </a:extLst>
            </p:cNvPr>
            <p:cNvCxnSpPr>
              <a:cxnSpLocks/>
              <a:stCxn id="146" idx="6"/>
              <a:endCxn id="145" idx="2"/>
            </p:cNvCxnSpPr>
            <p:nvPr/>
          </p:nvCxnSpPr>
          <p:spPr>
            <a:xfrm flipV="1">
              <a:off x="2921544" y="6465739"/>
              <a:ext cx="1174431" cy="1294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32146CBC-48CB-2154-E824-881AE79B6468}"/>
                </a:ext>
              </a:extLst>
            </p:cNvPr>
            <p:cNvCxnSpPr>
              <a:cxnSpLocks/>
              <a:stCxn id="136" idx="6"/>
              <a:endCxn id="143" idx="3"/>
            </p:cNvCxnSpPr>
            <p:nvPr/>
          </p:nvCxnSpPr>
          <p:spPr>
            <a:xfrm flipV="1">
              <a:off x="2801823" y="6802749"/>
              <a:ext cx="1302771" cy="734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4B20A2D1-C335-0043-8D17-475765B343F9}"/>
                </a:ext>
              </a:extLst>
            </p:cNvPr>
            <p:cNvCxnSpPr>
              <a:cxnSpLocks/>
              <a:stCxn id="140" idx="5"/>
              <a:endCxn id="141" idx="1"/>
            </p:cNvCxnSpPr>
            <p:nvPr/>
          </p:nvCxnSpPr>
          <p:spPr>
            <a:xfrm>
              <a:off x="4457340" y="6373530"/>
              <a:ext cx="189238" cy="16320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48FA4B92-9E41-D283-61E9-DD6599C73B3A}"/>
                </a:ext>
              </a:extLst>
            </p:cNvPr>
            <p:cNvCxnSpPr>
              <a:cxnSpLocks/>
              <a:stCxn id="144" idx="6"/>
              <a:endCxn id="141" idx="2"/>
            </p:cNvCxnSpPr>
            <p:nvPr/>
          </p:nvCxnSpPr>
          <p:spPr>
            <a:xfrm flipV="1">
              <a:off x="4457340" y="6574924"/>
              <a:ext cx="173422" cy="4321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81A6CB8D-F535-AA26-0D8E-43C2DBCD64D1}"/>
                </a:ext>
              </a:extLst>
            </p:cNvPr>
            <p:cNvCxnSpPr>
              <a:cxnSpLocks/>
              <a:stCxn id="141" idx="4"/>
              <a:endCxn id="142" idx="7"/>
            </p:cNvCxnSpPr>
            <p:nvPr/>
          </p:nvCxnSpPr>
          <p:spPr>
            <a:xfrm flipH="1">
              <a:off x="4548045" y="6628918"/>
              <a:ext cx="136717" cy="22807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952C6A76-0815-F770-0A62-7341C8A25125}"/>
                </a:ext>
              </a:extLst>
            </p:cNvPr>
            <p:cNvCxnSpPr>
              <a:cxnSpLocks/>
              <a:stCxn id="140" idx="2"/>
              <a:endCxn id="145" idx="7"/>
            </p:cNvCxnSpPr>
            <p:nvPr/>
          </p:nvCxnSpPr>
          <p:spPr>
            <a:xfrm flipH="1">
              <a:off x="4188159" y="6335346"/>
              <a:ext cx="176997" cy="9220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28E83573-6B03-373D-6BD8-260F68AD6F3C}"/>
                </a:ext>
              </a:extLst>
            </p:cNvPr>
            <p:cNvCxnSpPr>
              <a:cxnSpLocks/>
              <a:stCxn id="140" idx="4"/>
              <a:endCxn id="144" idx="0"/>
            </p:cNvCxnSpPr>
            <p:nvPr/>
          </p:nvCxnSpPr>
          <p:spPr>
            <a:xfrm flipH="1">
              <a:off x="4403340" y="6389346"/>
              <a:ext cx="15816" cy="17478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8F8054BC-4143-E2D2-2627-C2602FA8B806}"/>
                </a:ext>
              </a:extLst>
            </p:cNvPr>
            <p:cNvCxnSpPr>
              <a:cxnSpLocks/>
              <a:stCxn id="145" idx="5"/>
              <a:endCxn id="144" idx="2"/>
            </p:cNvCxnSpPr>
            <p:nvPr/>
          </p:nvCxnSpPr>
          <p:spPr>
            <a:xfrm>
              <a:off x="4188159" y="6503923"/>
              <a:ext cx="161181" cy="11421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1A0DC4F3-6744-42E3-EFEB-004E903CEFD8}"/>
                </a:ext>
              </a:extLst>
            </p:cNvPr>
            <p:cNvCxnSpPr>
              <a:cxnSpLocks/>
              <a:stCxn id="143" idx="7"/>
              <a:endCxn id="144" idx="3"/>
            </p:cNvCxnSpPr>
            <p:nvPr/>
          </p:nvCxnSpPr>
          <p:spPr>
            <a:xfrm flipV="1">
              <a:off x="4180962" y="6656317"/>
              <a:ext cx="184194" cy="7006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157DD9D8-E7AA-7458-4D9E-47B7BF4CBC86}"/>
                </a:ext>
              </a:extLst>
            </p:cNvPr>
            <p:cNvCxnSpPr>
              <a:cxnSpLocks/>
              <a:stCxn id="142" idx="1"/>
              <a:endCxn id="144" idx="4"/>
            </p:cNvCxnSpPr>
            <p:nvPr/>
          </p:nvCxnSpPr>
          <p:spPr>
            <a:xfrm flipH="1" flipV="1">
              <a:off x="4403340" y="6672133"/>
              <a:ext cx="68337" cy="18486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1A9D6FE0-CF9C-B403-1128-A69F2E3E9CBF}"/>
                </a:ext>
              </a:extLst>
            </p:cNvPr>
            <p:cNvCxnSpPr>
              <a:cxnSpLocks/>
              <a:stCxn id="142" idx="2"/>
              <a:endCxn id="143" idx="5"/>
            </p:cNvCxnSpPr>
            <p:nvPr/>
          </p:nvCxnSpPr>
          <p:spPr>
            <a:xfrm flipH="1" flipV="1">
              <a:off x="4180962" y="6802749"/>
              <a:ext cx="274899" cy="9243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EFE077A-E3D1-6A19-F93A-0985835B6940}"/>
                </a:ext>
              </a:extLst>
            </p:cNvPr>
            <p:cNvCxnSpPr>
              <a:cxnSpLocks/>
              <a:stCxn id="145" idx="3"/>
              <a:endCxn id="143" idx="1"/>
            </p:cNvCxnSpPr>
            <p:nvPr/>
          </p:nvCxnSpPr>
          <p:spPr>
            <a:xfrm flipH="1">
              <a:off x="4104594" y="6503923"/>
              <a:ext cx="7197" cy="22245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05C7A660-60D0-391D-EA20-050C92589667}"/>
                </a:ext>
              </a:extLst>
            </p:cNvPr>
            <p:cNvCxnSpPr>
              <a:cxnSpLocks/>
              <a:stCxn id="135" idx="4"/>
              <a:endCxn id="138" idx="0"/>
            </p:cNvCxnSpPr>
            <p:nvPr/>
          </p:nvCxnSpPr>
          <p:spPr>
            <a:xfrm>
              <a:off x="2604032" y="6405939"/>
              <a:ext cx="0" cy="15498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3DDA88A7-FC37-D136-3506-A4543ECD6324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>
              <a:off x="2584735" y="6317988"/>
              <a:ext cx="287571" cy="23084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537B5DDC-9F7C-CCBB-9C17-669DA0BFD2D9}"/>
                </a:ext>
              </a:extLst>
            </p:cNvPr>
            <p:cNvCxnSpPr>
              <a:cxnSpLocks/>
              <a:stCxn id="138" idx="6"/>
              <a:endCxn id="146" idx="2"/>
            </p:cNvCxnSpPr>
            <p:nvPr/>
          </p:nvCxnSpPr>
          <p:spPr>
            <a:xfrm flipV="1">
              <a:off x="2658032" y="6595206"/>
              <a:ext cx="155512" cy="1972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30FDC86E-273F-89D5-E103-AF9596111599}"/>
                </a:ext>
              </a:extLst>
            </p:cNvPr>
            <p:cNvCxnSpPr>
              <a:cxnSpLocks/>
              <a:stCxn id="146" idx="4"/>
              <a:endCxn id="136" idx="7"/>
            </p:cNvCxnSpPr>
            <p:nvPr/>
          </p:nvCxnSpPr>
          <p:spPr>
            <a:xfrm flipH="1">
              <a:off x="2786007" y="6649206"/>
              <a:ext cx="81537" cy="18879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9096A228-1C05-1C09-9604-B9C1E003016D}"/>
                </a:ext>
              </a:extLst>
            </p:cNvPr>
            <p:cNvCxnSpPr>
              <a:cxnSpLocks/>
              <a:stCxn id="135" idx="2"/>
              <a:endCxn id="139" idx="7"/>
            </p:cNvCxnSpPr>
            <p:nvPr/>
          </p:nvCxnSpPr>
          <p:spPr>
            <a:xfrm flipH="1">
              <a:off x="2384539" y="6351939"/>
              <a:ext cx="165493" cy="10538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9479749D-9539-445D-C3EA-6C8365C35D0C}"/>
                </a:ext>
              </a:extLst>
            </p:cNvPr>
            <p:cNvCxnSpPr>
              <a:cxnSpLocks/>
              <a:stCxn id="139" idx="5"/>
              <a:endCxn id="138" idx="2"/>
            </p:cNvCxnSpPr>
            <p:nvPr/>
          </p:nvCxnSpPr>
          <p:spPr>
            <a:xfrm>
              <a:off x="2384539" y="6533692"/>
              <a:ext cx="165493" cy="8123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915DDA12-6544-FEF8-71D3-C8F90AC8DB7F}"/>
                </a:ext>
              </a:extLst>
            </p:cNvPr>
            <p:cNvCxnSpPr>
              <a:cxnSpLocks/>
              <a:stCxn id="137" idx="7"/>
              <a:endCxn id="138" idx="3"/>
            </p:cNvCxnSpPr>
            <p:nvPr/>
          </p:nvCxnSpPr>
          <p:spPr>
            <a:xfrm flipV="1">
              <a:off x="2399370" y="6653112"/>
              <a:ext cx="166478" cy="8791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02285293-CE31-6ED9-1C6A-6DFE62B211B4}"/>
                </a:ext>
              </a:extLst>
            </p:cNvPr>
            <p:cNvCxnSpPr>
              <a:cxnSpLocks/>
              <a:stCxn id="136" idx="1"/>
              <a:endCxn id="138" idx="4"/>
            </p:cNvCxnSpPr>
            <p:nvPr/>
          </p:nvCxnSpPr>
          <p:spPr>
            <a:xfrm flipH="1" flipV="1">
              <a:off x="2604032" y="6668928"/>
              <a:ext cx="105607" cy="16907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8DF94652-CF3F-ABE5-DB20-D722763756EB}"/>
                </a:ext>
              </a:extLst>
            </p:cNvPr>
            <p:cNvCxnSpPr>
              <a:cxnSpLocks/>
              <a:stCxn id="136" idx="2"/>
              <a:endCxn id="137" idx="5"/>
            </p:cNvCxnSpPr>
            <p:nvPr/>
          </p:nvCxnSpPr>
          <p:spPr>
            <a:xfrm flipH="1" flipV="1">
              <a:off x="2399370" y="6817395"/>
              <a:ext cx="294453" cy="5879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90E9EA40-D3A3-E603-0BA6-D27B5B036368}"/>
                </a:ext>
              </a:extLst>
            </p:cNvPr>
            <p:cNvCxnSpPr>
              <a:cxnSpLocks/>
              <a:stCxn id="139" idx="3"/>
              <a:endCxn id="137" idx="1"/>
            </p:cNvCxnSpPr>
            <p:nvPr/>
          </p:nvCxnSpPr>
          <p:spPr>
            <a:xfrm>
              <a:off x="2308171" y="6533692"/>
              <a:ext cx="14831" cy="20733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E6008662-337D-0A74-D909-2D597C76A153}"/>
                </a:ext>
              </a:extLst>
            </p:cNvPr>
            <p:cNvSpPr/>
            <p:nvPr/>
          </p:nvSpPr>
          <p:spPr>
            <a:xfrm>
              <a:off x="2550032" y="6297939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3D6F4F7F-F334-839D-925C-55E7057DD48C}"/>
                </a:ext>
              </a:extLst>
            </p:cNvPr>
            <p:cNvSpPr/>
            <p:nvPr/>
          </p:nvSpPr>
          <p:spPr>
            <a:xfrm>
              <a:off x="2693823" y="6822189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105730DA-1F50-D013-79AB-51EC958DCC6E}"/>
                </a:ext>
              </a:extLst>
            </p:cNvPr>
            <p:cNvSpPr/>
            <p:nvPr/>
          </p:nvSpPr>
          <p:spPr>
            <a:xfrm>
              <a:off x="2307186" y="6725211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659DBE95-EAA0-3DD5-9EED-DEF48BF64913}"/>
                </a:ext>
              </a:extLst>
            </p:cNvPr>
            <p:cNvSpPr/>
            <p:nvPr/>
          </p:nvSpPr>
          <p:spPr>
            <a:xfrm>
              <a:off x="2550032" y="6560928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6189286F-CBE8-1BE7-183E-AF7A9C8DECA6}"/>
                </a:ext>
              </a:extLst>
            </p:cNvPr>
            <p:cNvSpPr/>
            <p:nvPr/>
          </p:nvSpPr>
          <p:spPr>
            <a:xfrm>
              <a:off x="2292355" y="6441508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9433B60F-BB0C-4168-3648-AE4FA69C9836}"/>
                </a:ext>
              </a:extLst>
            </p:cNvPr>
            <p:cNvSpPr/>
            <p:nvPr/>
          </p:nvSpPr>
          <p:spPr>
            <a:xfrm>
              <a:off x="4365156" y="6281346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D52EAC5D-6296-B3C7-5853-C119DA1BA626}"/>
                </a:ext>
              </a:extLst>
            </p:cNvPr>
            <p:cNvSpPr/>
            <p:nvPr/>
          </p:nvSpPr>
          <p:spPr>
            <a:xfrm>
              <a:off x="4630762" y="6520918"/>
              <a:ext cx="108000" cy="108000"/>
            </a:xfrm>
            <a:prstGeom prst="ellipse">
              <a:avLst/>
            </a:prstGeom>
            <a:solidFill>
              <a:srgbClr val="703B5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B14CEBE6-8BE2-FD76-7AA2-9BB0E2243AD3}"/>
                </a:ext>
              </a:extLst>
            </p:cNvPr>
            <p:cNvSpPr/>
            <p:nvPr/>
          </p:nvSpPr>
          <p:spPr>
            <a:xfrm>
              <a:off x="4455861" y="6841181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8ED77AC1-4AA9-2EDA-F752-2DA77123D5A9}"/>
                </a:ext>
              </a:extLst>
            </p:cNvPr>
            <p:cNvSpPr/>
            <p:nvPr/>
          </p:nvSpPr>
          <p:spPr>
            <a:xfrm>
              <a:off x="4088778" y="6710565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0E700245-F290-EF84-3CC2-CE78FB335ECF}"/>
                </a:ext>
              </a:extLst>
            </p:cNvPr>
            <p:cNvSpPr/>
            <p:nvPr/>
          </p:nvSpPr>
          <p:spPr>
            <a:xfrm>
              <a:off x="4349340" y="6564133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2EDE7225-C1F0-B051-A3B5-515BB8EBE382}"/>
                </a:ext>
              </a:extLst>
            </p:cNvPr>
            <p:cNvSpPr/>
            <p:nvPr/>
          </p:nvSpPr>
          <p:spPr>
            <a:xfrm>
              <a:off x="4095975" y="6411739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21D36C1C-48AC-25A0-98F1-5886760A9064}"/>
                </a:ext>
              </a:extLst>
            </p:cNvPr>
            <p:cNvSpPr/>
            <p:nvPr/>
          </p:nvSpPr>
          <p:spPr>
            <a:xfrm>
              <a:off x="2813544" y="6541206"/>
              <a:ext cx="108000" cy="10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84F18F0-F6FC-818D-AF59-41780358A04C}"/>
                </a:ext>
              </a:extLst>
            </p:cNvPr>
            <p:cNvCxnSpPr>
              <a:cxnSpLocks/>
              <a:stCxn id="146" idx="5"/>
              <a:endCxn id="143" idx="2"/>
            </p:cNvCxnSpPr>
            <p:nvPr/>
          </p:nvCxnSpPr>
          <p:spPr>
            <a:xfrm>
              <a:off x="2905728" y="6633390"/>
              <a:ext cx="1183050" cy="13117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65EF85A1-2417-A0AC-8F68-6A064AE7CA38}"/>
              </a:ext>
            </a:extLst>
          </p:cNvPr>
          <p:cNvGrpSpPr/>
          <p:nvPr/>
        </p:nvGrpSpPr>
        <p:grpSpPr>
          <a:xfrm>
            <a:off x="10845789" y="7952346"/>
            <a:ext cx="2308078" cy="752161"/>
            <a:chOff x="5749362" y="6793906"/>
            <a:chExt cx="2308078" cy="752161"/>
          </a:xfrm>
        </p:grpSpPr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0F7D11C8-3D66-8C0A-A459-BE3314D6F1F0}"/>
                </a:ext>
              </a:extLst>
            </p:cNvPr>
            <p:cNvSpPr/>
            <p:nvPr/>
          </p:nvSpPr>
          <p:spPr>
            <a:xfrm>
              <a:off x="5803994" y="6793906"/>
              <a:ext cx="644346" cy="70678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5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E4DA677F-745B-9926-70E0-84D0E5CC3D85}"/>
                </a:ext>
              </a:extLst>
            </p:cNvPr>
            <p:cNvSpPr/>
            <p:nvPr/>
          </p:nvSpPr>
          <p:spPr>
            <a:xfrm>
              <a:off x="7312132" y="6848238"/>
              <a:ext cx="599971" cy="604692"/>
            </a:xfrm>
            <a:prstGeom prst="ellipse">
              <a:avLst/>
            </a:prstGeom>
            <a:solidFill>
              <a:srgbClr val="FACCCE"/>
            </a:solidFill>
            <a:ln>
              <a:solidFill>
                <a:srgbClr val="C00000"/>
              </a:solidFill>
            </a:ln>
            <a:effectLst>
              <a:glow rad="254000">
                <a:srgbClr val="FACCCE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F17C4F8E-EF7B-678F-096A-154CDA1049FE}"/>
                </a:ext>
              </a:extLst>
            </p:cNvPr>
            <p:cNvCxnSpPr>
              <a:cxnSpLocks/>
              <a:stCxn id="177" idx="2"/>
              <a:endCxn id="182" idx="7"/>
            </p:cNvCxnSpPr>
            <p:nvPr/>
          </p:nvCxnSpPr>
          <p:spPr>
            <a:xfrm flipH="1">
              <a:off x="6822434" y="7193973"/>
              <a:ext cx="810685" cy="19168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F02975DB-D460-8AE6-B6E5-0D504A35E65F}"/>
                </a:ext>
              </a:extLst>
            </p:cNvPr>
            <p:cNvCxnSpPr>
              <a:cxnSpLocks/>
              <a:stCxn id="176" idx="2"/>
              <a:endCxn id="182" idx="5"/>
            </p:cNvCxnSpPr>
            <p:nvPr/>
          </p:nvCxnSpPr>
          <p:spPr>
            <a:xfrm flipH="1" flipV="1">
              <a:off x="6822434" y="7462030"/>
              <a:ext cx="544809" cy="910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8F339CC1-0318-1605-5F4B-CD6DF4348898}"/>
                </a:ext>
              </a:extLst>
            </p:cNvPr>
            <p:cNvCxnSpPr>
              <a:cxnSpLocks/>
              <a:stCxn id="173" idx="7"/>
              <a:endCxn id="174" idx="1"/>
            </p:cNvCxnSpPr>
            <p:nvPr/>
          </p:nvCxnSpPr>
          <p:spPr>
            <a:xfrm>
              <a:off x="7616061" y="6848356"/>
              <a:ext cx="349195" cy="126683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EF9715F4-5082-A33F-1D17-8C5DA97FEB12}"/>
                </a:ext>
              </a:extLst>
            </p:cNvPr>
            <p:cNvCxnSpPr>
              <a:cxnSpLocks/>
              <a:stCxn id="177" idx="7"/>
              <a:endCxn id="174" idx="2"/>
            </p:cNvCxnSpPr>
            <p:nvPr/>
          </p:nvCxnSpPr>
          <p:spPr>
            <a:xfrm flipV="1">
              <a:off x="7725303" y="7013223"/>
              <a:ext cx="224137" cy="14256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527FC447-1CE0-5DE5-6BAC-1F57263DE46D}"/>
                </a:ext>
              </a:extLst>
            </p:cNvPr>
            <p:cNvCxnSpPr>
              <a:cxnSpLocks/>
              <a:stCxn id="174" idx="4"/>
              <a:endCxn id="175" idx="7"/>
            </p:cNvCxnSpPr>
            <p:nvPr/>
          </p:nvCxnSpPr>
          <p:spPr>
            <a:xfrm flipH="1">
              <a:off x="7903337" y="7067223"/>
              <a:ext cx="100103" cy="38666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4349EB79-1B32-1975-F87A-1A71E26825C3}"/>
                </a:ext>
              </a:extLst>
            </p:cNvPr>
            <p:cNvCxnSpPr>
              <a:cxnSpLocks/>
              <a:stCxn id="173" idx="5"/>
              <a:endCxn id="177" idx="0"/>
            </p:cNvCxnSpPr>
            <p:nvPr/>
          </p:nvCxnSpPr>
          <p:spPr>
            <a:xfrm>
              <a:off x="7616061" y="6924724"/>
              <a:ext cx="71058" cy="21524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E06915F1-7A3F-0161-2806-B94B8DCD98B1}"/>
                </a:ext>
              </a:extLst>
            </p:cNvPr>
            <p:cNvCxnSpPr>
              <a:cxnSpLocks/>
              <a:stCxn id="176" idx="7"/>
              <a:endCxn id="177" idx="3"/>
            </p:cNvCxnSpPr>
            <p:nvPr/>
          </p:nvCxnSpPr>
          <p:spPr>
            <a:xfrm flipV="1">
              <a:off x="7459427" y="7232157"/>
              <a:ext cx="189508" cy="20079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7B3933D5-A7DD-0DA9-FAAE-2B36A1A571E1}"/>
                </a:ext>
              </a:extLst>
            </p:cNvPr>
            <p:cNvCxnSpPr>
              <a:cxnSpLocks/>
              <a:stCxn id="175" idx="1"/>
              <a:endCxn id="177" idx="5"/>
            </p:cNvCxnSpPr>
            <p:nvPr/>
          </p:nvCxnSpPr>
          <p:spPr>
            <a:xfrm flipH="1" flipV="1">
              <a:off x="7725303" y="7232157"/>
              <a:ext cx="101666" cy="22172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624983EE-7CF5-8B3A-9E4F-E1BB43C72FD0}"/>
                </a:ext>
              </a:extLst>
            </p:cNvPr>
            <p:cNvCxnSpPr>
              <a:cxnSpLocks/>
              <a:stCxn id="175" idx="2"/>
              <a:endCxn id="176" idx="5"/>
            </p:cNvCxnSpPr>
            <p:nvPr/>
          </p:nvCxnSpPr>
          <p:spPr>
            <a:xfrm flipH="1">
              <a:off x="7459427" y="7492067"/>
              <a:ext cx="351726" cy="1724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CFF53EA1-CFAE-4CF0-7BF6-09F072DCE6EE}"/>
                </a:ext>
              </a:extLst>
            </p:cNvPr>
            <p:cNvCxnSpPr>
              <a:cxnSpLocks/>
              <a:stCxn id="169" idx="6"/>
              <a:endCxn id="182" idx="2"/>
            </p:cNvCxnSpPr>
            <p:nvPr/>
          </p:nvCxnSpPr>
          <p:spPr>
            <a:xfrm flipV="1">
              <a:off x="6307853" y="7423846"/>
              <a:ext cx="422397" cy="6035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AF7F6C5C-E062-E388-F527-1593EA8E83EA}"/>
                </a:ext>
              </a:extLst>
            </p:cNvPr>
            <p:cNvCxnSpPr>
              <a:cxnSpLocks/>
              <a:stCxn id="168" idx="1"/>
              <a:endCxn id="172" idx="6"/>
            </p:cNvCxnSpPr>
            <p:nvPr/>
          </p:nvCxnSpPr>
          <p:spPr>
            <a:xfrm flipH="1" flipV="1">
              <a:off x="6032440" y="6868662"/>
              <a:ext cx="313840" cy="1301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3BD29887-B5CB-4F12-2BB7-AF4D09525792}"/>
                </a:ext>
              </a:extLst>
            </p:cNvPr>
            <p:cNvCxnSpPr>
              <a:cxnSpLocks/>
              <a:stCxn id="168" idx="2"/>
              <a:endCxn id="171" idx="7"/>
            </p:cNvCxnSpPr>
            <p:nvPr/>
          </p:nvCxnSpPr>
          <p:spPr>
            <a:xfrm flipH="1">
              <a:off x="6177242" y="6919865"/>
              <a:ext cx="153222" cy="18671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977855AF-7D7E-18F3-A4F8-F1A0199AE295}"/>
                </a:ext>
              </a:extLst>
            </p:cNvPr>
            <p:cNvCxnSpPr>
              <a:cxnSpLocks/>
              <a:stCxn id="172" idx="4"/>
              <a:endCxn id="171" idx="1"/>
            </p:cNvCxnSpPr>
            <p:nvPr/>
          </p:nvCxnSpPr>
          <p:spPr>
            <a:xfrm>
              <a:off x="5978440" y="6922662"/>
              <a:ext cx="122434" cy="18392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BA8DCF35-2464-9C9D-971A-5C17AD9EF85B}"/>
                </a:ext>
              </a:extLst>
            </p:cNvPr>
            <p:cNvCxnSpPr>
              <a:cxnSpLocks/>
              <a:stCxn id="170" idx="6"/>
              <a:endCxn id="171" idx="2"/>
            </p:cNvCxnSpPr>
            <p:nvPr/>
          </p:nvCxnSpPr>
          <p:spPr>
            <a:xfrm flipV="1">
              <a:off x="5857362" y="7144766"/>
              <a:ext cx="227696" cy="12397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8554AFBC-8EB9-E6A1-D248-DD1E2119356D}"/>
                </a:ext>
              </a:extLst>
            </p:cNvPr>
            <p:cNvCxnSpPr>
              <a:cxnSpLocks/>
              <a:stCxn id="169" idx="0"/>
              <a:endCxn id="171" idx="4"/>
            </p:cNvCxnSpPr>
            <p:nvPr/>
          </p:nvCxnSpPr>
          <p:spPr>
            <a:xfrm flipH="1" flipV="1">
              <a:off x="6139058" y="7198766"/>
              <a:ext cx="114795" cy="23143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6A35B644-D586-DF6A-4129-7F9DF699AF8D}"/>
                </a:ext>
              </a:extLst>
            </p:cNvPr>
            <p:cNvCxnSpPr>
              <a:cxnSpLocks/>
              <a:stCxn id="169" idx="2"/>
              <a:endCxn id="170" idx="4"/>
            </p:cNvCxnSpPr>
            <p:nvPr/>
          </p:nvCxnSpPr>
          <p:spPr>
            <a:xfrm flipH="1" flipV="1">
              <a:off x="5803362" y="7322741"/>
              <a:ext cx="396491" cy="16146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57B2FAB9-2E29-91BC-8D33-BC7F21AB2975}"/>
                </a:ext>
              </a:extLst>
            </p:cNvPr>
            <p:cNvCxnSpPr>
              <a:cxnSpLocks/>
              <a:stCxn id="172" idx="3"/>
              <a:endCxn id="170" idx="0"/>
            </p:cNvCxnSpPr>
            <p:nvPr/>
          </p:nvCxnSpPr>
          <p:spPr>
            <a:xfrm flipH="1">
              <a:off x="5803362" y="6906846"/>
              <a:ext cx="136894" cy="30789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47876698-F9FD-B35E-80A9-059E602BA467}"/>
                </a:ext>
              </a:extLst>
            </p:cNvPr>
            <p:cNvSpPr/>
            <p:nvPr/>
          </p:nvSpPr>
          <p:spPr>
            <a:xfrm>
              <a:off x="6330464" y="6865865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74D9F36E-554E-AC58-C82F-26B259DBDD83}"/>
                </a:ext>
              </a:extLst>
            </p:cNvPr>
            <p:cNvSpPr/>
            <p:nvPr/>
          </p:nvSpPr>
          <p:spPr>
            <a:xfrm>
              <a:off x="6199853" y="7430203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B577A314-4EB7-1FAF-654D-E0D48793985B}"/>
                </a:ext>
              </a:extLst>
            </p:cNvPr>
            <p:cNvSpPr/>
            <p:nvPr/>
          </p:nvSpPr>
          <p:spPr>
            <a:xfrm>
              <a:off x="5749362" y="7214741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C8CD5147-26BD-3077-5CBA-94AD7AAEEE12}"/>
                </a:ext>
              </a:extLst>
            </p:cNvPr>
            <p:cNvSpPr/>
            <p:nvPr/>
          </p:nvSpPr>
          <p:spPr>
            <a:xfrm>
              <a:off x="6085058" y="7090766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F8C3ABA9-0AAF-6657-454C-1DC6ABC8F86E}"/>
                </a:ext>
              </a:extLst>
            </p:cNvPr>
            <p:cNvSpPr/>
            <p:nvPr/>
          </p:nvSpPr>
          <p:spPr>
            <a:xfrm>
              <a:off x="5924440" y="6814662"/>
              <a:ext cx="108000" cy="10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43B3DA0D-E1E0-410A-9443-FBDD9CAC4C13}"/>
                </a:ext>
              </a:extLst>
            </p:cNvPr>
            <p:cNvSpPr/>
            <p:nvPr/>
          </p:nvSpPr>
          <p:spPr>
            <a:xfrm>
              <a:off x="7523877" y="6832540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BEAEF697-E944-0E93-2424-443C62CB6881}"/>
                </a:ext>
              </a:extLst>
            </p:cNvPr>
            <p:cNvSpPr/>
            <p:nvPr/>
          </p:nvSpPr>
          <p:spPr>
            <a:xfrm>
              <a:off x="7949440" y="6959223"/>
              <a:ext cx="108000" cy="108000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8B74546B-DC82-1205-45F3-726327523CAF}"/>
                </a:ext>
              </a:extLst>
            </p:cNvPr>
            <p:cNvSpPr/>
            <p:nvPr/>
          </p:nvSpPr>
          <p:spPr>
            <a:xfrm>
              <a:off x="7811153" y="7438067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AA9D3EB0-2F65-5A35-401E-1E102EAE2ECB}"/>
                </a:ext>
              </a:extLst>
            </p:cNvPr>
            <p:cNvSpPr/>
            <p:nvPr/>
          </p:nvSpPr>
          <p:spPr>
            <a:xfrm>
              <a:off x="7367243" y="7417131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8D1368D8-C1AE-F992-9C50-C891E9122C59}"/>
                </a:ext>
              </a:extLst>
            </p:cNvPr>
            <p:cNvSpPr/>
            <p:nvPr/>
          </p:nvSpPr>
          <p:spPr>
            <a:xfrm>
              <a:off x="7633119" y="713997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D9C12501-9DEA-6D13-3B24-28793D59CC8A}"/>
                </a:ext>
              </a:extLst>
            </p:cNvPr>
            <p:cNvCxnSpPr>
              <a:cxnSpLocks/>
              <a:stCxn id="169" idx="7"/>
              <a:endCxn id="168" idx="4"/>
            </p:cNvCxnSpPr>
            <p:nvPr/>
          </p:nvCxnSpPr>
          <p:spPr>
            <a:xfrm flipV="1">
              <a:off x="6292037" y="6973865"/>
              <a:ext cx="92427" cy="47215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BDD47B5A-71BA-8CCF-CBE9-85ACA7343C9B}"/>
                </a:ext>
              </a:extLst>
            </p:cNvPr>
            <p:cNvCxnSpPr>
              <a:cxnSpLocks/>
              <a:stCxn id="168" idx="7"/>
              <a:endCxn id="185" idx="1"/>
            </p:cNvCxnSpPr>
            <p:nvPr/>
          </p:nvCxnSpPr>
          <p:spPr>
            <a:xfrm>
              <a:off x="6422648" y="6881681"/>
              <a:ext cx="591461" cy="2067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25315A61-C8B1-EE70-6541-35967E84E975}"/>
                </a:ext>
              </a:extLst>
            </p:cNvPr>
            <p:cNvCxnSpPr>
              <a:cxnSpLocks/>
              <a:stCxn id="185" idx="6"/>
              <a:endCxn id="173" idx="1"/>
            </p:cNvCxnSpPr>
            <p:nvPr/>
          </p:nvCxnSpPr>
          <p:spPr>
            <a:xfrm flipV="1">
              <a:off x="7106293" y="6848356"/>
              <a:ext cx="433400" cy="921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73510CA3-AF54-516F-C7D5-3004F1ADCAD3}"/>
                </a:ext>
              </a:extLst>
            </p:cNvPr>
            <p:cNvCxnSpPr>
              <a:cxnSpLocks/>
              <a:stCxn id="171" idx="6"/>
              <a:endCxn id="185" idx="3"/>
            </p:cNvCxnSpPr>
            <p:nvPr/>
          </p:nvCxnSpPr>
          <p:spPr>
            <a:xfrm flipV="1">
              <a:off x="6193058" y="6978724"/>
              <a:ext cx="821051" cy="16604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07FF1EAB-A64C-84A3-E3D4-843297B467D6}"/>
                </a:ext>
              </a:extLst>
            </p:cNvPr>
            <p:cNvSpPr/>
            <p:nvPr/>
          </p:nvSpPr>
          <p:spPr>
            <a:xfrm>
              <a:off x="6730250" y="7369846"/>
              <a:ext cx="108000" cy="108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3087ECE8-98B3-B285-9BED-3C97B3D5D4EB}"/>
                </a:ext>
              </a:extLst>
            </p:cNvPr>
            <p:cNvCxnSpPr>
              <a:cxnSpLocks/>
              <a:stCxn id="185" idx="4"/>
              <a:endCxn id="182" idx="0"/>
            </p:cNvCxnSpPr>
            <p:nvPr/>
          </p:nvCxnSpPr>
          <p:spPr>
            <a:xfrm flipH="1">
              <a:off x="6784250" y="6994540"/>
              <a:ext cx="268043" cy="37530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1892CAC8-C795-040A-623F-C463C2BCCB5F}"/>
                </a:ext>
              </a:extLst>
            </p:cNvPr>
            <p:cNvCxnSpPr>
              <a:cxnSpLocks/>
              <a:stCxn id="173" idx="3"/>
              <a:endCxn id="176" idx="1"/>
            </p:cNvCxnSpPr>
            <p:nvPr/>
          </p:nvCxnSpPr>
          <p:spPr>
            <a:xfrm flipH="1">
              <a:off x="7383059" y="6924724"/>
              <a:ext cx="156634" cy="508223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7D3D2A9D-9BB5-8913-61AD-AE9E40A1A0F2}"/>
                </a:ext>
              </a:extLst>
            </p:cNvPr>
            <p:cNvSpPr/>
            <p:nvPr/>
          </p:nvSpPr>
          <p:spPr>
            <a:xfrm>
              <a:off x="6998293" y="6886540"/>
              <a:ext cx="108000" cy="1080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C3256045-9F7C-6A76-EEF1-98373D92438A}"/>
              </a:ext>
            </a:extLst>
          </p:cNvPr>
          <p:cNvGrpSpPr/>
          <p:nvPr/>
        </p:nvGrpSpPr>
        <p:grpSpPr>
          <a:xfrm>
            <a:off x="7079185" y="9046551"/>
            <a:ext cx="1440000" cy="893430"/>
            <a:chOff x="9611504" y="5579631"/>
            <a:chExt cx="1440000" cy="893430"/>
          </a:xfrm>
        </p:grpSpPr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3FBE088F-AB70-7993-3817-025DF6A2333A}"/>
                </a:ext>
              </a:extLst>
            </p:cNvPr>
            <p:cNvGrpSpPr/>
            <p:nvPr/>
          </p:nvGrpSpPr>
          <p:grpSpPr>
            <a:xfrm>
              <a:off x="9611504" y="5579631"/>
              <a:ext cx="1440000" cy="720000"/>
              <a:chOff x="849639" y="5249334"/>
              <a:chExt cx="2160000" cy="1080000"/>
            </a:xfrm>
          </p:grpSpPr>
          <p:pic>
            <p:nvPicPr>
              <p:cNvPr id="192" name="内容占位符 4">
                <a:extLst>
                  <a:ext uri="{FF2B5EF4-FFF2-40B4-BE49-F238E27FC236}">
                    <a16:creationId xmlns:a16="http://schemas.microsoft.com/office/drawing/2014/main" id="{6D305E6B-C355-6C55-61B0-56BFE4D2B1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9639" y="5249334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id="{39E90D7C-E254-E57B-C4C6-93A4987E0B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639" y="5249334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194" name="图片 193">
                <a:extLst>
                  <a:ext uri="{FF2B5EF4-FFF2-40B4-BE49-F238E27FC236}">
                    <a16:creationId xmlns:a16="http://schemas.microsoft.com/office/drawing/2014/main" id="{9DE38DC5-0562-D8C6-432B-2436A5834D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69639" y="5249334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195" name="图片 194">
                <a:extLst>
                  <a:ext uri="{FF2B5EF4-FFF2-40B4-BE49-F238E27FC236}">
                    <a16:creationId xmlns:a16="http://schemas.microsoft.com/office/drawing/2014/main" id="{7AC42E7A-BF38-F2B5-24D9-510019EBBB9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89639" y="5249334"/>
                <a:ext cx="540000" cy="1080000"/>
              </a:xfrm>
              <a:prstGeom prst="rect">
                <a:avLst/>
              </a:prstGeom>
            </p:spPr>
          </p:pic>
        </p:grp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A2A2A5AA-033C-2DAD-EAE1-8A1A5382C62D}"/>
                </a:ext>
              </a:extLst>
            </p:cNvPr>
            <p:cNvSpPr/>
            <p:nvPr/>
          </p:nvSpPr>
          <p:spPr>
            <a:xfrm>
              <a:off x="9732224" y="6365061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CD6111C6-38D4-66DA-7FA3-A26C807AC122}"/>
                </a:ext>
              </a:extLst>
            </p:cNvPr>
            <p:cNvSpPr/>
            <p:nvPr/>
          </p:nvSpPr>
          <p:spPr>
            <a:xfrm>
              <a:off x="10096366" y="6365061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02976EE0-241A-003F-41B4-B2988C86CFEE}"/>
                </a:ext>
              </a:extLst>
            </p:cNvPr>
            <p:cNvSpPr/>
            <p:nvPr/>
          </p:nvSpPr>
          <p:spPr>
            <a:xfrm>
              <a:off x="10460508" y="6365061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56E85118-F7B8-1A57-9274-840D2C393EF2}"/>
                </a:ext>
              </a:extLst>
            </p:cNvPr>
            <p:cNvSpPr/>
            <p:nvPr/>
          </p:nvSpPr>
          <p:spPr>
            <a:xfrm>
              <a:off x="10824649" y="6365061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9BC9FDA8-0872-F318-753E-62A3089C7D3F}"/>
              </a:ext>
            </a:extLst>
          </p:cNvPr>
          <p:cNvGrpSpPr/>
          <p:nvPr/>
        </p:nvGrpSpPr>
        <p:grpSpPr>
          <a:xfrm>
            <a:off x="8631785" y="9049001"/>
            <a:ext cx="1440000" cy="890980"/>
            <a:chOff x="11276567" y="5579631"/>
            <a:chExt cx="1440000" cy="890980"/>
          </a:xfrm>
        </p:grpSpPr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75A8AC1A-6D26-086C-BEA2-6BE0B18F17F8}"/>
                </a:ext>
              </a:extLst>
            </p:cNvPr>
            <p:cNvGrpSpPr/>
            <p:nvPr/>
          </p:nvGrpSpPr>
          <p:grpSpPr>
            <a:xfrm>
              <a:off x="11276567" y="5579631"/>
              <a:ext cx="1440000" cy="720000"/>
              <a:chOff x="5944129" y="5220244"/>
              <a:chExt cx="2159250" cy="1080000"/>
            </a:xfrm>
          </p:grpSpPr>
          <p:pic>
            <p:nvPicPr>
              <p:cNvPr id="202" name="图片 201">
                <a:extLst>
                  <a:ext uri="{FF2B5EF4-FFF2-40B4-BE49-F238E27FC236}">
                    <a16:creationId xmlns:a16="http://schemas.microsoft.com/office/drawing/2014/main" id="{D3C3B715-AB76-363D-10D4-EFC5AA11D2B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3379" y="5220244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03" name="图片 202">
                <a:extLst>
                  <a:ext uri="{FF2B5EF4-FFF2-40B4-BE49-F238E27FC236}">
                    <a16:creationId xmlns:a16="http://schemas.microsoft.com/office/drawing/2014/main" id="{8CFAD521-7AB7-D752-1623-3E0450DADD1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4129" y="5220244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04" name="图片 203">
                <a:extLst>
                  <a:ext uri="{FF2B5EF4-FFF2-40B4-BE49-F238E27FC236}">
                    <a16:creationId xmlns:a16="http://schemas.microsoft.com/office/drawing/2014/main" id="{9FF882DD-C528-0549-2003-5571A73FA96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8292" y="5220244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05" name="图片 204">
                <a:extLst>
                  <a:ext uri="{FF2B5EF4-FFF2-40B4-BE49-F238E27FC236}">
                    <a16:creationId xmlns:a16="http://schemas.microsoft.com/office/drawing/2014/main" id="{6E176739-BB3E-3E5C-D3C4-0408750A9CC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79920" y="5220244"/>
                <a:ext cx="540000" cy="1080000"/>
              </a:xfrm>
              <a:prstGeom prst="rect">
                <a:avLst/>
              </a:prstGeom>
            </p:spPr>
          </p:pic>
        </p:grp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CBCBB70B-A490-3740-C8AA-32DD4FB41A78}"/>
                </a:ext>
              </a:extLst>
            </p:cNvPr>
            <p:cNvSpPr/>
            <p:nvPr/>
          </p:nvSpPr>
          <p:spPr>
            <a:xfrm>
              <a:off x="11400591" y="6362611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35E2B2B5-B89B-8811-AE0B-29B49694923E}"/>
                </a:ext>
              </a:extLst>
            </p:cNvPr>
            <p:cNvSpPr/>
            <p:nvPr/>
          </p:nvSpPr>
          <p:spPr>
            <a:xfrm>
              <a:off x="11764733" y="6362611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30C3497B-DAEB-D847-5FF1-C57CE0BAFD28}"/>
                </a:ext>
              </a:extLst>
            </p:cNvPr>
            <p:cNvSpPr/>
            <p:nvPr/>
          </p:nvSpPr>
          <p:spPr>
            <a:xfrm>
              <a:off x="12128875" y="6362611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CF2ED33F-022F-AF3C-3BF6-738BD9DD350F}"/>
                </a:ext>
              </a:extLst>
            </p:cNvPr>
            <p:cNvSpPr/>
            <p:nvPr/>
          </p:nvSpPr>
          <p:spPr>
            <a:xfrm>
              <a:off x="12493016" y="6362611"/>
              <a:ext cx="108000" cy="108000"/>
            </a:xfrm>
            <a:prstGeom prst="ellipse">
              <a:avLst/>
            </a:prstGeom>
            <a:solidFill>
              <a:srgbClr val="703B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D9C43DC3-BA70-74C1-863D-4AE95351E9A8}"/>
              </a:ext>
            </a:extLst>
          </p:cNvPr>
          <p:cNvGrpSpPr/>
          <p:nvPr/>
        </p:nvGrpSpPr>
        <p:grpSpPr>
          <a:xfrm>
            <a:off x="10529109" y="9064621"/>
            <a:ext cx="1440000" cy="897332"/>
            <a:chOff x="12766631" y="5579631"/>
            <a:chExt cx="1440000" cy="897332"/>
          </a:xfrm>
        </p:grpSpPr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A73444E5-DFB4-4E0C-2F15-454DC95B879B}"/>
                </a:ext>
              </a:extLst>
            </p:cNvPr>
            <p:cNvGrpSpPr/>
            <p:nvPr/>
          </p:nvGrpSpPr>
          <p:grpSpPr>
            <a:xfrm>
              <a:off x="12766631" y="5579631"/>
              <a:ext cx="1440000" cy="720000"/>
              <a:chOff x="5523080" y="7077187"/>
              <a:chExt cx="2163459" cy="1080000"/>
            </a:xfrm>
          </p:grpSpPr>
          <p:pic>
            <p:nvPicPr>
              <p:cNvPr id="212" name="图片 211">
                <a:extLst>
                  <a:ext uri="{FF2B5EF4-FFF2-40B4-BE49-F238E27FC236}">
                    <a16:creationId xmlns:a16="http://schemas.microsoft.com/office/drawing/2014/main" id="{93F1FD21-DF7E-C8C3-58EE-C61C4F8092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23080" y="7077187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13" name="图片 212">
                <a:extLst>
                  <a:ext uri="{FF2B5EF4-FFF2-40B4-BE49-F238E27FC236}">
                    <a16:creationId xmlns:a16="http://schemas.microsoft.com/office/drawing/2014/main" id="{D232CA0C-9997-742F-E290-3BF26C5C01C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01452" y="7077187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14" name="图片 213">
                <a:extLst>
                  <a:ext uri="{FF2B5EF4-FFF2-40B4-BE49-F238E27FC236}">
                    <a16:creationId xmlns:a16="http://schemas.microsoft.com/office/drawing/2014/main" id="{96D828A3-A918-BE5C-447C-25F177CBA1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61452" y="7077187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15" name="图片 214">
                <a:extLst>
                  <a:ext uri="{FF2B5EF4-FFF2-40B4-BE49-F238E27FC236}">
                    <a16:creationId xmlns:a16="http://schemas.microsoft.com/office/drawing/2014/main" id="{065CDE06-B03C-008C-4010-FC0CC29C547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46539" y="7077187"/>
                <a:ext cx="540000" cy="1080000"/>
              </a:xfrm>
              <a:prstGeom prst="rect">
                <a:avLst/>
              </a:prstGeom>
            </p:spPr>
          </p:pic>
        </p:grp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2551CA43-C856-58EB-0D69-8BB9222524ED}"/>
                </a:ext>
              </a:extLst>
            </p:cNvPr>
            <p:cNvSpPr/>
            <p:nvPr/>
          </p:nvSpPr>
          <p:spPr>
            <a:xfrm>
              <a:off x="13989893" y="6368963"/>
              <a:ext cx="108000" cy="108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7FF8AC78-117B-147D-EA18-4CF5AFC0D99D}"/>
                </a:ext>
              </a:extLst>
            </p:cNvPr>
            <p:cNvSpPr/>
            <p:nvPr/>
          </p:nvSpPr>
          <p:spPr>
            <a:xfrm>
              <a:off x="12877477" y="6362611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7F8B6035-5CE8-CDDE-28DD-C8987B847788}"/>
                </a:ext>
              </a:extLst>
            </p:cNvPr>
            <p:cNvSpPr/>
            <p:nvPr/>
          </p:nvSpPr>
          <p:spPr>
            <a:xfrm>
              <a:off x="13241619" y="6362611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ABE5BF02-A5D5-4843-4D5A-14A8A7C9E522}"/>
                </a:ext>
              </a:extLst>
            </p:cNvPr>
            <p:cNvSpPr/>
            <p:nvPr/>
          </p:nvSpPr>
          <p:spPr>
            <a:xfrm>
              <a:off x="13605761" y="6362611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362E0AAD-5271-CDAC-135B-341BB169DD28}"/>
              </a:ext>
            </a:extLst>
          </p:cNvPr>
          <p:cNvGrpSpPr/>
          <p:nvPr/>
        </p:nvGrpSpPr>
        <p:grpSpPr>
          <a:xfrm>
            <a:off x="12092288" y="9066398"/>
            <a:ext cx="1440000" cy="903684"/>
            <a:chOff x="14356917" y="5579631"/>
            <a:chExt cx="1440000" cy="903684"/>
          </a:xfrm>
        </p:grpSpPr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25CA6719-1A37-4D55-07F7-A49C8472C7FF}"/>
                </a:ext>
              </a:extLst>
            </p:cNvPr>
            <p:cNvGrpSpPr/>
            <p:nvPr/>
          </p:nvGrpSpPr>
          <p:grpSpPr>
            <a:xfrm>
              <a:off x="14356917" y="5579631"/>
              <a:ext cx="1440000" cy="720000"/>
              <a:chOff x="849480" y="6926512"/>
              <a:chExt cx="2163459" cy="1082661"/>
            </a:xfrm>
          </p:grpSpPr>
          <p:pic>
            <p:nvPicPr>
              <p:cNvPr id="222" name="图片 221">
                <a:extLst>
                  <a:ext uri="{FF2B5EF4-FFF2-40B4-BE49-F238E27FC236}">
                    <a16:creationId xmlns:a16="http://schemas.microsoft.com/office/drawing/2014/main" id="{6C25E2AC-6D64-CA04-DC21-90392BCED22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480" y="6929173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A380F67C-D8DB-2B70-2192-6E7AAFA37C4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2068" y="6929173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24" name="图片 223">
                <a:extLst>
                  <a:ext uri="{FF2B5EF4-FFF2-40B4-BE49-F238E27FC236}">
                    <a16:creationId xmlns:a16="http://schemas.microsoft.com/office/drawing/2014/main" id="{A6459932-4562-B0C3-94B3-E6FF4964612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89639" y="6926512"/>
                <a:ext cx="540000" cy="1080000"/>
              </a:xfrm>
              <a:prstGeom prst="rect">
                <a:avLst/>
              </a:prstGeom>
            </p:spPr>
          </p:pic>
          <p:pic>
            <p:nvPicPr>
              <p:cNvPr id="225" name="图片 224">
                <a:extLst>
                  <a:ext uri="{FF2B5EF4-FFF2-40B4-BE49-F238E27FC236}">
                    <a16:creationId xmlns:a16="http://schemas.microsoft.com/office/drawing/2014/main" id="{E2D2DDA6-3456-4029-A597-455E3F94EF5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2939" y="6929173"/>
                <a:ext cx="540000" cy="1080000"/>
              </a:xfrm>
              <a:prstGeom prst="rect">
                <a:avLst/>
              </a:prstGeom>
            </p:spPr>
          </p:pic>
        </p:grp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668F80AC-601D-5E69-30AB-13513BDBCE3C}"/>
                </a:ext>
              </a:extLst>
            </p:cNvPr>
            <p:cNvSpPr/>
            <p:nvPr/>
          </p:nvSpPr>
          <p:spPr>
            <a:xfrm>
              <a:off x="15570251" y="6375315"/>
              <a:ext cx="108000" cy="1080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DBB9C693-A8C9-B94D-A74D-FFAB27B86EF0}"/>
                </a:ext>
              </a:extLst>
            </p:cNvPr>
            <p:cNvSpPr/>
            <p:nvPr/>
          </p:nvSpPr>
          <p:spPr>
            <a:xfrm>
              <a:off x="14457835" y="636896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51620202-FCA1-A443-44B2-A34FD676D9A1}"/>
                </a:ext>
              </a:extLst>
            </p:cNvPr>
            <p:cNvSpPr/>
            <p:nvPr/>
          </p:nvSpPr>
          <p:spPr>
            <a:xfrm>
              <a:off x="14821977" y="636896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9682856F-E802-9F5E-1F79-8DE0DB2B6DF3}"/>
                </a:ext>
              </a:extLst>
            </p:cNvPr>
            <p:cNvSpPr/>
            <p:nvPr/>
          </p:nvSpPr>
          <p:spPr>
            <a:xfrm>
              <a:off x="15186119" y="6368963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F4BC172D-F735-F933-2435-F97660D4C92A}"/>
              </a:ext>
            </a:extLst>
          </p:cNvPr>
          <p:cNvSpPr/>
          <p:nvPr/>
        </p:nvSpPr>
        <p:spPr>
          <a:xfrm>
            <a:off x="6907557" y="4469537"/>
            <a:ext cx="6759536" cy="1501762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C4C18483-40AC-E0DD-04B5-AD89E9CACBED}"/>
              </a:ext>
            </a:extLst>
          </p:cNvPr>
          <p:cNvSpPr/>
          <p:nvPr/>
        </p:nvSpPr>
        <p:spPr>
          <a:xfrm>
            <a:off x="6907553" y="6065947"/>
            <a:ext cx="6759536" cy="1349926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6BFF3C94-DEB7-AF4B-C73A-CE523D0D1A5E}"/>
              </a:ext>
            </a:extLst>
          </p:cNvPr>
          <p:cNvSpPr/>
          <p:nvPr/>
        </p:nvSpPr>
        <p:spPr>
          <a:xfrm>
            <a:off x="6907553" y="7500308"/>
            <a:ext cx="6759536" cy="1324848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AB2B1075-7C78-3B43-F03D-BDF8D3C4BDF5}"/>
              </a:ext>
            </a:extLst>
          </p:cNvPr>
          <p:cNvGrpSpPr/>
          <p:nvPr/>
        </p:nvGrpSpPr>
        <p:grpSpPr>
          <a:xfrm>
            <a:off x="7333096" y="4859483"/>
            <a:ext cx="2285954" cy="925690"/>
            <a:chOff x="2357741" y="3969077"/>
            <a:chExt cx="2285954" cy="925690"/>
          </a:xfrm>
        </p:grpSpPr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A7CDAE35-31FD-C441-CA75-4B9CC26C6618}"/>
                </a:ext>
              </a:extLst>
            </p:cNvPr>
            <p:cNvGrpSpPr/>
            <p:nvPr/>
          </p:nvGrpSpPr>
          <p:grpSpPr>
            <a:xfrm>
              <a:off x="3646782" y="3969077"/>
              <a:ext cx="996913" cy="921158"/>
              <a:chOff x="3646782" y="3969077"/>
              <a:chExt cx="996913" cy="921158"/>
            </a:xfrm>
          </p:grpSpPr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87B63635-DE33-077A-DC0A-F9F80059011C}"/>
                  </a:ext>
                </a:extLst>
              </p:cNvPr>
              <p:cNvSpPr/>
              <p:nvPr/>
            </p:nvSpPr>
            <p:spPr>
              <a:xfrm>
                <a:off x="3646782" y="3969077"/>
                <a:ext cx="996913" cy="917154"/>
              </a:xfrm>
              <a:prstGeom prst="ellipse">
                <a:avLst/>
              </a:prstGeom>
              <a:solidFill>
                <a:srgbClr val="EBDAE3"/>
              </a:solidFill>
              <a:ln>
                <a:noFill/>
              </a:ln>
              <a:effectLst>
                <a:glow rad="254000">
                  <a:srgbClr val="EBDAE3"/>
                </a:glow>
                <a:softEdge rad="635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椭圆 239">
                <a:extLst>
                  <a:ext uri="{FF2B5EF4-FFF2-40B4-BE49-F238E27FC236}">
                    <a16:creationId xmlns:a16="http://schemas.microsoft.com/office/drawing/2014/main" id="{51E8AF9D-CAB1-5F07-865D-4248493BE104}"/>
                  </a:ext>
                </a:extLst>
              </p:cNvPr>
              <p:cNvSpPr/>
              <p:nvPr/>
            </p:nvSpPr>
            <p:spPr>
              <a:xfrm>
                <a:off x="4136362" y="4019832"/>
                <a:ext cx="108000" cy="108000"/>
              </a:xfrm>
              <a:prstGeom prst="ellipse">
                <a:avLst/>
              </a:prstGeom>
              <a:solidFill>
                <a:srgbClr val="703B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E92E6CAB-40F0-0085-9893-A1AF371AEAE5}"/>
                  </a:ext>
                </a:extLst>
              </p:cNvPr>
              <p:cNvSpPr/>
              <p:nvPr/>
            </p:nvSpPr>
            <p:spPr>
              <a:xfrm>
                <a:off x="4470911" y="4303280"/>
                <a:ext cx="108000" cy="108000"/>
              </a:xfrm>
              <a:prstGeom prst="ellipse">
                <a:avLst/>
              </a:prstGeom>
              <a:solidFill>
                <a:srgbClr val="703B56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6D02526B-CFDC-7523-9634-AECF0DE835C6}"/>
                  </a:ext>
                </a:extLst>
              </p:cNvPr>
              <p:cNvSpPr/>
              <p:nvPr/>
            </p:nvSpPr>
            <p:spPr>
              <a:xfrm>
                <a:off x="4286280" y="4782235"/>
                <a:ext cx="108000" cy="108000"/>
              </a:xfrm>
              <a:prstGeom prst="ellipse">
                <a:avLst/>
              </a:prstGeom>
              <a:solidFill>
                <a:srgbClr val="703B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05A1E912-A66B-2BF9-E4BE-12346A204F7C}"/>
                  </a:ext>
                </a:extLst>
              </p:cNvPr>
              <p:cNvSpPr/>
              <p:nvPr/>
            </p:nvSpPr>
            <p:spPr>
              <a:xfrm>
                <a:off x="3790003" y="4652759"/>
                <a:ext cx="108000" cy="108000"/>
              </a:xfrm>
              <a:prstGeom prst="ellipse">
                <a:avLst/>
              </a:prstGeom>
              <a:solidFill>
                <a:srgbClr val="703B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4AEC57E1-F9C0-E7DE-6E12-17F07BEDCC59}"/>
                  </a:ext>
                </a:extLst>
              </p:cNvPr>
              <p:cNvSpPr/>
              <p:nvPr/>
            </p:nvSpPr>
            <p:spPr>
              <a:xfrm>
                <a:off x="4086893" y="4439002"/>
                <a:ext cx="108000" cy="108000"/>
              </a:xfrm>
              <a:prstGeom prst="ellipse">
                <a:avLst/>
              </a:prstGeom>
              <a:solidFill>
                <a:srgbClr val="703B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023FDA2C-4B95-2D2D-6E4B-0282570024EA}"/>
                  </a:ext>
                </a:extLst>
              </p:cNvPr>
              <p:cNvSpPr/>
              <p:nvPr/>
            </p:nvSpPr>
            <p:spPr>
              <a:xfrm>
                <a:off x="3794390" y="4189433"/>
                <a:ext cx="108000" cy="108000"/>
              </a:xfrm>
              <a:prstGeom prst="ellipse">
                <a:avLst/>
              </a:prstGeom>
              <a:solidFill>
                <a:srgbClr val="703B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1B1607EA-BCDE-B0C9-2134-0F0E0C1BB600}"/>
                </a:ext>
              </a:extLst>
            </p:cNvPr>
            <p:cNvGrpSpPr/>
            <p:nvPr/>
          </p:nvGrpSpPr>
          <p:grpSpPr>
            <a:xfrm>
              <a:off x="2357741" y="3988185"/>
              <a:ext cx="998611" cy="906582"/>
              <a:chOff x="2397594" y="3993323"/>
              <a:chExt cx="998611" cy="906582"/>
            </a:xfrm>
          </p:grpSpPr>
          <p:sp>
            <p:nvSpPr>
              <p:cNvPr id="232" name="椭圆 231">
                <a:extLst>
                  <a:ext uri="{FF2B5EF4-FFF2-40B4-BE49-F238E27FC236}">
                    <a16:creationId xmlns:a16="http://schemas.microsoft.com/office/drawing/2014/main" id="{C12F10F9-EF93-018B-5FDF-0C37BCDBA659}"/>
                  </a:ext>
                </a:extLst>
              </p:cNvPr>
              <p:cNvSpPr/>
              <p:nvPr/>
            </p:nvSpPr>
            <p:spPr>
              <a:xfrm>
                <a:off x="2397594" y="3993323"/>
                <a:ext cx="998611" cy="882546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glow rad="254000">
                  <a:schemeClr val="accent4">
                    <a:lumMod val="20000"/>
                    <a:lumOff val="80000"/>
                  </a:schemeClr>
                </a:glow>
                <a:softEdge rad="635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3" name="椭圆 232">
                <a:extLst>
                  <a:ext uri="{FF2B5EF4-FFF2-40B4-BE49-F238E27FC236}">
                    <a16:creationId xmlns:a16="http://schemas.microsoft.com/office/drawing/2014/main" id="{4E8CB177-804A-3E33-38E9-614B3F8836C1}"/>
                  </a:ext>
                </a:extLst>
              </p:cNvPr>
              <p:cNvSpPr/>
              <p:nvPr/>
            </p:nvSpPr>
            <p:spPr>
              <a:xfrm>
                <a:off x="2890408" y="400270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>
                <a:extLst>
                  <a:ext uri="{FF2B5EF4-FFF2-40B4-BE49-F238E27FC236}">
                    <a16:creationId xmlns:a16="http://schemas.microsoft.com/office/drawing/2014/main" id="{3845CD0B-3D68-CF34-C856-F8953C301D25}"/>
                  </a:ext>
                </a:extLst>
              </p:cNvPr>
              <p:cNvSpPr/>
              <p:nvPr/>
            </p:nvSpPr>
            <p:spPr>
              <a:xfrm>
                <a:off x="2928592" y="4791905"/>
                <a:ext cx="108000" cy="108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FCB278DC-45D8-4371-0531-69EDF5767F90}"/>
                  </a:ext>
                </a:extLst>
              </p:cNvPr>
              <p:cNvSpPr/>
              <p:nvPr/>
            </p:nvSpPr>
            <p:spPr>
              <a:xfrm>
                <a:off x="2468432" y="4592491"/>
                <a:ext cx="108000" cy="108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8DFAFEBA-BF40-C466-927A-41B4C061F470}"/>
                  </a:ext>
                </a:extLst>
              </p:cNvPr>
              <p:cNvSpPr/>
              <p:nvPr/>
            </p:nvSpPr>
            <p:spPr>
              <a:xfrm>
                <a:off x="2796714" y="4411487"/>
                <a:ext cx="108000" cy="108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1C406088-C929-265D-579A-0D772F5F6179}"/>
                  </a:ext>
                </a:extLst>
              </p:cNvPr>
              <p:cNvSpPr/>
              <p:nvPr/>
            </p:nvSpPr>
            <p:spPr>
              <a:xfrm>
                <a:off x="2493562" y="4195801"/>
                <a:ext cx="108000" cy="108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1EA4098F-C240-A890-8967-C0471419A4EC}"/>
                  </a:ext>
                </a:extLst>
              </p:cNvPr>
              <p:cNvSpPr/>
              <p:nvPr/>
            </p:nvSpPr>
            <p:spPr>
              <a:xfrm>
                <a:off x="3172029" y="4384897"/>
                <a:ext cx="108000" cy="108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59E2B874-CD6C-5C7F-5527-02FC820C77ED}"/>
              </a:ext>
            </a:extLst>
          </p:cNvPr>
          <p:cNvSpPr/>
          <p:nvPr/>
        </p:nvSpPr>
        <p:spPr>
          <a:xfrm>
            <a:off x="6907554" y="8933123"/>
            <a:ext cx="6759537" cy="1102620"/>
          </a:xfrm>
          <a:prstGeom prst="roundRect">
            <a:avLst>
              <a:gd name="adj" fmla="val 96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CCDAB372-97CC-58EE-7BFE-5C1D5522DABE}"/>
              </a:ext>
            </a:extLst>
          </p:cNvPr>
          <p:cNvSpPr/>
          <p:nvPr/>
        </p:nvSpPr>
        <p:spPr>
          <a:xfrm>
            <a:off x="6987588" y="10222088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086470EA-7433-3741-8A1A-9491E2BFD118}"/>
              </a:ext>
            </a:extLst>
          </p:cNvPr>
          <p:cNvSpPr/>
          <p:nvPr/>
        </p:nvSpPr>
        <p:spPr>
          <a:xfrm>
            <a:off x="7228937" y="10222088"/>
            <a:ext cx="108000" cy="108000"/>
          </a:xfrm>
          <a:prstGeom prst="ellipse">
            <a:avLst/>
          </a:prstGeom>
          <a:solidFill>
            <a:srgbClr val="703B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26D8D67-A95A-B81A-5D1D-CE0CB53FB5D9}"/>
              </a:ext>
            </a:extLst>
          </p:cNvPr>
          <p:cNvSpPr txBox="1"/>
          <p:nvPr/>
        </p:nvSpPr>
        <p:spPr>
          <a:xfrm>
            <a:off x="7773395" y="10114198"/>
            <a:ext cx="9028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Identities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F88E1898-22DE-C812-B147-1A7375F61914}"/>
              </a:ext>
            </a:extLst>
          </p:cNvPr>
          <p:cNvSpPr txBox="1"/>
          <p:nvPr/>
        </p:nvSpPr>
        <p:spPr>
          <a:xfrm>
            <a:off x="8960900" y="10121418"/>
            <a:ext cx="8130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</a:p>
        </p:txBody>
      </p: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2B893EBD-29C3-EE70-5364-EB43400B5677}"/>
              </a:ext>
            </a:extLst>
          </p:cNvPr>
          <p:cNvCxnSpPr>
            <a:cxnSpLocks/>
            <a:stCxn id="246" idx="0"/>
            <a:endCxn id="246" idx="2"/>
          </p:cNvCxnSpPr>
          <p:nvPr/>
        </p:nvCxnSpPr>
        <p:spPr>
          <a:xfrm>
            <a:off x="10287322" y="8933123"/>
            <a:ext cx="0" cy="110262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文本框 251">
            <a:extLst>
              <a:ext uri="{FF2B5EF4-FFF2-40B4-BE49-F238E27FC236}">
                <a16:creationId xmlns:a16="http://schemas.microsoft.com/office/drawing/2014/main" id="{A3BDABAC-044C-A5C8-7761-F3410245368E}"/>
              </a:ext>
            </a:extLst>
          </p:cNvPr>
          <p:cNvSpPr txBox="1"/>
          <p:nvPr/>
        </p:nvSpPr>
        <p:spPr>
          <a:xfrm>
            <a:off x="13126048" y="6258849"/>
            <a:ext cx="4084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C4FF4BEE-5F5C-8850-F0FE-5269C61D1F93}"/>
              </a:ext>
            </a:extLst>
          </p:cNvPr>
          <p:cNvSpPr txBox="1"/>
          <p:nvPr/>
        </p:nvSpPr>
        <p:spPr>
          <a:xfrm>
            <a:off x="9727565" y="7769042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B050"/>
                </a:solidFill>
              </a:rPr>
              <a:t>✔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91C31FEA-1C7F-C693-4628-91D906993594}"/>
              </a:ext>
            </a:extLst>
          </p:cNvPr>
          <p:cNvSpPr txBox="1"/>
          <p:nvPr/>
        </p:nvSpPr>
        <p:spPr>
          <a:xfrm>
            <a:off x="9684282" y="6302459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B050"/>
                </a:solidFill>
              </a:rPr>
              <a:t>✔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6CC81473-2A00-1CA3-167E-BBBEFC8B6BDD}"/>
              </a:ext>
            </a:extLst>
          </p:cNvPr>
          <p:cNvSpPr txBox="1"/>
          <p:nvPr/>
        </p:nvSpPr>
        <p:spPr>
          <a:xfrm>
            <a:off x="13144647" y="7759800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B050"/>
                </a:solidFill>
              </a:rPr>
              <a:t>✔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2794C195-0960-A16E-DA60-AC168E993088}"/>
              </a:ext>
            </a:extLst>
          </p:cNvPr>
          <p:cNvSpPr txBox="1"/>
          <p:nvPr/>
        </p:nvSpPr>
        <p:spPr>
          <a:xfrm>
            <a:off x="12993506" y="6112409"/>
            <a:ext cx="6735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</a:t>
            </a: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337F0EF3-334E-7238-C8D9-E62CF1710227}"/>
              </a:ext>
            </a:extLst>
          </p:cNvPr>
          <p:cNvSpPr txBox="1"/>
          <p:nvPr/>
        </p:nvSpPr>
        <p:spPr>
          <a:xfrm>
            <a:off x="12721709" y="7510522"/>
            <a:ext cx="9621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</a:p>
        </p:txBody>
      </p:sp>
    </p:spTree>
    <p:extLst>
      <p:ext uri="{BB962C8B-B14F-4D97-AF65-F5344CB8AC3E}">
        <p14:creationId xmlns:p14="http://schemas.microsoft.com/office/powerpoint/2010/main" val="362629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11824D2-68AA-9793-1521-034FC74C414E}"/>
              </a:ext>
            </a:extLst>
          </p:cNvPr>
          <p:cNvGrpSpPr/>
          <p:nvPr/>
        </p:nvGrpSpPr>
        <p:grpSpPr>
          <a:xfrm>
            <a:off x="6256989" y="1581697"/>
            <a:ext cx="3091327" cy="2782781"/>
            <a:chOff x="10662735" y="739247"/>
            <a:chExt cx="3091327" cy="278278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53AEB4-7123-4E8D-8305-597A889A185A}"/>
                </a:ext>
              </a:extLst>
            </p:cNvPr>
            <p:cNvSpPr/>
            <p:nvPr/>
          </p:nvSpPr>
          <p:spPr>
            <a:xfrm>
              <a:off x="10677236" y="739247"/>
              <a:ext cx="3067205" cy="2782781"/>
            </a:xfrm>
            <a:prstGeom prst="roundRect">
              <a:avLst>
                <a:gd name="adj" fmla="val 966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5D98B22-957A-7498-DEDA-AE3AD11F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20"/>
                      </a14:imgEffect>
                    </a14:imgLayer>
                  </a14:imgProps>
                </a:ext>
              </a:extLst>
            </a:blip>
            <a:srcRect l="11381" t="10502" r="16095" b="12616"/>
            <a:stretch>
              <a:fillRect/>
            </a:stretch>
          </p:blipFill>
          <p:spPr>
            <a:xfrm>
              <a:off x="10662735" y="996062"/>
              <a:ext cx="3081707" cy="242331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EECBFBC-8B48-2C0E-7D1E-2AFAFD6C7670}"/>
                </a:ext>
              </a:extLst>
            </p:cNvPr>
            <p:cNvSpPr txBox="1"/>
            <p:nvPr/>
          </p:nvSpPr>
          <p:spPr>
            <a:xfrm>
              <a:off x="10701850" y="755413"/>
              <a:ext cx="305221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Pairwise Similarity</a:t>
              </a:r>
              <a:endPara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1D954B0-2FE1-F2AA-5FD6-A5F8A7D5BFAD}"/>
                </a:ext>
              </a:extLst>
            </p:cNvPr>
            <p:cNvSpPr/>
            <p:nvPr/>
          </p:nvSpPr>
          <p:spPr>
            <a:xfrm>
              <a:off x="11662143" y="1952652"/>
              <a:ext cx="1065876" cy="84929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4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3B51068-7667-9000-3630-D2970984F9C4}"/>
                </a:ext>
              </a:extLst>
            </p:cNvPr>
            <p:cNvGrpSpPr/>
            <p:nvPr/>
          </p:nvGrpSpPr>
          <p:grpSpPr>
            <a:xfrm>
              <a:off x="11517750" y="1952652"/>
              <a:ext cx="432000" cy="736123"/>
              <a:chOff x="9853960" y="7817388"/>
              <a:chExt cx="432000" cy="736123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9DD1393-C18F-A20F-6653-FE5E8171305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6E6A54E4-0E3C-D5AA-B8D0-5BBA9BE64198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BABA292-0384-EA2F-35DA-F782765096A7}"/>
                </a:ext>
              </a:extLst>
            </p:cNvPr>
            <p:cNvGrpSpPr/>
            <p:nvPr/>
          </p:nvGrpSpPr>
          <p:grpSpPr>
            <a:xfrm>
              <a:off x="12443185" y="1952652"/>
              <a:ext cx="432000" cy="736123"/>
              <a:chOff x="10494794" y="7932460"/>
              <a:chExt cx="432000" cy="736123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9D996611-DDE6-0ABA-3298-590D9FBF6D2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10494794" y="8080088"/>
                <a:ext cx="432000" cy="588495"/>
              </a:xfrm>
              <a:prstGeom prst="rect">
                <a:avLst/>
              </a:prstGeom>
            </p:spPr>
          </p:pic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737CD41F-AC60-6011-7F3D-54BBFE789F73}"/>
                  </a:ext>
                </a:extLst>
              </p:cNvPr>
              <p:cNvSpPr/>
              <p:nvPr/>
            </p:nvSpPr>
            <p:spPr>
              <a:xfrm>
                <a:off x="10632746" y="7932460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354744A-888A-1301-0F74-7C1DEFE67CAE}"/>
                </a:ext>
              </a:extLst>
            </p:cNvPr>
            <p:cNvCxnSpPr>
              <a:cxnSpLocks/>
              <a:stCxn id="12" idx="1"/>
              <a:endCxn id="14" idx="3"/>
            </p:cNvCxnSpPr>
            <p:nvPr/>
          </p:nvCxnSpPr>
          <p:spPr>
            <a:xfrm flipH="1">
              <a:off x="11949750" y="2394528"/>
              <a:ext cx="493435" cy="0"/>
            </a:xfrm>
            <a:prstGeom prst="line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4CCAAED-16C7-0D9F-70CA-CC600CA590D0}"/>
              </a:ext>
            </a:extLst>
          </p:cNvPr>
          <p:cNvSpPr/>
          <p:nvPr/>
        </p:nvSpPr>
        <p:spPr>
          <a:xfrm>
            <a:off x="9394211" y="2573645"/>
            <a:ext cx="471325" cy="458562"/>
          </a:xfrm>
          <a:prstGeom prst="rightArrow">
            <a:avLst>
              <a:gd name="adj1" fmla="val 50000"/>
              <a:gd name="adj2" fmla="val 56126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scene3d>
            <a:camera prst="orthographicFront">
              <a:rot lat="0" lon="2159996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42A1465-395D-7BF7-9968-231DDC080FDE}"/>
              </a:ext>
            </a:extLst>
          </p:cNvPr>
          <p:cNvGrpSpPr/>
          <p:nvPr/>
        </p:nvGrpSpPr>
        <p:grpSpPr>
          <a:xfrm>
            <a:off x="6256989" y="5073368"/>
            <a:ext cx="3078784" cy="2782782"/>
            <a:chOff x="10665657" y="4099504"/>
            <a:chExt cx="3078784" cy="2782782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5FFFF86-ED43-6318-7C23-F7F933CB3C54}"/>
                </a:ext>
              </a:extLst>
            </p:cNvPr>
            <p:cNvSpPr/>
            <p:nvPr/>
          </p:nvSpPr>
          <p:spPr>
            <a:xfrm>
              <a:off x="10665657" y="4099504"/>
              <a:ext cx="3078784" cy="2782782"/>
            </a:xfrm>
            <a:prstGeom prst="roundRect">
              <a:avLst>
                <a:gd name="adj" fmla="val 966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CD32C6C-D233-6817-127E-46A874D7433A}"/>
                </a:ext>
              </a:extLst>
            </p:cNvPr>
            <p:cNvSpPr txBox="1"/>
            <p:nvPr/>
          </p:nvSpPr>
          <p:spPr>
            <a:xfrm>
              <a:off x="10868680" y="4107971"/>
              <a:ext cx="262170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Neighborhood Structural</a:t>
              </a: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B5C9E5F-5FFC-E60F-FF63-6D00562F71B8}"/>
                </a:ext>
              </a:extLst>
            </p:cNvPr>
            <p:cNvGrpSpPr/>
            <p:nvPr/>
          </p:nvGrpSpPr>
          <p:grpSpPr>
            <a:xfrm>
              <a:off x="10692744" y="4574520"/>
              <a:ext cx="3039654" cy="2196157"/>
              <a:chOff x="10692744" y="4229702"/>
              <a:chExt cx="3039654" cy="2196157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B4904F53-9CC8-3C83-CAA3-5B4E8E7278B0}"/>
                  </a:ext>
                </a:extLst>
              </p:cNvPr>
              <p:cNvSpPr/>
              <p:nvPr/>
            </p:nvSpPr>
            <p:spPr>
              <a:xfrm>
                <a:off x="11238377" y="4258733"/>
                <a:ext cx="1977680" cy="207097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glow rad="254000">
                  <a:schemeClr val="accent4">
                    <a:lumMod val="20000"/>
                    <a:lumOff val="80000"/>
                  </a:schemeClr>
                </a:glow>
                <a:softEdge rad="635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947C88D8-FB78-FD5A-548B-287B604953DA}"/>
                  </a:ext>
                </a:extLst>
              </p:cNvPr>
              <p:cNvGrpSpPr/>
              <p:nvPr/>
            </p:nvGrpSpPr>
            <p:grpSpPr>
              <a:xfrm>
                <a:off x="13300398" y="4990114"/>
                <a:ext cx="432000" cy="736124"/>
                <a:chOff x="11135628" y="7710623"/>
                <a:chExt cx="432000" cy="736124"/>
              </a:xfrm>
            </p:grpSpPr>
            <p:pic>
              <p:nvPicPr>
                <p:cNvPr id="45" name="图片 44">
                  <a:extLst>
                    <a:ext uri="{FF2B5EF4-FFF2-40B4-BE49-F238E27FC236}">
                      <a16:creationId xmlns:a16="http://schemas.microsoft.com/office/drawing/2014/main" id="{59CB3B65-0063-86CA-FCB9-CCDDFA5EFB4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11135628" y="7858251"/>
                  <a:ext cx="432000" cy="588496"/>
                </a:xfrm>
                <a:prstGeom prst="rect">
                  <a:avLst/>
                </a:prstGeom>
              </p:spPr>
            </p:pic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A97B5A12-C339-4409-61FC-0FA4A33BC79B}"/>
                    </a:ext>
                  </a:extLst>
                </p:cNvPr>
                <p:cNvSpPr/>
                <p:nvPr/>
              </p:nvSpPr>
              <p:spPr>
                <a:xfrm>
                  <a:off x="11273580" y="7710623"/>
                  <a:ext cx="147628" cy="147628"/>
                </a:xfrm>
                <a:prstGeom prst="ellipse">
                  <a:avLst/>
                </a:prstGeom>
                <a:solidFill>
                  <a:srgbClr val="D8A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E68407C9-858B-69AA-6F38-6B75A0FCDB8B}"/>
                  </a:ext>
                </a:extLst>
              </p:cNvPr>
              <p:cNvGrpSpPr/>
              <p:nvPr/>
            </p:nvGrpSpPr>
            <p:grpSpPr>
              <a:xfrm>
                <a:off x="10692744" y="5026317"/>
                <a:ext cx="432000" cy="736124"/>
                <a:chOff x="11135628" y="7710623"/>
                <a:chExt cx="432000" cy="736124"/>
              </a:xfrm>
            </p:grpSpPr>
            <p:pic>
              <p:nvPicPr>
                <p:cNvPr id="43" name="图片 42">
                  <a:extLst>
                    <a:ext uri="{FF2B5EF4-FFF2-40B4-BE49-F238E27FC236}">
                      <a16:creationId xmlns:a16="http://schemas.microsoft.com/office/drawing/2014/main" id="{E3A8D4C3-D319-3147-42E4-85707EC058F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11135628" y="7858251"/>
                  <a:ext cx="432000" cy="588496"/>
                </a:xfrm>
                <a:prstGeom prst="rect">
                  <a:avLst/>
                </a:prstGeom>
              </p:spPr>
            </p:pic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F7B16950-62A3-0D2A-BB67-0D632F207EEB}"/>
                    </a:ext>
                  </a:extLst>
                </p:cNvPr>
                <p:cNvSpPr/>
                <p:nvPr/>
              </p:nvSpPr>
              <p:spPr>
                <a:xfrm>
                  <a:off x="11273580" y="7710623"/>
                  <a:ext cx="147628" cy="147628"/>
                </a:xfrm>
                <a:prstGeom prst="ellipse">
                  <a:avLst/>
                </a:prstGeom>
                <a:solidFill>
                  <a:srgbClr val="61943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1390C11B-06DC-CA18-F192-C6729DA462B4}"/>
                  </a:ext>
                </a:extLst>
              </p:cNvPr>
              <p:cNvGrpSpPr/>
              <p:nvPr/>
            </p:nvGrpSpPr>
            <p:grpSpPr>
              <a:xfrm>
                <a:off x="11140893" y="5671734"/>
                <a:ext cx="432000" cy="736123"/>
                <a:chOff x="9853960" y="7817388"/>
                <a:chExt cx="432000" cy="736123"/>
              </a:xfrm>
            </p:grpSpPr>
            <p:pic>
              <p:nvPicPr>
                <p:cNvPr id="41" name="图片 40">
                  <a:extLst>
                    <a:ext uri="{FF2B5EF4-FFF2-40B4-BE49-F238E27FC236}">
                      <a16:creationId xmlns:a16="http://schemas.microsoft.com/office/drawing/2014/main" id="{721F4DF4-BFF6-FE15-655D-40D2A774FB9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9853960" y="7965016"/>
                  <a:ext cx="432000" cy="588495"/>
                </a:xfrm>
                <a:prstGeom prst="rect">
                  <a:avLst/>
                </a:prstGeom>
              </p:spPr>
            </p:pic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8E36770B-047F-8718-F12F-5D22606B1B13}"/>
                    </a:ext>
                  </a:extLst>
                </p:cNvPr>
                <p:cNvSpPr/>
                <p:nvPr/>
              </p:nvSpPr>
              <p:spPr>
                <a:xfrm>
                  <a:off x="9998262" y="7817388"/>
                  <a:ext cx="147628" cy="147628"/>
                </a:xfrm>
                <a:prstGeom prst="ellipse">
                  <a:avLst/>
                </a:prstGeom>
                <a:solidFill>
                  <a:srgbClr val="C6672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4D5E48D8-ADA4-0DE3-C041-A5FC5D6E6B1C}"/>
                  </a:ext>
                </a:extLst>
              </p:cNvPr>
              <p:cNvGrpSpPr/>
              <p:nvPr/>
            </p:nvGrpSpPr>
            <p:grpSpPr>
              <a:xfrm>
                <a:off x="11150418" y="4229702"/>
                <a:ext cx="432000" cy="736123"/>
                <a:chOff x="9853960" y="7817388"/>
                <a:chExt cx="432000" cy="736123"/>
              </a:xfrm>
            </p:grpSpPr>
            <p:pic>
              <p:nvPicPr>
                <p:cNvPr id="39" name="图片 38">
                  <a:extLst>
                    <a:ext uri="{FF2B5EF4-FFF2-40B4-BE49-F238E27FC236}">
                      <a16:creationId xmlns:a16="http://schemas.microsoft.com/office/drawing/2014/main" id="{ED165685-9529-777B-DBEF-CE0443BE9D6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9853960" y="7965016"/>
                  <a:ext cx="432000" cy="588495"/>
                </a:xfrm>
                <a:prstGeom prst="rect">
                  <a:avLst/>
                </a:prstGeom>
              </p:spPr>
            </p:pic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56E7702F-2041-F825-6F92-AF7A0A3ED88C}"/>
                    </a:ext>
                  </a:extLst>
                </p:cNvPr>
                <p:cNvSpPr/>
                <p:nvPr/>
              </p:nvSpPr>
              <p:spPr>
                <a:xfrm>
                  <a:off x="9991912" y="7817388"/>
                  <a:ext cx="147628" cy="147628"/>
                </a:xfrm>
                <a:prstGeom prst="ellipse">
                  <a:avLst/>
                </a:prstGeom>
                <a:solidFill>
                  <a:srgbClr val="C6672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98F8F5E7-A304-CD8A-4F85-E3909CAE7B62}"/>
                  </a:ext>
                </a:extLst>
              </p:cNvPr>
              <p:cNvGrpSpPr/>
              <p:nvPr/>
            </p:nvGrpSpPr>
            <p:grpSpPr>
              <a:xfrm>
                <a:off x="11525710" y="5021631"/>
                <a:ext cx="432000" cy="736123"/>
                <a:chOff x="9853960" y="7817388"/>
                <a:chExt cx="432000" cy="736123"/>
              </a:xfrm>
            </p:grpSpPr>
            <p:pic>
              <p:nvPicPr>
                <p:cNvPr id="37" name="图片 36">
                  <a:extLst>
                    <a:ext uri="{FF2B5EF4-FFF2-40B4-BE49-F238E27FC236}">
                      <a16:creationId xmlns:a16="http://schemas.microsoft.com/office/drawing/2014/main" id="{CA4AD018-3EB6-195A-9F68-0E0CA0EAD52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9853960" y="7965016"/>
                  <a:ext cx="432000" cy="588495"/>
                </a:xfrm>
                <a:prstGeom prst="rect">
                  <a:avLst/>
                </a:prstGeom>
              </p:spPr>
            </p:pic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6C23EF60-CCB4-178F-B887-82225C9DF722}"/>
                    </a:ext>
                  </a:extLst>
                </p:cNvPr>
                <p:cNvSpPr/>
                <p:nvPr/>
              </p:nvSpPr>
              <p:spPr>
                <a:xfrm>
                  <a:off x="9991912" y="7817388"/>
                  <a:ext cx="147628" cy="147628"/>
                </a:xfrm>
                <a:prstGeom prst="ellipse">
                  <a:avLst/>
                </a:prstGeom>
                <a:solidFill>
                  <a:srgbClr val="C6672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87927D0A-B373-04CF-F3F5-2FD4FB2D57B6}"/>
                  </a:ext>
                </a:extLst>
              </p:cNvPr>
              <p:cNvGrpSpPr/>
              <p:nvPr/>
            </p:nvGrpSpPr>
            <p:grpSpPr>
              <a:xfrm>
                <a:off x="12451145" y="5021631"/>
                <a:ext cx="432000" cy="736123"/>
                <a:chOff x="10494794" y="7932460"/>
                <a:chExt cx="432000" cy="736123"/>
              </a:xfrm>
            </p:grpSpPr>
            <p:pic>
              <p:nvPicPr>
                <p:cNvPr id="35" name="图片 34">
                  <a:extLst>
                    <a:ext uri="{FF2B5EF4-FFF2-40B4-BE49-F238E27FC236}">
                      <a16:creationId xmlns:a16="http://schemas.microsoft.com/office/drawing/2014/main" id="{6040A04E-8BCF-6560-0C16-51E1FA69659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10494794" y="8080088"/>
                  <a:ext cx="432000" cy="588495"/>
                </a:xfrm>
                <a:prstGeom prst="rect">
                  <a:avLst/>
                </a:prstGeom>
              </p:spPr>
            </p:pic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E379E9FF-FC51-3463-BD09-5CFAFE0D2F1D}"/>
                    </a:ext>
                  </a:extLst>
                </p:cNvPr>
                <p:cNvSpPr/>
                <p:nvPr/>
              </p:nvSpPr>
              <p:spPr>
                <a:xfrm>
                  <a:off x="10632746" y="7932460"/>
                  <a:ext cx="147628" cy="147628"/>
                </a:xfrm>
                <a:prstGeom prst="ellipse">
                  <a:avLst/>
                </a:prstGeom>
                <a:solidFill>
                  <a:srgbClr val="3960A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5F3EA74-4A8D-D6E4-CC27-A79E978D9C1C}"/>
                  </a:ext>
                </a:extLst>
              </p:cNvPr>
              <p:cNvGrpSpPr/>
              <p:nvPr/>
            </p:nvGrpSpPr>
            <p:grpSpPr>
              <a:xfrm>
                <a:off x="12838185" y="5689736"/>
                <a:ext cx="432000" cy="736123"/>
                <a:chOff x="10494794" y="7932460"/>
                <a:chExt cx="432000" cy="736123"/>
              </a:xfrm>
            </p:grpSpPr>
            <p:pic>
              <p:nvPicPr>
                <p:cNvPr id="33" name="图片 32">
                  <a:extLst>
                    <a:ext uri="{FF2B5EF4-FFF2-40B4-BE49-F238E27FC236}">
                      <a16:creationId xmlns:a16="http://schemas.microsoft.com/office/drawing/2014/main" id="{0B608046-3ED9-1BAE-9EB5-3871101203B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10494794" y="8080088"/>
                  <a:ext cx="432000" cy="588495"/>
                </a:xfrm>
                <a:prstGeom prst="rect">
                  <a:avLst/>
                </a:prstGeom>
              </p:spPr>
            </p:pic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4DF74FFF-D406-794E-823A-AF4E7E2E113C}"/>
                    </a:ext>
                  </a:extLst>
                </p:cNvPr>
                <p:cNvSpPr/>
                <p:nvPr/>
              </p:nvSpPr>
              <p:spPr>
                <a:xfrm>
                  <a:off x="10639096" y="7932460"/>
                  <a:ext cx="147628" cy="147628"/>
                </a:xfrm>
                <a:prstGeom prst="ellipse">
                  <a:avLst/>
                </a:prstGeom>
                <a:solidFill>
                  <a:srgbClr val="3960A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5F305F1E-F47E-6E2E-F7FD-285035865C72}"/>
                  </a:ext>
                </a:extLst>
              </p:cNvPr>
              <p:cNvGrpSpPr/>
              <p:nvPr/>
            </p:nvGrpSpPr>
            <p:grpSpPr>
              <a:xfrm>
                <a:off x="12852289" y="4229702"/>
                <a:ext cx="432000" cy="736123"/>
                <a:chOff x="10494794" y="7932460"/>
                <a:chExt cx="432000" cy="736123"/>
              </a:xfrm>
            </p:grpSpPr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9FE2D373-E51F-B44C-2274-6773ED7EA15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6" b="98380" l="5714" r="89143">
                              <a14:foregroundMark x1="44571" y1="9722" x2="44571" y2="9722"/>
                              <a14:foregroundMark x1="60571" y1="30787" x2="60571" y2="30787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t="18265"/>
                <a:stretch>
                  <a:fillRect/>
                </a:stretch>
              </p:blipFill>
              <p:spPr>
                <a:xfrm>
                  <a:off x="10494794" y="8080088"/>
                  <a:ext cx="432000" cy="588495"/>
                </a:xfrm>
                <a:prstGeom prst="rect">
                  <a:avLst/>
                </a:prstGeom>
              </p:spPr>
            </p:pic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A781D7A1-B3EE-C6CD-36AF-69BA82D79AE3}"/>
                    </a:ext>
                  </a:extLst>
                </p:cNvPr>
                <p:cNvSpPr/>
                <p:nvPr/>
              </p:nvSpPr>
              <p:spPr>
                <a:xfrm>
                  <a:off x="10632746" y="7932460"/>
                  <a:ext cx="147628" cy="147628"/>
                </a:xfrm>
                <a:prstGeom prst="ellipse">
                  <a:avLst/>
                </a:prstGeom>
                <a:solidFill>
                  <a:srgbClr val="3960A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9DA7A2E-9739-2CB5-830D-32C74A2963C0}"/>
                  </a:ext>
                </a:extLst>
              </p:cNvPr>
              <p:cNvCxnSpPr>
                <a:cxnSpLocks/>
                <a:stCxn id="35" idx="1"/>
                <a:endCxn id="37" idx="3"/>
              </p:cNvCxnSpPr>
              <p:nvPr/>
            </p:nvCxnSpPr>
            <p:spPr>
              <a:xfrm flipH="1">
                <a:off x="11957710" y="5463507"/>
                <a:ext cx="493435" cy="0"/>
              </a:xfrm>
              <a:prstGeom prst="line">
                <a:avLst/>
              </a:prstGeom>
              <a:ln w="50800">
                <a:solidFill>
                  <a:schemeClr val="tx1"/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EFACF5D-C173-5F8A-86BC-695D0E8E7BAC}"/>
              </a:ext>
            </a:extLst>
          </p:cNvPr>
          <p:cNvGrpSpPr/>
          <p:nvPr/>
        </p:nvGrpSpPr>
        <p:grpSpPr>
          <a:xfrm>
            <a:off x="13518857" y="1581696"/>
            <a:ext cx="3191263" cy="2782782"/>
            <a:chOff x="17924603" y="705378"/>
            <a:chExt cx="3191263" cy="2782782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3D954AAC-48D6-B2F0-BA61-6A8BE09A2A4F}"/>
                </a:ext>
              </a:extLst>
            </p:cNvPr>
            <p:cNvSpPr/>
            <p:nvPr/>
          </p:nvSpPr>
          <p:spPr>
            <a:xfrm>
              <a:off x="17976358" y="705378"/>
              <a:ext cx="3067205" cy="2782782"/>
            </a:xfrm>
            <a:prstGeom prst="roundRect">
              <a:avLst>
                <a:gd name="adj" fmla="val 966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62CECB3-D1FC-7EF4-41F6-9AA63ABBE620}"/>
                </a:ext>
              </a:extLst>
            </p:cNvPr>
            <p:cNvSpPr txBox="1"/>
            <p:nvPr/>
          </p:nvSpPr>
          <p:spPr>
            <a:xfrm>
              <a:off x="17924603" y="716004"/>
              <a:ext cx="319126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on Reliable Neighbors</a:t>
              </a: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BBA653B-DE40-0598-6997-B398B22525E1}"/>
                </a:ext>
              </a:extLst>
            </p:cNvPr>
            <p:cNvGrpSpPr/>
            <p:nvPr/>
          </p:nvGrpSpPr>
          <p:grpSpPr>
            <a:xfrm>
              <a:off x="19915590" y="2695695"/>
              <a:ext cx="432000" cy="736123"/>
              <a:chOff x="9853960" y="7817388"/>
              <a:chExt cx="432000" cy="736123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F5A21577-516C-0F21-DCB8-C620069A3C3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F52C44FB-A140-0AF0-7E3A-64F976E64753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E7BD7554-CA3C-65D0-9934-45118AEEDAD9}"/>
                </a:ext>
              </a:extLst>
            </p:cNvPr>
            <p:cNvGrpSpPr/>
            <p:nvPr/>
          </p:nvGrpSpPr>
          <p:grpSpPr>
            <a:xfrm>
              <a:off x="19915590" y="1071927"/>
              <a:ext cx="432000" cy="736123"/>
              <a:chOff x="9853960" y="7817388"/>
              <a:chExt cx="432000" cy="736123"/>
            </a:xfrm>
          </p:grpSpPr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id="{E5416D3C-6765-C67E-370D-236F1BBD3A2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384BA076-0B7D-2A18-6B69-C20D8AC24F8D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C239911E-FA94-4E74-9D61-983248D127CB}"/>
                </a:ext>
              </a:extLst>
            </p:cNvPr>
            <p:cNvGrpSpPr/>
            <p:nvPr/>
          </p:nvGrpSpPr>
          <p:grpSpPr>
            <a:xfrm>
              <a:off x="20379925" y="1881358"/>
              <a:ext cx="432000" cy="736123"/>
              <a:chOff x="9853960" y="7817388"/>
              <a:chExt cx="432000" cy="736123"/>
            </a:xfrm>
          </p:grpSpPr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1A04FA07-B1EA-557F-C104-62725075455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90C3B050-E906-F812-92C5-E04D921CF4E2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78A41A3-AF04-BE35-967F-87C078F35CEB}"/>
                </a:ext>
              </a:extLst>
            </p:cNvPr>
            <p:cNvGrpSpPr/>
            <p:nvPr/>
          </p:nvGrpSpPr>
          <p:grpSpPr>
            <a:xfrm>
              <a:off x="18524485" y="1876446"/>
              <a:ext cx="432000" cy="736123"/>
              <a:chOff x="9853960" y="7817388"/>
              <a:chExt cx="432000" cy="736123"/>
            </a:xfrm>
          </p:grpSpPr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26A1CCB8-CD29-84A0-75F7-83EDAE2F4E3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BADF51CB-3FE8-D80E-909B-E21BA315710D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AF52F44-93B0-7B6F-A0AF-BC01984BA0C4}"/>
                </a:ext>
              </a:extLst>
            </p:cNvPr>
            <p:cNvGrpSpPr/>
            <p:nvPr/>
          </p:nvGrpSpPr>
          <p:grpSpPr>
            <a:xfrm>
              <a:off x="18988820" y="2690934"/>
              <a:ext cx="432000" cy="736123"/>
              <a:chOff x="9853960" y="7817388"/>
              <a:chExt cx="432000" cy="736123"/>
            </a:xfrm>
          </p:grpSpPr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5656986B-E9C8-6F58-8767-6A325D4196F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5369A82B-0E02-87A7-0ED8-78C8F24E3EC5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C92BBCD0-3A35-F0B7-89C5-9604200E54A7}"/>
                </a:ext>
              </a:extLst>
            </p:cNvPr>
            <p:cNvGrpSpPr/>
            <p:nvPr/>
          </p:nvGrpSpPr>
          <p:grpSpPr>
            <a:xfrm>
              <a:off x="18988820" y="1067166"/>
              <a:ext cx="432000" cy="736123"/>
              <a:chOff x="9853960" y="7817388"/>
              <a:chExt cx="432000" cy="736123"/>
            </a:xfrm>
          </p:grpSpPr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7751E7B0-10E7-E007-737C-D958DF3D3B1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2E969846-0EE7-30DF-8727-5D3A182B4D78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20D61C6C-FCE6-3836-3954-49308FE5CB1E}"/>
                </a:ext>
              </a:extLst>
            </p:cNvPr>
            <p:cNvGrpSpPr/>
            <p:nvPr/>
          </p:nvGrpSpPr>
          <p:grpSpPr>
            <a:xfrm>
              <a:off x="19453155" y="1876597"/>
              <a:ext cx="432000" cy="736123"/>
              <a:chOff x="9853960" y="7817388"/>
              <a:chExt cx="432000" cy="736123"/>
            </a:xfrm>
          </p:grpSpPr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16E3B9F9-A197-F599-7C24-A36F0DCB7B8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5D2533B7-6ECA-4D1F-4129-B47BFE1D9456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FC6C6B5D-3139-3257-9FCE-B1D76F0CA224}"/>
              </a:ext>
            </a:extLst>
          </p:cNvPr>
          <p:cNvGrpSpPr/>
          <p:nvPr/>
        </p:nvGrpSpPr>
        <p:grpSpPr>
          <a:xfrm>
            <a:off x="13570611" y="5073368"/>
            <a:ext cx="3067205" cy="2782782"/>
            <a:chOff x="17976358" y="4099504"/>
            <a:chExt cx="3067205" cy="2782782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0459D2A4-82F6-F020-F413-EB5F6AE0B7CF}"/>
                </a:ext>
              </a:extLst>
            </p:cNvPr>
            <p:cNvSpPr/>
            <p:nvPr/>
          </p:nvSpPr>
          <p:spPr>
            <a:xfrm>
              <a:off x="17976358" y="4099504"/>
              <a:ext cx="3067205" cy="2782782"/>
            </a:xfrm>
            <a:prstGeom prst="roundRect">
              <a:avLst>
                <a:gd name="adj" fmla="val 966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02EA5AD3-C5A7-DAF4-6EDD-9438FF03D442}"/>
                </a:ext>
              </a:extLst>
            </p:cNvPr>
            <p:cNvGrpSpPr/>
            <p:nvPr/>
          </p:nvGrpSpPr>
          <p:grpSpPr>
            <a:xfrm>
              <a:off x="19923685" y="4463014"/>
              <a:ext cx="432000" cy="736124"/>
              <a:chOff x="11135628" y="7710623"/>
              <a:chExt cx="432000" cy="736124"/>
            </a:xfrm>
          </p:grpSpPr>
          <p:pic>
            <p:nvPicPr>
              <p:cNvPr id="93" name="图片 92">
                <a:extLst>
                  <a:ext uri="{FF2B5EF4-FFF2-40B4-BE49-F238E27FC236}">
                    <a16:creationId xmlns:a16="http://schemas.microsoft.com/office/drawing/2014/main" id="{A22E2BB8-3569-23A4-B17D-CF2EA4E7D0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11135628" y="785825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614EBA04-4A88-AD41-3532-4B749FDA11F6}"/>
                  </a:ext>
                </a:extLst>
              </p:cNvPr>
              <p:cNvSpPr/>
              <p:nvPr/>
            </p:nvSpPr>
            <p:spPr>
              <a:xfrm>
                <a:off x="11273580" y="7710623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63766169-07CD-59D4-A654-9E521E6D3619}"/>
                </a:ext>
              </a:extLst>
            </p:cNvPr>
            <p:cNvGrpSpPr/>
            <p:nvPr/>
          </p:nvGrpSpPr>
          <p:grpSpPr>
            <a:xfrm>
              <a:off x="20390255" y="5271545"/>
              <a:ext cx="432000" cy="736123"/>
              <a:chOff x="10494794" y="7932460"/>
              <a:chExt cx="432000" cy="736123"/>
            </a:xfrm>
          </p:grpSpPr>
          <p:pic>
            <p:nvPicPr>
              <p:cNvPr id="91" name="图片 90">
                <a:extLst>
                  <a:ext uri="{FF2B5EF4-FFF2-40B4-BE49-F238E27FC236}">
                    <a16:creationId xmlns:a16="http://schemas.microsoft.com/office/drawing/2014/main" id="{6429EE5B-6038-D977-C99E-79003154064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10494794" y="8080088"/>
                <a:ext cx="432000" cy="588495"/>
              </a:xfrm>
              <a:prstGeom prst="rect">
                <a:avLst/>
              </a:prstGeom>
            </p:spPr>
          </p:pic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83632034-39B9-2750-7B6D-FAEE74BFC766}"/>
                  </a:ext>
                </a:extLst>
              </p:cNvPr>
              <p:cNvSpPr/>
              <p:nvPr/>
            </p:nvSpPr>
            <p:spPr>
              <a:xfrm>
                <a:off x="10632746" y="7932460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8DC27DDC-066C-1158-2D65-316C10E90525}"/>
                </a:ext>
              </a:extLst>
            </p:cNvPr>
            <p:cNvGrpSpPr/>
            <p:nvPr/>
          </p:nvGrpSpPr>
          <p:grpSpPr>
            <a:xfrm>
              <a:off x="19922782" y="6090852"/>
              <a:ext cx="432000" cy="736124"/>
              <a:chOff x="11135628" y="7710623"/>
              <a:chExt cx="432000" cy="736124"/>
            </a:xfrm>
          </p:grpSpPr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AB9D807A-0BEE-CB90-7A9E-F4AAFF597C4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11135628" y="785825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19405925-4871-57C8-43ED-D20A88E85E7C}"/>
                  </a:ext>
                </a:extLst>
              </p:cNvPr>
              <p:cNvSpPr/>
              <p:nvPr/>
            </p:nvSpPr>
            <p:spPr>
              <a:xfrm>
                <a:off x="11273580" y="771062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77603B7A-B19C-8823-9DA7-6267803A694D}"/>
                </a:ext>
              </a:extLst>
            </p:cNvPr>
            <p:cNvGrpSpPr/>
            <p:nvPr/>
          </p:nvGrpSpPr>
          <p:grpSpPr>
            <a:xfrm>
              <a:off x="18532949" y="5270572"/>
              <a:ext cx="432000" cy="736123"/>
              <a:chOff x="9853960" y="7817388"/>
              <a:chExt cx="432000" cy="736123"/>
            </a:xfrm>
          </p:grpSpPr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4129DFDC-0006-ED52-D370-F62FEA647FC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B4FB0F76-AF07-4906-5927-E57B89FEE990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A8FDB316-A98C-58CB-4510-30A6BE8CFEEA}"/>
                </a:ext>
              </a:extLst>
            </p:cNvPr>
            <p:cNvGrpSpPr/>
            <p:nvPr/>
          </p:nvGrpSpPr>
          <p:grpSpPr>
            <a:xfrm>
              <a:off x="18997284" y="6085060"/>
              <a:ext cx="432000" cy="736123"/>
              <a:chOff x="9853960" y="7817388"/>
              <a:chExt cx="432000" cy="736123"/>
            </a:xfrm>
          </p:grpSpPr>
          <p:pic>
            <p:nvPicPr>
              <p:cNvPr id="85" name="图片 84">
                <a:extLst>
                  <a:ext uri="{FF2B5EF4-FFF2-40B4-BE49-F238E27FC236}">
                    <a16:creationId xmlns:a16="http://schemas.microsoft.com/office/drawing/2014/main" id="{9FF85F86-B533-3880-C55D-294CD0E8FA4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FC418037-44D0-A460-AA57-BBB1C7E46F17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3F51B01A-40F6-6152-F0C8-6196225B3CF0}"/>
                </a:ext>
              </a:extLst>
            </p:cNvPr>
            <p:cNvGrpSpPr/>
            <p:nvPr/>
          </p:nvGrpSpPr>
          <p:grpSpPr>
            <a:xfrm>
              <a:off x="18997284" y="4461292"/>
              <a:ext cx="432000" cy="736123"/>
              <a:chOff x="9853960" y="7817388"/>
              <a:chExt cx="432000" cy="736123"/>
            </a:xfrm>
          </p:grpSpPr>
          <p:pic>
            <p:nvPicPr>
              <p:cNvPr id="83" name="图片 82">
                <a:extLst>
                  <a:ext uri="{FF2B5EF4-FFF2-40B4-BE49-F238E27FC236}">
                    <a16:creationId xmlns:a16="http://schemas.microsoft.com/office/drawing/2014/main" id="{4194A94E-1270-1B86-319C-528FB34D74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591800D4-D971-F540-693C-764414849E9D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D7F33854-2389-BF09-5B99-64B08B89AF23}"/>
                </a:ext>
              </a:extLst>
            </p:cNvPr>
            <p:cNvGrpSpPr/>
            <p:nvPr/>
          </p:nvGrpSpPr>
          <p:grpSpPr>
            <a:xfrm>
              <a:off x="19461619" y="5270723"/>
              <a:ext cx="432000" cy="736123"/>
              <a:chOff x="9853960" y="7817388"/>
              <a:chExt cx="432000" cy="736123"/>
            </a:xfrm>
          </p:grpSpPr>
          <p:pic>
            <p:nvPicPr>
              <p:cNvPr id="81" name="图片 80">
                <a:extLst>
                  <a:ext uri="{FF2B5EF4-FFF2-40B4-BE49-F238E27FC236}">
                    <a16:creationId xmlns:a16="http://schemas.microsoft.com/office/drawing/2014/main" id="{1C99DC58-4B89-51B9-7D70-7D5B2388B7B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9853960" y="796501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65BABF1B-B92D-540B-F9CA-97FDC6331BF8}"/>
                  </a:ext>
                </a:extLst>
              </p:cNvPr>
              <p:cNvSpPr/>
              <p:nvPr/>
            </p:nvSpPr>
            <p:spPr>
              <a:xfrm>
                <a:off x="9991912" y="7817388"/>
                <a:ext cx="147628" cy="147628"/>
              </a:xfrm>
              <a:prstGeom prst="ellipse">
                <a:avLst/>
              </a:prstGeom>
              <a:solidFill>
                <a:srgbClr val="C66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75B9C79F-4796-AA9D-F86C-44F73348BAF6}"/>
                </a:ext>
              </a:extLst>
            </p:cNvPr>
            <p:cNvSpPr txBox="1"/>
            <p:nvPr/>
          </p:nvSpPr>
          <p:spPr>
            <a:xfrm>
              <a:off x="18087841" y="4109613"/>
              <a:ext cx="28759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on Noisy Neighbors</a:t>
              </a:r>
            </a:p>
          </p:txBody>
        </p:sp>
      </p:grpSp>
      <p:sp>
        <p:nvSpPr>
          <p:cNvPr id="95" name="箭头: 右 94">
            <a:extLst>
              <a:ext uri="{FF2B5EF4-FFF2-40B4-BE49-F238E27FC236}">
                <a16:creationId xmlns:a16="http://schemas.microsoft.com/office/drawing/2014/main" id="{BD916679-BA1F-1EF8-C4F4-6129128A57CE}"/>
              </a:ext>
            </a:extLst>
          </p:cNvPr>
          <p:cNvSpPr/>
          <p:nvPr/>
        </p:nvSpPr>
        <p:spPr>
          <a:xfrm rot="10800000">
            <a:off x="13043773" y="2573645"/>
            <a:ext cx="471325" cy="458562"/>
          </a:xfrm>
          <a:prstGeom prst="rightArrow">
            <a:avLst>
              <a:gd name="adj1" fmla="val 50000"/>
              <a:gd name="adj2" fmla="val 56126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箭头: 右 95">
            <a:extLst>
              <a:ext uri="{FF2B5EF4-FFF2-40B4-BE49-F238E27FC236}">
                <a16:creationId xmlns:a16="http://schemas.microsoft.com/office/drawing/2014/main" id="{7FDE383A-D90E-E51F-6C76-BEBDD959967F}"/>
              </a:ext>
            </a:extLst>
          </p:cNvPr>
          <p:cNvSpPr/>
          <p:nvPr/>
        </p:nvSpPr>
        <p:spPr>
          <a:xfrm>
            <a:off x="9394210" y="6040112"/>
            <a:ext cx="471325" cy="458562"/>
          </a:xfrm>
          <a:prstGeom prst="rightArrow">
            <a:avLst>
              <a:gd name="adj1" fmla="val 50000"/>
              <a:gd name="adj2" fmla="val 5612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箭头: 右 96">
            <a:extLst>
              <a:ext uri="{FF2B5EF4-FFF2-40B4-BE49-F238E27FC236}">
                <a16:creationId xmlns:a16="http://schemas.microsoft.com/office/drawing/2014/main" id="{50C7E5F9-60A5-96DF-0F46-883EC008AFFA}"/>
              </a:ext>
            </a:extLst>
          </p:cNvPr>
          <p:cNvSpPr/>
          <p:nvPr/>
        </p:nvSpPr>
        <p:spPr>
          <a:xfrm rot="10800000">
            <a:off x="13043770" y="6040112"/>
            <a:ext cx="471325" cy="458562"/>
          </a:xfrm>
          <a:prstGeom prst="rightArrow">
            <a:avLst>
              <a:gd name="adj1" fmla="val 50000"/>
              <a:gd name="adj2" fmla="val 5612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5B5AD75-84C7-BBB2-56FE-0ADB8AA0E12E}"/>
              </a:ext>
            </a:extLst>
          </p:cNvPr>
          <p:cNvGrpSpPr/>
          <p:nvPr/>
        </p:nvGrpSpPr>
        <p:grpSpPr>
          <a:xfrm>
            <a:off x="9921052" y="1212453"/>
            <a:ext cx="3067205" cy="3263462"/>
            <a:chOff x="14326798" y="339617"/>
            <a:chExt cx="3067205" cy="3263462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954DBA18-A7E9-A4E6-1236-8202024BB40D}"/>
                </a:ext>
              </a:extLst>
            </p:cNvPr>
            <p:cNvGrpSpPr/>
            <p:nvPr/>
          </p:nvGrpSpPr>
          <p:grpSpPr>
            <a:xfrm>
              <a:off x="14326798" y="339617"/>
              <a:ext cx="3067205" cy="2813471"/>
              <a:chOff x="14326798" y="705378"/>
              <a:chExt cx="3067205" cy="2813471"/>
            </a:xfrm>
          </p:grpSpPr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2956FE74-A5B6-2FF3-4FDA-5886D93CECF0}"/>
                  </a:ext>
                </a:extLst>
              </p:cNvPr>
              <p:cNvGrpSpPr/>
              <p:nvPr/>
            </p:nvGrpSpPr>
            <p:grpSpPr>
              <a:xfrm>
                <a:off x="14326798" y="705378"/>
                <a:ext cx="3067205" cy="2813471"/>
                <a:chOff x="14212496" y="705379"/>
                <a:chExt cx="3067205" cy="2813471"/>
              </a:xfrm>
            </p:grpSpPr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42279204-981D-020B-AFB9-50B359C0A719}"/>
                    </a:ext>
                  </a:extLst>
                </p:cNvPr>
                <p:cNvSpPr/>
                <p:nvPr/>
              </p:nvSpPr>
              <p:spPr>
                <a:xfrm>
                  <a:off x="14212496" y="705379"/>
                  <a:ext cx="3067205" cy="2813471"/>
                </a:xfrm>
                <a:prstGeom prst="roundRect">
                  <a:avLst>
                    <a:gd name="adj" fmla="val 9668"/>
                  </a:avLst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A8F6264-F500-E142-0F32-73FDBC24964E}"/>
                    </a:ext>
                  </a:extLst>
                </p:cNvPr>
                <p:cNvSpPr txBox="1"/>
                <p:nvPr/>
              </p:nvSpPr>
              <p:spPr>
                <a:xfrm>
                  <a:off x="14725302" y="707538"/>
                  <a:ext cx="22736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Only </a:t>
                  </a:r>
                  <a:r>
                    <a:rPr lang="en-US" altLang="zh-CN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Positive</a:t>
                  </a:r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Relations </a:t>
                  </a:r>
                  <a:endPara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05" name="组合 104">
                  <a:extLst>
                    <a:ext uri="{FF2B5EF4-FFF2-40B4-BE49-F238E27FC236}">
                      <a16:creationId xmlns:a16="http://schemas.microsoft.com/office/drawing/2014/main" id="{D28964C1-BBD9-94A9-74EB-593BBB61CE96}"/>
                    </a:ext>
                  </a:extLst>
                </p:cNvPr>
                <p:cNvGrpSpPr/>
                <p:nvPr/>
              </p:nvGrpSpPr>
              <p:grpSpPr>
                <a:xfrm>
                  <a:off x="14634685" y="1092422"/>
                  <a:ext cx="2290516" cy="2359891"/>
                  <a:chOff x="19238737" y="3546022"/>
                  <a:chExt cx="2290516" cy="2359891"/>
                </a:xfrm>
              </p:grpSpPr>
              <p:grpSp>
                <p:nvGrpSpPr>
                  <p:cNvPr id="106" name="组合 105">
                    <a:extLst>
                      <a:ext uri="{FF2B5EF4-FFF2-40B4-BE49-F238E27FC236}">
                        <a16:creationId xmlns:a16="http://schemas.microsoft.com/office/drawing/2014/main" id="{D46B0DD7-C509-F2B9-05F3-97BC07B4C919}"/>
                      </a:ext>
                    </a:extLst>
                  </p:cNvPr>
                  <p:cNvGrpSpPr/>
                  <p:nvPr/>
                </p:nvGrpSpPr>
                <p:grpSpPr>
                  <a:xfrm>
                    <a:off x="21097253" y="4352127"/>
                    <a:ext cx="432000" cy="736123"/>
                    <a:chOff x="9853960" y="7817388"/>
                    <a:chExt cx="432000" cy="736123"/>
                  </a:xfrm>
                </p:grpSpPr>
                <p:pic>
                  <p:nvPicPr>
                    <p:cNvPr id="131" name="图片 130">
                      <a:extLst>
                        <a:ext uri="{FF2B5EF4-FFF2-40B4-BE49-F238E27FC236}">
                          <a16:creationId xmlns:a16="http://schemas.microsoft.com/office/drawing/2014/main" id="{595CAD84-2A92-0082-C8FF-B954D3DDE430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9853960" y="7965016"/>
                      <a:ext cx="432000" cy="58849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2" name="椭圆 131">
                      <a:extLst>
                        <a:ext uri="{FF2B5EF4-FFF2-40B4-BE49-F238E27FC236}">
                          <a16:creationId xmlns:a16="http://schemas.microsoft.com/office/drawing/2014/main" id="{0A821867-4672-01F1-C082-6954E5C839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1912" y="7817388"/>
                      <a:ext cx="147628" cy="147628"/>
                    </a:xfrm>
                    <a:prstGeom prst="ellipse">
                      <a:avLst/>
                    </a:prstGeom>
                    <a:solidFill>
                      <a:srgbClr val="C6672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07" name="直接连接符 106">
                    <a:extLst>
                      <a:ext uri="{FF2B5EF4-FFF2-40B4-BE49-F238E27FC236}">
                        <a16:creationId xmlns:a16="http://schemas.microsoft.com/office/drawing/2014/main" id="{8845E913-E219-F188-0BA8-F2B09A654555}"/>
                      </a:ext>
                    </a:extLst>
                  </p:cNvPr>
                  <p:cNvCxnSpPr>
                    <a:cxnSpLocks/>
                    <a:endCxn id="123" idx="2"/>
                  </p:cNvCxnSpPr>
                  <p:nvPr/>
                </p:nvCxnSpPr>
                <p:spPr>
                  <a:xfrm flipH="1" flipV="1">
                    <a:off x="19919072" y="4282145"/>
                    <a:ext cx="266619" cy="245732"/>
                  </a:xfrm>
                  <a:prstGeom prst="line">
                    <a:avLst/>
                  </a:prstGeom>
                  <a:ln w="50800">
                    <a:solidFill>
                      <a:srgbClr val="FF0000"/>
                    </a:solidFill>
                    <a:prstDash val="solid"/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8" name="组合 107">
                    <a:extLst>
                      <a:ext uri="{FF2B5EF4-FFF2-40B4-BE49-F238E27FC236}">
                        <a16:creationId xmlns:a16="http://schemas.microsoft.com/office/drawing/2014/main" id="{5D7B5345-AE2C-F0AD-7231-A7187F4D4FF7}"/>
                      </a:ext>
                    </a:extLst>
                  </p:cNvPr>
                  <p:cNvGrpSpPr/>
                  <p:nvPr/>
                </p:nvGrpSpPr>
                <p:grpSpPr>
                  <a:xfrm>
                    <a:off x="20631742" y="5169789"/>
                    <a:ext cx="432000" cy="736124"/>
                    <a:chOff x="11135628" y="7710623"/>
                    <a:chExt cx="432000" cy="736124"/>
                  </a:xfrm>
                </p:grpSpPr>
                <p:pic>
                  <p:nvPicPr>
                    <p:cNvPr id="129" name="图片 128">
                      <a:extLst>
                        <a:ext uri="{FF2B5EF4-FFF2-40B4-BE49-F238E27FC236}">
                          <a16:creationId xmlns:a16="http://schemas.microsoft.com/office/drawing/2014/main" id="{02AFA575-F05E-B504-C8E0-59472F371B1E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4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11135628" y="7858251"/>
                      <a:ext cx="432000" cy="5884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0" name="椭圆 129">
                      <a:extLst>
                        <a:ext uri="{FF2B5EF4-FFF2-40B4-BE49-F238E27FC236}">
                          <a16:creationId xmlns:a16="http://schemas.microsoft.com/office/drawing/2014/main" id="{1CCA410F-E5CD-8D2F-C6F8-8708F9484F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73580" y="7710623"/>
                      <a:ext cx="147628" cy="147628"/>
                    </a:xfrm>
                    <a:prstGeom prst="ellipse">
                      <a:avLst/>
                    </a:prstGeom>
                    <a:solidFill>
                      <a:srgbClr val="D8A22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09" name="组合 108">
                    <a:extLst>
                      <a:ext uri="{FF2B5EF4-FFF2-40B4-BE49-F238E27FC236}">
                        <a16:creationId xmlns:a16="http://schemas.microsoft.com/office/drawing/2014/main" id="{E7E8E35D-D203-9B7D-1A31-353EFBB6BF3B}"/>
                      </a:ext>
                    </a:extLst>
                  </p:cNvPr>
                  <p:cNvGrpSpPr/>
                  <p:nvPr/>
                </p:nvGrpSpPr>
                <p:grpSpPr>
                  <a:xfrm>
                    <a:off x="19238737" y="4354848"/>
                    <a:ext cx="432000" cy="736124"/>
                    <a:chOff x="11135628" y="7710623"/>
                    <a:chExt cx="432000" cy="736124"/>
                  </a:xfrm>
                </p:grpSpPr>
                <p:pic>
                  <p:nvPicPr>
                    <p:cNvPr id="127" name="图片 126">
                      <a:extLst>
                        <a:ext uri="{FF2B5EF4-FFF2-40B4-BE49-F238E27FC236}">
                          <a16:creationId xmlns:a16="http://schemas.microsoft.com/office/drawing/2014/main" id="{38B180AE-70FE-7C33-4EA4-70C6EB7C71F2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6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11135628" y="7858251"/>
                      <a:ext cx="432000" cy="5884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28" name="椭圆 127">
                      <a:extLst>
                        <a:ext uri="{FF2B5EF4-FFF2-40B4-BE49-F238E27FC236}">
                          <a16:creationId xmlns:a16="http://schemas.microsoft.com/office/drawing/2014/main" id="{8E6080FA-D648-5FD8-A39F-721E92A617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73580" y="7710623"/>
                      <a:ext cx="147628" cy="147628"/>
                    </a:xfrm>
                    <a:prstGeom prst="ellipse">
                      <a:avLst/>
                    </a:prstGeom>
                    <a:solidFill>
                      <a:srgbClr val="61943E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10" name="组合 109">
                    <a:extLst>
                      <a:ext uri="{FF2B5EF4-FFF2-40B4-BE49-F238E27FC236}">
                        <a16:creationId xmlns:a16="http://schemas.microsoft.com/office/drawing/2014/main" id="{49C91B2A-5F9D-A87F-6232-D31D701A77C4}"/>
                      </a:ext>
                    </a:extLst>
                  </p:cNvPr>
                  <p:cNvGrpSpPr/>
                  <p:nvPr/>
                </p:nvGrpSpPr>
                <p:grpSpPr>
                  <a:xfrm>
                    <a:off x="19703072" y="5169790"/>
                    <a:ext cx="432000" cy="736123"/>
                    <a:chOff x="9853960" y="7817388"/>
                    <a:chExt cx="432000" cy="736123"/>
                  </a:xfrm>
                </p:grpSpPr>
                <p:pic>
                  <p:nvPicPr>
                    <p:cNvPr id="125" name="图片 124">
                      <a:extLst>
                        <a:ext uri="{FF2B5EF4-FFF2-40B4-BE49-F238E27FC236}">
                          <a16:creationId xmlns:a16="http://schemas.microsoft.com/office/drawing/2014/main" id="{F9DAEB63-7ABD-73D0-CFFB-E4E66741A05F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9853960" y="7965016"/>
                      <a:ext cx="432000" cy="58849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26" name="椭圆 125">
                      <a:extLst>
                        <a:ext uri="{FF2B5EF4-FFF2-40B4-BE49-F238E27FC236}">
                          <a16:creationId xmlns:a16="http://schemas.microsoft.com/office/drawing/2014/main" id="{C44A9797-CE67-6220-3985-C001638FF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1912" y="7817388"/>
                      <a:ext cx="147628" cy="147628"/>
                    </a:xfrm>
                    <a:prstGeom prst="ellipse">
                      <a:avLst/>
                    </a:prstGeom>
                    <a:solidFill>
                      <a:srgbClr val="C6672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11" name="组合 110">
                    <a:extLst>
                      <a:ext uri="{FF2B5EF4-FFF2-40B4-BE49-F238E27FC236}">
                        <a16:creationId xmlns:a16="http://schemas.microsoft.com/office/drawing/2014/main" id="{D898DA25-DF0E-2052-4788-3AE3058F5645}"/>
                      </a:ext>
                    </a:extLst>
                  </p:cNvPr>
                  <p:cNvGrpSpPr/>
                  <p:nvPr/>
                </p:nvGrpSpPr>
                <p:grpSpPr>
                  <a:xfrm>
                    <a:off x="19703072" y="3546022"/>
                    <a:ext cx="432000" cy="736123"/>
                    <a:chOff x="9853960" y="7817388"/>
                    <a:chExt cx="432000" cy="736123"/>
                  </a:xfrm>
                </p:grpSpPr>
                <p:pic>
                  <p:nvPicPr>
                    <p:cNvPr id="123" name="图片 122">
                      <a:extLst>
                        <a:ext uri="{FF2B5EF4-FFF2-40B4-BE49-F238E27FC236}">
                          <a16:creationId xmlns:a16="http://schemas.microsoft.com/office/drawing/2014/main" id="{32C6406D-9893-5A04-2937-4064BB2469C8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9853960" y="7965016"/>
                      <a:ext cx="432000" cy="58849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24" name="椭圆 123">
                      <a:extLst>
                        <a:ext uri="{FF2B5EF4-FFF2-40B4-BE49-F238E27FC236}">
                          <a16:creationId xmlns:a16="http://schemas.microsoft.com/office/drawing/2014/main" id="{79C99184-E6CC-422E-A3D3-BA78885BFB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1912" y="7817388"/>
                      <a:ext cx="147628" cy="147628"/>
                    </a:xfrm>
                    <a:prstGeom prst="ellipse">
                      <a:avLst/>
                    </a:prstGeom>
                    <a:solidFill>
                      <a:srgbClr val="C6672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12" name="组合 111">
                    <a:extLst>
                      <a:ext uri="{FF2B5EF4-FFF2-40B4-BE49-F238E27FC236}">
                        <a16:creationId xmlns:a16="http://schemas.microsoft.com/office/drawing/2014/main" id="{A048632B-0E93-A1CA-200C-951616230029}"/>
                      </a:ext>
                    </a:extLst>
                  </p:cNvPr>
                  <p:cNvGrpSpPr/>
                  <p:nvPr/>
                </p:nvGrpSpPr>
                <p:grpSpPr>
                  <a:xfrm>
                    <a:off x="20167407" y="4355453"/>
                    <a:ext cx="432000" cy="736123"/>
                    <a:chOff x="9853960" y="7817388"/>
                    <a:chExt cx="432000" cy="736123"/>
                  </a:xfrm>
                </p:grpSpPr>
                <p:pic>
                  <p:nvPicPr>
                    <p:cNvPr id="121" name="图片 120">
                      <a:extLst>
                        <a:ext uri="{FF2B5EF4-FFF2-40B4-BE49-F238E27FC236}">
                          <a16:creationId xmlns:a16="http://schemas.microsoft.com/office/drawing/2014/main" id="{ED407FFF-68C0-554A-5361-F75AEECBE7FB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9853960" y="7965016"/>
                      <a:ext cx="432000" cy="58849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22" name="椭圆 121">
                      <a:extLst>
                        <a:ext uri="{FF2B5EF4-FFF2-40B4-BE49-F238E27FC236}">
                          <a16:creationId xmlns:a16="http://schemas.microsoft.com/office/drawing/2014/main" id="{17720238-93AD-990F-A4C4-3CC1B5915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91912" y="7817388"/>
                      <a:ext cx="147628" cy="147628"/>
                    </a:xfrm>
                    <a:prstGeom prst="ellipse">
                      <a:avLst/>
                    </a:prstGeom>
                    <a:solidFill>
                      <a:srgbClr val="C66727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13" name="组合 112">
                    <a:extLst>
                      <a:ext uri="{FF2B5EF4-FFF2-40B4-BE49-F238E27FC236}">
                        <a16:creationId xmlns:a16="http://schemas.microsoft.com/office/drawing/2014/main" id="{DBF2DC77-3B3C-01C9-0830-C84922ADC835}"/>
                      </a:ext>
                    </a:extLst>
                  </p:cNvPr>
                  <p:cNvGrpSpPr/>
                  <p:nvPr/>
                </p:nvGrpSpPr>
                <p:grpSpPr>
                  <a:xfrm>
                    <a:off x="20631742" y="3546022"/>
                    <a:ext cx="432000" cy="736123"/>
                    <a:chOff x="10494794" y="7932460"/>
                    <a:chExt cx="432000" cy="736123"/>
                  </a:xfrm>
                </p:grpSpPr>
                <p:pic>
                  <p:nvPicPr>
                    <p:cNvPr id="119" name="图片 118">
                      <a:extLst>
                        <a:ext uri="{FF2B5EF4-FFF2-40B4-BE49-F238E27FC236}">
                          <a16:creationId xmlns:a16="http://schemas.microsoft.com/office/drawing/2014/main" id="{90FABCB0-E1B3-6C96-436B-EC30EE16CDD3}"/>
                        </a:ext>
                      </a:extLst>
                    </p:cNvPr>
                    <p:cNvPicPr preferRelativeResize="0">
                      <a:picLocks/>
                    </p:cNvPicPr>
                    <p:nvPr/>
                  </p:nvPicPr>
                  <p:blipFill>
                    <a:blip r:embed="rId4">
                      <a:duotone>
                        <a:schemeClr val="accent1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ackgroundRemoval t="926" b="98380" l="5714" r="89143">
                                  <a14:foregroundMark x1="44571" y1="9722" x2="44571" y2="9722"/>
                                  <a14:foregroundMark x1="60571" y1="30787" x2="60571" y2="30787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t="18265"/>
                    <a:stretch>
                      <a:fillRect/>
                    </a:stretch>
                  </p:blipFill>
                  <p:spPr>
                    <a:xfrm>
                      <a:off x="10494794" y="8080088"/>
                      <a:ext cx="432000" cy="58849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20" name="椭圆 119">
                      <a:extLst>
                        <a:ext uri="{FF2B5EF4-FFF2-40B4-BE49-F238E27FC236}">
                          <a16:creationId xmlns:a16="http://schemas.microsoft.com/office/drawing/2014/main" id="{59DAA20E-015A-F8E8-8E92-D106DCE36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32746" y="7932460"/>
                      <a:ext cx="147628" cy="147628"/>
                    </a:xfrm>
                    <a:prstGeom prst="ellipse">
                      <a:avLst/>
                    </a:prstGeom>
                    <a:solidFill>
                      <a:srgbClr val="3960A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14" name="直接连接符 113">
                    <a:extLst>
                      <a:ext uri="{FF2B5EF4-FFF2-40B4-BE49-F238E27FC236}">
                        <a16:creationId xmlns:a16="http://schemas.microsoft.com/office/drawing/2014/main" id="{4335CCD6-F4A2-EA4C-D8E1-B3D2E62A0D85}"/>
                      </a:ext>
                    </a:extLst>
                  </p:cNvPr>
                  <p:cNvCxnSpPr>
                    <a:cxnSpLocks/>
                    <a:endCxn id="121" idx="3"/>
                  </p:cNvCxnSpPr>
                  <p:nvPr/>
                </p:nvCxnSpPr>
                <p:spPr>
                  <a:xfrm flipH="1">
                    <a:off x="20599407" y="4797329"/>
                    <a:ext cx="496669" cy="0"/>
                  </a:xfrm>
                  <a:prstGeom prst="line">
                    <a:avLst/>
                  </a:prstGeom>
                  <a:ln w="50800">
                    <a:solidFill>
                      <a:srgbClr val="FF0000"/>
                    </a:solidFill>
                    <a:prstDash val="solid"/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直接连接符 114">
                    <a:extLst>
                      <a:ext uri="{FF2B5EF4-FFF2-40B4-BE49-F238E27FC236}">
                        <a16:creationId xmlns:a16="http://schemas.microsoft.com/office/drawing/2014/main" id="{9FB8BBD5-D67E-7AD1-1A5D-0C1DE1AFE9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052381" y="5066176"/>
                    <a:ext cx="206065" cy="272744"/>
                  </a:xfrm>
                  <a:prstGeom prst="line">
                    <a:avLst/>
                  </a:prstGeom>
                  <a:ln w="50800">
                    <a:solidFill>
                      <a:srgbClr val="FF0000"/>
                    </a:solidFill>
                    <a:prstDash val="solid"/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直接连接符 115">
                    <a:extLst>
                      <a:ext uri="{FF2B5EF4-FFF2-40B4-BE49-F238E27FC236}">
                        <a16:creationId xmlns:a16="http://schemas.microsoft.com/office/drawing/2014/main" id="{2B7145B1-F359-C53D-A86E-ADBDA479D0DC}"/>
                      </a:ext>
                    </a:extLst>
                  </p:cNvPr>
                  <p:cNvCxnSpPr>
                    <a:cxnSpLocks/>
                    <a:stCxn id="121" idx="1"/>
                    <a:endCxn id="127" idx="3"/>
                  </p:cNvCxnSpPr>
                  <p:nvPr/>
                </p:nvCxnSpPr>
                <p:spPr>
                  <a:xfrm flipH="1" flipV="1">
                    <a:off x="19670737" y="4796724"/>
                    <a:ext cx="496670" cy="605"/>
                  </a:xfrm>
                  <a:prstGeom prst="line">
                    <a:avLst/>
                  </a:prstGeom>
                  <a:ln w="50800">
                    <a:solidFill>
                      <a:srgbClr val="FF0000"/>
                    </a:solidFill>
                    <a:prstDash val="solid"/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直接连接符 116">
                    <a:extLst>
                      <a:ext uri="{FF2B5EF4-FFF2-40B4-BE49-F238E27FC236}">
                        <a16:creationId xmlns:a16="http://schemas.microsoft.com/office/drawing/2014/main" id="{A5AC9A34-0479-7ED0-0CF7-A31BB667C7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0480634" y="5066176"/>
                    <a:ext cx="212896" cy="272744"/>
                  </a:xfrm>
                  <a:prstGeom prst="line">
                    <a:avLst/>
                  </a:prstGeom>
                  <a:ln w="50800">
                    <a:solidFill>
                      <a:srgbClr val="FF0000"/>
                    </a:solidFill>
                    <a:prstDash val="solid"/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直接连接符 117">
                    <a:extLst>
                      <a:ext uri="{FF2B5EF4-FFF2-40B4-BE49-F238E27FC236}">
                        <a16:creationId xmlns:a16="http://schemas.microsoft.com/office/drawing/2014/main" id="{166E0317-0239-F161-0E0E-B676F68E2596}"/>
                      </a:ext>
                    </a:extLst>
                  </p:cNvPr>
                  <p:cNvCxnSpPr>
                    <a:cxnSpLocks/>
                    <a:endCxn id="119" idx="2"/>
                  </p:cNvCxnSpPr>
                  <p:nvPr/>
                </p:nvCxnSpPr>
                <p:spPr>
                  <a:xfrm flipV="1">
                    <a:off x="20539319" y="4282145"/>
                    <a:ext cx="308423" cy="245732"/>
                  </a:xfrm>
                  <a:prstGeom prst="line">
                    <a:avLst/>
                  </a:prstGeom>
                  <a:ln w="50800">
                    <a:solidFill>
                      <a:srgbClr val="FF0000"/>
                    </a:solidFill>
                    <a:prstDash val="solid"/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EAA9FCB-F86E-306F-B3CB-11DEDABB5197}"/>
                  </a:ext>
                </a:extLst>
              </p:cNvPr>
              <p:cNvSpPr txBox="1"/>
              <p:nvPr/>
            </p:nvSpPr>
            <p:spPr>
              <a:xfrm>
                <a:off x="15049551" y="2014021"/>
                <a:ext cx="744114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Mixed</a:t>
                </a:r>
              </a:p>
            </p:txBody>
          </p:sp>
        </p:grp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79C20B0-060B-3F4A-8DB5-0E4A323E77C5}"/>
                </a:ext>
              </a:extLst>
            </p:cNvPr>
            <p:cNvSpPr txBox="1"/>
            <p:nvPr/>
          </p:nvSpPr>
          <p:spPr>
            <a:xfrm>
              <a:off x="14765722" y="3233747"/>
              <a:ext cx="23707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Existing Methods </a:t>
              </a:r>
              <a:endParaRPr lang="zh-CN" altLang="en-US" dirty="0"/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ECAFCB6-923B-0451-C2C6-F125486ADAFD}"/>
              </a:ext>
            </a:extLst>
          </p:cNvPr>
          <p:cNvGrpSpPr/>
          <p:nvPr/>
        </p:nvGrpSpPr>
        <p:grpSpPr>
          <a:xfrm>
            <a:off x="9788417" y="4678295"/>
            <a:ext cx="3340974" cy="3292857"/>
            <a:chOff x="14194163" y="3805459"/>
            <a:chExt cx="3340974" cy="3292857"/>
          </a:xfrm>
        </p:grpSpPr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53751D74-F363-FC78-5067-FE40DA10943A}"/>
                </a:ext>
              </a:extLst>
            </p:cNvPr>
            <p:cNvGrpSpPr/>
            <p:nvPr/>
          </p:nvGrpSpPr>
          <p:grpSpPr>
            <a:xfrm>
              <a:off x="14194163" y="3805459"/>
              <a:ext cx="3340974" cy="2839301"/>
              <a:chOff x="14194163" y="4099503"/>
              <a:chExt cx="3340974" cy="2839301"/>
            </a:xfrm>
          </p:grpSpPr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623EA243-3E8F-CC12-FF0C-F4388A5ABA9A}"/>
                  </a:ext>
                </a:extLst>
              </p:cNvPr>
              <p:cNvGrpSpPr/>
              <p:nvPr/>
            </p:nvGrpSpPr>
            <p:grpSpPr>
              <a:xfrm>
                <a:off x="14194163" y="4099503"/>
                <a:ext cx="3340974" cy="2839301"/>
                <a:chOff x="14194163" y="4099503"/>
                <a:chExt cx="3340974" cy="2839301"/>
              </a:xfrm>
            </p:grpSpPr>
            <p:grpSp>
              <p:nvGrpSpPr>
                <p:cNvPr id="138" name="组合 137">
                  <a:extLst>
                    <a:ext uri="{FF2B5EF4-FFF2-40B4-BE49-F238E27FC236}">
                      <a16:creationId xmlns:a16="http://schemas.microsoft.com/office/drawing/2014/main" id="{2EC89BCB-2B7F-5A2E-B969-1277F8399D40}"/>
                    </a:ext>
                  </a:extLst>
                </p:cNvPr>
                <p:cNvGrpSpPr/>
                <p:nvPr/>
              </p:nvGrpSpPr>
              <p:grpSpPr>
                <a:xfrm>
                  <a:off x="14326796" y="4099503"/>
                  <a:ext cx="3067205" cy="2839301"/>
                  <a:chOff x="14661247" y="4099503"/>
                  <a:chExt cx="3067205" cy="2839301"/>
                </a:xfrm>
              </p:grpSpPr>
              <p:sp>
                <p:nvSpPr>
                  <p:cNvPr id="140" name="矩形: 圆角 139">
                    <a:extLst>
                      <a:ext uri="{FF2B5EF4-FFF2-40B4-BE49-F238E27FC236}">
                        <a16:creationId xmlns:a16="http://schemas.microsoft.com/office/drawing/2014/main" id="{6A9014F1-BC2D-A361-13D9-496101333DC8}"/>
                      </a:ext>
                    </a:extLst>
                  </p:cNvPr>
                  <p:cNvSpPr/>
                  <p:nvPr/>
                </p:nvSpPr>
                <p:spPr>
                  <a:xfrm>
                    <a:off x="14661247" y="4099503"/>
                    <a:ext cx="3067205" cy="2839301"/>
                  </a:xfrm>
                  <a:prstGeom prst="roundRect">
                    <a:avLst>
                      <a:gd name="adj" fmla="val 9668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141" name="组合 140">
                    <a:extLst>
                      <a:ext uri="{FF2B5EF4-FFF2-40B4-BE49-F238E27FC236}">
                        <a16:creationId xmlns:a16="http://schemas.microsoft.com/office/drawing/2014/main" id="{A72EDDC8-0F78-AE77-47AC-201F9D1FF3CB}"/>
                      </a:ext>
                    </a:extLst>
                  </p:cNvPr>
                  <p:cNvGrpSpPr/>
                  <p:nvPr/>
                </p:nvGrpSpPr>
                <p:grpSpPr>
                  <a:xfrm>
                    <a:off x="14747165" y="4460543"/>
                    <a:ext cx="2836416" cy="2417662"/>
                    <a:chOff x="14066886" y="3824444"/>
                    <a:chExt cx="2836416" cy="2417662"/>
                  </a:xfrm>
                </p:grpSpPr>
                <p:grpSp>
                  <p:nvGrpSpPr>
                    <p:cNvPr id="142" name="组合 141">
                      <a:extLst>
                        <a:ext uri="{FF2B5EF4-FFF2-40B4-BE49-F238E27FC236}">
                          <a16:creationId xmlns:a16="http://schemas.microsoft.com/office/drawing/2014/main" id="{8E816E81-1694-AE27-0B25-2CDB09CAC9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270999" y="4660971"/>
                      <a:ext cx="432000" cy="736123"/>
                      <a:chOff x="9853960" y="7817388"/>
                      <a:chExt cx="432000" cy="736123"/>
                    </a:xfrm>
                  </p:grpSpPr>
                  <p:pic>
                    <p:nvPicPr>
                      <p:cNvPr id="167" name="图片 166">
                        <a:extLst>
                          <a:ext uri="{FF2B5EF4-FFF2-40B4-BE49-F238E27FC236}">
                            <a16:creationId xmlns:a16="http://schemas.microsoft.com/office/drawing/2014/main" id="{3BB2CC8E-E360-DEB9-6905-0B95F122AB66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2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9853960" y="7965016"/>
                        <a:ext cx="432000" cy="58849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68" name="椭圆 167">
                        <a:extLst>
                          <a:ext uri="{FF2B5EF4-FFF2-40B4-BE49-F238E27FC236}">
                            <a16:creationId xmlns:a16="http://schemas.microsoft.com/office/drawing/2014/main" id="{6746A7E2-0782-D3EC-7789-FC7580AADE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1912" y="7817388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C6672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143" name="直接连接符 142">
                      <a:extLst>
                        <a:ext uri="{FF2B5EF4-FFF2-40B4-BE49-F238E27FC236}">
                          <a16:creationId xmlns:a16="http://schemas.microsoft.com/office/drawing/2014/main" id="{2627BBE8-0EC1-42A9-DBFD-C12771874609}"/>
                        </a:ext>
                      </a:extLst>
                    </p:cNvPr>
                    <p:cNvCxnSpPr>
                      <a:cxnSpLocks/>
                      <a:endCxn id="159" idx="2"/>
                    </p:cNvCxnSpPr>
                    <p:nvPr/>
                  </p:nvCxnSpPr>
                  <p:spPr>
                    <a:xfrm flipH="1" flipV="1">
                      <a:off x="15102462" y="4585579"/>
                      <a:ext cx="266619" cy="245732"/>
                    </a:xfrm>
                    <a:prstGeom prst="line">
                      <a:avLst/>
                    </a:prstGeom>
                    <a:ln w="50800">
                      <a:solidFill>
                        <a:srgbClr val="FF0000"/>
                      </a:solidFill>
                      <a:prstDash val="solid"/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44" name="组合 143">
                      <a:extLst>
                        <a:ext uri="{FF2B5EF4-FFF2-40B4-BE49-F238E27FC236}">
                          <a16:creationId xmlns:a16="http://schemas.microsoft.com/office/drawing/2014/main" id="{8C2B3FF8-E704-B28A-1653-B5E6214323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471302" y="5505982"/>
                      <a:ext cx="432000" cy="736124"/>
                      <a:chOff x="11135628" y="7710623"/>
                      <a:chExt cx="432000" cy="736124"/>
                    </a:xfrm>
                  </p:grpSpPr>
                  <p:pic>
                    <p:nvPicPr>
                      <p:cNvPr id="165" name="图片 164">
                        <a:extLst>
                          <a:ext uri="{FF2B5EF4-FFF2-40B4-BE49-F238E27FC236}">
                            <a16:creationId xmlns:a16="http://schemas.microsoft.com/office/drawing/2014/main" id="{B2678FED-95F0-9204-10DB-F842270259A0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4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11135628" y="7858251"/>
                        <a:ext cx="432000" cy="588496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66" name="椭圆 165">
                        <a:extLst>
                          <a:ext uri="{FF2B5EF4-FFF2-40B4-BE49-F238E27FC236}">
                            <a16:creationId xmlns:a16="http://schemas.microsoft.com/office/drawing/2014/main" id="{B89F6CE2-E70E-4AF6-074F-569870C46D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273580" y="7710623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D8A22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5" name="组合 144">
                      <a:extLst>
                        <a:ext uri="{FF2B5EF4-FFF2-40B4-BE49-F238E27FC236}">
                          <a16:creationId xmlns:a16="http://schemas.microsoft.com/office/drawing/2014/main" id="{88F1D803-FC2D-A9AB-6103-4F3610532D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066886" y="4658282"/>
                      <a:ext cx="432000" cy="736124"/>
                      <a:chOff x="11135628" y="7710623"/>
                      <a:chExt cx="432000" cy="736124"/>
                    </a:xfrm>
                  </p:grpSpPr>
                  <p:pic>
                    <p:nvPicPr>
                      <p:cNvPr id="163" name="图片 162">
                        <a:extLst>
                          <a:ext uri="{FF2B5EF4-FFF2-40B4-BE49-F238E27FC236}">
                            <a16:creationId xmlns:a16="http://schemas.microsoft.com/office/drawing/2014/main" id="{CC67E8B0-76ED-3C1A-06FF-E72629899038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6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11135628" y="7858251"/>
                        <a:ext cx="432000" cy="588496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64" name="椭圆 163">
                        <a:extLst>
                          <a:ext uri="{FF2B5EF4-FFF2-40B4-BE49-F238E27FC236}">
                            <a16:creationId xmlns:a16="http://schemas.microsoft.com/office/drawing/2014/main" id="{6BD65867-29C6-D0E3-2BCA-A6BC668D3F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273580" y="7710623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61943E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6" name="组合 145">
                      <a:extLst>
                        <a:ext uri="{FF2B5EF4-FFF2-40B4-BE49-F238E27FC236}">
                          <a16:creationId xmlns:a16="http://schemas.microsoft.com/office/drawing/2014/main" id="{A3DF809F-E5C5-36AA-A597-AB08877828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86462" y="5473224"/>
                      <a:ext cx="432000" cy="736123"/>
                      <a:chOff x="9853960" y="7817388"/>
                      <a:chExt cx="432000" cy="736123"/>
                    </a:xfrm>
                  </p:grpSpPr>
                  <p:pic>
                    <p:nvPicPr>
                      <p:cNvPr id="161" name="图片 160">
                        <a:extLst>
                          <a:ext uri="{FF2B5EF4-FFF2-40B4-BE49-F238E27FC236}">
                            <a16:creationId xmlns:a16="http://schemas.microsoft.com/office/drawing/2014/main" id="{B127034D-7A6B-9A5B-36C7-969E8B941663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2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9853960" y="7965016"/>
                        <a:ext cx="432000" cy="58849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62" name="椭圆 161">
                        <a:extLst>
                          <a:ext uri="{FF2B5EF4-FFF2-40B4-BE49-F238E27FC236}">
                            <a16:creationId xmlns:a16="http://schemas.microsoft.com/office/drawing/2014/main" id="{94D3C387-DEDE-DCC6-FD4D-E8E542AF5D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1912" y="7817388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C6672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7" name="组合 146">
                      <a:extLst>
                        <a:ext uri="{FF2B5EF4-FFF2-40B4-BE49-F238E27FC236}">
                          <a16:creationId xmlns:a16="http://schemas.microsoft.com/office/drawing/2014/main" id="{CEE7B4BB-5177-3CBB-A315-A647A6EA71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86462" y="3849456"/>
                      <a:ext cx="432000" cy="736123"/>
                      <a:chOff x="9853960" y="7817388"/>
                      <a:chExt cx="432000" cy="736123"/>
                    </a:xfrm>
                  </p:grpSpPr>
                  <p:pic>
                    <p:nvPicPr>
                      <p:cNvPr id="159" name="图片 158">
                        <a:extLst>
                          <a:ext uri="{FF2B5EF4-FFF2-40B4-BE49-F238E27FC236}">
                            <a16:creationId xmlns:a16="http://schemas.microsoft.com/office/drawing/2014/main" id="{29C7728E-F781-4372-4A3A-F61A3FDA3B12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2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9853960" y="7965016"/>
                        <a:ext cx="432000" cy="58849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60" name="椭圆 159">
                        <a:extLst>
                          <a:ext uri="{FF2B5EF4-FFF2-40B4-BE49-F238E27FC236}">
                            <a16:creationId xmlns:a16="http://schemas.microsoft.com/office/drawing/2014/main" id="{818FE8DE-0F19-5A9A-F673-C1E75A43F6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1912" y="7817388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C6672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8" name="组合 147">
                      <a:extLst>
                        <a:ext uri="{FF2B5EF4-FFF2-40B4-BE49-F238E27FC236}">
                          <a16:creationId xmlns:a16="http://schemas.microsoft.com/office/drawing/2014/main" id="{60D28D95-9575-48C0-7F1F-233C51F54D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350797" y="4658887"/>
                      <a:ext cx="432000" cy="736123"/>
                      <a:chOff x="9853960" y="7817388"/>
                      <a:chExt cx="432000" cy="736123"/>
                    </a:xfrm>
                  </p:grpSpPr>
                  <p:pic>
                    <p:nvPicPr>
                      <p:cNvPr id="157" name="图片 156">
                        <a:extLst>
                          <a:ext uri="{FF2B5EF4-FFF2-40B4-BE49-F238E27FC236}">
                            <a16:creationId xmlns:a16="http://schemas.microsoft.com/office/drawing/2014/main" id="{DF057603-A789-0D12-EF5E-A0A4CCB83C93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2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9853960" y="7965016"/>
                        <a:ext cx="432000" cy="58849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58" name="椭圆 157">
                        <a:extLst>
                          <a:ext uri="{FF2B5EF4-FFF2-40B4-BE49-F238E27FC236}">
                            <a16:creationId xmlns:a16="http://schemas.microsoft.com/office/drawing/2014/main" id="{C3C7D201-3E03-3056-01FC-CD5BABDD8E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1912" y="7817388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C66727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9" name="组合 148">
                      <a:extLst>
                        <a:ext uri="{FF2B5EF4-FFF2-40B4-BE49-F238E27FC236}">
                          <a16:creationId xmlns:a16="http://schemas.microsoft.com/office/drawing/2014/main" id="{9513DEB6-50C8-2F6E-6FE2-3E444868D4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471302" y="3824444"/>
                      <a:ext cx="432000" cy="736123"/>
                      <a:chOff x="10494794" y="7932460"/>
                      <a:chExt cx="432000" cy="736123"/>
                    </a:xfrm>
                  </p:grpSpPr>
                  <p:pic>
                    <p:nvPicPr>
                      <p:cNvPr id="155" name="图片 154">
                        <a:extLst>
                          <a:ext uri="{FF2B5EF4-FFF2-40B4-BE49-F238E27FC236}">
                            <a16:creationId xmlns:a16="http://schemas.microsoft.com/office/drawing/2014/main" id="{23CEEE8B-2B35-5932-3C4A-A9F59D9914CE}"/>
                          </a:ext>
                        </a:extLst>
                      </p:cNvPr>
                      <p:cNvPicPr preferRelativeResize="0">
                        <a:picLocks/>
                      </p:cNvPicPr>
                      <p:nvPr/>
                    </p:nvPicPr>
                    <p:blipFill>
                      <a:blip r:embed="rId4">
                        <a:duotone>
                          <a:schemeClr val="accent1">
                            <a:shade val="45000"/>
                            <a:satMod val="135000"/>
                          </a:schemeClr>
                          <a:prstClr val="white"/>
                        </a:duotone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926" b="98380" l="5714" r="89143">
                                    <a14:foregroundMark x1="44571" y1="9722" x2="44571" y2="9722"/>
                                    <a14:foregroundMark x1="60571" y1="30787" x2="60571" y2="30787"/>
                                  </a14:backgroundRemoval>
                                </a14:imgEffect>
                              </a14:imgLayer>
                            </a14:imgProps>
                          </a:ext>
                        </a:extLst>
                      </a:blip>
                      <a:srcRect t="18265"/>
                      <a:stretch>
                        <a:fillRect/>
                      </a:stretch>
                    </p:blipFill>
                    <p:spPr>
                      <a:xfrm>
                        <a:off x="10494794" y="8080088"/>
                        <a:ext cx="432000" cy="58849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56" name="椭圆 155">
                        <a:extLst>
                          <a:ext uri="{FF2B5EF4-FFF2-40B4-BE49-F238E27FC236}">
                            <a16:creationId xmlns:a16="http://schemas.microsoft.com/office/drawing/2014/main" id="{81CC0F3E-9269-ABE3-6063-9D2C5A9F63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32746" y="7932460"/>
                        <a:ext cx="147628" cy="147628"/>
                      </a:xfrm>
                      <a:prstGeom prst="ellipse">
                        <a:avLst/>
                      </a:prstGeom>
                      <a:solidFill>
                        <a:srgbClr val="3960A6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150" name="直接连接符 149">
                      <a:extLst>
                        <a:ext uri="{FF2B5EF4-FFF2-40B4-BE49-F238E27FC236}">
                          <a16:creationId xmlns:a16="http://schemas.microsoft.com/office/drawing/2014/main" id="{66A3757F-0921-46A8-8D7A-3DCBA265E8E6}"/>
                        </a:ext>
                      </a:extLst>
                    </p:cNvPr>
                    <p:cNvCxnSpPr>
                      <a:cxnSpLocks/>
                      <a:endCxn id="157" idx="3"/>
                    </p:cNvCxnSpPr>
                    <p:nvPr/>
                  </p:nvCxnSpPr>
                  <p:spPr>
                    <a:xfrm flipH="1">
                      <a:off x="15782797" y="5100763"/>
                      <a:ext cx="496669" cy="0"/>
                    </a:xfrm>
                    <a:prstGeom prst="line">
                      <a:avLst/>
                    </a:prstGeom>
                    <a:ln w="50800">
                      <a:solidFill>
                        <a:srgbClr val="FF0000"/>
                      </a:solidFill>
                      <a:prstDash val="solid"/>
                      <a:head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直接连接符 150">
                      <a:extLst>
                        <a:ext uri="{FF2B5EF4-FFF2-40B4-BE49-F238E27FC236}">
                          <a16:creationId xmlns:a16="http://schemas.microsoft.com/office/drawing/2014/main" id="{29E7E688-FFCC-46AA-F4E7-F3F7BC02BC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5235771" y="5369610"/>
                      <a:ext cx="206065" cy="272744"/>
                    </a:xfrm>
                    <a:prstGeom prst="line">
                      <a:avLst/>
                    </a:prstGeom>
                    <a:ln w="50800">
                      <a:solidFill>
                        <a:srgbClr val="FF0000"/>
                      </a:solidFill>
                      <a:prstDash val="solid"/>
                      <a:headEnd type="triangl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直接连接符 151">
                      <a:extLst>
                        <a:ext uri="{FF2B5EF4-FFF2-40B4-BE49-F238E27FC236}">
                          <a16:creationId xmlns:a16="http://schemas.microsoft.com/office/drawing/2014/main" id="{382EC2E9-6C42-0232-4D2D-C7E8C46CB981}"/>
                        </a:ext>
                      </a:extLst>
                    </p:cNvPr>
                    <p:cNvCxnSpPr>
                      <a:cxnSpLocks/>
                      <a:stCxn id="157" idx="1"/>
                      <a:endCxn id="163" idx="3"/>
                    </p:cNvCxnSpPr>
                    <p:nvPr/>
                  </p:nvCxnSpPr>
                  <p:spPr>
                    <a:xfrm flipH="1" flipV="1">
                      <a:off x="14498886" y="5100158"/>
                      <a:ext cx="851911" cy="605"/>
                    </a:xfrm>
                    <a:prstGeom prst="line">
                      <a:avLst/>
                    </a:prstGeom>
                    <a:ln w="50800">
                      <a:solidFill>
                        <a:srgbClr val="00B0F0"/>
                      </a:solidFill>
                      <a:prstDash val="solid"/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直接连接符 152">
                      <a:extLst>
                        <a:ext uri="{FF2B5EF4-FFF2-40B4-BE49-F238E27FC236}">
                          <a16:creationId xmlns:a16="http://schemas.microsoft.com/office/drawing/2014/main" id="{5DC09107-AB86-7500-290B-E2D994F38270}"/>
                        </a:ext>
                      </a:extLst>
                    </p:cNvPr>
                    <p:cNvCxnSpPr>
                      <a:cxnSpLocks/>
                      <a:stCxn id="165" idx="1"/>
                    </p:cNvCxnSpPr>
                    <p:nvPr/>
                  </p:nvCxnSpPr>
                  <p:spPr>
                    <a:xfrm flipH="1" flipV="1">
                      <a:off x="15720024" y="5369610"/>
                      <a:ext cx="751278" cy="578248"/>
                    </a:xfrm>
                    <a:prstGeom prst="line">
                      <a:avLst/>
                    </a:prstGeom>
                    <a:ln w="50800">
                      <a:solidFill>
                        <a:srgbClr val="00B0F0"/>
                      </a:solidFill>
                      <a:prstDash val="solid"/>
                      <a:headEnd type="triangl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直接连接符 153">
                      <a:extLst>
                        <a:ext uri="{FF2B5EF4-FFF2-40B4-BE49-F238E27FC236}">
                          <a16:creationId xmlns:a16="http://schemas.microsoft.com/office/drawing/2014/main" id="{0FF8C763-E3C6-10AC-FCFE-E4D7D4F02296}"/>
                        </a:ext>
                      </a:extLst>
                    </p:cNvPr>
                    <p:cNvCxnSpPr>
                      <a:cxnSpLocks/>
                      <a:endCxn id="155" idx="1"/>
                    </p:cNvCxnSpPr>
                    <p:nvPr/>
                  </p:nvCxnSpPr>
                  <p:spPr>
                    <a:xfrm flipV="1">
                      <a:off x="15764513" y="4266320"/>
                      <a:ext cx="706789" cy="586581"/>
                    </a:xfrm>
                    <a:prstGeom prst="line">
                      <a:avLst/>
                    </a:prstGeom>
                    <a:ln w="50800">
                      <a:solidFill>
                        <a:srgbClr val="00B0F0"/>
                      </a:solidFill>
                      <a:prstDash val="solid"/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5296DCEE-5942-9886-FD79-AFD5717FF06A}"/>
                    </a:ext>
                  </a:extLst>
                </p:cNvPr>
                <p:cNvSpPr txBox="1"/>
                <p:nvPr/>
              </p:nvSpPr>
              <p:spPr>
                <a:xfrm>
                  <a:off x="14194163" y="4115199"/>
                  <a:ext cx="3340974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Positive</a:t>
                  </a:r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:r>
                    <a:rPr lang="en-US" altLang="zh-CN" sz="1600" b="1" dirty="0">
                      <a:solidFill>
                        <a:srgbClr val="00B0F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Negative</a:t>
                  </a:r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Relations </a:t>
                  </a:r>
                </a:p>
              </p:txBody>
            </p:sp>
          </p:grp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CEF43FF5-BB6E-EC4B-603B-18180178DA00}"/>
                  </a:ext>
                </a:extLst>
              </p:cNvPr>
              <p:cNvSpPr txBox="1"/>
              <p:nvPr/>
            </p:nvSpPr>
            <p:spPr>
              <a:xfrm>
                <a:off x="14724355" y="5377385"/>
                <a:ext cx="1074333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Separated</a:t>
                </a:r>
              </a:p>
            </p:txBody>
          </p:sp>
        </p:grp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AF0F6BAF-E740-B402-2E21-E6EE77C22C6C}"/>
                </a:ext>
              </a:extLst>
            </p:cNvPr>
            <p:cNvSpPr txBox="1"/>
            <p:nvPr/>
          </p:nvSpPr>
          <p:spPr>
            <a:xfrm>
              <a:off x="14674001" y="6728984"/>
              <a:ext cx="2517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Our ANFT Method</a:t>
              </a:r>
              <a:endParaRPr lang="zh-CN" altLang="en-US" dirty="0"/>
            </a:p>
          </p:txBody>
        </p:sp>
      </p:grp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C2F28E5C-C275-2F9E-E046-F6682FFF3D5C}"/>
              </a:ext>
            </a:extLst>
          </p:cNvPr>
          <p:cNvCxnSpPr>
            <a:cxnSpLocks/>
          </p:cNvCxnSpPr>
          <p:nvPr/>
        </p:nvCxnSpPr>
        <p:spPr>
          <a:xfrm flipV="1">
            <a:off x="9331383" y="1493789"/>
            <a:ext cx="585296" cy="3781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FA101510-9A42-0782-769D-1216E7A4F8C4}"/>
              </a:ext>
            </a:extLst>
          </p:cNvPr>
          <p:cNvCxnSpPr>
            <a:cxnSpLocks/>
          </p:cNvCxnSpPr>
          <p:nvPr/>
        </p:nvCxnSpPr>
        <p:spPr>
          <a:xfrm flipH="1" flipV="1">
            <a:off x="12990735" y="1461402"/>
            <a:ext cx="582495" cy="4105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E9BF8EEE-9894-F6FA-05DF-F7E1CE8C2E2E}"/>
              </a:ext>
            </a:extLst>
          </p:cNvPr>
          <p:cNvCxnSpPr>
            <a:cxnSpLocks/>
          </p:cNvCxnSpPr>
          <p:nvPr/>
        </p:nvCxnSpPr>
        <p:spPr>
          <a:xfrm flipV="1">
            <a:off x="9331383" y="3727417"/>
            <a:ext cx="585296" cy="3652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3E9D4C67-E5C4-CAE6-9E2F-E3740BF94744}"/>
              </a:ext>
            </a:extLst>
          </p:cNvPr>
          <p:cNvCxnSpPr>
            <a:cxnSpLocks/>
          </p:cNvCxnSpPr>
          <p:nvPr/>
        </p:nvCxnSpPr>
        <p:spPr>
          <a:xfrm>
            <a:off x="12974204" y="3727417"/>
            <a:ext cx="599026" cy="2869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E1587FC0-11F8-4F1B-1DFF-CFA865503587}"/>
              </a:ext>
            </a:extLst>
          </p:cNvPr>
          <p:cNvCxnSpPr>
            <a:cxnSpLocks/>
          </p:cNvCxnSpPr>
          <p:nvPr/>
        </p:nvCxnSpPr>
        <p:spPr>
          <a:xfrm flipV="1">
            <a:off x="9331383" y="4971439"/>
            <a:ext cx="585296" cy="3463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D6ED8519-354D-307E-5B2A-49B8773BD1DF}"/>
              </a:ext>
            </a:extLst>
          </p:cNvPr>
          <p:cNvCxnSpPr>
            <a:cxnSpLocks/>
          </p:cNvCxnSpPr>
          <p:nvPr/>
        </p:nvCxnSpPr>
        <p:spPr>
          <a:xfrm flipH="1" flipV="1">
            <a:off x="12990735" y="4971439"/>
            <a:ext cx="582495" cy="3463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4938EB19-9CE7-ADF2-27D9-ACD6252526EE}"/>
              </a:ext>
            </a:extLst>
          </p:cNvPr>
          <p:cNvCxnSpPr>
            <a:cxnSpLocks/>
          </p:cNvCxnSpPr>
          <p:nvPr/>
        </p:nvCxnSpPr>
        <p:spPr>
          <a:xfrm flipV="1">
            <a:off x="9331383" y="7282103"/>
            <a:ext cx="585296" cy="338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88B43704-6E99-F1A9-7705-4627DEA98C35}"/>
              </a:ext>
            </a:extLst>
          </p:cNvPr>
          <p:cNvCxnSpPr>
            <a:cxnSpLocks/>
          </p:cNvCxnSpPr>
          <p:nvPr/>
        </p:nvCxnSpPr>
        <p:spPr>
          <a:xfrm>
            <a:off x="12974204" y="7282103"/>
            <a:ext cx="599026" cy="2384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821407DE-1A5B-D5A5-B66A-FBF56A5F8934}"/>
              </a:ext>
            </a:extLst>
          </p:cNvPr>
          <p:cNvCxnSpPr>
            <a:cxnSpLocks/>
            <a:stCxn id="38" idx="0"/>
          </p:cNvCxnSpPr>
          <p:nvPr/>
        </p:nvCxnSpPr>
        <p:spPr>
          <a:xfrm flipH="1" flipV="1">
            <a:off x="7164225" y="5990260"/>
            <a:ext cx="164583" cy="350053"/>
          </a:xfrm>
          <a:prstGeom prst="line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C44590B1-B617-BA3A-B470-3089DB57CDD3}"/>
              </a:ext>
            </a:extLst>
          </p:cNvPr>
          <p:cNvCxnSpPr>
            <a:cxnSpLocks/>
            <a:stCxn id="37" idx="2"/>
            <a:endCxn id="41" idx="3"/>
          </p:cNvCxnSpPr>
          <p:nvPr/>
        </p:nvCxnSpPr>
        <p:spPr>
          <a:xfrm flipH="1">
            <a:off x="7164225" y="7076436"/>
            <a:ext cx="168817" cy="355856"/>
          </a:xfrm>
          <a:prstGeom prst="line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1BC8D40C-D9BC-7A12-19DE-44577A61E043}"/>
              </a:ext>
            </a:extLst>
          </p:cNvPr>
          <p:cNvCxnSpPr>
            <a:cxnSpLocks/>
            <a:stCxn id="36" idx="7"/>
            <a:endCxn id="31" idx="1"/>
          </p:cNvCxnSpPr>
          <p:nvPr/>
        </p:nvCxnSpPr>
        <p:spPr>
          <a:xfrm flipV="1">
            <a:off x="8306437" y="5990260"/>
            <a:ext cx="137184" cy="371673"/>
          </a:xfrm>
          <a:prstGeom prst="line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1F62065A-E84A-4466-646E-28473B4B15D1}"/>
              </a:ext>
            </a:extLst>
          </p:cNvPr>
          <p:cNvCxnSpPr>
            <a:cxnSpLocks/>
            <a:stCxn id="35" idx="2"/>
            <a:endCxn id="33" idx="1"/>
          </p:cNvCxnSpPr>
          <p:nvPr/>
        </p:nvCxnSpPr>
        <p:spPr>
          <a:xfrm>
            <a:off x="8258477" y="7076436"/>
            <a:ext cx="171040" cy="373858"/>
          </a:xfrm>
          <a:prstGeom prst="line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7D48EDB3-7AE3-15C7-A0B1-BB42EDA4C595}"/>
              </a:ext>
            </a:extLst>
          </p:cNvPr>
          <p:cNvCxnSpPr>
            <a:cxnSpLocks/>
          </p:cNvCxnSpPr>
          <p:nvPr/>
        </p:nvCxnSpPr>
        <p:spPr>
          <a:xfrm>
            <a:off x="7257473" y="2000865"/>
            <a:ext cx="4394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87B64A1C-EF96-8A21-DAA8-5AA616AF76C6}"/>
              </a:ext>
            </a:extLst>
          </p:cNvPr>
          <p:cNvCxnSpPr>
            <a:cxnSpLocks/>
          </p:cNvCxnSpPr>
          <p:nvPr/>
        </p:nvCxnSpPr>
        <p:spPr>
          <a:xfrm>
            <a:off x="7240166" y="5488437"/>
            <a:ext cx="4394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03EA74C9-E24E-006C-4DF3-94928EFCB20E}"/>
              </a:ext>
            </a:extLst>
          </p:cNvPr>
          <p:cNvSpPr txBox="1"/>
          <p:nvPr/>
        </p:nvSpPr>
        <p:spPr>
          <a:xfrm>
            <a:off x="7638482" y="5310433"/>
            <a:ext cx="937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endParaRPr lang="zh-CN" altLang="en-US" dirty="0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E80B2BFD-BD82-0278-7300-2ACE4718FEBC}"/>
              </a:ext>
            </a:extLst>
          </p:cNvPr>
          <p:cNvSpPr txBox="1"/>
          <p:nvPr/>
        </p:nvSpPr>
        <p:spPr>
          <a:xfrm>
            <a:off x="7674263" y="1832512"/>
            <a:ext cx="937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endParaRPr lang="zh-CN" altLang="en-US" dirty="0"/>
          </a:p>
        </p:txBody>
      </p: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9590064C-4A06-3EB1-264C-0EF6A5E01B31}"/>
              </a:ext>
            </a:extLst>
          </p:cNvPr>
          <p:cNvCxnSpPr>
            <a:cxnSpLocks/>
            <a:stCxn id="42" idx="0"/>
            <a:endCxn id="39" idx="2"/>
          </p:cNvCxnSpPr>
          <p:nvPr/>
        </p:nvCxnSpPr>
        <p:spPr>
          <a:xfrm flipV="1">
            <a:off x="6950341" y="6284507"/>
            <a:ext cx="7409" cy="705909"/>
          </a:xfrm>
          <a:prstGeom prst="line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8B9B253D-5784-654F-0816-A934A23A10FD}"/>
              </a:ext>
            </a:extLst>
          </p:cNvPr>
          <p:cNvCxnSpPr>
            <a:cxnSpLocks/>
            <a:stCxn id="34" idx="0"/>
            <a:endCxn id="31" idx="2"/>
          </p:cNvCxnSpPr>
          <p:nvPr/>
        </p:nvCxnSpPr>
        <p:spPr>
          <a:xfrm flipV="1">
            <a:off x="8647633" y="6284507"/>
            <a:ext cx="11988" cy="723911"/>
          </a:xfrm>
          <a:prstGeom prst="line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9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9D30CA0-F70E-B52A-95EB-C66C8809D8DA}"/>
              </a:ext>
            </a:extLst>
          </p:cNvPr>
          <p:cNvSpPr/>
          <p:nvPr/>
        </p:nvSpPr>
        <p:spPr>
          <a:xfrm>
            <a:off x="9410822" y="8131318"/>
            <a:ext cx="2037504" cy="334493"/>
          </a:xfrm>
          <a:prstGeom prst="roundRect">
            <a:avLst>
              <a:gd name="adj" fmla="val 9668"/>
            </a:avLst>
          </a:prstGeom>
          <a:solidFill>
            <a:srgbClr val="E5EFF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7247617-5196-7332-7BC4-2E535D9E0121}"/>
              </a:ext>
            </a:extLst>
          </p:cNvPr>
          <p:cNvSpPr/>
          <p:nvPr/>
        </p:nvSpPr>
        <p:spPr>
          <a:xfrm>
            <a:off x="9430216" y="7707609"/>
            <a:ext cx="2018110" cy="373752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3F0996B-F419-34E9-B269-5FCD39CFAA35}"/>
              </a:ext>
            </a:extLst>
          </p:cNvPr>
          <p:cNvSpPr/>
          <p:nvPr/>
        </p:nvSpPr>
        <p:spPr>
          <a:xfrm>
            <a:off x="4755978" y="5414821"/>
            <a:ext cx="3296826" cy="3742617"/>
          </a:xfrm>
          <a:prstGeom prst="roundRect">
            <a:avLst>
              <a:gd name="adj" fmla="val 966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A368C06-9E45-3564-8D84-9EC433C38B2C}"/>
              </a:ext>
            </a:extLst>
          </p:cNvPr>
          <p:cNvSpPr/>
          <p:nvPr/>
        </p:nvSpPr>
        <p:spPr>
          <a:xfrm>
            <a:off x="8304060" y="3018890"/>
            <a:ext cx="5721052" cy="1861249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8EE392C-0A69-1462-239A-B8B3FDB857D0}"/>
              </a:ext>
            </a:extLst>
          </p:cNvPr>
          <p:cNvSpPr/>
          <p:nvPr/>
        </p:nvSpPr>
        <p:spPr>
          <a:xfrm>
            <a:off x="4755979" y="3018890"/>
            <a:ext cx="3063837" cy="1861249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23C4CEB-0C7E-FBD4-CD93-238F84BBD9E5}"/>
              </a:ext>
            </a:extLst>
          </p:cNvPr>
          <p:cNvGrpSpPr/>
          <p:nvPr/>
        </p:nvGrpSpPr>
        <p:grpSpPr>
          <a:xfrm>
            <a:off x="4960905" y="3599036"/>
            <a:ext cx="432000" cy="736124"/>
            <a:chOff x="3410837" y="9017233"/>
            <a:chExt cx="432000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3DE7213-71B9-8344-9A92-85244A5760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6" b="98380" l="5714" r="89143">
                          <a14:foregroundMark x1="44571" y1="9722" x2="44571" y2="9722"/>
                          <a14:foregroundMark x1="60571" y1="30787" x2="60571" y2="30787"/>
                        </a14:backgroundRemoval>
                      </a14:imgEffect>
                    </a14:imgLayer>
                  </a14:imgProps>
                </a:ext>
              </a:extLst>
            </a:blip>
            <a:srcRect t="18265"/>
            <a:stretch>
              <a:fillRect/>
            </a:stretch>
          </p:blipFill>
          <p:spPr>
            <a:xfrm>
              <a:off x="3410837" y="9164861"/>
              <a:ext cx="432000" cy="588496"/>
            </a:xfrm>
            <a:prstGeom prst="rect">
              <a:avLst/>
            </a:prstGeom>
          </p:spPr>
        </p:pic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F11AAED-DF54-74F0-F0A6-343D68E74173}"/>
                </a:ext>
              </a:extLst>
            </p:cNvPr>
            <p:cNvSpPr/>
            <p:nvPr/>
          </p:nvSpPr>
          <p:spPr>
            <a:xfrm>
              <a:off x="3548789" y="9017233"/>
              <a:ext cx="147628" cy="147628"/>
            </a:xfrm>
            <a:prstGeom prst="ellipse">
              <a:avLst/>
            </a:prstGeom>
            <a:solidFill>
              <a:srgbClr val="D8A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567DA6B-4756-EB46-4F40-5F026ECF7A07}"/>
              </a:ext>
            </a:extLst>
          </p:cNvPr>
          <p:cNvGrpSpPr/>
          <p:nvPr/>
        </p:nvGrpSpPr>
        <p:grpSpPr>
          <a:xfrm>
            <a:off x="5821354" y="3599036"/>
            <a:ext cx="432000" cy="736124"/>
            <a:chOff x="3410837" y="9017233"/>
            <a:chExt cx="432000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13D3FC8-79A1-DC54-B9A7-42DFB6AEA5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6" b="98380" l="5714" r="89143">
                          <a14:foregroundMark x1="44571" y1="9722" x2="44571" y2="9722"/>
                          <a14:foregroundMark x1="60571" y1="30787" x2="60571" y2="30787"/>
                        </a14:backgroundRemoval>
                      </a14:imgEffect>
                    </a14:imgLayer>
                  </a14:imgProps>
                </a:ext>
              </a:extLst>
            </a:blip>
            <a:srcRect t="18265"/>
            <a:stretch>
              <a:fillRect/>
            </a:stretch>
          </p:blipFill>
          <p:spPr>
            <a:xfrm>
              <a:off x="3410837" y="9164861"/>
              <a:ext cx="432000" cy="588496"/>
            </a:xfrm>
            <a:prstGeom prst="rect">
              <a:avLst/>
            </a:prstGeom>
          </p:spPr>
        </p:pic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60E22CC-8DB6-DC3E-418A-945BBCE9AEB0}"/>
                </a:ext>
              </a:extLst>
            </p:cNvPr>
            <p:cNvSpPr/>
            <p:nvPr/>
          </p:nvSpPr>
          <p:spPr>
            <a:xfrm>
              <a:off x="3548789" y="9017233"/>
              <a:ext cx="147628" cy="147628"/>
            </a:xfrm>
            <a:prstGeom prst="ellipse">
              <a:avLst/>
            </a:prstGeom>
            <a:solidFill>
              <a:srgbClr val="D8A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F5CCC5-699C-3596-DB70-85C343E5D8D6}"/>
              </a:ext>
            </a:extLst>
          </p:cNvPr>
          <p:cNvGrpSpPr/>
          <p:nvPr/>
        </p:nvGrpSpPr>
        <p:grpSpPr>
          <a:xfrm>
            <a:off x="6278736" y="3599036"/>
            <a:ext cx="432000" cy="736124"/>
            <a:chOff x="3410837" y="9017233"/>
            <a:chExt cx="432000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BB2B344C-61E5-3933-6027-B0052E3817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6" b="98380" l="5714" r="89143">
                          <a14:foregroundMark x1="44571" y1="9722" x2="44571" y2="9722"/>
                          <a14:foregroundMark x1="60571" y1="30787" x2="60571" y2="30787"/>
                        </a14:backgroundRemoval>
                      </a14:imgEffect>
                    </a14:imgLayer>
                  </a14:imgProps>
                </a:ext>
              </a:extLst>
            </a:blip>
            <a:srcRect t="18265"/>
            <a:stretch>
              <a:fillRect/>
            </a:stretch>
          </p:blipFill>
          <p:spPr>
            <a:xfrm>
              <a:off x="3410837" y="9164861"/>
              <a:ext cx="432000" cy="588496"/>
            </a:xfrm>
            <a:prstGeom prst="rect">
              <a:avLst/>
            </a:prstGeom>
          </p:spPr>
        </p:pic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CEEDE75-8CB3-B4F1-D2C7-E01F24223219}"/>
                </a:ext>
              </a:extLst>
            </p:cNvPr>
            <p:cNvSpPr/>
            <p:nvPr/>
          </p:nvSpPr>
          <p:spPr>
            <a:xfrm>
              <a:off x="3548789" y="9017233"/>
              <a:ext cx="147628" cy="147628"/>
            </a:xfrm>
            <a:prstGeom prst="ellipse">
              <a:avLst/>
            </a:prstGeom>
            <a:solidFill>
              <a:srgbClr val="D8A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1F6348A-7034-0AC1-CC73-6F139E2C814B}"/>
              </a:ext>
            </a:extLst>
          </p:cNvPr>
          <p:cNvGrpSpPr/>
          <p:nvPr/>
        </p:nvGrpSpPr>
        <p:grpSpPr>
          <a:xfrm>
            <a:off x="6736118" y="3599036"/>
            <a:ext cx="432000" cy="736124"/>
            <a:chOff x="3410837" y="9017233"/>
            <a:chExt cx="432000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4832A60-A9CE-2CFA-C5A9-9B87DF1B56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6" b="98380" l="5714" r="89143">
                          <a14:foregroundMark x1="44571" y1="9722" x2="44571" y2="9722"/>
                          <a14:foregroundMark x1="60571" y1="30787" x2="60571" y2="30787"/>
                        </a14:backgroundRemoval>
                      </a14:imgEffect>
                    </a14:imgLayer>
                  </a14:imgProps>
                </a:ext>
              </a:extLst>
            </a:blip>
            <a:srcRect t="18265"/>
            <a:stretch>
              <a:fillRect/>
            </a:stretch>
          </p:blipFill>
          <p:spPr>
            <a:xfrm>
              <a:off x="3410837" y="9164861"/>
              <a:ext cx="432000" cy="588496"/>
            </a:xfrm>
            <a:prstGeom prst="rect">
              <a:avLst/>
            </a:prstGeom>
          </p:spPr>
        </p:pic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BBF2F56-1C20-2637-0256-AB549F7C4311}"/>
                </a:ext>
              </a:extLst>
            </p:cNvPr>
            <p:cNvSpPr/>
            <p:nvPr/>
          </p:nvSpPr>
          <p:spPr>
            <a:xfrm>
              <a:off x="3548789" y="9017233"/>
              <a:ext cx="147628" cy="147628"/>
            </a:xfrm>
            <a:prstGeom prst="ellipse">
              <a:avLst/>
            </a:prstGeom>
            <a:solidFill>
              <a:srgbClr val="D8A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弧形 20">
            <a:extLst>
              <a:ext uri="{FF2B5EF4-FFF2-40B4-BE49-F238E27FC236}">
                <a16:creationId xmlns:a16="http://schemas.microsoft.com/office/drawing/2014/main" id="{0F5C4234-A3B2-8907-D984-43387D5BBB9D}"/>
              </a:ext>
            </a:extLst>
          </p:cNvPr>
          <p:cNvSpPr/>
          <p:nvPr/>
        </p:nvSpPr>
        <p:spPr>
          <a:xfrm>
            <a:off x="5154802" y="3473838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E4537B7E-E6CC-F2C9-AE56-3A911331287F}"/>
              </a:ext>
            </a:extLst>
          </p:cNvPr>
          <p:cNvSpPr/>
          <p:nvPr/>
        </p:nvSpPr>
        <p:spPr>
          <a:xfrm>
            <a:off x="5154803" y="3423286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D0DC568A-7509-84D6-B162-602735633702}"/>
              </a:ext>
            </a:extLst>
          </p:cNvPr>
          <p:cNvSpPr/>
          <p:nvPr/>
        </p:nvSpPr>
        <p:spPr>
          <a:xfrm>
            <a:off x="5154803" y="3377722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A65A4CD7-33DA-2581-A32C-4757D692925B}"/>
              </a:ext>
            </a:extLst>
          </p:cNvPr>
          <p:cNvSpPr/>
          <p:nvPr/>
        </p:nvSpPr>
        <p:spPr>
          <a:xfrm>
            <a:off x="5154802" y="3319945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弧形 24">
            <a:extLst>
              <a:ext uri="{FF2B5EF4-FFF2-40B4-BE49-F238E27FC236}">
                <a16:creationId xmlns:a16="http://schemas.microsoft.com/office/drawing/2014/main" id="{9C12A4DF-81FD-9418-7F94-4A68926F4BB7}"/>
              </a:ext>
            </a:extLst>
          </p:cNvPr>
          <p:cNvSpPr/>
          <p:nvPr/>
        </p:nvSpPr>
        <p:spPr>
          <a:xfrm>
            <a:off x="8771193" y="3473838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弧形 25">
            <a:extLst>
              <a:ext uri="{FF2B5EF4-FFF2-40B4-BE49-F238E27FC236}">
                <a16:creationId xmlns:a16="http://schemas.microsoft.com/office/drawing/2014/main" id="{A30E4B5E-1825-1F3C-09A0-CDC16ACF201B}"/>
              </a:ext>
            </a:extLst>
          </p:cNvPr>
          <p:cNvSpPr/>
          <p:nvPr/>
        </p:nvSpPr>
        <p:spPr>
          <a:xfrm>
            <a:off x="8771194" y="3423286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弧形 26">
            <a:extLst>
              <a:ext uri="{FF2B5EF4-FFF2-40B4-BE49-F238E27FC236}">
                <a16:creationId xmlns:a16="http://schemas.microsoft.com/office/drawing/2014/main" id="{7AB89536-D63F-C4CD-1B43-BC628F68ADDC}"/>
              </a:ext>
            </a:extLst>
          </p:cNvPr>
          <p:cNvSpPr/>
          <p:nvPr/>
        </p:nvSpPr>
        <p:spPr>
          <a:xfrm>
            <a:off x="8771194" y="3377722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弧形 27">
            <a:extLst>
              <a:ext uri="{FF2B5EF4-FFF2-40B4-BE49-F238E27FC236}">
                <a16:creationId xmlns:a16="http://schemas.microsoft.com/office/drawing/2014/main" id="{E8089CB8-EF8E-64EE-6BFF-2BECE9ECC2DA}"/>
              </a:ext>
            </a:extLst>
          </p:cNvPr>
          <p:cNvSpPr/>
          <p:nvPr/>
        </p:nvSpPr>
        <p:spPr>
          <a:xfrm>
            <a:off x="8771193" y="3319945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弧形 28">
            <a:extLst>
              <a:ext uri="{FF2B5EF4-FFF2-40B4-BE49-F238E27FC236}">
                <a16:creationId xmlns:a16="http://schemas.microsoft.com/office/drawing/2014/main" id="{DD7ED687-6F4E-B79E-7E61-8518409AE07F}"/>
              </a:ext>
            </a:extLst>
          </p:cNvPr>
          <p:cNvSpPr/>
          <p:nvPr/>
        </p:nvSpPr>
        <p:spPr>
          <a:xfrm>
            <a:off x="5256404" y="3607324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弧形 29">
            <a:extLst>
              <a:ext uri="{FF2B5EF4-FFF2-40B4-BE49-F238E27FC236}">
                <a16:creationId xmlns:a16="http://schemas.microsoft.com/office/drawing/2014/main" id="{166B8AB4-3B1C-1F7F-1821-238C425F9C88}"/>
              </a:ext>
            </a:extLst>
          </p:cNvPr>
          <p:cNvSpPr/>
          <p:nvPr/>
        </p:nvSpPr>
        <p:spPr>
          <a:xfrm>
            <a:off x="8864329" y="3607323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26775E6-9F80-B51A-D32E-61B8CEABAF67}"/>
              </a:ext>
            </a:extLst>
          </p:cNvPr>
          <p:cNvSpPr txBox="1"/>
          <p:nvPr/>
        </p:nvSpPr>
        <p:spPr>
          <a:xfrm>
            <a:off x="4801160" y="4319311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DDBCA1F-384B-8146-6BC0-293E379A3C3F}"/>
              </a:ext>
            </a:extLst>
          </p:cNvPr>
          <p:cNvSpPr txBox="1"/>
          <p:nvPr/>
        </p:nvSpPr>
        <p:spPr>
          <a:xfrm>
            <a:off x="5805040" y="4319311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Reliable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3B6174-F099-98DF-850C-03C766214E94}"/>
              </a:ext>
            </a:extLst>
          </p:cNvPr>
          <p:cNvSpPr txBox="1"/>
          <p:nvPr/>
        </p:nvSpPr>
        <p:spPr>
          <a:xfrm>
            <a:off x="8387609" y="4319311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50C9F34-5DB0-4108-CD6B-573977FA569C}"/>
              </a:ext>
            </a:extLst>
          </p:cNvPr>
          <p:cNvSpPr txBox="1"/>
          <p:nvPr/>
        </p:nvSpPr>
        <p:spPr>
          <a:xfrm>
            <a:off x="9489046" y="4319311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801E455-CB8C-E1F8-F7A7-34B1C074DBD5}"/>
              </a:ext>
            </a:extLst>
          </p:cNvPr>
          <p:cNvSpPr/>
          <p:nvPr/>
        </p:nvSpPr>
        <p:spPr>
          <a:xfrm>
            <a:off x="4869654" y="7323158"/>
            <a:ext cx="3063837" cy="1725859"/>
          </a:xfrm>
          <a:prstGeom prst="roundRect">
            <a:avLst>
              <a:gd name="adj" fmla="val 9668"/>
            </a:avLst>
          </a:prstGeom>
          <a:solidFill>
            <a:srgbClr val="E5EFF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E8A599C-D7DB-90AD-583D-E35334DB90D0}"/>
              </a:ext>
            </a:extLst>
          </p:cNvPr>
          <p:cNvSpPr/>
          <p:nvPr/>
        </p:nvSpPr>
        <p:spPr>
          <a:xfrm>
            <a:off x="8484418" y="5414821"/>
            <a:ext cx="5540695" cy="2066451"/>
          </a:xfrm>
          <a:prstGeom prst="roundRect">
            <a:avLst>
              <a:gd name="adj" fmla="val 966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32865B51-4758-3E85-B8B0-7B05B454C27E}"/>
              </a:ext>
            </a:extLst>
          </p:cNvPr>
          <p:cNvSpPr/>
          <p:nvPr/>
        </p:nvSpPr>
        <p:spPr>
          <a:xfrm>
            <a:off x="8883241" y="6001866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848BDCE8-92CD-95A4-F94B-01613C6C713F}"/>
              </a:ext>
            </a:extLst>
          </p:cNvPr>
          <p:cNvSpPr/>
          <p:nvPr/>
        </p:nvSpPr>
        <p:spPr>
          <a:xfrm>
            <a:off x="8883242" y="5951314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D9E9CA35-6A29-D259-8F7D-5DD972203461}"/>
              </a:ext>
            </a:extLst>
          </p:cNvPr>
          <p:cNvSpPr/>
          <p:nvPr/>
        </p:nvSpPr>
        <p:spPr>
          <a:xfrm>
            <a:off x="8883242" y="5905750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弧形 39">
            <a:extLst>
              <a:ext uri="{FF2B5EF4-FFF2-40B4-BE49-F238E27FC236}">
                <a16:creationId xmlns:a16="http://schemas.microsoft.com/office/drawing/2014/main" id="{3BA6BFA5-51F3-6880-3165-32BDCCEDCC5B}"/>
              </a:ext>
            </a:extLst>
          </p:cNvPr>
          <p:cNvSpPr/>
          <p:nvPr/>
        </p:nvSpPr>
        <p:spPr>
          <a:xfrm>
            <a:off x="8883241" y="5847973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弧形 40">
            <a:extLst>
              <a:ext uri="{FF2B5EF4-FFF2-40B4-BE49-F238E27FC236}">
                <a16:creationId xmlns:a16="http://schemas.microsoft.com/office/drawing/2014/main" id="{3D7729B7-C789-2926-583A-3778A17E43C0}"/>
              </a:ext>
            </a:extLst>
          </p:cNvPr>
          <p:cNvSpPr/>
          <p:nvPr/>
        </p:nvSpPr>
        <p:spPr>
          <a:xfrm>
            <a:off x="5336786" y="7732541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弧形 41">
            <a:extLst>
              <a:ext uri="{FF2B5EF4-FFF2-40B4-BE49-F238E27FC236}">
                <a16:creationId xmlns:a16="http://schemas.microsoft.com/office/drawing/2014/main" id="{74904906-AEC2-7F37-CBF4-5D9796C63859}"/>
              </a:ext>
            </a:extLst>
          </p:cNvPr>
          <p:cNvSpPr/>
          <p:nvPr/>
        </p:nvSpPr>
        <p:spPr>
          <a:xfrm>
            <a:off x="5336787" y="7681989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弧形 42">
            <a:extLst>
              <a:ext uri="{FF2B5EF4-FFF2-40B4-BE49-F238E27FC236}">
                <a16:creationId xmlns:a16="http://schemas.microsoft.com/office/drawing/2014/main" id="{303906CF-81E1-461F-A8BB-7740D0AC153C}"/>
              </a:ext>
            </a:extLst>
          </p:cNvPr>
          <p:cNvSpPr/>
          <p:nvPr/>
        </p:nvSpPr>
        <p:spPr>
          <a:xfrm>
            <a:off x="5336787" y="7636425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628031B0-4BE7-E286-82CA-3326675B1CF1}"/>
              </a:ext>
            </a:extLst>
          </p:cNvPr>
          <p:cNvSpPr/>
          <p:nvPr/>
        </p:nvSpPr>
        <p:spPr>
          <a:xfrm>
            <a:off x="5336786" y="7578648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弧形 44">
            <a:extLst>
              <a:ext uri="{FF2B5EF4-FFF2-40B4-BE49-F238E27FC236}">
                <a16:creationId xmlns:a16="http://schemas.microsoft.com/office/drawing/2014/main" id="{8E7F7C12-1E4A-1618-6CDF-C3377368F10A}"/>
              </a:ext>
            </a:extLst>
          </p:cNvPr>
          <p:cNvSpPr/>
          <p:nvPr/>
        </p:nvSpPr>
        <p:spPr>
          <a:xfrm>
            <a:off x="8984843" y="6135352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弧形 45">
            <a:extLst>
              <a:ext uri="{FF2B5EF4-FFF2-40B4-BE49-F238E27FC236}">
                <a16:creationId xmlns:a16="http://schemas.microsoft.com/office/drawing/2014/main" id="{C59DDBBF-B52E-D60B-A6F6-2173CF2EF41B}"/>
              </a:ext>
            </a:extLst>
          </p:cNvPr>
          <p:cNvSpPr/>
          <p:nvPr/>
        </p:nvSpPr>
        <p:spPr>
          <a:xfrm>
            <a:off x="5429922" y="7866026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1061F1C-4221-B5C5-4AB4-114448A5BEDF}"/>
              </a:ext>
            </a:extLst>
          </p:cNvPr>
          <p:cNvSpPr txBox="1"/>
          <p:nvPr/>
        </p:nvSpPr>
        <p:spPr>
          <a:xfrm>
            <a:off x="8529599" y="6847339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A57A29C-0E50-50BF-2647-364D68EA2B7F}"/>
              </a:ext>
            </a:extLst>
          </p:cNvPr>
          <p:cNvSpPr txBox="1"/>
          <p:nvPr/>
        </p:nvSpPr>
        <p:spPr>
          <a:xfrm>
            <a:off x="4953202" y="8578014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19B207E-0A47-D992-686D-33A44F511103}"/>
              </a:ext>
            </a:extLst>
          </p:cNvPr>
          <p:cNvSpPr txBox="1"/>
          <p:nvPr/>
        </p:nvSpPr>
        <p:spPr>
          <a:xfrm>
            <a:off x="6054639" y="8578014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BC16F05-3000-1E6D-45FB-8C74EE3DAAF4}"/>
              </a:ext>
            </a:extLst>
          </p:cNvPr>
          <p:cNvGrpSpPr/>
          <p:nvPr/>
        </p:nvGrpSpPr>
        <p:grpSpPr>
          <a:xfrm>
            <a:off x="8304060" y="2894240"/>
            <a:ext cx="469962" cy="472027"/>
            <a:chOff x="2624864" y="11972149"/>
            <a:chExt cx="469962" cy="472027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449BCCBC-EAAB-4D8A-AF39-2EAFCF02B05C}"/>
                </a:ext>
              </a:extLst>
            </p:cNvPr>
            <p:cNvSpPr/>
            <p:nvPr/>
          </p:nvSpPr>
          <p:spPr>
            <a:xfrm>
              <a:off x="2624864" y="11972149"/>
              <a:ext cx="469962" cy="46996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5477F94-1DAD-BE3A-CA77-0CA47CB31FA9}"/>
                </a:ext>
              </a:extLst>
            </p:cNvPr>
            <p:cNvSpPr/>
            <p:nvPr/>
          </p:nvSpPr>
          <p:spPr>
            <a:xfrm>
              <a:off x="2731518" y="12083344"/>
              <a:ext cx="88817" cy="88817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AD3CABE9-974C-0AD9-F614-7E9CB9E49FD1}"/>
                </a:ext>
              </a:extLst>
            </p:cNvPr>
            <p:cNvSpPr/>
            <p:nvPr/>
          </p:nvSpPr>
          <p:spPr>
            <a:xfrm>
              <a:off x="2901944" y="12083344"/>
              <a:ext cx="88817" cy="88817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弧形 53">
              <a:extLst>
                <a:ext uri="{FF2B5EF4-FFF2-40B4-BE49-F238E27FC236}">
                  <a16:creationId xmlns:a16="http://schemas.microsoft.com/office/drawing/2014/main" id="{38EC5181-0D4D-62AA-C05A-4C1B9B756C6C}"/>
                </a:ext>
              </a:extLst>
            </p:cNvPr>
            <p:cNvSpPr/>
            <p:nvPr/>
          </p:nvSpPr>
          <p:spPr>
            <a:xfrm>
              <a:off x="2753222" y="12265391"/>
              <a:ext cx="220627" cy="178785"/>
            </a:xfrm>
            <a:prstGeom prst="arc">
              <a:avLst>
                <a:gd name="adj1" fmla="val 11222208"/>
                <a:gd name="adj2" fmla="val 21098562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00C26A03-2FA3-3E23-9930-AA5C2E33EFF6}"/>
                </a:ext>
              </a:extLst>
            </p:cNvPr>
            <p:cNvSpPr/>
            <p:nvPr/>
          </p:nvSpPr>
          <p:spPr>
            <a:xfrm>
              <a:off x="2736787" y="12318382"/>
              <a:ext cx="37583" cy="37583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E0CACC22-2050-4171-82E9-07E83C213605}"/>
                </a:ext>
              </a:extLst>
            </p:cNvPr>
            <p:cNvSpPr/>
            <p:nvPr/>
          </p:nvSpPr>
          <p:spPr>
            <a:xfrm>
              <a:off x="2951588" y="12313712"/>
              <a:ext cx="37583" cy="37583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732969AE-73E3-C414-F286-1B0B24A71CA5}"/>
              </a:ext>
            </a:extLst>
          </p:cNvPr>
          <p:cNvSpPr txBox="1"/>
          <p:nvPr/>
        </p:nvSpPr>
        <p:spPr>
          <a:xfrm>
            <a:off x="4619341" y="2810465"/>
            <a:ext cx="839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😊</a:t>
            </a:r>
            <a:endParaRPr lang="zh-CN" altLang="en-US" sz="36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8E0F722-948F-2667-7FF3-3BF95EAABE20}"/>
              </a:ext>
            </a:extLst>
          </p:cNvPr>
          <p:cNvSpPr txBox="1"/>
          <p:nvPr/>
        </p:nvSpPr>
        <p:spPr>
          <a:xfrm>
            <a:off x="8346733" y="5253508"/>
            <a:ext cx="839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😊</a:t>
            </a:r>
            <a:endParaRPr lang="zh-CN" altLang="en-US" sz="3600" dirty="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44EC60-C81C-8D33-86A9-86408A652797}"/>
              </a:ext>
            </a:extLst>
          </p:cNvPr>
          <p:cNvGrpSpPr/>
          <p:nvPr/>
        </p:nvGrpSpPr>
        <p:grpSpPr>
          <a:xfrm>
            <a:off x="8569811" y="3605262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D19D9569-5A24-5830-AD55-D898B97272B0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73" name="图片 72">
                <a:extLst>
                  <a:ext uri="{FF2B5EF4-FFF2-40B4-BE49-F238E27FC236}">
                    <a16:creationId xmlns:a16="http://schemas.microsoft.com/office/drawing/2014/main" id="{93E8EBFB-B8E7-8A11-D34C-1DD4185B9E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AA149EC7-C521-48B1-5BC5-A9622EB21C94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B9D5E738-CCC1-6835-CE79-15108CA79012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FFDF7CA8-3D2F-DD32-D735-6399C1AF97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A4BF9DEF-1E0A-136C-2C1B-28155C572CDF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69F41B4D-2518-8F15-39A3-7DC8F4D94374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E8864B8F-1A83-CE6E-8537-AFA33E79CB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7682E9BD-8CEC-0D5F-9925-CCCBE180AC5E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FB95BDF6-972C-49EE-08F4-34B6C91C77FF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id="{62E8C897-9FA7-7E76-4090-647E5B75FC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00648066-F304-85BE-77F7-4B6D94E5BFEA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648DBA9B-3C92-AB64-5460-8A9C8B5D74E0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C780AB04-EE01-26AC-DC29-8F75D0BBDFE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15B817E5-EA73-16C5-4FB4-17FAA91077F8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7C69489-6FD8-EF75-1A39-E8CD6824443D}"/>
              </a:ext>
            </a:extLst>
          </p:cNvPr>
          <p:cNvGrpSpPr/>
          <p:nvPr/>
        </p:nvGrpSpPr>
        <p:grpSpPr>
          <a:xfrm>
            <a:off x="5130111" y="7855096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4D9F62DD-1609-464C-7AE6-4148CFAAEB56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635899A7-BEE3-4FE6-9715-3F541B6866A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9DA606C0-66D1-8706-D31B-E5F21DA8748C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CD23238-420F-1379-7BF4-51DB3A07506F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573C5776-36BA-3A6B-B7C4-A4F921BD58B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C75D6B25-1AE6-ABC6-AA1D-CC3B0D16C6A3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92FEB763-9856-ED44-48AC-15F9DC404D1A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85" name="图片 84">
                <a:extLst>
                  <a:ext uri="{FF2B5EF4-FFF2-40B4-BE49-F238E27FC236}">
                    <a16:creationId xmlns:a16="http://schemas.microsoft.com/office/drawing/2014/main" id="{2BF07965-A74F-A67C-96D9-8A790CF2977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EFBB26BB-E8E1-3968-3AD4-511D4FFCD3A4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32ECF801-E87A-C53F-1FEE-08E36F547BE2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83" name="图片 82">
                <a:extLst>
                  <a:ext uri="{FF2B5EF4-FFF2-40B4-BE49-F238E27FC236}">
                    <a16:creationId xmlns:a16="http://schemas.microsoft.com/office/drawing/2014/main" id="{D1230E47-C304-0871-1C11-2E99D05D3E3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93B6FD13-7F7F-BD32-0C4B-E9513CADD0BA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4373EC07-E56C-B383-7EF3-2DD5CFA651DD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81" name="图片 80">
                <a:extLst>
                  <a:ext uri="{FF2B5EF4-FFF2-40B4-BE49-F238E27FC236}">
                    <a16:creationId xmlns:a16="http://schemas.microsoft.com/office/drawing/2014/main" id="{BBD7A564-F63A-DD0F-C475-711AC0CBDE2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941FB786-A92A-2D37-640B-046F6690412C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18F3C7D4-C235-976D-451B-4B00AF6DF643}"/>
              </a:ext>
            </a:extLst>
          </p:cNvPr>
          <p:cNvSpPr/>
          <p:nvPr/>
        </p:nvSpPr>
        <p:spPr>
          <a:xfrm>
            <a:off x="4869654" y="5535835"/>
            <a:ext cx="3063837" cy="1725859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弧形 91">
            <a:extLst>
              <a:ext uri="{FF2B5EF4-FFF2-40B4-BE49-F238E27FC236}">
                <a16:creationId xmlns:a16="http://schemas.microsoft.com/office/drawing/2014/main" id="{4C209BBA-1FBE-4950-B841-B573A8DEACEA}"/>
              </a:ext>
            </a:extLst>
          </p:cNvPr>
          <p:cNvSpPr/>
          <p:nvPr/>
        </p:nvSpPr>
        <p:spPr>
          <a:xfrm>
            <a:off x="5336786" y="5990783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弧形 92">
            <a:extLst>
              <a:ext uri="{FF2B5EF4-FFF2-40B4-BE49-F238E27FC236}">
                <a16:creationId xmlns:a16="http://schemas.microsoft.com/office/drawing/2014/main" id="{EAD69D1F-8BE6-AB05-B570-0B9A32B57BD5}"/>
              </a:ext>
            </a:extLst>
          </p:cNvPr>
          <p:cNvSpPr/>
          <p:nvPr/>
        </p:nvSpPr>
        <p:spPr>
          <a:xfrm>
            <a:off x="5336787" y="5940231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弧形 93">
            <a:extLst>
              <a:ext uri="{FF2B5EF4-FFF2-40B4-BE49-F238E27FC236}">
                <a16:creationId xmlns:a16="http://schemas.microsoft.com/office/drawing/2014/main" id="{9B2DD8B1-9F58-8E60-8BDB-03F1A35DB4BB}"/>
              </a:ext>
            </a:extLst>
          </p:cNvPr>
          <p:cNvSpPr/>
          <p:nvPr/>
        </p:nvSpPr>
        <p:spPr>
          <a:xfrm>
            <a:off x="5336787" y="5894667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弧形 94">
            <a:extLst>
              <a:ext uri="{FF2B5EF4-FFF2-40B4-BE49-F238E27FC236}">
                <a16:creationId xmlns:a16="http://schemas.microsoft.com/office/drawing/2014/main" id="{4E9A25F9-2914-1FDB-248C-A7EC093CBCB4}"/>
              </a:ext>
            </a:extLst>
          </p:cNvPr>
          <p:cNvSpPr/>
          <p:nvPr/>
        </p:nvSpPr>
        <p:spPr>
          <a:xfrm>
            <a:off x="5336786" y="5836890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弧形 95">
            <a:extLst>
              <a:ext uri="{FF2B5EF4-FFF2-40B4-BE49-F238E27FC236}">
                <a16:creationId xmlns:a16="http://schemas.microsoft.com/office/drawing/2014/main" id="{EF147624-F55E-6687-BB8E-041552CC5372}"/>
              </a:ext>
            </a:extLst>
          </p:cNvPr>
          <p:cNvSpPr/>
          <p:nvPr/>
        </p:nvSpPr>
        <p:spPr>
          <a:xfrm>
            <a:off x="5429922" y="6124268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73BDFBA-AC9A-EA0A-3A84-B157F01E31D8}"/>
              </a:ext>
            </a:extLst>
          </p:cNvPr>
          <p:cNvSpPr txBox="1"/>
          <p:nvPr/>
        </p:nvSpPr>
        <p:spPr>
          <a:xfrm>
            <a:off x="4953202" y="6836256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6C76152-0FB5-C51C-16F6-37EA86A116B1}"/>
              </a:ext>
            </a:extLst>
          </p:cNvPr>
          <p:cNvSpPr txBox="1"/>
          <p:nvPr/>
        </p:nvSpPr>
        <p:spPr>
          <a:xfrm>
            <a:off x="6054639" y="6836256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9195CFAD-1770-2CFD-CE46-C6F707391D2E}"/>
              </a:ext>
            </a:extLst>
          </p:cNvPr>
          <p:cNvGrpSpPr/>
          <p:nvPr/>
        </p:nvGrpSpPr>
        <p:grpSpPr>
          <a:xfrm>
            <a:off x="5135404" y="6122207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37FAA8A9-6227-D6BA-67D8-D795B94C3E08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113" name="图片 112">
                <a:extLst>
                  <a:ext uri="{FF2B5EF4-FFF2-40B4-BE49-F238E27FC236}">
                    <a16:creationId xmlns:a16="http://schemas.microsoft.com/office/drawing/2014/main" id="{69E21AA5-96AA-FE97-DB20-DFCEE72DF66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4C6B8D0C-EAD5-FDD8-BD67-3332F581EFC4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A2B41C09-CA40-BACA-3E82-CAAC0AAD3416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111" name="图片 110">
                <a:extLst>
                  <a:ext uri="{FF2B5EF4-FFF2-40B4-BE49-F238E27FC236}">
                    <a16:creationId xmlns:a16="http://schemas.microsoft.com/office/drawing/2014/main" id="{1CA5A73E-0361-D383-3EE0-48EBB484D7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22268484-A937-DEA5-606E-133E78EF4C13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DA3D8A87-EE51-5D9D-C50F-1849720CC642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109" name="图片 108">
                <a:extLst>
                  <a:ext uri="{FF2B5EF4-FFF2-40B4-BE49-F238E27FC236}">
                    <a16:creationId xmlns:a16="http://schemas.microsoft.com/office/drawing/2014/main" id="{65D2E5FA-B8A9-3471-BB50-5A03AF79C0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03B111CB-53E8-0F13-CE07-B44ADB6CEEC9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4CB6BF3D-CA2B-FE40-C846-240D8EA94478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107" name="图片 106">
                <a:extLst>
                  <a:ext uri="{FF2B5EF4-FFF2-40B4-BE49-F238E27FC236}">
                    <a16:creationId xmlns:a16="http://schemas.microsoft.com/office/drawing/2014/main" id="{331334AD-AD89-7500-106E-AEC80956BD2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667E7D65-4293-2B69-BD37-E7E6117335F4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CCE2F352-7C17-A827-7143-C6966A173D5E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105" name="图片 104">
                <a:extLst>
                  <a:ext uri="{FF2B5EF4-FFF2-40B4-BE49-F238E27FC236}">
                    <a16:creationId xmlns:a16="http://schemas.microsoft.com/office/drawing/2014/main" id="{C91F037C-6FF9-ADAE-F529-6B5D83C3864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6A5BF9F0-6D13-5A70-9FAC-E4500BD247A5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D5F0FF67-048A-0203-A042-A5D73B052213}"/>
              </a:ext>
            </a:extLst>
          </p:cNvPr>
          <p:cNvGrpSpPr/>
          <p:nvPr/>
        </p:nvGrpSpPr>
        <p:grpSpPr>
          <a:xfrm>
            <a:off x="8684038" y="6120590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09225F5C-7FCB-8359-F154-F177598312CA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129" name="图片 128">
                <a:extLst>
                  <a:ext uri="{FF2B5EF4-FFF2-40B4-BE49-F238E27FC236}">
                    <a16:creationId xmlns:a16="http://schemas.microsoft.com/office/drawing/2014/main" id="{794484E2-ED39-687E-1FCD-C11CF47DE05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2861FC2E-8B31-D0F1-3869-77E89200ED79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FCBEADE2-39C7-81B1-F0AA-20125C3C8A54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127" name="图片 126">
                <a:extLst>
                  <a:ext uri="{FF2B5EF4-FFF2-40B4-BE49-F238E27FC236}">
                    <a16:creationId xmlns:a16="http://schemas.microsoft.com/office/drawing/2014/main" id="{8EA175DD-ACB6-DDCB-53CF-2B24E1F00AE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B1018AD7-6710-3FDC-968F-9F07CB1EBEDC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770B979B-002F-BABE-F999-40802D4FB5A6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125" name="图片 124">
                <a:extLst>
                  <a:ext uri="{FF2B5EF4-FFF2-40B4-BE49-F238E27FC236}">
                    <a16:creationId xmlns:a16="http://schemas.microsoft.com/office/drawing/2014/main" id="{2DD03320-1C45-9CEC-3B44-FDEEBA85D2B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DE3D06A2-6FFE-95FA-3B61-F92671A6F394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2B7B5DE7-9582-DAF5-5CEA-D9E29E474EB7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123" name="图片 122">
                <a:extLst>
                  <a:ext uri="{FF2B5EF4-FFF2-40B4-BE49-F238E27FC236}">
                    <a16:creationId xmlns:a16="http://schemas.microsoft.com/office/drawing/2014/main" id="{DB3E8AC4-E914-120B-4E8F-E6EA02BE04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1E23BEC6-FA52-CDA4-1200-686001147E27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60E4A50E-2833-B32C-392A-E97BD5B47E90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121" name="图片 120">
                <a:extLst>
                  <a:ext uri="{FF2B5EF4-FFF2-40B4-BE49-F238E27FC236}">
                    <a16:creationId xmlns:a16="http://schemas.microsoft.com/office/drawing/2014/main" id="{2425FDA2-444F-5D9B-7A0B-FEEEB9BC410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B4E257E6-9E72-79A4-60BB-5C212927112C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5C06A43-3B9B-1021-2319-B04F61F21A11}"/>
              </a:ext>
            </a:extLst>
          </p:cNvPr>
          <p:cNvSpPr txBox="1"/>
          <p:nvPr/>
        </p:nvSpPr>
        <p:spPr>
          <a:xfrm>
            <a:off x="9615739" y="6847339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2C190758-5732-DD66-1D4C-A72DBD4EDEA0}"/>
              </a:ext>
            </a:extLst>
          </p:cNvPr>
          <p:cNvSpPr/>
          <p:nvPr/>
        </p:nvSpPr>
        <p:spPr>
          <a:xfrm>
            <a:off x="8474545" y="7604243"/>
            <a:ext cx="5507202" cy="1553194"/>
          </a:xfrm>
          <a:prstGeom prst="roundRect">
            <a:avLst>
              <a:gd name="adj" fmla="val 9668"/>
            </a:avLst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3" name="弧形 132">
            <a:extLst>
              <a:ext uri="{FF2B5EF4-FFF2-40B4-BE49-F238E27FC236}">
                <a16:creationId xmlns:a16="http://schemas.microsoft.com/office/drawing/2014/main" id="{6161C21C-3252-0F44-5578-B17B0439F544}"/>
              </a:ext>
            </a:extLst>
          </p:cNvPr>
          <p:cNvSpPr/>
          <p:nvPr/>
        </p:nvSpPr>
        <p:spPr>
          <a:xfrm>
            <a:off x="8663886" y="7800378"/>
            <a:ext cx="611119" cy="463615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弧形 133">
            <a:extLst>
              <a:ext uri="{FF2B5EF4-FFF2-40B4-BE49-F238E27FC236}">
                <a16:creationId xmlns:a16="http://schemas.microsoft.com/office/drawing/2014/main" id="{34D8DE1E-1050-0F4D-C8E4-BE30513DF090}"/>
              </a:ext>
            </a:extLst>
          </p:cNvPr>
          <p:cNvSpPr/>
          <p:nvPr/>
        </p:nvSpPr>
        <p:spPr>
          <a:xfrm>
            <a:off x="8675516" y="8159153"/>
            <a:ext cx="611119" cy="463615"/>
          </a:xfrm>
          <a:prstGeom prst="arc">
            <a:avLst>
              <a:gd name="adj1" fmla="val 10847032"/>
              <a:gd name="adj2" fmla="val 21598083"/>
            </a:avLst>
          </a:prstGeom>
          <a:noFill/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箭头: 右 134">
            <a:extLst>
              <a:ext uri="{FF2B5EF4-FFF2-40B4-BE49-F238E27FC236}">
                <a16:creationId xmlns:a16="http://schemas.microsoft.com/office/drawing/2014/main" id="{2202F1DD-53F6-4832-4F33-91CF3E2A488D}"/>
              </a:ext>
            </a:extLst>
          </p:cNvPr>
          <p:cNvSpPr/>
          <p:nvPr/>
        </p:nvSpPr>
        <p:spPr>
          <a:xfrm>
            <a:off x="8088046" y="6222749"/>
            <a:ext cx="372721" cy="403830"/>
          </a:xfrm>
          <a:prstGeom prst="rightArrow">
            <a:avLst>
              <a:gd name="adj1" fmla="val 50000"/>
              <a:gd name="adj2" fmla="val 5612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46AECB1E-49FE-75E2-2430-D759CE2915D1}"/>
              </a:ext>
            </a:extLst>
          </p:cNvPr>
          <p:cNvSpPr txBox="1"/>
          <p:nvPr/>
        </p:nvSpPr>
        <p:spPr>
          <a:xfrm>
            <a:off x="9561613" y="7716742"/>
            <a:ext cx="17443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 Relations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011BF25-8D9C-52DE-2A92-F3B1996A5522}"/>
              </a:ext>
            </a:extLst>
          </p:cNvPr>
          <p:cNvSpPr txBox="1"/>
          <p:nvPr/>
        </p:nvSpPr>
        <p:spPr>
          <a:xfrm>
            <a:off x="9373166" y="8119494"/>
            <a:ext cx="21382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Relations</a:t>
            </a: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FFB2368E-1E72-A579-C005-E3978AD48E5D}"/>
              </a:ext>
            </a:extLst>
          </p:cNvPr>
          <p:cNvGrpSpPr/>
          <p:nvPr/>
        </p:nvGrpSpPr>
        <p:grpSpPr>
          <a:xfrm>
            <a:off x="7187217" y="3597537"/>
            <a:ext cx="432000" cy="736124"/>
            <a:chOff x="3410837" y="9017233"/>
            <a:chExt cx="432000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AD7B0F1-D9EB-9CB4-B43A-8D8C7A15FD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6" b="98380" l="5714" r="89143">
                          <a14:foregroundMark x1="44571" y1="9722" x2="44571" y2="9722"/>
                          <a14:foregroundMark x1="60571" y1="30787" x2="60571" y2="30787"/>
                        </a14:backgroundRemoval>
                      </a14:imgEffect>
                    </a14:imgLayer>
                  </a14:imgProps>
                </a:ext>
              </a:extLst>
            </a:blip>
            <a:srcRect t="18265"/>
            <a:stretch>
              <a:fillRect/>
            </a:stretch>
          </p:blipFill>
          <p:spPr>
            <a:xfrm>
              <a:off x="3410837" y="9164861"/>
              <a:ext cx="432000" cy="588496"/>
            </a:xfrm>
            <a:prstGeom prst="rect">
              <a:avLst/>
            </a:prstGeom>
          </p:spPr>
        </p:pic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C88EC032-670F-02F6-A635-72A724BD90C1}"/>
                </a:ext>
              </a:extLst>
            </p:cNvPr>
            <p:cNvSpPr/>
            <p:nvPr/>
          </p:nvSpPr>
          <p:spPr>
            <a:xfrm>
              <a:off x="3548789" y="9017233"/>
              <a:ext cx="147628" cy="147628"/>
            </a:xfrm>
            <a:prstGeom prst="ellipse">
              <a:avLst/>
            </a:prstGeom>
            <a:solidFill>
              <a:srgbClr val="D8A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CAC3171-9A37-B39A-42A2-71AFF581FE1F}"/>
              </a:ext>
            </a:extLst>
          </p:cNvPr>
          <p:cNvSpPr txBox="1"/>
          <p:nvPr/>
        </p:nvSpPr>
        <p:spPr>
          <a:xfrm>
            <a:off x="6405601" y="4895583"/>
            <a:ext cx="4645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Existing Affinity-only Methods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36AF42C6-4798-7291-4BFF-4E52E88A5AC6}"/>
              </a:ext>
            </a:extLst>
          </p:cNvPr>
          <p:cNvSpPr txBox="1"/>
          <p:nvPr/>
        </p:nvSpPr>
        <p:spPr>
          <a:xfrm>
            <a:off x="6539986" y="9190096"/>
            <a:ext cx="4645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Our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Affinity+Discrepancy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3C4CD127-550F-6211-46D0-820AAAA9B91F}"/>
              </a:ext>
            </a:extLst>
          </p:cNvPr>
          <p:cNvSpPr/>
          <p:nvPr/>
        </p:nvSpPr>
        <p:spPr>
          <a:xfrm>
            <a:off x="11331505" y="3155911"/>
            <a:ext cx="2477394" cy="1610037"/>
          </a:xfrm>
          <a:prstGeom prst="roundRect">
            <a:avLst>
              <a:gd name="adj" fmla="val 9668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52AF2431-4ED9-80DD-DC76-5AE235EFADC6}"/>
              </a:ext>
            </a:extLst>
          </p:cNvPr>
          <p:cNvCxnSpPr>
            <a:cxnSpLocks/>
          </p:cNvCxnSpPr>
          <p:nvPr/>
        </p:nvCxnSpPr>
        <p:spPr>
          <a:xfrm>
            <a:off x="8706603" y="8677285"/>
            <a:ext cx="536736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B8CF75C9-FB89-6F38-7AE0-1E39E6B73EF2}"/>
              </a:ext>
            </a:extLst>
          </p:cNvPr>
          <p:cNvCxnSpPr>
            <a:cxnSpLocks/>
          </p:cNvCxnSpPr>
          <p:nvPr/>
        </p:nvCxnSpPr>
        <p:spPr>
          <a:xfrm>
            <a:off x="8717842" y="8941873"/>
            <a:ext cx="53673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图片 145">
            <a:extLst>
              <a:ext uri="{FF2B5EF4-FFF2-40B4-BE49-F238E27FC236}">
                <a16:creationId xmlns:a16="http://schemas.microsoft.com/office/drawing/2014/main" id="{DB518FD9-D6F5-92E9-44DC-A9E93DF7557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" b="98380" l="5714" r="89143">
                        <a14:foregroundMark x1="44571" y1="9722" x2="44571" y2="9722"/>
                        <a14:foregroundMark x1="60571" y1="30787" x2="60571" y2="30787"/>
                      </a14:backgroundRemoval>
                    </a14:imgEffect>
                  </a14:imgLayer>
                </a14:imgProps>
              </a:ext>
            </a:extLst>
          </a:blip>
          <a:srcRect t="18265"/>
          <a:stretch>
            <a:fillRect/>
          </a:stretch>
        </p:blipFill>
        <p:spPr>
          <a:xfrm>
            <a:off x="11570981" y="7883916"/>
            <a:ext cx="432000" cy="588496"/>
          </a:xfrm>
          <a:prstGeom prst="rect">
            <a:avLst/>
          </a:prstGeom>
        </p:spPr>
      </p:pic>
      <p:sp>
        <p:nvSpPr>
          <p:cNvPr id="147" name="椭圆 146">
            <a:extLst>
              <a:ext uri="{FF2B5EF4-FFF2-40B4-BE49-F238E27FC236}">
                <a16:creationId xmlns:a16="http://schemas.microsoft.com/office/drawing/2014/main" id="{8EBDB9C6-D330-25CB-F042-9EC9087D57A2}"/>
              </a:ext>
            </a:extLst>
          </p:cNvPr>
          <p:cNvSpPr/>
          <p:nvPr/>
        </p:nvSpPr>
        <p:spPr>
          <a:xfrm>
            <a:off x="11708933" y="7736288"/>
            <a:ext cx="147628" cy="147628"/>
          </a:xfrm>
          <a:prstGeom prst="ellipse">
            <a:avLst/>
          </a:prstGeom>
          <a:solidFill>
            <a:srgbClr val="D8A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8" name="图片 147">
            <a:extLst>
              <a:ext uri="{FF2B5EF4-FFF2-40B4-BE49-F238E27FC236}">
                <a16:creationId xmlns:a16="http://schemas.microsoft.com/office/drawing/2014/main" id="{C2ABEF51-6E2C-0BFD-D302-4CF048BF1783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" b="98380" l="5714" r="89143">
                        <a14:foregroundMark x1="44571" y1="9722" x2="44571" y2="9722"/>
                        <a14:foregroundMark x1="60571" y1="30787" x2="60571" y2="30787"/>
                      </a14:backgroundRemoval>
                    </a14:imgEffect>
                  </a14:imgLayer>
                </a14:imgProps>
              </a:ext>
            </a:extLst>
          </a:blip>
          <a:srcRect t="18265"/>
          <a:stretch>
            <a:fillRect/>
          </a:stretch>
        </p:blipFill>
        <p:spPr>
          <a:xfrm>
            <a:off x="12545127" y="7883916"/>
            <a:ext cx="432000" cy="588496"/>
          </a:xfrm>
          <a:prstGeom prst="rect">
            <a:avLst/>
          </a:prstGeom>
        </p:spPr>
      </p:pic>
      <p:sp>
        <p:nvSpPr>
          <p:cNvPr id="149" name="椭圆 148">
            <a:extLst>
              <a:ext uri="{FF2B5EF4-FFF2-40B4-BE49-F238E27FC236}">
                <a16:creationId xmlns:a16="http://schemas.microsoft.com/office/drawing/2014/main" id="{A2333FCF-1EE5-C2FB-B125-58D9489AAA07}"/>
              </a:ext>
            </a:extLst>
          </p:cNvPr>
          <p:cNvSpPr/>
          <p:nvPr/>
        </p:nvSpPr>
        <p:spPr>
          <a:xfrm>
            <a:off x="12683079" y="7736288"/>
            <a:ext cx="147628" cy="147628"/>
          </a:xfrm>
          <a:prstGeom prst="ellipse">
            <a:avLst/>
          </a:prstGeom>
          <a:solidFill>
            <a:srgbClr val="619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0" name="图片 149">
            <a:extLst>
              <a:ext uri="{FF2B5EF4-FFF2-40B4-BE49-F238E27FC236}">
                <a16:creationId xmlns:a16="http://schemas.microsoft.com/office/drawing/2014/main" id="{A4F5BD2A-BEE3-AA9C-2914-2C066EDEEB9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" b="98380" l="5714" r="89143">
                        <a14:foregroundMark x1="44571" y1="9722" x2="44571" y2="9722"/>
                        <a14:foregroundMark x1="60571" y1="30787" x2="60571" y2="30787"/>
                      </a14:backgroundRemoval>
                    </a14:imgEffect>
                  </a14:imgLayer>
                </a14:imgProps>
              </a:ext>
            </a:extLst>
          </a:blip>
          <a:srcRect t="18265"/>
          <a:stretch>
            <a:fillRect/>
          </a:stretch>
        </p:blipFill>
        <p:spPr>
          <a:xfrm>
            <a:off x="12058054" y="7883917"/>
            <a:ext cx="432000" cy="588495"/>
          </a:xfrm>
          <a:prstGeom prst="rect">
            <a:avLst/>
          </a:prstGeom>
        </p:spPr>
      </p:pic>
      <p:sp>
        <p:nvSpPr>
          <p:cNvPr id="151" name="椭圆 150">
            <a:extLst>
              <a:ext uri="{FF2B5EF4-FFF2-40B4-BE49-F238E27FC236}">
                <a16:creationId xmlns:a16="http://schemas.microsoft.com/office/drawing/2014/main" id="{0E765DE4-2E75-60CB-E7DA-5B63EE178CF9}"/>
              </a:ext>
            </a:extLst>
          </p:cNvPr>
          <p:cNvSpPr/>
          <p:nvPr/>
        </p:nvSpPr>
        <p:spPr>
          <a:xfrm>
            <a:off x="12196006" y="7736288"/>
            <a:ext cx="147628" cy="147628"/>
          </a:xfrm>
          <a:prstGeom prst="ellipse">
            <a:avLst/>
          </a:prstGeom>
          <a:solidFill>
            <a:srgbClr val="3960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8C9B244-83DE-A2DE-4DD0-13085900A347}"/>
              </a:ext>
            </a:extLst>
          </p:cNvPr>
          <p:cNvSpPr txBox="1"/>
          <p:nvPr/>
        </p:nvSpPr>
        <p:spPr>
          <a:xfrm>
            <a:off x="9547219" y="8470541"/>
            <a:ext cx="1690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D0D6EFC6-64B3-7DFD-3175-C37C69F82AB4}"/>
              </a:ext>
            </a:extLst>
          </p:cNvPr>
          <p:cNvSpPr txBox="1"/>
          <p:nvPr/>
        </p:nvSpPr>
        <p:spPr>
          <a:xfrm>
            <a:off x="9547219" y="8793493"/>
            <a:ext cx="1690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3661613F-545A-9989-47F4-73645CA0C85E}"/>
              </a:ext>
            </a:extLst>
          </p:cNvPr>
          <p:cNvSpPr txBox="1"/>
          <p:nvPr/>
        </p:nvSpPr>
        <p:spPr>
          <a:xfrm>
            <a:off x="12980073" y="7940814"/>
            <a:ext cx="1004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28E91608-01AD-E725-622A-BA2D4907A9B3}"/>
              </a:ext>
            </a:extLst>
          </p:cNvPr>
          <p:cNvSpPr/>
          <p:nvPr/>
        </p:nvSpPr>
        <p:spPr>
          <a:xfrm>
            <a:off x="11708933" y="8659147"/>
            <a:ext cx="147628" cy="147628"/>
          </a:xfrm>
          <a:prstGeom prst="ellipse">
            <a:avLst/>
          </a:prstGeom>
          <a:solidFill>
            <a:srgbClr val="D8A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61763A20-4D5D-ABA8-11C0-7BBF04801582}"/>
              </a:ext>
            </a:extLst>
          </p:cNvPr>
          <p:cNvSpPr/>
          <p:nvPr/>
        </p:nvSpPr>
        <p:spPr>
          <a:xfrm>
            <a:off x="12683079" y="8659147"/>
            <a:ext cx="147628" cy="147628"/>
          </a:xfrm>
          <a:prstGeom prst="ellipse">
            <a:avLst/>
          </a:prstGeom>
          <a:solidFill>
            <a:srgbClr val="619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C9A6E4BB-2154-D2A1-27F1-6268DE45B2C9}"/>
              </a:ext>
            </a:extLst>
          </p:cNvPr>
          <p:cNvSpPr/>
          <p:nvPr/>
        </p:nvSpPr>
        <p:spPr>
          <a:xfrm>
            <a:off x="12196006" y="8659147"/>
            <a:ext cx="147628" cy="147628"/>
          </a:xfrm>
          <a:prstGeom prst="ellipse">
            <a:avLst/>
          </a:prstGeom>
          <a:solidFill>
            <a:srgbClr val="3960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FC9B7CD5-AA61-6268-0162-5931E61EEBC7}"/>
              </a:ext>
            </a:extLst>
          </p:cNvPr>
          <p:cNvSpPr txBox="1"/>
          <p:nvPr/>
        </p:nvSpPr>
        <p:spPr>
          <a:xfrm>
            <a:off x="12977127" y="8549071"/>
            <a:ext cx="1004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9116EC23-A3CA-31F2-A35C-A0723B8489D0}"/>
              </a:ext>
            </a:extLst>
          </p:cNvPr>
          <p:cNvSpPr/>
          <p:nvPr/>
        </p:nvSpPr>
        <p:spPr>
          <a:xfrm>
            <a:off x="11388312" y="5542614"/>
            <a:ext cx="2477394" cy="1826239"/>
          </a:xfrm>
          <a:prstGeom prst="roundRect">
            <a:avLst>
              <a:gd name="adj" fmla="val 9668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D302B24F-2810-A370-B12E-CBC1B3D3DC5B}"/>
              </a:ext>
            </a:extLst>
          </p:cNvPr>
          <p:cNvGrpSpPr/>
          <p:nvPr/>
        </p:nvGrpSpPr>
        <p:grpSpPr>
          <a:xfrm rot="1286193">
            <a:off x="11567658" y="6575484"/>
            <a:ext cx="633891" cy="672718"/>
            <a:chOff x="9831130" y="9193155"/>
            <a:chExt cx="633891" cy="672718"/>
          </a:xfrm>
        </p:grpSpPr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B9A745BC-57DA-96B1-C9FA-63350451DE2A}"/>
                </a:ext>
              </a:extLst>
            </p:cNvPr>
            <p:cNvSpPr/>
            <p:nvPr/>
          </p:nvSpPr>
          <p:spPr>
            <a:xfrm>
              <a:off x="9831130" y="9309241"/>
              <a:ext cx="529944" cy="515058"/>
            </a:xfrm>
            <a:prstGeom prst="ellipse">
              <a:avLst/>
            </a:prstGeom>
            <a:solidFill>
              <a:srgbClr val="DEEBF7"/>
            </a:solidFill>
            <a:ln>
              <a:noFill/>
            </a:ln>
            <a:effectLst>
              <a:glow rad="254000">
                <a:srgbClr val="DDE8F6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6F71A434-BE17-A46B-E358-1014320CEE3F}"/>
                </a:ext>
              </a:extLst>
            </p:cNvPr>
            <p:cNvCxnSpPr>
              <a:cxnSpLocks/>
              <a:stCxn id="172" idx="5"/>
              <a:endCxn id="173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6C5CE2A2-E6CA-0018-9DF9-9776BDF71457}"/>
                </a:ext>
              </a:extLst>
            </p:cNvPr>
            <p:cNvCxnSpPr>
              <a:cxnSpLocks/>
              <a:stCxn id="176" idx="6"/>
              <a:endCxn id="173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46284056-0667-6DDD-9841-400D025FC388}"/>
                </a:ext>
              </a:extLst>
            </p:cNvPr>
            <p:cNvCxnSpPr>
              <a:cxnSpLocks/>
              <a:stCxn id="173" idx="4"/>
              <a:endCxn id="174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25474444-DC05-8D43-D4DD-1CA448DD4DB4}"/>
                </a:ext>
              </a:extLst>
            </p:cNvPr>
            <p:cNvCxnSpPr>
              <a:cxnSpLocks/>
              <a:stCxn id="172" idx="2"/>
              <a:endCxn id="177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F7472074-DE15-338D-8A6B-2E5E9EC42AF2}"/>
                </a:ext>
              </a:extLst>
            </p:cNvPr>
            <p:cNvCxnSpPr>
              <a:cxnSpLocks/>
              <a:stCxn id="172" idx="4"/>
              <a:endCxn id="176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9CC1CB76-F0EB-4654-FD3B-FB59824666FE}"/>
                </a:ext>
              </a:extLst>
            </p:cNvPr>
            <p:cNvCxnSpPr>
              <a:cxnSpLocks/>
              <a:stCxn id="177" idx="5"/>
              <a:endCxn id="176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C3F2372A-FA8B-5331-6EB0-749EC9D87A05}"/>
                </a:ext>
              </a:extLst>
            </p:cNvPr>
            <p:cNvCxnSpPr>
              <a:cxnSpLocks/>
              <a:stCxn id="175" idx="7"/>
              <a:endCxn id="176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AEFBAEE7-FAEB-D0E3-1EEC-9DAAE7E731ED}"/>
                </a:ext>
              </a:extLst>
            </p:cNvPr>
            <p:cNvCxnSpPr>
              <a:cxnSpLocks/>
              <a:stCxn id="174" idx="1"/>
              <a:endCxn id="176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830E4344-6524-7A76-D7B0-C99DB0ABEC92}"/>
                </a:ext>
              </a:extLst>
            </p:cNvPr>
            <p:cNvCxnSpPr>
              <a:cxnSpLocks/>
              <a:stCxn id="174" idx="2"/>
              <a:endCxn id="175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D3C05BAD-CF1D-9DD0-6733-51501CEDF1DF}"/>
                </a:ext>
              </a:extLst>
            </p:cNvPr>
            <p:cNvCxnSpPr>
              <a:cxnSpLocks/>
              <a:stCxn id="177" idx="3"/>
              <a:endCxn id="175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222255A3-3BBC-6D17-EB35-6152801FD5E1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9D01E3AE-3F30-C3A5-E45F-B9A66C14D006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2E75B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4226E956-3D1B-8917-AC66-EE67F205AC2D}"/>
                </a:ext>
              </a:extLst>
            </p:cNvPr>
            <p:cNvSpPr/>
            <p:nvPr/>
          </p:nvSpPr>
          <p:spPr>
            <a:xfrm>
              <a:off x="10245743" y="9757873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540A138C-79BC-5E6A-1495-089A1C7BA8E5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5F3AAFCC-CF9D-E667-9128-760C5FD318D0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3B42B093-48BA-FC48-E8FA-FFE500C3A9AB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8" name="椭圆 177">
            <a:extLst>
              <a:ext uri="{FF2B5EF4-FFF2-40B4-BE49-F238E27FC236}">
                <a16:creationId xmlns:a16="http://schemas.microsoft.com/office/drawing/2014/main" id="{75DBF4BD-FB34-6778-B0C0-4B67CF06698A}"/>
              </a:ext>
            </a:extLst>
          </p:cNvPr>
          <p:cNvSpPr/>
          <p:nvPr/>
        </p:nvSpPr>
        <p:spPr>
          <a:xfrm rot="18815067">
            <a:off x="12375680" y="5727895"/>
            <a:ext cx="555105" cy="548388"/>
          </a:xfrm>
          <a:prstGeom prst="ellipse">
            <a:avLst/>
          </a:prstGeom>
          <a:solidFill>
            <a:srgbClr val="FFF4D3"/>
          </a:solidFill>
          <a:ln>
            <a:noFill/>
          </a:ln>
          <a:effectLst>
            <a:glow rad="254000">
              <a:srgbClr val="FFF2CC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024E88E9-1997-CAB7-9613-054599856EAC}"/>
              </a:ext>
            </a:extLst>
          </p:cNvPr>
          <p:cNvCxnSpPr>
            <a:cxnSpLocks/>
            <a:stCxn id="189" idx="5"/>
            <a:endCxn id="190" idx="1"/>
          </p:cNvCxnSpPr>
          <p:nvPr/>
        </p:nvCxnSpPr>
        <p:spPr>
          <a:xfrm rot="18815067">
            <a:off x="12564880" y="5701751"/>
            <a:ext cx="165445" cy="16809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FE86FDE2-DCF5-633A-B889-861412757347}"/>
              </a:ext>
            </a:extLst>
          </p:cNvPr>
          <p:cNvCxnSpPr>
            <a:cxnSpLocks/>
            <a:stCxn id="192" idx="6"/>
            <a:endCxn id="190" idx="2"/>
          </p:cNvCxnSpPr>
          <p:nvPr/>
        </p:nvCxnSpPr>
        <p:spPr>
          <a:xfrm rot="18815067" flipV="1">
            <a:off x="12651429" y="5877714"/>
            <a:ext cx="173422" cy="4321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3529D6EE-75EC-8841-8943-15793EA7FF0E}"/>
              </a:ext>
            </a:extLst>
          </p:cNvPr>
          <p:cNvCxnSpPr>
            <a:cxnSpLocks/>
            <a:stCxn id="190" idx="4"/>
            <a:endCxn id="191" idx="7"/>
          </p:cNvCxnSpPr>
          <p:nvPr/>
        </p:nvCxnSpPr>
        <p:spPr>
          <a:xfrm rot="18815067" flipH="1">
            <a:off x="12879472" y="5810777"/>
            <a:ext cx="73095" cy="22806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F4F0C86B-61D7-D778-1AFF-E86A78396F90}"/>
              </a:ext>
            </a:extLst>
          </p:cNvPr>
          <p:cNvCxnSpPr>
            <a:cxnSpLocks/>
            <a:stCxn id="189" idx="2"/>
            <a:endCxn id="193" idx="7"/>
          </p:cNvCxnSpPr>
          <p:nvPr/>
        </p:nvCxnSpPr>
        <p:spPr>
          <a:xfrm rot="18815067" flipH="1">
            <a:off x="12322190" y="5878091"/>
            <a:ext cx="190315" cy="122787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12C1B5C5-BCAD-BB0B-05A2-B29CD05DCC4C}"/>
              </a:ext>
            </a:extLst>
          </p:cNvPr>
          <p:cNvCxnSpPr>
            <a:cxnSpLocks/>
            <a:stCxn id="189" idx="4"/>
            <a:endCxn id="192" idx="0"/>
          </p:cNvCxnSpPr>
          <p:nvPr/>
        </p:nvCxnSpPr>
        <p:spPr>
          <a:xfrm rot="18815067" flipH="1">
            <a:off x="12546444" y="5812786"/>
            <a:ext cx="39609" cy="179681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61EB0599-AAC5-1977-9F1C-BBB7A67E6E44}"/>
              </a:ext>
            </a:extLst>
          </p:cNvPr>
          <p:cNvCxnSpPr>
            <a:cxnSpLocks/>
            <a:stCxn id="193" idx="5"/>
            <a:endCxn id="192" idx="2"/>
          </p:cNvCxnSpPr>
          <p:nvPr/>
        </p:nvCxnSpPr>
        <p:spPr>
          <a:xfrm rot="18815067">
            <a:off x="12460184" y="6035058"/>
            <a:ext cx="150706" cy="88526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E2F0A79F-5F94-DFEB-D5C1-69777AC0729E}"/>
              </a:ext>
            </a:extLst>
          </p:cNvPr>
          <p:cNvCxnSpPr>
            <a:cxnSpLocks/>
            <a:stCxn id="270" idx="7"/>
            <a:endCxn id="192" idx="3"/>
          </p:cNvCxnSpPr>
          <p:nvPr/>
        </p:nvCxnSpPr>
        <p:spPr>
          <a:xfrm rot="18815067" flipV="1">
            <a:off x="12579061" y="6104015"/>
            <a:ext cx="146565" cy="12355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7807FC28-4B87-20FB-4D33-4867E87C7389}"/>
              </a:ext>
            </a:extLst>
          </p:cNvPr>
          <p:cNvCxnSpPr>
            <a:cxnSpLocks/>
            <a:stCxn id="191" idx="1"/>
            <a:endCxn id="192" idx="4"/>
          </p:cNvCxnSpPr>
          <p:nvPr/>
        </p:nvCxnSpPr>
        <p:spPr>
          <a:xfrm rot="18815067" flipH="1" flipV="1">
            <a:off x="12742361" y="5976870"/>
            <a:ext cx="131959" cy="184853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F4D13A57-F620-E696-6EED-A49673FE4515}"/>
              </a:ext>
            </a:extLst>
          </p:cNvPr>
          <p:cNvCxnSpPr>
            <a:cxnSpLocks/>
            <a:stCxn id="191" idx="2"/>
            <a:endCxn id="270" idx="5"/>
          </p:cNvCxnSpPr>
          <p:nvPr/>
        </p:nvCxnSpPr>
        <p:spPr>
          <a:xfrm rot="18815067" flipH="1" flipV="1">
            <a:off x="12669261" y="6199102"/>
            <a:ext cx="300892" cy="38931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7E4E49FF-8394-1426-342E-CE967B7D9196}"/>
              </a:ext>
            </a:extLst>
          </p:cNvPr>
          <p:cNvCxnSpPr>
            <a:cxnSpLocks/>
            <a:stCxn id="193" idx="3"/>
            <a:endCxn id="270" idx="1"/>
          </p:cNvCxnSpPr>
          <p:nvPr/>
        </p:nvCxnSpPr>
        <p:spPr>
          <a:xfrm rot="18815067">
            <a:off x="12486421" y="6112610"/>
            <a:ext cx="19957" cy="2502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椭圆 188">
            <a:extLst>
              <a:ext uri="{FF2B5EF4-FFF2-40B4-BE49-F238E27FC236}">
                <a16:creationId xmlns:a16="http://schemas.microsoft.com/office/drawing/2014/main" id="{42D00DD8-EDFE-B5C2-B2CB-39A635A844A6}"/>
              </a:ext>
            </a:extLst>
          </p:cNvPr>
          <p:cNvSpPr/>
          <p:nvPr/>
        </p:nvSpPr>
        <p:spPr>
          <a:xfrm rot="18815067">
            <a:off x="12421701" y="5735114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3A12BC0C-45A8-5941-0DC2-5F299E7D520F}"/>
              </a:ext>
            </a:extLst>
          </p:cNvPr>
          <p:cNvSpPr/>
          <p:nvPr/>
        </p:nvSpPr>
        <p:spPr>
          <a:xfrm rot="18815067">
            <a:off x="12765494" y="5728495"/>
            <a:ext cx="108000" cy="108000"/>
          </a:xfrm>
          <a:prstGeom prst="ellipse">
            <a:avLst/>
          </a:prstGeom>
          <a:solidFill>
            <a:srgbClr val="BF9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C812894D-CC5B-23E9-4932-871B656F8874}"/>
              </a:ext>
            </a:extLst>
          </p:cNvPr>
          <p:cNvSpPr/>
          <p:nvPr/>
        </p:nvSpPr>
        <p:spPr>
          <a:xfrm rot="18815067">
            <a:off x="12920753" y="6029889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3B3015B4-7B98-B261-30FB-CDEEA1349C63}"/>
              </a:ext>
            </a:extLst>
          </p:cNvPr>
          <p:cNvSpPr/>
          <p:nvPr/>
        </p:nvSpPr>
        <p:spPr>
          <a:xfrm rot="18815067">
            <a:off x="12602778" y="5962139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CA6617A3-686D-FB87-6F19-DA59657CE2A5}"/>
              </a:ext>
            </a:extLst>
          </p:cNvPr>
          <p:cNvSpPr/>
          <p:nvPr/>
        </p:nvSpPr>
        <p:spPr>
          <a:xfrm rot="18815067">
            <a:off x="12343541" y="6050722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DC47B709-412A-646F-E062-9FC3957758BD}"/>
              </a:ext>
            </a:extLst>
          </p:cNvPr>
          <p:cNvCxnSpPr>
            <a:cxnSpLocks/>
            <a:stCxn id="172" idx="7"/>
            <a:endCxn id="270" idx="2"/>
          </p:cNvCxnSpPr>
          <p:nvPr/>
        </p:nvCxnSpPr>
        <p:spPr>
          <a:xfrm flipV="1">
            <a:off x="12056965" y="6354569"/>
            <a:ext cx="553704" cy="28058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919B0FD1-060C-3FD6-549F-A7CC16B7EC27}"/>
              </a:ext>
            </a:extLst>
          </p:cNvPr>
          <p:cNvGrpSpPr/>
          <p:nvPr/>
        </p:nvGrpSpPr>
        <p:grpSpPr>
          <a:xfrm rot="1154274">
            <a:off x="13088097" y="6564245"/>
            <a:ext cx="632312" cy="672718"/>
            <a:chOff x="9832709" y="9193155"/>
            <a:chExt cx="632312" cy="672718"/>
          </a:xfrm>
        </p:grpSpPr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A8C3236C-8C04-BADD-D971-776D59548AA4}"/>
                </a:ext>
              </a:extLst>
            </p:cNvPr>
            <p:cNvSpPr/>
            <p:nvPr/>
          </p:nvSpPr>
          <p:spPr>
            <a:xfrm>
              <a:off x="9876971" y="9259468"/>
              <a:ext cx="558520" cy="56956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6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9EE956EC-00AE-C2D1-158E-5B4286F9EC37}"/>
                </a:ext>
              </a:extLst>
            </p:cNvPr>
            <p:cNvCxnSpPr>
              <a:cxnSpLocks/>
              <a:stCxn id="207" idx="5"/>
              <a:endCxn id="208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AFB74992-0CB6-D17B-6122-5B193B854FBD}"/>
                </a:ext>
              </a:extLst>
            </p:cNvPr>
            <p:cNvCxnSpPr>
              <a:cxnSpLocks/>
              <a:stCxn id="211" idx="6"/>
              <a:endCxn id="208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04F6F680-7638-D581-E1D9-289917081442}"/>
                </a:ext>
              </a:extLst>
            </p:cNvPr>
            <p:cNvCxnSpPr>
              <a:cxnSpLocks/>
              <a:stCxn id="208" idx="4"/>
              <a:endCxn id="209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8B12B21E-941F-53C8-EB92-6081057218BA}"/>
                </a:ext>
              </a:extLst>
            </p:cNvPr>
            <p:cNvCxnSpPr>
              <a:cxnSpLocks/>
              <a:stCxn id="207" idx="2"/>
              <a:endCxn id="212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2845895C-AF87-3BBE-AB50-AC4C3BBF54C6}"/>
                </a:ext>
              </a:extLst>
            </p:cNvPr>
            <p:cNvCxnSpPr>
              <a:cxnSpLocks/>
              <a:stCxn id="207" idx="4"/>
              <a:endCxn id="211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5EFCFABE-DC82-C95D-60BA-22D76BC427EC}"/>
                </a:ext>
              </a:extLst>
            </p:cNvPr>
            <p:cNvCxnSpPr>
              <a:cxnSpLocks/>
              <a:stCxn id="212" idx="5"/>
              <a:endCxn id="211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99CD464E-BEB0-4028-CBE3-E573829B3180}"/>
                </a:ext>
              </a:extLst>
            </p:cNvPr>
            <p:cNvCxnSpPr>
              <a:cxnSpLocks/>
              <a:stCxn id="210" idx="7"/>
              <a:endCxn id="211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22CC1B50-2E10-3E84-D650-28956D796420}"/>
                </a:ext>
              </a:extLst>
            </p:cNvPr>
            <p:cNvCxnSpPr>
              <a:cxnSpLocks/>
              <a:stCxn id="209" idx="1"/>
              <a:endCxn id="211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75BAC4FB-E1F5-5DB1-585E-CE201B9155EC}"/>
                </a:ext>
              </a:extLst>
            </p:cNvPr>
            <p:cNvCxnSpPr>
              <a:cxnSpLocks/>
              <a:stCxn id="209" idx="2"/>
              <a:endCxn id="210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9AA601F8-1DD6-9637-7C9E-2264769724F9}"/>
                </a:ext>
              </a:extLst>
            </p:cNvPr>
            <p:cNvCxnSpPr>
              <a:cxnSpLocks/>
              <a:stCxn id="212" idx="3"/>
              <a:endCxn id="210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A4F60337-917E-17D6-2BF8-0878054623BF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D059A233-A34B-E9FE-9EBB-21FA06F68B02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61943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37E737DF-F800-C426-B2C6-F785C7263A09}"/>
                </a:ext>
              </a:extLst>
            </p:cNvPr>
            <p:cNvSpPr/>
            <p:nvPr/>
          </p:nvSpPr>
          <p:spPr>
            <a:xfrm>
              <a:off x="10245743" y="9757873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E1258A0C-6FA0-0C76-9875-F4FA6A0853B5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3D9061B3-9794-EA60-FD3D-1E9FAE17A72E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E7F28824-C404-CAC8-E7BD-925BD94A699B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DC5A016B-BA7B-1BF0-57BF-70FB629A9947}"/>
              </a:ext>
            </a:extLst>
          </p:cNvPr>
          <p:cNvCxnSpPr>
            <a:cxnSpLocks/>
            <a:stCxn id="212" idx="1"/>
            <a:endCxn id="270" idx="4"/>
          </p:cNvCxnSpPr>
          <p:nvPr/>
        </p:nvCxnSpPr>
        <p:spPr>
          <a:xfrm flipH="1" flipV="1">
            <a:off x="12687013" y="6352683"/>
            <a:ext cx="486250" cy="29830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854D24AD-E424-94A8-FFFE-6DA812872C60}"/>
              </a:ext>
            </a:extLst>
          </p:cNvPr>
          <p:cNvGrpSpPr/>
          <p:nvPr/>
        </p:nvGrpSpPr>
        <p:grpSpPr>
          <a:xfrm rot="3610403">
            <a:off x="11786110" y="3933026"/>
            <a:ext cx="675735" cy="672719"/>
            <a:chOff x="9791738" y="9193155"/>
            <a:chExt cx="675735" cy="672719"/>
          </a:xfrm>
        </p:grpSpPr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0A169358-8812-261E-8E79-466E1C8F0E2B}"/>
                </a:ext>
              </a:extLst>
            </p:cNvPr>
            <p:cNvSpPr/>
            <p:nvPr/>
          </p:nvSpPr>
          <p:spPr>
            <a:xfrm>
              <a:off x="9791738" y="9203783"/>
              <a:ext cx="675735" cy="660638"/>
            </a:xfrm>
            <a:prstGeom prst="ellipse">
              <a:avLst/>
            </a:prstGeom>
            <a:solidFill>
              <a:srgbClr val="DEEBF7"/>
            </a:solidFill>
            <a:ln>
              <a:noFill/>
            </a:ln>
            <a:effectLst>
              <a:glow rad="254000">
                <a:srgbClr val="DDE8F6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ECB7B988-EFFA-B760-33CB-29087DD01D52}"/>
                </a:ext>
              </a:extLst>
            </p:cNvPr>
            <p:cNvCxnSpPr>
              <a:cxnSpLocks/>
              <a:stCxn id="226" idx="5"/>
              <a:endCxn id="227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09198B29-1AFB-8B4F-43FD-0A369AC58941}"/>
                </a:ext>
              </a:extLst>
            </p:cNvPr>
            <p:cNvCxnSpPr>
              <a:cxnSpLocks/>
              <a:stCxn id="230" idx="6"/>
              <a:endCxn id="227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A2C47C32-C567-7618-4359-0ED4F3CBC9C3}"/>
                </a:ext>
              </a:extLst>
            </p:cNvPr>
            <p:cNvCxnSpPr>
              <a:cxnSpLocks/>
              <a:stCxn id="227" idx="4"/>
              <a:endCxn id="228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2A5E6F37-3141-BC47-9085-360785BB2ED2}"/>
                </a:ext>
              </a:extLst>
            </p:cNvPr>
            <p:cNvCxnSpPr>
              <a:cxnSpLocks/>
              <a:stCxn id="226" idx="2"/>
              <a:endCxn id="231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059262A3-2A54-0DE7-90CC-F6257910C1D9}"/>
                </a:ext>
              </a:extLst>
            </p:cNvPr>
            <p:cNvCxnSpPr>
              <a:cxnSpLocks/>
              <a:stCxn id="226" idx="4"/>
              <a:endCxn id="230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04B5F38C-9CC6-6F03-BD07-CDF24F17A6FA}"/>
                </a:ext>
              </a:extLst>
            </p:cNvPr>
            <p:cNvCxnSpPr>
              <a:cxnSpLocks/>
              <a:stCxn id="231" idx="5"/>
              <a:endCxn id="230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FF7071F6-7523-5D93-4FD5-9FCFBA4B77FC}"/>
                </a:ext>
              </a:extLst>
            </p:cNvPr>
            <p:cNvCxnSpPr>
              <a:cxnSpLocks/>
              <a:stCxn id="229" idx="7"/>
              <a:endCxn id="230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C41BD84C-DBE5-FBBD-246B-41CA8D40E994}"/>
                </a:ext>
              </a:extLst>
            </p:cNvPr>
            <p:cNvCxnSpPr>
              <a:cxnSpLocks/>
              <a:stCxn id="228" idx="1"/>
              <a:endCxn id="230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A86F64B2-0ECD-0D5A-77BF-D6571BB51E60}"/>
                </a:ext>
              </a:extLst>
            </p:cNvPr>
            <p:cNvCxnSpPr>
              <a:cxnSpLocks/>
              <a:stCxn id="228" idx="2"/>
              <a:endCxn id="229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422435B3-AFE0-45AD-37D9-1EFD8FE6F16C}"/>
                </a:ext>
              </a:extLst>
            </p:cNvPr>
            <p:cNvCxnSpPr>
              <a:cxnSpLocks/>
              <a:stCxn id="231" idx="3"/>
              <a:endCxn id="229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D0649D89-06FC-F825-41E9-756A42654403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EA01C9C7-E5A1-F5E8-DF1C-559E3DD85924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2E75B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7E937AEC-AD8B-0D57-F016-8F6078A70869}"/>
                </a:ext>
              </a:extLst>
            </p:cNvPr>
            <p:cNvSpPr/>
            <p:nvPr/>
          </p:nvSpPr>
          <p:spPr>
            <a:xfrm>
              <a:off x="10245745" y="9757874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D5379408-3673-5266-E86E-50821AD84B93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5AA4C467-D316-180C-BF7D-617EE3019754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095AF2D3-2443-E7C8-BB63-0A9D329368E2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30B9F559-8D35-6E63-D5A0-5D1EF97DB4AF}"/>
              </a:ext>
            </a:extLst>
          </p:cNvPr>
          <p:cNvGrpSpPr/>
          <p:nvPr/>
        </p:nvGrpSpPr>
        <p:grpSpPr>
          <a:xfrm rot="3713852">
            <a:off x="12775531" y="3898167"/>
            <a:ext cx="675735" cy="672719"/>
            <a:chOff x="9791738" y="9193155"/>
            <a:chExt cx="675735" cy="672719"/>
          </a:xfrm>
        </p:grpSpPr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6ADB3B45-D9F7-0B4C-6F43-FA5E713C3CCD}"/>
                </a:ext>
              </a:extLst>
            </p:cNvPr>
            <p:cNvSpPr/>
            <p:nvPr/>
          </p:nvSpPr>
          <p:spPr>
            <a:xfrm>
              <a:off x="9791738" y="9203783"/>
              <a:ext cx="675735" cy="66063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6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18119F92-6CFB-B8CF-749C-B5320863539C}"/>
                </a:ext>
              </a:extLst>
            </p:cNvPr>
            <p:cNvCxnSpPr>
              <a:cxnSpLocks/>
              <a:stCxn id="244" idx="5"/>
              <a:endCxn id="245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9ECC07F5-DBE1-741A-F7A1-BA9ECC82C094}"/>
                </a:ext>
              </a:extLst>
            </p:cNvPr>
            <p:cNvCxnSpPr>
              <a:cxnSpLocks/>
              <a:stCxn id="248" idx="6"/>
              <a:endCxn id="245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757F52A1-EDD8-F6EF-7404-0643846F04BB}"/>
                </a:ext>
              </a:extLst>
            </p:cNvPr>
            <p:cNvCxnSpPr>
              <a:cxnSpLocks/>
              <a:stCxn id="245" idx="4"/>
              <a:endCxn id="246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65E34EDE-8A9B-5201-D98E-413F36D9DB51}"/>
                </a:ext>
              </a:extLst>
            </p:cNvPr>
            <p:cNvCxnSpPr>
              <a:cxnSpLocks/>
              <a:stCxn id="244" idx="2"/>
              <a:endCxn id="249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29933742-60DD-6217-1407-73CDF20DC6BC}"/>
                </a:ext>
              </a:extLst>
            </p:cNvPr>
            <p:cNvCxnSpPr>
              <a:cxnSpLocks/>
              <a:stCxn id="244" idx="4"/>
              <a:endCxn id="248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3FD34C7D-A403-122A-F909-8F4FF191CE44}"/>
                </a:ext>
              </a:extLst>
            </p:cNvPr>
            <p:cNvCxnSpPr>
              <a:cxnSpLocks/>
              <a:stCxn id="249" idx="5"/>
              <a:endCxn id="248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A56B2775-F8BC-B0F4-244E-F2403DC75333}"/>
                </a:ext>
              </a:extLst>
            </p:cNvPr>
            <p:cNvCxnSpPr>
              <a:cxnSpLocks/>
              <a:stCxn id="247" idx="7"/>
              <a:endCxn id="248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6B9DDE42-C7D7-2CFF-175A-E5E828242963}"/>
                </a:ext>
              </a:extLst>
            </p:cNvPr>
            <p:cNvCxnSpPr>
              <a:cxnSpLocks/>
              <a:stCxn id="246" idx="1"/>
              <a:endCxn id="248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DE05D034-B0B1-CAA2-159D-3DB0A00E2193}"/>
                </a:ext>
              </a:extLst>
            </p:cNvPr>
            <p:cNvCxnSpPr>
              <a:cxnSpLocks/>
              <a:stCxn id="246" idx="2"/>
              <a:endCxn id="247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82FC99B3-48EC-14F1-68AB-4A7FE11A270A}"/>
                </a:ext>
              </a:extLst>
            </p:cNvPr>
            <p:cNvCxnSpPr>
              <a:cxnSpLocks/>
              <a:stCxn id="249" idx="3"/>
              <a:endCxn id="247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08B9FFFF-E79C-5494-DAA9-E52A8B8F2987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8326DB5B-AF54-A6DF-C134-35B70C2DC9A7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61943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20373B4D-42B8-FC73-AE3D-B728B0BDD632}"/>
                </a:ext>
              </a:extLst>
            </p:cNvPr>
            <p:cNvSpPr/>
            <p:nvPr/>
          </p:nvSpPr>
          <p:spPr>
            <a:xfrm>
              <a:off x="10245743" y="9757874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8EE62F89-3DC4-3707-5EE7-C59C7B112509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11A6FB3A-2C56-268C-5911-F41FB784B60F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BDAF8508-3EB6-B4A3-6757-37DB8B0F52A9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439011C3-504B-C384-D6F6-576A34FAC6B0}"/>
              </a:ext>
            </a:extLst>
          </p:cNvPr>
          <p:cNvGrpSpPr/>
          <p:nvPr/>
        </p:nvGrpSpPr>
        <p:grpSpPr>
          <a:xfrm rot="1724112">
            <a:off x="12260011" y="3280467"/>
            <a:ext cx="675735" cy="672718"/>
            <a:chOff x="9791738" y="9193155"/>
            <a:chExt cx="675735" cy="672718"/>
          </a:xfrm>
        </p:grpSpPr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35EEF867-12C9-BA41-7666-86BBFF39DF3D}"/>
                </a:ext>
              </a:extLst>
            </p:cNvPr>
            <p:cNvSpPr/>
            <p:nvPr/>
          </p:nvSpPr>
          <p:spPr>
            <a:xfrm>
              <a:off x="9791738" y="9203783"/>
              <a:ext cx="675735" cy="660638"/>
            </a:xfrm>
            <a:prstGeom prst="ellipse">
              <a:avLst/>
            </a:prstGeom>
            <a:solidFill>
              <a:srgbClr val="FFF4D3"/>
            </a:solidFill>
            <a:ln>
              <a:noFill/>
            </a:ln>
            <a:effectLst>
              <a:glow rad="254000">
                <a:srgbClr val="FFF2CC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95C2DE6F-E9DE-1E92-193A-6DB0D9CB3556}"/>
                </a:ext>
              </a:extLst>
            </p:cNvPr>
            <p:cNvCxnSpPr>
              <a:cxnSpLocks/>
              <a:stCxn id="262" idx="5"/>
              <a:endCxn id="263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F152AE95-A864-8D73-B59F-3C6498757540}"/>
                </a:ext>
              </a:extLst>
            </p:cNvPr>
            <p:cNvCxnSpPr>
              <a:cxnSpLocks/>
              <a:stCxn id="266" idx="6"/>
              <a:endCxn id="263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3B9F26D8-620C-D537-12FE-9C28AF60E966}"/>
                </a:ext>
              </a:extLst>
            </p:cNvPr>
            <p:cNvCxnSpPr>
              <a:cxnSpLocks/>
              <a:stCxn id="263" idx="4"/>
              <a:endCxn id="264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FC6F1CFF-D582-6894-9F9E-60A28F62B6F8}"/>
                </a:ext>
              </a:extLst>
            </p:cNvPr>
            <p:cNvCxnSpPr>
              <a:cxnSpLocks/>
              <a:stCxn id="262" idx="2"/>
              <a:endCxn id="267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CCB53D1E-CAB5-5D35-A803-55A42AA77805}"/>
                </a:ext>
              </a:extLst>
            </p:cNvPr>
            <p:cNvCxnSpPr>
              <a:cxnSpLocks/>
              <a:stCxn id="262" idx="4"/>
              <a:endCxn id="266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A7AA8263-7A94-B4F5-2E94-2B8AE48EF684}"/>
                </a:ext>
              </a:extLst>
            </p:cNvPr>
            <p:cNvCxnSpPr>
              <a:cxnSpLocks/>
              <a:stCxn id="267" idx="5"/>
              <a:endCxn id="266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C10FDC5F-66C3-7785-B547-5BBF211C3A0A}"/>
                </a:ext>
              </a:extLst>
            </p:cNvPr>
            <p:cNvCxnSpPr>
              <a:cxnSpLocks/>
              <a:stCxn id="265" idx="7"/>
              <a:endCxn id="266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4A944B3F-D150-0E16-6B8D-5922A40D6896}"/>
                </a:ext>
              </a:extLst>
            </p:cNvPr>
            <p:cNvCxnSpPr>
              <a:cxnSpLocks/>
              <a:stCxn id="264" idx="1"/>
              <a:endCxn id="266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E294CF81-F300-7B3F-5A30-557964E304D1}"/>
                </a:ext>
              </a:extLst>
            </p:cNvPr>
            <p:cNvCxnSpPr>
              <a:cxnSpLocks/>
              <a:stCxn id="264" idx="2"/>
              <a:endCxn id="265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2917299B-D06C-E442-FD3D-FCA4C6291EB1}"/>
                </a:ext>
              </a:extLst>
            </p:cNvPr>
            <p:cNvCxnSpPr>
              <a:cxnSpLocks/>
              <a:stCxn id="267" idx="3"/>
              <a:endCxn id="265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E9EB82AD-78F7-2C13-8FC4-6B9F5EFFD965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6855E0E4-2A36-B7F3-BA8D-C1F9CD079E35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BF900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B04F923C-6669-D688-FD7D-CA58BED306E4}"/>
                </a:ext>
              </a:extLst>
            </p:cNvPr>
            <p:cNvSpPr/>
            <p:nvPr/>
          </p:nvSpPr>
          <p:spPr>
            <a:xfrm>
              <a:off x="10245743" y="9757873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89C254AA-0AE6-7BB8-5135-9B08EFD76159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CA2A3035-9AD4-0626-AF8F-6EBA89F97121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270997A0-8272-6973-1C43-281B62D5BB4C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60123D72-6D1B-A8F4-86FF-F16490AD96E3}"/>
              </a:ext>
            </a:extLst>
          </p:cNvPr>
          <p:cNvCxnSpPr>
            <a:cxnSpLocks/>
            <a:stCxn id="264" idx="4"/>
            <a:endCxn id="226" idx="0"/>
          </p:cNvCxnSpPr>
          <p:nvPr/>
        </p:nvCxnSpPr>
        <p:spPr>
          <a:xfrm flipH="1">
            <a:off x="12435478" y="3993558"/>
            <a:ext cx="149877" cy="142886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3722DE41-192C-CFFA-6CB7-7CA290EE2E74}"/>
              </a:ext>
            </a:extLst>
          </p:cNvPr>
          <p:cNvCxnSpPr>
            <a:cxnSpLocks/>
            <a:stCxn id="264" idx="5"/>
            <a:endCxn id="247" idx="2"/>
          </p:cNvCxnSpPr>
          <p:nvPr/>
        </p:nvCxnSpPr>
        <p:spPr>
          <a:xfrm>
            <a:off x="12626440" y="3998047"/>
            <a:ext cx="175459" cy="8886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椭圆 269">
            <a:extLst>
              <a:ext uri="{FF2B5EF4-FFF2-40B4-BE49-F238E27FC236}">
                <a16:creationId xmlns:a16="http://schemas.microsoft.com/office/drawing/2014/main" id="{7B65551B-008E-B561-A433-6140BC1246D7}"/>
              </a:ext>
            </a:extLst>
          </p:cNvPr>
          <p:cNvSpPr/>
          <p:nvPr/>
        </p:nvSpPr>
        <p:spPr>
          <a:xfrm rot="18815067">
            <a:off x="12593898" y="6261453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2BDC57CD-48A2-285F-ED01-715945F404DB}"/>
              </a:ext>
            </a:extLst>
          </p:cNvPr>
          <p:cNvSpPr txBox="1"/>
          <p:nvPr/>
        </p:nvSpPr>
        <p:spPr>
          <a:xfrm>
            <a:off x="12233013" y="4451310"/>
            <a:ext cx="7441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BF9BEE20-B71E-3AF1-4F9F-D78662442ED0}"/>
              </a:ext>
            </a:extLst>
          </p:cNvPr>
          <p:cNvSpPr txBox="1"/>
          <p:nvPr/>
        </p:nvSpPr>
        <p:spPr>
          <a:xfrm>
            <a:off x="12082384" y="7022598"/>
            <a:ext cx="10743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9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3F2763-E676-B976-4613-68EB2AF05CCA}"/>
              </a:ext>
            </a:extLst>
          </p:cNvPr>
          <p:cNvSpPr/>
          <p:nvPr/>
        </p:nvSpPr>
        <p:spPr>
          <a:xfrm>
            <a:off x="6379362" y="3212465"/>
            <a:ext cx="6564430" cy="1685133"/>
          </a:xfrm>
          <a:prstGeom prst="roundRect">
            <a:avLst>
              <a:gd name="adj" fmla="val 9668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CE8EA52-9438-7F70-69A7-35B112A7809A}"/>
              </a:ext>
            </a:extLst>
          </p:cNvPr>
          <p:cNvSpPr/>
          <p:nvPr/>
        </p:nvSpPr>
        <p:spPr>
          <a:xfrm>
            <a:off x="6486284" y="3334398"/>
            <a:ext cx="3063837" cy="1455549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8E75E94-665B-428B-EF3A-379694DDC023}"/>
              </a:ext>
            </a:extLst>
          </p:cNvPr>
          <p:cNvSpPr/>
          <p:nvPr/>
        </p:nvSpPr>
        <p:spPr>
          <a:xfrm>
            <a:off x="6460982" y="9820583"/>
            <a:ext cx="1980209" cy="351428"/>
          </a:xfrm>
          <a:prstGeom prst="roundRect">
            <a:avLst>
              <a:gd name="adj" fmla="val 9668"/>
            </a:avLst>
          </a:prstGeom>
          <a:solidFill>
            <a:srgbClr val="E5EFF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4EBC1FD-F18A-6C7F-697C-763AEE7D79C6}"/>
              </a:ext>
            </a:extLst>
          </p:cNvPr>
          <p:cNvSpPr/>
          <p:nvPr/>
        </p:nvSpPr>
        <p:spPr>
          <a:xfrm>
            <a:off x="6460981" y="9351155"/>
            <a:ext cx="1989098" cy="373752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9168D5-C700-B091-E52D-C8CBD3522565}"/>
              </a:ext>
            </a:extLst>
          </p:cNvPr>
          <p:cNvSpPr/>
          <p:nvPr/>
        </p:nvSpPr>
        <p:spPr>
          <a:xfrm>
            <a:off x="6379362" y="5305577"/>
            <a:ext cx="6564430" cy="1849238"/>
          </a:xfrm>
          <a:prstGeom prst="roundRect">
            <a:avLst>
              <a:gd name="adj" fmla="val 966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DA4936B4-3F92-F4B2-1133-60F6FFA01FBC}"/>
              </a:ext>
            </a:extLst>
          </p:cNvPr>
          <p:cNvSpPr/>
          <p:nvPr/>
        </p:nvSpPr>
        <p:spPr>
          <a:xfrm>
            <a:off x="6846495" y="3599129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28219A92-F435-457B-53CB-5FED17D37C3B}"/>
              </a:ext>
            </a:extLst>
          </p:cNvPr>
          <p:cNvSpPr/>
          <p:nvPr/>
        </p:nvSpPr>
        <p:spPr>
          <a:xfrm>
            <a:off x="6846496" y="3548577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>
            <a:extLst>
              <a:ext uri="{FF2B5EF4-FFF2-40B4-BE49-F238E27FC236}">
                <a16:creationId xmlns:a16="http://schemas.microsoft.com/office/drawing/2014/main" id="{FC452DF6-9BA0-CAB1-82BD-3B9C5992204B}"/>
              </a:ext>
            </a:extLst>
          </p:cNvPr>
          <p:cNvSpPr/>
          <p:nvPr/>
        </p:nvSpPr>
        <p:spPr>
          <a:xfrm>
            <a:off x="6846496" y="3503013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8B76914E-9D23-FDBE-A9D5-5F876CAD0CDA}"/>
              </a:ext>
            </a:extLst>
          </p:cNvPr>
          <p:cNvSpPr/>
          <p:nvPr/>
        </p:nvSpPr>
        <p:spPr>
          <a:xfrm>
            <a:off x="6846495" y="3445236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513EC67B-EDA1-19CC-4C7F-FF88223B5994}"/>
              </a:ext>
            </a:extLst>
          </p:cNvPr>
          <p:cNvSpPr/>
          <p:nvPr/>
        </p:nvSpPr>
        <p:spPr>
          <a:xfrm>
            <a:off x="6939631" y="3732614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B9915B-4193-250D-3B50-B4EB4398792D}"/>
              </a:ext>
            </a:extLst>
          </p:cNvPr>
          <p:cNvSpPr txBox="1"/>
          <p:nvPr/>
        </p:nvSpPr>
        <p:spPr>
          <a:xfrm>
            <a:off x="6462911" y="4444602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BA4AD1-7BFD-9323-40BE-D8F22E7D3217}"/>
              </a:ext>
            </a:extLst>
          </p:cNvPr>
          <p:cNvSpPr txBox="1"/>
          <p:nvPr/>
        </p:nvSpPr>
        <p:spPr>
          <a:xfrm>
            <a:off x="7564348" y="4444602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F0956C2-CC7E-F945-047B-1DB45F0BAF0A}"/>
              </a:ext>
            </a:extLst>
          </p:cNvPr>
          <p:cNvSpPr/>
          <p:nvPr/>
        </p:nvSpPr>
        <p:spPr>
          <a:xfrm>
            <a:off x="6379362" y="6830737"/>
            <a:ext cx="6564430" cy="1918785"/>
          </a:xfrm>
          <a:prstGeom prst="roundRect">
            <a:avLst>
              <a:gd name="adj" fmla="val 966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6C645C74-65C2-C258-F9ED-D0FA54BC0A83}"/>
              </a:ext>
            </a:extLst>
          </p:cNvPr>
          <p:cNvSpPr/>
          <p:nvPr/>
        </p:nvSpPr>
        <p:spPr>
          <a:xfrm>
            <a:off x="6778186" y="7417782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18A0E794-DCC4-4FB4-BB7D-34096832B7BD}"/>
              </a:ext>
            </a:extLst>
          </p:cNvPr>
          <p:cNvSpPr/>
          <p:nvPr/>
        </p:nvSpPr>
        <p:spPr>
          <a:xfrm>
            <a:off x="6778187" y="7367230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269B4089-0EAE-E0E9-165C-38C9FC21879E}"/>
              </a:ext>
            </a:extLst>
          </p:cNvPr>
          <p:cNvSpPr/>
          <p:nvPr/>
        </p:nvSpPr>
        <p:spPr>
          <a:xfrm>
            <a:off x="6778187" y="7321666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B1A13F24-BB2B-C550-7EAF-BC1AE901203D}"/>
              </a:ext>
            </a:extLst>
          </p:cNvPr>
          <p:cNvSpPr/>
          <p:nvPr/>
        </p:nvSpPr>
        <p:spPr>
          <a:xfrm>
            <a:off x="6778186" y="7263889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弧形 20">
            <a:extLst>
              <a:ext uri="{FF2B5EF4-FFF2-40B4-BE49-F238E27FC236}">
                <a16:creationId xmlns:a16="http://schemas.microsoft.com/office/drawing/2014/main" id="{3B2595F2-A86B-CBF4-C2FB-B2597E25D630}"/>
              </a:ext>
            </a:extLst>
          </p:cNvPr>
          <p:cNvSpPr/>
          <p:nvPr/>
        </p:nvSpPr>
        <p:spPr>
          <a:xfrm>
            <a:off x="6879788" y="7551268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24A31A-EBC4-D09F-8FF8-F57BD27E6AA4}"/>
              </a:ext>
            </a:extLst>
          </p:cNvPr>
          <p:cNvSpPr txBox="1"/>
          <p:nvPr/>
        </p:nvSpPr>
        <p:spPr>
          <a:xfrm>
            <a:off x="6424544" y="8263255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9FFA623-0811-ADBB-2CA5-BDB6E1FFF5DF}"/>
              </a:ext>
            </a:extLst>
          </p:cNvPr>
          <p:cNvGrpSpPr/>
          <p:nvPr/>
        </p:nvGrpSpPr>
        <p:grpSpPr>
          <a:xfrm>
            <a:off x="6645113" y="3730553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033C9AE-3EB1-14CD-F34F-1832AB2E31EE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D4B4FFBA-B2C5-D1A9-E308-D27C639755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435DB1A1-356C-FA66-1B89-EAD7EDF765CC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FAEEBD3-66A8-8AF3-DA41-768DC138E1C7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5AD9FDAA-CB9A-98FA-5A1C-99820F0668F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67BBAE6F-7DF3-0175-74C1-CF7ED98A60CF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D05466F-3979-9C63-BE45-B04C424768EE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19E7678E-2603-48BB-637D-EC38908F9C3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A63C0DE-6908-2AB4-9BF7-CC0561BB2D93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E4A5E5D-352F-4297-F5ED-49C48632F95C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3058831B-A6CF-4909-2743-7C382EA5AC7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DD5EF71C-18C1-3F4C-B1E1-DB7361AE4567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45279CF-7C49-F03C-58D3-A13B1C49D5C5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14F68DDD-5DC0-2B89-C336-D4912CF0A3D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58D7CFBE-22C9-112F-5F38-C97A2EA37719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F1039AF-4CF9-2A32-FE1C-B7D8C3A53938}"/>
              </a:ext>
            </a:extLst>
          </p:cNvPr>
          <p:cNvSpPr/>
          <p:nvPr/>
        </p:nvSpPr>
        <p:spPr>
          <a:xfrm>
            <a:off x="6531101" y="5418402"/>
            <a:ext cx="3063837" cy="1500576"/>
          </a:xfrm>
          <a:prstGeom prst="roundRect">
            <a:avLst>
              <a:gd name="adj" fmla="val 9668"/>
            </a:avLst>
          </a:prstGeom>
          <a:solidFill>
            <a:srgbClr val="FDE5E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弧形 39">
            <a:extLst>
              <a:ext uri="{FF2B5EF4-FFF2-40B4-BE49-F238E27FC236}">
                <a16:creationId xmlns:a16="http://schemas.microsoft.com/office/drawing/2014/main" id="{9934478B-D463-96A5-19F0-B9BD0C1882A9}"/>
              </a:ext>
            </a:extLst>
          </p:cNvPr>
          <p:cNvSpPr/>
          <p:nvPr/>
        </p:nvSpPr>
        <p:spPr>
          <a:xfrm>
            <a:off x="6998233" y="5713903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弧形 40">
            <a:extLst>
              <a:ext uri="{FF2B5EF4-FFF2-40B4-BE49-F238E27FC236}">
                <a16:creationId xmlns:a16="http://schemas.microsoft.com/office/drawing/2014/main" id="{512C21FC-B2A5-0FDF-977A-54A8CFA13C19}"/>
              </a:ext>
            </a:extLst>
          </p:cNvPr>
          <p:cNvSpPr/>
          <p:nvPr/>
        </p:nvSpPr>
        <p:spPr>
          <a:xfrm>
            <a:off x="6998234" y="5663351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弧形 41">
            <a:extLst>
              <a:ext uri="{FF2B5EF4-FFF2-40B4-BE49-F238E27FC236}">
                <a16:creationId xmlns:a16="http://schemas.microsoft.com/office/drawing/2014/main" id="{0ACEADF5-55C1-B553-D0D8-EC083C02DEE6}"/>
              </a:ext>
            </a:extLst>
          </p:cNvPr>
          <p:cNvSpPr/>
          <p:nvPr/>
        </p:nvSpPr>
        <p:spPr>
          <a:xfrm>
            <a:off x="6998234" y="5617787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弧形 42">
            <a:extLst>
              <a:ext uri="{FF2B5EF4-FFF2-40B4-BE49-F238E27FC236}">
                <a16:creationId xmlns:a16="http://schemas.microsoft.com/office/drawing/2014/main" id="{965674A1-515D-4527-5683-EA687D58842C}"/>
              </a:ext>
            </a:extLst>
          </p:cNvPr>
          <p:cNvSpPr/>
          <p:nvPr/>
        </p:nvSpPr>
        <p:spPr>
          <a:xfrm>
            <a:off x="6998233" y="5560010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8AEC0AB1-15C2-2C20-99D4-C15ABEFC954A}"/>
              </a:ext>
            </a:extLst>
          </p:cNvPr>
          <p:cNvSpPr/>
          <p:nvPr/>
        </p:nvSpPr>
        <p:spPr>
          <a:xfrm>
            <a:off x="7091369" y="5847388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3929BCB-4170-BFA5-FF05-6758283E791E}"/>
              </a:ext>
            </a:extLst>
          </p:cNvPr>
          <p:cNvSpPr txBox="1"/>
          <p:nvPr/>
        </p:nvSpPr>
        <p:spPr>
          <a:xfrm>
            <a:off x="6614649" y="6559376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8DAD75E-7340-FCC2-947C-A66C1E98142C}"/>
              </a:ext>
            </a:extLst>
          </p:cNvPr>
          <p:cNvSpPr txBox="1"/>
          <p:nvPr/>
        </p:nvSpPr>
        <p:spPr>
          <a:xfrm>
            <a:off x="7716086" y="6559376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9ADF6BB-4116-635B-CD91-F90ECD9744DD}"/>
              </a:ext>
            </a:extLst>
          </p:cNvPr>
          <p:cNvGrpSpPr/>
          <p:nvPr/>
        </p:nvGrpSpPr>
        <p:grpSpPr>
          <a:xfrm>
            <a:off x="6796851" y="5845327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1619DE6C-26AC-DEE4-05C1-AD049FA63242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EFB7E234-B265-5014-8442-F8FBAE5C2E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E6650E45-2DA4-7550-3248-CAA1D5BE25A4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3AB8CB-22CE-1A88-EB60-6253A6D8DE48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1DFA4122-7838-B95A-614F-79694E9AC49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7D77CB-9534-C2AB-03FD-B90885263926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49397607-526E-DDB3-4C02-7839DA88B081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D8A6CD6B-1BB0-8209-719C-A327F8DCF63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BAFCD3C5-8F38-9315-4010-A62D86FEE170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4E67BEA-FDF9-F4A2-3705-1529180120C5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4DDCA098-34FE-74A4-99B5-4AA6BA4C461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D7A2BFE1-2FA7-C493-90F2-368DD760AD34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E3A2ED5B-02F2-E33A-40B3-CBF417D8B8FF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C537B5EE-6FE1-2575-3DB7-9AA57D3480A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FD52D483-2521-A891-6FCF-E1094B6D7953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4100013-4DA5-7CBF-23D2-A83CED7913DD}"/>
              </a:ext>
            </a:extLst>
          </p:cNvPr>
          <p:cNvGrpSpPr/>
          <p:nvPr/>
        </p:nvGrpSpPr>
        <p:grpSpPr>
          <a:xfrm>
            <a:off x="6578983" y="7536506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F58EF48C-90D9-8BED-5F2F-D20EF2D9DE9B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DA07231F-3548-68FD-E384-244B8E5055D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42D8226A-08EC-E126-52DF-0F2A6A9E50C8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483C3F52-628F-01DC-C508-E37FFC5D665C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A22A8995-BC3D-C89A-B239-B9E5CE58474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70D03F52-BFE7-C0B8-7716-BEBFDF28E2EA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9AF978B0-318D-21BB-9C2F-3C34D9CA1356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73" name="图片 72">
                <a:extLst>
                  <a:ext uri="{FF2B5EF4-FFF2-40B4-BE49-F238E27FC236}">
                    <a16:creationId xmlns:a16="http://schemas.microsoft.com/office/drawing/2014/main" id="{9FD550C4-AB75-FC79-D6D0-A83098BC8FF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EDEAEDA2-CC7C-5A59-77DF-2CAB7E71194E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75886A6D-93B4-3109-96BC-82D816DD09D0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43BADCEA-6B62-F726-D58B-9A29CEDF55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50F1A17B-C73F-FDAF-52B3-259C7B9A2396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304677C1-2380-E3A8-4F99-DCC1EBBF9ACF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F878DF72-9682-C359-4299-3221850764F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D379B3A8-2032-3540-3BD4-D0DCA3D97902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B437926A-A4C6-51C9-4F0E-DBD87E8E3D02}"/>
              </a:ext>
            </a:extLst>
          </p:cNvPr>
          <p:cNvSpPr txBox="1"/>
          <p:nvPr/>
        </p:nvSpPr>
        <p:spPr>
          <a:xfrm>
            <a:off x="7510684" y="8263255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EF61B0FD-DD7E-F1EE-DDA4-88E98604F951}"/>
              </a:ext>
            </a:extLst>
          </p:cNvPr>
          <p:cNvSpPr/>
          <p:nvPr/>
        </p:nvSpPr>
        <p:spPr>
          <a:xfrm>
            <a:off x="6359690" y="9179046"/>
            <a:ext cx="6584103" cy="1133073"/>
          </a:xfrm>
          <a:prstGeom prst="roundRect">
            <a:avLst>
              <a:gd name="adj" fmla="val 9668"/>
            </a:avLst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弧形 80">
            <a:extLst>
              <a:ext uri="{FF2B5EF4-FFF2-40B4-BE49-F238E27FC236}">
                <a16:creationId xmlns:a16="http://schemas.microsoft.com/office/drawing/2014/main" id="{4EE66AA5-C954-E4F3-EEB3-F6F891A3357E}"/>
              </a:ext>
            </a:extLst>
          </p:cNvPr>
          <p:cNvSpPr/>
          <p:nvPr/>
        </p:nvSpPr>
        <p:spPr>
          <a:xfrm>
            <a:off x="6497228" y="9423604"/>
            <a:ext cx="611119" cy="463615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90B53367-D2CD-DBFA-8DA1-4766CC6EBCFF}"/>
              </a:ext>
            </a:extLst>
          </p:cNvPr>
          <p:cNvSpPr/>
          <p:nvPr/>
        </p:nvSpPr>
        <p:spPr>
          <a:xfrm>
            <a:off x="6493764" y="9890430"/>
            <a:ext cx="611119" cy="463615"/>
          </a:xfrm>
          <a:prstGeom prst="arc">
            <a:avLst>
              <a:gd name="adj1" fmla="val 10847032"/>
              <a:gd name="adj2" fmla="val 21598083"/>
            </a:avLst>
          </a:prstGeom>
          <a:noFill/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右 82">
            <a:extLst>
              <a:ext uri="{FF2B5EF4-FFF2-40B4-BE49-F238E27FC236}">
                <a16:creationId xmlns:a16="http://schemas.microsoft.com/office/drawing/2014/main" id="{868B2459-7484-BBB0-1210-146AA1212058}"/>
              </a:ext>
            </a:extLst>
          </p:cNvPr>
          <p:cNvSpPr/>
          <p:nvPr/>
        </p:nvSpPr>
        <p:spPr>
          <a:xfrm rot="7917154">
            <a:off x="9189238" y="7059362"/>
            <a:ext cx="372721" cy="403830"/>
          </a:xfrm>
          <a:prstGeom prst="rightArrow">
            <a:avLst>
              <a:gd name="adj1" fmla="val 50000"/>
              <a:gd name="adj2" fmla="val 5612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6FCA8A6-8DBB-5CE1-0E3A-DFAB0CBBEA9B}"/>
              </a:ext>
            </a:extLst>
          </p:cNvPr>
          <p:cNvSpPr txBox="1"/>
          <p:nvPr/>
        </p:nvSpPr>
        <p:spPr>
          <a:xfrm>
            <a:off x="7389876" y="9360288"/>
            <a:ext cx="8707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C56EC87-7BB9-C746-8EB8-56E17AECF65B}"/>
              </a:ext>
            </a:extLst>
          </p:cNvPr>
          <p:cNvSpPr txBox="1"/>
          <p:nvPr/>
        </p:nvSpPr>
        <p:spPr>
          <a:xfrm>
            <a:off x="7201429" y="9808760"/>
            <a:ext cx="1264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C6F0C2B-6BE6-3FE7-EA22-A3CCAEDC3298}"/>
              </a:ext>
            </a:extLst>
          </p:cNvPr>
          <p:cNvSpPr txBox="1"/>
          <p:nvPr/>
        </p:nvSpPr>
        <p:spPr>
          <a:xfrm>
            <a:off x="7967695" y="4918334"/>
            <a:ext cx="4645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Existing Affinity-only Methods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D334DB7-7B20-76C6-8FF4-5B9F70508984}"/>
              </a:ext>
            </a:extLst>
          </p:cNvPr>
          <p:cNvSpPr txBox="1"/>
          <p:nvPr/>
        </p:nvSpPr>
        <p:spPr>
          <a:xfrm>
            <a:off x="7967695" y="8771772"/>
            <a:ext cx="4645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Our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Affinity+Discrepancy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9C1F6FD4-3C7A-19AA-191B-001A4EBBE425}"/>
              </a:ext>
            </a:extLst>
          </p:cNvPr>
          <p:cNvSpPr/>
          <p:nvPr/>
        </p:nvSpPr>
        <p:spPr>
          <a:xfrm>
            <a:off x="9712055" y="3334397"/>
            <a:ext cx="3063836" cy="1460354"/>
          </a:xfrm>
          <a:prstGeom prst="roundRect">
            <a:avLst>
              <a:gd name="adj" fmla="val 9668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BACB9B8C-512E-776C-4E0F-65D79AA62C41}"/>
              </a:ext>
            </a:extLst>
          </p:cNvPr>
          <p:cNvCxnSpPr>
            <a:cxnSpLocks/>
          </p:cNvCxnSpPr>
          <p:nvPr/>
        </p:nvCxnSpPr>
        <p:spPr>
          <a:xfrm>
            <a:off x="11363762" y="9519412"/>
            <a:ext cx="536736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E0C53239-E27F-7C33-3CD4-76386891D355}"/>
              </a:ext>
            </a:extLst>
          </p:cNvPr>
          <p:cNvCxnSpPr>
            <a:cxnSpLocks/>
          </p:cNvCxnSpPr>
          <p:nvPr/>
        </p:nvCxnSpPr>
        <p:spPr>
          <a:xfrm>
            <a:off x="11363762" y="10022402"/>
            <a:ext cx="53673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图片 90">
            <a:extLst>
              <a:ext uri="{FF2B5EF4-FFF2-40B4-BE49-F238E27FC236}">
                <a16:creationId xmlns:a16="http://schemas.microsoft.com/office/drawing/2014/main" id="{FF43EDF4-2A02-0249-8214-C328229201C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" b="98380" l="5714" r="89143">
                        <a14:foregroundMark x1="44571" y1="9722" x2="44571" y2="9722"/>
                        <a14:foregroundMark x1="60571" y1="30787" x2="60571" y2="30787"/>
                      </a14:backgroundRemoval>
                    </a14:imgEffect>
                  </a14:imgLayer>
                </a14:imgProps>
              </a:ext>
            </a:extLst>
          </a:blip>
          <a:srcRect t="18265"/>
          <a:stretch>
            <a:fillRect/>
          </a:stretch>
        </p:blipFill>
        <p:spPr>
          <a:xfrm>
            <a:off x="8772953" y="9416001"/>
            <a:ext cx="432000" cy="588496"/>
          </a:xfrm>
          <a:prstGeom prst="rect">
            <a:avLst/>
          </a:prstGeom>
        </p:spPr>
      </p:pic>
      <p:sp>
        <p:nvSpPr>
          <p:cNvPr id="92" name="椭圆 91">
            <a:extLst>
              <a:ext uri="{FF2B5EF4-FFF2-40B4-BE49-F238E27FC236}">
                <a16:creationId xmlns:a16="http://schemas.microsoft.com/office/drawing/2014/main" id="{BC994C98-BCD1-CCAD-E60D-FC7DDC30366E}"/>
              </a:ext>
            </a:extLst>
          </p:cNvPr>
          <p:cNvSpPr/>
          <p:nvPr/>
        </p:nvSpPr>
        <p:spPr>
          <a:xfrm>
            <a:off x="8910905" y="9268373"/>
            <a:ext cx="147628" cy="147628"/>
          </a:xfrm>
          <a:prstGeom prst="ellipse">
            <a:avLst/>
          </a:prstGeom>
          <a:solidFill>
            <a:srgbClr val="D8A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407F78BA-BAB5-34B6-BC68-BC2FBA17F51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" b="98380" l="5714" r="89143">
                        <a14:foregroundMark x1="44571" y1="9722" x2="44571" y2="9722"/>
                        <a14:foregroundMark x1="60571" y1="30787" x2="60571" y2="30787"/>
                      </a14:backgroundRemoval>
                    </a14:imgEffect>
                  </a14:imgLayer>
                </a14:imgProps>
              </a:ext>
            </a:extLst>
          </a:blip>
          <a:srcRect t="18265"/>
          <a:stretch>
            <a:fillRect/>
          </a:stretch>
        </p:blipFill>
        <p:spPr>
          <a:xfrm>
            <a:off x="9747099" y="9416001"/>
            <a:ext cx="432000" cy="588496"/>
          </a:xfrm>
          <a:prstGeom prst="rect">
            <a:avLst/>
          </a:prstGeom>
        </p:spPr>
      </p:pic>
      <p:sp>
        <p:nvSpPr>
          <p:cNvPr id="94" name="椭圆 93">
            <a:extLst>
              <a:ext uri="{FF2B5EF4-FFF2-40B4-BE49-F238E27FC236}">
                <a16:creationId xmlns:a16="http://schemas.microsoft.com/office/drawing/2014/main" id="{D3CE9530-1569-A0BA-B1C6-B215F27D05FF}"/>
              </a:ext>
            </a:extLst>
          </p:cNvPr>
          <p:cNvSpPr/>
          <p:nvPr/>
        </p:nvSpPr>
        <p:spPr>
          <a:xfrm>
            <a:off x="9885051" y="9268373"/>
            <a:ext cx="147628" cy="147628"/>
          </a:xfrm>
          <a:prstGeom prst="ellipse">
            <a:avLst/>
          </a:prstGeom>
          <a:solidFill>
            <a:srgbClr val="619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92DC6084-FC60-D09F-1481-A8A4C247D62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6" b="98380" l="5714" r="89143">
                        <a14:foregroundMark x1="44571" y1="9722" x2="44571" y2="9722"/>
                        <a14:foregroundMark x1="60571" y1="30787" x2="60571" y2="30787"/>
                      </a14:backgroundRemoval>
                    </a14:imgEffect>
                  </a14:imgLayer>
                </a14:imgProps>
              </a:ext>
            </a:extLst>
          </a:blip>
          <a:srcRect t="18265"/>
          <a:stretch>
            <a:fillRect/>
          </a:stretch>
        </p:blipFill>
        <p:spPr>
          <a:xfrm>
            <a:off x="9260026" y="9416002"/>
            <a:ext cx="432000" cy="588495"/>
          </a:xfrm>
          <a:prstGeom prst="rect">
            <a:avLst/>
          </a:prstGeom>
        </p:spPr>
      </p:pic>
      <p:sp>
        <p:nvSpPr>
          <p:cNvPr id="96" name="椭圆 95">
            <a:extLst>
              <a:ext uri="{FF2B5EF4-FFF2-40B4-BE49-F238E27FC236}">
                <a16:creationId xmlns:a16="http://schemas.microsoft.com/office/drawing/2014/main" id="{4D877A58-3040-6B78-F737-A03652E3FC9E}"/>
              </a:ext>
            </a:extLst>
          </p:cNvPr>
          <p:cNvSpPr/>
          <p:nvPr/>
        </p:nvSpPr>
        <p:spPr>
          <a:xfrm>
            <a:off x="9397978" y="9268373"/>
            <a:ext cx="147628" cy="147628"/>
          </a:xfrm>
          <a:prstGeom prst="ellipse">
            <a:avLst/>
          </a:prstGeom>
          <a:solidFill>
            <a:srgbClr val="3960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9960D82-5B6D-C9EB-CE46-C4B4E5890AB7}"/>
              </a:ext>
            </a:extLst>
          </p:cNvPr>
          <p:cNvSpPr txBox="1"/>
          <p:nvPr/>
        </p:nvSpPr>
        <p:spPr>
          <a:xfrm>
            <a:off x="11503491" y="9188819"/>
            <a:ext cx="1690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30A64E8-12FB-9F24-13C3-4B52DC662972}"/>
              </a:ext>
            </a:extLst>
          </p:cNvPr>
          <p:cNvSpPr txBox="1"/>
          <p:nvPr/>
        </p:nvSpPr>
        <p:spPr>
          <a:xfrm>
            <a:off x="11524607" y="9710966"/>
            <a:ext cx="1690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B557599-8272-4B97-7221-F3B4E2E26A5D}"/>
              </a:ext>
            </a:extLst>
          </p:cNvPr>
          <p:cNvSpPr txBox="1"/>
          <p:nvPr/>
        </p:nvSpPr>
        <p:spPr>
          <a:xfrm>
            <a:off x="10115463" y="9411279"/>
            <a:ext cx="1004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0C9A8FFA-FE86-D347-35EE-9989B1270E85}"/>
              </a:ext>
            </a:extLst>
          </p:cNvPr>
          <p:cNvSpPr/>
          <p:nvPr/>
        </p:nvSpPr>
        <p:spPr>
          <a:xfrm>
            <a:off x="8902016" y="10057284"/>
            <a:ext cx="147628" cy="147628"/>
          </a:xfrm>
          <a:prstGeom prst="ellipse">
            <a:avLst/>
          </a:prstGeom>
          <a:solidFill>
            <a:srgbClr val="D8A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F03B678C-906D-9062-911B-07B45562738E}"/>
              </a:ext>
            </a:extLst>
          </p:cNvPr>
          <p:cNvSpPr/>
          <p:nvPr/>
        </p:nvSpPr>
        <p:spPr>
          <a:xfrm>
            <a:off x="9876162" y="10057284"/>
            <a:ext cx="147628" cy="147628"/>
          </a:xfrm>
          <a:prstGeom prst="ellipse">
            <a:avLst/>
          </a:prstGeom>
          <a:solidFill>
            <a:srgbClr val="6194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B4547C4F-74B8-83A7-3636-04F23BB2561A}"/>
              </a:ext>
            </a:extLst>
          </p:cNvPr>
          <p:cNvSpPr/>
          <p:nvPr/>
        </p:nvSpPr>
        <p:spPr>
          <a:xfrm>
            <a:off x="9389089" y="10057284"/>
            <a:ext cx="147628" cy="147628"/>
          </a:xfrm>
          <a:prstGeom prst="ellipse">
            <a:avLst/>
          </a:prstGeom>
          <a:solidFill>
            <a:srgbClr val="3960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6AA8826-3424-BD3D-646E-F2F5D97CB8EF}"/>
              </a:ext>
            </a:extLst>
          </p:cNvPr>
          <p:cNvSpPr txBox="1"/>
          <p:nvPr/>
        </p:nvSpPr>
        <p:spPr>
          <a:xfrm>
            <a:off x="10135164" y="9942806"/>
            <a:ext cx="1004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BBEDDA42-DD76-A381-8A13-587E2BB90882}"/>
              </a:ext>
            </a:extLst>
          </p:cNvPr>
          <p:cNvSpPr/>
          <p:nvPr/>
        </p:nvSpPr>
        <p:spPr>
          <a:xfrm>
            <a:off x="9712055" y="7064149"/>
            <a:ext cx="3063837" cy="1600390"/>
          </a:xfrm>
          <a:prstGeom prst="roundRect">
            <a:avLst>
              <a:gd name="adj" fmla="val 9668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44283E4C-A571-FB1E-6E4F-605631360B72}"/>
              </a:ext>
            </a:extLst>
          </p:cNvPr>
          <p:cNvGrpSpPr/>
          <p:nvPr/>
        </p:nvGrpSpPr>
        <p:grpSpPr>
          <a:xfrm rot="21226183">
            <a:off x="9795173" y="7879441"/>
            <a:ext cx="633891" cy="672718"/>
            <a:chOff x="9831130" y="9193155"/>
            <a:chExt cx="633891" cy="672718"/>
          </a:xfrm>
        </p:grpSpPr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1867D9DB-5278-1640-9336-BCEB9A3CB35E}"/>
                </a:ext>
              </a:extLst>
            </p:cNvPr>
            <p:cNvSpPr/>
            <p:nvPr/>
          </p:nvSpPr>
          <p:spPr>
            <a:xfrm>
              <a:off x="9831130" y="9309241"/>
              <a:ext cx="529944" cy="515058"/>
            </a:xfrm>
            <a:prstGeom prst="ellipse">
              <a:avLst/>
            </a:prstGeom>
            <a:solidFill>
              <a:srgbClr val="DEEBF7"/>
            </a:solidFill>
            <a:ln>
              <a:noFill/>
            </a:ln>
            <a:effectLst>
              <a:glow rad="254000">
                <a:srgbClr val="DDE8F6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71E42015-CCCF-E56B-D102-9443C744C383}"/>
                </a:ext>
              </a:extLst>
            </p:cNvPr>
            <p:cNvCxnSpPr>
              <a:cxnSpLocks/>
              <a:stCxn id="117" idx="5"/>
              <a:endCxn id="118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5531615-1E30-4B6A-AA45-6CD7E97059B4}"/>
                </a:ext>
              </a:extLst>
            </p:cNvPr>
            <p:cNvCxnSpPr>
              <a:cxnSpLocks/>
              <a:stCxn id="121" idx="6"/>
              <a:endCxn id="118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4CFEB5B-A7FF-8DC4-E663-0CC38F2CA668}"/>
                </a:ext>
              </a:extLst>
            </p:cNvPr>
            <p:cNvCxnSpPr>
              <a:cxnSpLocks/>
              <a:stCxn id="118" idx="4"/>
              <a:endCxn id="119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71A3C958-FFC5-C3D2-A07E-90AC12DD2712}"/>
                </a:ext>
              </a:extLst>
            </p:cNvPr>
            <p:cNvCxnSpPr>
              <a:cxnSpLocks/>
              <a:stCxn id="117" idx="2"/>
              <a:endCxn id="122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6B672310-63D5-0345-D4FE-C4A6AF835E30}"/>
                </a:ext>
              </a:extLst>
            </p:cNvPr>
            <p:cNvCxnSpPr>
              <a:cxnSpLocks/>
              <a:stCxn id="117" idx="4"/>
              <a:endCxn id="121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CAD5F7E-0FA2-6570-B382-4FF22D61E5E2}"/>
                </a:ext>
              </a:extLst>
            </p:cNvPr>
            <p:cNvCxnSpPr>
              <a:cxnSpLocks/>
              <a:stCxn id="122" idx="5"/>
              <a:endCxn id="121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4B39B961-F502-BFD5-A297-885B49423E7A}"/>
                </a:ext>
              </a:extLst>
            </p:cNvPr>
            <p:cNvCxnSpPr>
              <a:cxnSpLocks/>
              <a:stCxn id="120" idx="7"/>
              <a:endCxn id="121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8EC5F29E-4F40-98DD-5048-EE87D5E6C58A}"/>
                </a:ext>
              </a:extLst>
            </p:cNvPr>
            <p:cNvCxnSpPr>
              <a:cxnSpLocks/>
              <a:stCxn id="119" idx="1"/>
              <a:endCxn id="121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2F7CB000-5D1A-33D5-28AB-DBA941D3F40F}"/>
                </a:ext>
              </a:extLst>
            </p:cNvPr>
            <p:cNvCxnSpPr>
              <a:cxnSpLocks/>
              <a:stCxn id="119" idx="2"/>
              <a:endCxn id="120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6207CD14-85A7-623F-3061-57556F46CA65}"/>
                </a:ext>
              </a:extLst>
            </p:cNvPr>
            <p:cNvCxnSpPr>
              <a:cxnSpLocks/>
              <a:stCxn id="122" idx="3"/>
              <a:endCxn id="120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AAE0DB28-1D4B-722D-A707-0056216764DE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69A3AB45-6048-7163-0D34-6549AC31DEA1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2E75B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A593770D-4776-8112-0035-5B08184BB15B}"/>
                </a:ext>
              </a:extLst>
            </p:cNvPr>
            <p:cNvSpPr/>
            <p:nvPr/>
          </p:nvSpPr>
          <p:spPr>
            <a:xfrm>
              <a:off x="10245743" y="9757873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7A3C2165-C179-A3FA-0410-285791E349B8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6C6F3563-2158-B318-67FB-FD78B6B54C31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9B12A9DD-F92E-865E-29A8-D02656EA167F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3" name="椭圆 122">
            <a:extLst>
              <a:ext uri="{FF2B5EF4-FFF2-40B4-BE49-F238E27FC236}">
                <a16:creationId xmlns:a16="http://schemas.microsoft.com/office/drawing/2014/main" id="{2A89FF4C-8967-0AA3-E4AB-0E61200E8D4C}"/>
              </a:ext>
            </a:extLst>
          </p:cNvPr>
          <p:cNvSpPr/>
          <p:nvPr/>
        </p:nvSpPr>
        <p:spPr>
          <a:xfrm rot="18815067">
            <a:off x="10996293" y="7177690"/>
            <a:ext cx="555105" cy="548388"/>
          </a:xfrm>
          <a:prstGeom prst="ellipse">
            <a:avLst/>
          </a:prstGeom>
          <a:solidFill>
            <a:srgbClr val="FFF4D3"/>
          </a:solidFill>
          <a:ln>
            <a:noFill/>
          </a:ln>
          <a:effectLst>
            <a:glow rad="254000">
              <a:srgbClr val="FFF2CC"/>
            </a:glo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0DE70364-ADFA-1EAC-3572-261D78791213}"/>
              </a:ext>
            </a:extLst>
          </p:cNvPr>
          <p:cNvCxnSpPr>
            <a:cxnSpLocks/>
            <a:stCxn id="134" idx="5"/>
            <a:endCxn id="135" idx="1"/>
          </p:cNvCxnSpPr>
          <p:nvPr/>
        </p:nvCxnSpPr>
        <p:spPr>
          <a:xfrm rot="18815067">
            <a:off x="11185493" y="7151546"/>
            <a:ext cx="165445" cy="16809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204C421D-D7F2-257F-4955-4CBF97E6E428}"/>
              </a:ext>
            </a:extLst>
          </p:cNvPr>
          <p:cNvCxnSpPr>
            <a:cxnSpLocks/>
            <a:stCxn id="137" idx="6"/>
            <a:endCxn id="135" idx="2"/>
          </p:cNvCxnSpPr>
          <p:nvPr/>
        </p:nvCxnSpPr>
        <p:spPr>
          <a:xfrm rot="18815067" flipV="1">
            <a:off x="11272042" y="7327509"/>
            <a:ext cx="173422" cy="4321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CF95396A-C8AF-0291-8FD9-33B5D543088F}"/>
              </a:ext>
            </a:extLst>
          </p:cNvPr>
          <p:cNvCxnSpPr>
            <a:cxnSpLocks/>
            <a:stCxn id="135" idx="4"/>
            <a:endCxn id="136" idx="7"/>
          </p:cNvCxnSpPr>
          <p:nvPr/>
        </p:nvCxnSpPr>
        <p:spPr>
          <a:xfrm rot="18815067" flipH="1">
            <a:off x="11500085" y="7260572"/>
            <a:ext cx="73095" cy="22806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752ABA5F-95B8-B385-4443-1407D8BC090C}"/>
              </a:ext>
            </a:extLst>
          </p:cNvPr>
          <p:cNvCxnSpPr>
            <a:cxnSpLocks/>
            <a:stCxn id="134" idx="2"/>
            <a:endCxn id="138" idx="7"/>
          </p:cNvCxnSpPr>
          <p:nvPr/>
        </p:nvCxnSpPr>
        <p:spPr>
          <a:xfrm rot="18815067" flipH="1">
            <a:off x="10942803" y="7327886"/>
            <a:ext cx="190315" cy="122787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27C2BA4F-D8D6-8D76-1B6B-DED776189EFE}"/>
              </a:ext>
            </a:extLst>
          </p:cNvPr>
          <p:cNvCxnSpPr>
            <a:cxnSpLocks/>
            <a:stCxn id="134" idx="4"/>
            <a:endCxn id="137" idx="0"/>
          </p:cNvCxnSpPr>
          <p:nvPr/>
        </p:nvCxnSpPr>
        <p:spPr>
          <a:xfrm rot="18815067" flipH="1">
            <a:off x="11167057" y="7262581"/>
            <a:ext cx="39609" cy="179681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3916ACC0-4885-A95F-B9CB-19AB6ACD9F1A}"/>
              </a:ext>
            </a:extLst>
          </p:cNvPr>
          <p:cNvCxnSpPr>
            <a:cxnSpLocks/>
            <a:stCxn id="138" idx="5"/>
            <a:endCxn id="137" idx="2"/>
          </p:cNvCxnSpPr>
          <p:nvPr/>
        </p:nvCxnSpPr>
        <p:spPr>
          <a:xfrm rot="18815067">
            <a:off x="11080797" y="7484853"/>
            <a:ext cx="150706" cy="88526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26CDD47C-FAC5-85CF-7CAD-223D74FB7135}"/>
              </a:ext>
            </a:extLst>
          </p:cNvPr>
          <p:cNvCxnSpPr>
            <a:cxnSpLocks/>
            <a:stCxn id="215" idx="7"/>
            <a:endCxn id="137" idx="3"/>
          </p:cNvCxnSpPr>
          <p:nvPr/>
        </p:nvCxnSpPr>
        <p:spPr>
          <a:xfrm rot="18815067" flipV="1">
            <a:off x="11199674" y="7553810"/>
            <a:ext cx="146565" cy="12355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471B7C8C-5B7F-2466-1295-627837B899BD}"/>
              </a:ext>
            </a:extLst>
          </p:cNvPr>
          <p:cNvCxnSpPr>
            <a:cxnSpLocks/>
            <a:stCxn id="136" idx="1"/>
            <a:endCxn id="137" idx="4"/>
          </p:cNvCxnSpPr>
          <p:nvPr/>
        </p:nvCxnSpPr>
        <p:spPr>
          <a:xfrm rot="18815067" flipH="1" flipV="1">
            <a:off x="11362974" y="7426665"/>
            <a:ext cx="131959" cy="184853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397DA453-EBD2-B9C1-E046-B93F439DAB34}"/>
              </a:ext>
            </a:extLst>
          </p:cNvPr>
          <p:cNvCxnSpPr>
            <a:cxnSpLocks/>
            <a:stCxn id="136" idx="2"/>
            <a:endCxn id="215" idx="5"/>
          </p:cNvCxnSpPr>
          <p:nvPr/>
        </p:nvCxnSpPr>
        <p:spPr>
          <a:xfrm rot="18815067" flipH="1" flipV="1">
            <a:off x="11289874" y="7648897"/>
            <a:ext cx="300892" cy="38931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F5DA97D7-8554-6670-403A-0221777DBB75}"/>
              </a:ext>
            </a:extLst>
          </p:cNvPr>
          <p:cNvCxnSpPr>
            <a:cxnSpLocks/>
            <a:stCxn id="138" idx="3"/>
            <a:endCxn id="215" idx="1"/>
          </p:cNvCxnSpPr>
          <p:nvPr/>
        </p:nvCxnSpPr>
        <p:spPr>
          <a:xfrm rot="18815067">
            <a:off x="11107034" y="7562405"/>
            <a:ext cx="19957" cy="250264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椭圆 133">
            <a:extLst>
              <a:ext uri="{FF2B5EF4-FFF2-40B4-BE49-F238E27FC236}">
                <a16:creationId xmlns:a16="http://schemas.microsoft.com/office/drawing/2014/main" id="{439A1865-CA83-9F52-C30B-1145D197E5F5}"/>
              </a:ext>
            </a:extLst>
          </p:cNvPr>
          <p:cNvSpPr/>
          <p:nvPr/>
        </p:nvSpPr>
        <p:spPr>
          <a:xfrm rot="18815067">
            <a:off x="11042314" y="7184909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A83964E2-C489-B086-1B3E-F9527A92E0D2}"/>
              </a:ext>
            </a:extLst>
          </p:cNvPr>
          <p:cNvSpPr/>
          <p:nvPr/>
        </p:nvSpPr>
        <p:spPr>
          <a:xfrm rot="18815067">
            <a:off x="11386107" y="7178290"/>
            <a:ext cx="108000" cy="108000"/>
          </a:xfrm>
          <a:prstGeom prst="ellipse">
            <a:avLst/>
          </a:prstGeom>
          <a:solidFill>
            <a:srgbClr val="BF9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2AA289A3-62B1-56C9-34CA-0FB68E1C46FC}"/>
              </a:ext>
            </a:extLst>
          </p:cNvPr>
          <p:cNvSpPr/>
          <p:nvPr/>
        </p:nvSpPr>
        <p:spPr>
          <a:xfrm rot="18815067">
            <a:off x="11541366" y="7479684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E7071B96-DD93-D407-B8BC-049D4E43AF0B}"/>
              </a:ext>
            </a:extLst>
          </p:cNvPr>
          <p:cNvSpPr/>
          <p:nvPr/>
        </p:nvSpPr>
        <p:spPr>
          <a:xfrm rot="18815067">
            <a:off x="11223391" y="7411934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F1587FCA-2455-EEC2-FA41-F62CA617684C}"/>
              </a:ext>
            </a:extLst>
          </p:cNvPr>
          <p:cNvSpPr/>
          <p:nvPr/>
        </p:nvSpPr>
        <p:spPr>
          <a:xfrm rot="18815067">
            <a:off x="10964154" y="7500517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5F82279F-99D9-CC1E-D8DA-44CA460F309A}"/>
              </a:ext>
            </a:extLst>
          </p:cNvPr>
          <p:cNvCxnSpPr>
            <a:cxnSpLocks/>
            <a:stCxn id="118" idx="6"/>
            <a:endCxn id="215" idx="2"/>
          </p:cNvCxnSpPr>
          <p:nvPr/>
        </p:nvCxnSpPr>
        <p:spPr>
          <a:xfrm flipV="1">
            <a:off x="10423080" y="7804363"/>
            <a:ext cx="808203" cy="33937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C9818C3-61A4-B012-2A70-87DC51174F8E}"/>
              </a:ext>
            </a:extLst>
          </p:cNvPr>
          <p:cNvGrpSpPr/>
          <p:nvPr/>
        </p:nvGrpSpPr>
        <p:grpSpPr>
          <a:xfrm rot="3633493">
            <a:off x="12041835" y="7872815"/>
            <a:ext cx="632312" cy="672718"/>
            <a:chOff x="9832709" y="9193155"/>
            <a:chExt cx="632312" cy="672718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350CE708-5B0D-1C56-F4A0-A44474E21AD7}"/>
                </a:ext>
              </a:extLst>
            </p:cNvPr>
            <p:cNvSpPr/>
            <p:nvPr/>
          </p:nvSpPr>
          <p:spPr>
            <a:xfrm>
              <a:off x="9876971" y="9259468"/>
              <a:ext cx="558520" cy="56956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6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66D9E1D-2156-6B33-617F-BF2BA120EB8C}"/>
                </a:ext>
              </a:extLst>
            </p:cNvPr>
            <p:cNvCxnSpPr>
              <a:cxnSpLocks/>
              <a:stCxn id="152" idx="5"/>
              <a:endCxn id="153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836FC728-B393-DA00-81E2-B1D50E7AD644}"/>
                </a:ext>
              </a:extLst>
            </p:cNvPr>
            <p:cNvCxnSpPr>
              <a:cxnSpLocks/>
              <a:stCxn id="156" idx="6"/>
              <a:endCxn id="153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0E823679-AFCD-4A25-23FC-1AC82FD1ACBE}"/>
                </a:ext>
              </a:extLst>
            </p:cNvPr>
            <p:cNvCxnSpPr>
              <a:cxnSpLocks/>
              <a:stCxn id="153" idx="4"/>
              <a:endCxn id="154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3E4C2B24-7ADA-6E8D-DCFC-3E4FFBEFFE99}"/>
                </a:ext>
              </a:extLst>
            </p:cNvPr>
            <p:cNvCxnSpPr>
              <a:cxnSpLocks/>
              <a:stCxn id="152" idx="2"/>
              <a:endCxn id="157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73C346DB-7785-998F-435C-9392347D8336}"/>
                </a:ext>
              </a:extLst>
            </p:cNvPr>
            <p:cNvCxnSpPr>
              <a:cxnSpLocks/>
              <a:stCxn id="152" idx="4"/>
              <a:endCxn id="156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042B164-9394-4CDC-24CD-84BFA57E738A}"/>
                </a:ext>
              </a:extLst>
            </p:cNvPr>
            <p:cNvCxnSpPr>
              <a:cxnSpLocks/>
              <a:stCxn id="157" idx="5"/>
              <a:endCxn id="156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BE329A0E-8CF9-5C76-27F0-2436AE959BBF}"/>
                </a:ext>
              </a:extLst>
            </p:cNvPr>
            <p:cNvCxnSpPr>
              <a:cxnSpLocks/>
              <a:stCxn id="155" idx="7"/>
              <a:endCxn id="156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B9EF05AD-9C34-2FAF-DD2D-57FCA35EE61C}"/>
                </a:ext>
              </a:extLst>
            </p:cNvPr>
            <p:cNvCxnSpPr>
              <a:cxnSpLocks/>
              <a:stCxn id="154" idx="1"/>
              <a:endCxn id="156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5408240E-A357-23A2-3FA8-9EC575D39690}"/>
                </a:ext>
              </a:extLst>
            </p:cNvPr>
            <p:cNvCxnSpPr>
              <a:cxnSpLocks/>
              <a:stCxn id="154" idx="2"/>
              <a:endCxn id="155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4B7F36A4-C2AB-053C-18C4-559E4A4E3BF3}"/>
                </a:ext>
              </a:extLst>
            </p:cNvPr>
            <p:cNvCxnSpPr>
              <a:cxnSpLocks/>
              <a:stCxn id="157" idx="3"/>
              <a:endCxn id="155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9D8A1785-0B4D-BD69-EA4F-F7ED7A3137BC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0EA1CEDC-0433-F99A-432B-69DA4C89D29E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61943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EE8C1657-8421-4DC2-872B-32CB3BDF6246}"/>
                </a:ext>
              </a:extLst>
            </p:cNvPr>
            <p:cNvSpPr/>
            <p:nvPr/>
          </p:nvSpPr>
          <p:spPr>
            <a:xfrm>
              <a:off x="10245743" y="9757873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C018B2B7-0BCB-15F4-D9BE-281B7B8085A0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34A00D56-3D08-6CC1-08AE-959BC0900EF2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1E6D1645-E75B-FF4B-626D-52B913C52B28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1DB7FB7F-DE01-C995-80A3-AC02E5AC93E1}"/>
              </a:ext>
            </a:extLst>
          </p:cNvPr>
          <p:cNvCxnSpPr>
            <a:cxnSpLocks/>
            <a:stCxn id="155" idx="3"/>
            <a:endCxn id="215" idx="4"/>
          </p:cNvCxnSpPr>
          <p:nvPr/>
        </p:nvCxnSpPr>
        <p:spPr>
          <a:xfrm flipH="1" flipV="1">
            <a:off x="11307627" y="7802477"/>
            <a:ext cx="700555" cy="28217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B20A7875-00A5-88BE-E92B-FF399B232B5C}"/>
              </a:ext>
            </a:extLst>
          </p:cNvPr>
          <p:cNvGrpSpPr/>
          <p:nvPr/>
        </p:nvGrpSpPr>
        <p:grpSpPr>
          <a:xfrm rot="4605793">
            <a:off x="10351845" y="3940830"/>
            <a:ext cx="675735" cy="672719"/>
            <a:chOff x="9791738" y="9193155"/>
            <a:chExt cx="675735" cy="672719"/>
          </a:xfrm>
        </p:grpSpPr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2EB016CD-49E6-4516-151F-9FB8757BD320}"/>
                </a:ext>
              </a:extLst>
            </p:cNvPr>
            <p:cNvSpPr/>
            <p:nvPr/>
          </p:nvSpPr>
          <p:spPr>
            <a:xfrm>
              <a:off x="9791738" y="9203783"/>
              <a:ext cx="675735" cy="660638"/>
            </a:xfrm>
            <a:prstGeom prst="ellipse">
              <a:avLst/>
            </a:prstGeom>
            <a:solidFill>
              <a:srgbClr val="DEEBF7"/>
            </a:solidFill>
            <a:ln>
              <a:noFill/>
            </a:ln>
            <a:effectLst>
              <a:glow rad="254000">
                <a:srgbClr val="DDE8F6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29390FD5-15E1-D50E-88DF-831877D7BAF8}"/>
                </a:ext>
              </a:extLst>
            </p:cNvPr>
            <p:cNvCxnSpPr>
              <a:cxnSpLocks/>
              <a:stCxn id="171" idx="5"/>
              <a:endCxn id="172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1A25987A-4668-A450-6684-FE676D25522D}"/>
                </a:ext>
              </a:extLst>
            </p:cNvPr>
            <p:cNvCxnSpPr>
              <a:cxnSpLocks/>
              <a:stCxn id="175" idx="6"/>
              <a:endCxn id="172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B54FB2F2-14FA-8E95-12F4-3B070BFA83F8}"/>
                </a:ext>
              </a:extLst>
            </p:cNvPr>
            <p:cNvCxnSpPr>
              <a:cxnSpLocks/>
              <a:stCxn id="172" idx="4"/>
              <a:endCxn id="173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D5579460-8EC1-F696-302D-DD0B5D2B70AF}"/>
                </a:ext>
              </a:extLst>
            </p:cNvPr>
            <p:cNvCxnSpPr>
              <a:cxnSpLocks/>
              <a:stCxn id="171" idx="2"/>
              <a:endCxn id="176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55C01A51-5E10-DBC4-1C65-5301C805CA0A}"/>
                </a:ext>
              </a:extLst>
            </p:cNvPr>
            <p:cNvCxnSpPr>
              <a:cxnSpLocks/>
              <a:stCxn id="171" idx="4"/>
              <a:endCxn id="175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84B54300-CF19-AA2F-D985-A6E9BD30D62C}"/>
                </a:ext>
              </a:extLst>
            </p:cNvPr>
            <p:cNvCxnSpPr>
              <a:cxnSpLocks/>
              <a:stCxn id="176" idx="5"/>
              <a:endCxn id="175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A69BD205-AD15-4856-60B1-4261A5DD80DE}"/>
                </a:ext>
              </a:extLst>
            </p:cNvPr>
            <p:cNvCxnSpPr>
              <a:cxnSpLocks/>
              <a:stCxn id="174" idx="7"/>
              <a:endCxn id="175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94749AB9-4D97-EFE2-B630-47C5E459098D}"/>
                </a:ext>
              </a:extLst>
            </p:cNvPr>
            <p:cNvCxnSpPr>
              <a:cxnSpLocks/>
              <a:stCxn id="173" idx="1"/>
              <a:endCxn id="175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8B87A32D-5099-961C-8FAD-85835633CC0E}"/>
                </a:ext>
              </a:extLst>
            </p:cNvPr>
            <p:cNvCxnSpPr>
              <a:cxnSpLocks/>
              <a:stCxn id="173" idx="2"/>
              <a:endCxn id="174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960AFB9B-62BE-6BD1-D3D0-6EFF1735B468}"/>
                </a:ext>
              </a:extLst>
            </p:cNvPr>
            <p:cNvCxnSpPr>
              <a:cxnSpLocks/>
              <a:stCxn id="176" idx="3"/>
              <a:endCxn id="174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689B2208-8C90-8601-A088-E06A5EDC7C80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AD6CC48F-F5DF-9EA7-0148-BDA20B88A40C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2E75B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FAF0D31D-B3AD-83B5-3319-CA1DC1BD8F8B}"/>
                </a:ext>
              </a:extLst>
            </p:cNvPr>
            <p:cNvSpPr/>
            <p:nvPr/>
          </p:nvSpPr>
          <p:spPr>
            <a:xfrm>
              <a:off x="10245745" y="9757874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8FE92D62-1F02-BC12-0D06-A57158A7711D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8E9F8BE7-0EA8-A31A-7B05-1A5C03CB9793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EE899FBC-519B-B149-A753-77A08C701F08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008042ED-8278-FC51-D31B-680629F77D89}"/>
              </a:ext>
            </a:extLst>
          </p:cNvPr>
          <p:cNvGrpSpPr/>
          <p:nvPr/>
        </p:nvGrpSpPr>
        <p:grpSpPr>
          <a:xfrm rot="2072946">
            <a:off x="11583906" y="3880661"/>
            <a:ext cx="675735" cy="672719"/>
            <a:chOff x="9791738" y="9193155"/>
            <a:chExt cx="675735" cy="672719"/>
          </a:xfrm>
        </p:grpSpPr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EDEAE6D5-E77D-0456-301A-91B78328D708}"/>
                </a:ext>
              </a:extLst>
            </p:cNvPr>
            <p:cNvSpPr/>
            <p:nvPr/>
          </p:nvSpPr>
          <p:spPr>
            <a:xfrm>
              <a:off x="9791738" y="9203783"/>
              <a:ext cx="675735" cy="66063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glow rad="254000">
                <a:schemeClr val="accent6">
                  <a:lumMod val="20000"/>
                  <a:lumOff val="8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A0C49687-3678-C8A3-E121-75CFC08AE8B0}"/>
                </a:ext>
              </a:extLst>
            </p:cNvPr>
            <p:cNvCxnSpPr>
              <a:cxnSpLocks/>
              <a:stCxn id="189" idx="5"/>
              <a:endCxn id="190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B5A5964E-8231-6686-FDC8-C467B30FBF11}"/>
                </a:ext>
              </a:extLst>
            </p:cNvPr>
            <p:cNvCxnSpPr>
              <a:cxnSpLocks/>
              <a:stCxn id="193" idx="6"/>
              <a:endCxn id="190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05660EA2-AEA5-6DD6-546E-924CCB1D7392}"/>
                </a:ext>
              </a:extLst>
            </p:cNvPr>
            <p:cNvCxnSpPr>
              <a:cxnSpLocks/>
              <a:stCxn id="190" idx="4"/>
              <a:endCxn id="191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B542372B-12AA-39EC-E64B-10582E8E6518}"/>
                </a:ext>
              </a:extLst>
            </p:cNvPr>
            <p:cNvCxnSpPr>
              <a:cxnSpLocks/>
              <a:stCxn id="189" idx="2"/>
              <a:endCxn id="194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83000204-1643-8AEE-F502-F12B03B57022}"/>
                </a:ext>
              </a:extLst>
            </p:cNvPr>
            <p:cNvCxnSpPr>
              <a:cxnSpLocks/>
              <a:stCxn id="189" idx="4"/>
              <a:endCxn id="193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3C1A084B-BC57-2AFB-77F6-FE847FBCEBA2}"/>
                </a:ext>
              </a:extLst>
            </p:cNvPr>
            <p:cNvCxnSpPr>
              <a:cxnSpLocks/>
              <a:stCxn id="194" idx="5"/>
              <a:endCxn id="193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0F389E98-9B51-BEF1-D4A1-37EAA80E532C}"/>
                </a:ext>
              </a:extLst>
            </p:cNvPr>
            <p:cNvCxnSpPr>
              <a:cxnSpLocks/>
              <a:stCxn id="192" idx="7"/>
              <a:endCxn id="193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51D56ACA-7B86-8312-EBDD-0518D3D8707E}"/>
                </a:ext>
              </a:extLst>
            </p:cNvPr>
            <p:cNvCxnSpPr>
              <a:cxnSpLocks/>
              <a:stCxn id="191" idx="1"/>
              <a:endCxn id="193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0F80B73B-550E-D113-C752-0D075F11B19C}"/>
                </a:ext>
              </a:extLst>
            </p:cNvPr>
            <p:cNvCxnSpPr>
              <a:cxnSpLocks/>
              <a:stCxn id="191" idx="2"/>
              <a:endCxn id="192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604A594E-BA8B-9349-5B55-DEE2768454EA}"/>
                </a:ext>
              </a:extLst>
            </p:cNvPr>
            <p:cNvCxnSpPr>
              <a:cxnSpLocks/>
              <a:stCxn id="194" idx="3"/>
              <a:endCxn id="192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3BE34670-6D51-FD9A-68B5-58369F5B7FA4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BD8F2940-94E9-40DF-72FB-8A2DFA411BA1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61943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D53346CC-5911-6E1B-B318-BF07140D562B}"/>
                </a:ext>
              </a:extLst>
            </p:cNvPr>
            <p:cNvSpPr/>
            <p:nvPr/>
          </p:nvSpPr>
          <p:spPr>
            <a:xfrm>
              <a:off x="10245743" y="9757874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63D261AE-F166-738B-2B00-1686748E4887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24468CBD-9AB4-7AAC-1B93-D02461B141FF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96D3F405-2C82-6B66-E23E-203A460E4651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6194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F68C9D6A-5021-0EA6-CCFC-3620BDDD61FD}"/>
              </a:ext>
            </a:extLst>
          </p:cNvPr>
          <p:cNvGrpSpPr/>
          <p:nvPr/>
        </p:nvGrpSpPr>
        <p:grpSpPr>
          <a:xfrm rot="1724112">
            <a:off x="10955400" y="3458953"/>
            <a:ext cx="675735" cy="672718"/>
            <a:chOff x="9791738" y="9193155"/>
            <a:chExt cx="675735" cy="672718"/>
          </a:xfrm>
        </p:grpSpPr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3FE07008-698F-5A4A-F2F6-6C5EE6F114F6}"/>
                </a:ext>
              </a:extLst>
            </p:cNvPr>
            <p:cNvSpPr/>
            <p:nvPr/>
          </p:nvSpPr>
          <p:spPr>
            <a:xfrm>
              <a:off x="9791738" y="9203783"/>
              <a:ext cx="675735" cy="660638"/>
            </a:xfrm>
            <a:prstGeom prst="ellipse">
              <a:avLst/>
            </a:prstGeom>
            <a:solidFill>
              <a:srgbClr val="FFF4D3"/>
            </a:solidFill>
            <a:ln>
              <a:noFill/>
            </a:ln>
            <a:effectLst>
              <a:glow rad="254000">
                <a:srgbClr val="FFF2CC"/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7542B217-B65E-9E2E-0821-2C687E0F9237}"/>
                </a:ext>
              </a:extLst>
            </p:cNvPr>
            <p:cNvCxnSpPr>
              <a:cxnSpLocks/>
              <a:stCxn id="207" idx="5"/>
              <a:endCxn id="208" idx="1"/>
            </p:cNvCxnSpPr>
            <p:nvPr/>
          </p:nvCxnSpPr>
          <p:spPr>
            <a:xfrm>
              <a:off x="10207398" y="9285339"/>
              <a:ext cx="165445" cy="16809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49A5C3D3-9FCC-B88C-6FAC-5739619E92BE}"/>
                </a:ext>
              </a:extLst>
            </p:cNvPr>
            <p:cNvCxnSpPr>
              <a:cxnSpLocks/>
              <a:stCxn id="211" idx="6"/>
              <a:endCxn id="208" idx="2"/>
            </p:cNvCxnSpPr>
            <p:nvPr/>
          </p:nvCxnSpPr>
          <p:spPr>
            <a:xfrm flipV="1">
              <a:off x="10183599" y="9491627"/>
              <a:ext cx="173422" cy="43215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10A792BF-14E0-22B0-F169-90197FBF4617}"/>
                </a:ext>
              </a:extLst>
            </p:cNvPr>
            <p:cNvCxnSpPr>
              <a:cxnSpLocks/>
              <a:stCxn id="208" idx="4"/>
              <a:endCxn id="209" idx="7"/>
            </p:cNvCxnSpPr>
            <p:nvPr/>
          </p:nvCxnSpPr>
          <p:spPr>
            <a:xfrm flipH="1">
              <a:off x="10337932" y="9545622"/>
              <a:ext cx="73095" cy="228068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CAB8B7D7-6910-99DD-2A01-9A939D4DAAE0}"/>
                </a:ext>
              </a:extLst>
            </p:cNvPr>
            <p:cNvCxnSpPr>
              <a:cxnSpLocks/>
              <a:stCxn id="207" idx="2"/>
              <a:endCxn id="212" idx="7"/>
            </p:cNvCxnSpPr>
            <p:nvPr/>
          </p:nvCxnSpPr>
          <p:spPr>
            <a:xfrm flipH="1">
              <a:off x="9924898" y="9247160"/>
              <a:ext cx="190315" cy="122787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06FB1E01-6DBE-1139-76EF-92A9C4FAE2B2}"/>
                </a:ext>
              </a:extLst>
            </p:cNvPr>
            <p:cNvCxnSpPr>
              <a:cxnSpLocks/>
              <a:stCxn id="207" idx="4"/>
              <a:endCxn id="211" idx="0"/>
            </p:cNvCxnSpPr>
            <p:nvPr/>
          </p:nvCxnSpPr>
          <p:spPr>
            <a:xfrm flipH="1">
              <a:off x="10129605" y="9301160"/>
              <a:ext cx="39609" cy="17968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176CE0F0-098A-CA0D-D8A8-DF12D5CAE8C7}"/>
                </a:ext>
              </a:extLst>
            </p:cNvPr>
            <p:cNvCxnSpPr>
              <a:cxnSpLocks/>
              <a:stCxn id="212" idx="5"/>
              <a:endCxn id="211" idx="2"/>
            </p:cNvCxnSpPr>
            <p:nvPr/>
          </p:nvCxnSpPr>
          <p:spPr>
            <a:xfrm>
              <a:off x="9924893" y="9446310"/>
              <a:ext cx="150706" cy="88526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45A8865E-A7FC-3992-C080-B3E3015F2AC2}"/>
                </a:ext>
              </a:extLst>
            </p:cNvPr>
            <p:cNvCxnSpPr>
              <a:cxnSpLocks/>
              <a:stCxn id="210" idx="7"/>
              <a:endCxn id="211" idx="3"/>
            </p:cNvCxnSpPr>
            <p:nvPr/>
          </p:nvCxnSpPr>
          <p:spPr>
            <a:xfrm flipV="1">
              <a:off x="9944856" y="9573020"/>
              <a:ext cx="146565" cy="12355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7F765323-F820-B196-9AC1-50574696A466}"/>
                </a:ext>
              </a:extLst>
            </p:cNvPr>
            <p:cNvCxnSpPr>
              <a:cxnSpLocks/>
              <a:stCxn id="209" idx="1"/>
              <a:endCxn id="211" idx="4"/>
            </p:cNvCxnSpPr>
            <p:nvPr/>
          </p:nvCxnSpPr>
          <p:spPr>
            <a:xfrm flipH="1" flipV="1">
              <a:off x="10129605" y="9588842"/>
              <a:ext cx="131959" cy="184853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DD2D14D9-111E-E2D5-CB12-99F72520EB39}"/>
                </a:ext>
              </a:extLst>
            </p:cNvPr>
            <p:cNvCxnSpPr>
              <a:cxnSpLocks/>
              <a:stCxn id="209" idx="2"/>
              <a:endCxn id="210" idx="5"/>
            </p:cNvCxnSpPr>
            <p:nvPr/>
          </p:nvCxnSpPr>
          <p:spPr>
            <a:xfrm flipH="1" flipV="1">
              <a:off x="9944850" y="9772948"/>
              <a:ext cx="300892" cy="38931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0076BCB3-7314-0D2C-D6DF-F77C4A9AF2B5}"/>
                </a:ext>
              </a:extLst>
            </p:cNvPr>
            <p:cNvCxnSpPr>
              <a:cxnSpLocks/>
              <a:stCxn id="212" idx="3"/>
              <a:endCxn id="210" idx="1"/>
            </p:cNvCxnSpPr>
            <p:nvPr/>
          </p:nvCxnSpPr>
          <p:spPr>
            <a:xfrm>
              <a:off x="9848531" y="9446310"/>
              <a:ext cx="19957" cy="250264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EBCE787E-67DD-1754-F5B0-9F0BC5B485FF}"/>
                </a:ext>
              </a:extLst>
            </p:cNvPr>
            <p:cNvSpPr/>
            <p:nvPr/>
          </p:nvSpPr>
          <p:spPr>
            <a:xfrm>
              <a:off x="10115208" y="9193155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410C103F-5D8D-3D64-BE49-50109FD6D5F3}"/>
                </a:ext>
              </a:extLst>
            </p:cNvPr>
            <p:cNvSpPr/>
            <p:nvPr/>
          </p:nvSpPr>
          <p:spPr>
            <a:xfrm>
              <a:off x="10357021" y="9437621"/>
              <a:ext cx="108000" cy="108000"/>
            </a:xfrm>
            <a:prstGeom prst="ellipse">
              <a:avLst/>
            </a:prstGeom>
            <a:solidFill>
              <a:srgbClr val="BF900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D2EDEDA1-2ED6-D091-E651-B06B6340A310}"/>
                </a:ext>
              </a:extLst>
            </p:cNvPr>
            <p:cNvSpPr/>
            <p:nvPr/>
          </p:nvSpPr>
          <p:spPr>
            <a:xfrm>
              <a:off x="10245743" y="9757873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FEC98C5A-0A6B-397A-6988-9A5149EA21D3}"/>
                </a:ext>
              </a:extLst>
            </p:cNvPr>
            <p:cNvSpPr/>
            <p:nvPr/>
          </p:nvSpPr>
          <p:spPr>
            <a:xfrm>
              <a:off x="9852666" y="9680758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556B0B43-187B-543B-BC3B-A630C81985D7}"/>
                </a:ext>
              </a:extLst>
            </p:cNvPr>
            <p:cNvSpPr/>
            <p:nvPr/>
          </p:nvSpPr>
          <p:spPr>
            <a:xfrm>
              <a:off x="10075599" y="9480836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BD94AD1E-CC0D-9998-0DC6-814E30BB671A}"/>
                </a:ext>
              </a:extLst>
            </p:cNvPr>
            <p:cNvSpPr/>
            <p:nvPr/>
          </p:nvSpPr>
          <p:spPr>
            <a:xfrm>
              <a:off x="9832709" y="9354126"/>
              <a:ext cx="108000" cy="1080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A6A802DD-43B8-8DCE-473A-B94CE0A1CE83}"/>
              </a:ext>
            </a:extLst>
          </p:cNvPr>
          <p:cNvCxnSpPr>
            <a:cxnSpLocks/>
            <a:stCxn id="209" idx="4"/>
            <a:endCxn id="171" idx="0"/>
          </p:cNvCxnSpPr>
          <p:nvPr/>
        </p:nvCxnSpPr>
        <p:spPr>
          <a:xfrm flipH="1">
            <a:off x="11026203" y="4172044"/>
            <a:ext cx="254541" cy="66676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6402B62F-A7E9-C791-06C9-B78BC51ECE4E}"/>
              </a:ext>
            </a:extLst>
          </p:cNvPr>
          <p:cNvCxnSpPr>
            <a:cxnSpLocks/>
            <a:stCxn id="209" idx="5"/>
            <a:endCxn id="192" idx="2"/>
          </p:cNvCxnSpPr>
          <p:nvPr/>
        </p:nvCxnSpPr>
        <p:spPr>
          <a:xfrm>
            <a:off x="11321829" y="4176533"/>
            <a:ext cx="255449" cy="5247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椭圆 214">
            <a:extLst>
              <a:ext uri="{FF2B5EF4-FFF2-40B4-BE49-F238E27FC236}">
                <a16:creationId xmlns:a16="http://schemas.microsoft.com/office/drawing/2014/main" id="{0A01991D-EE4D-881A-3DFE-CE847B0DFBEC}"/>
              </a:ext>
            </a:extLst>
          </p:cNvPr>
          <p:cNvSpPr/>
          <p:nvPr/>
        </p:nvSpPr>
        <p:spPr>
          <a:xfrm rot="18815067">
            <a:off x="11214511" y="7711248"/>
            <a:ext cx="108000" cy="1080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FC10C398-AF71-6BB5-8137-276175712845}"/>
              </a:ext>
            </a:extLst>
          </p:cNvPr>
          <p:cNvSpPr txBox="1"/>
          <p:nvPr/>
        </p:nvSpPr>
        <p:spPr>
          <a:xfrm>
            <a:off x="10944457" y="4403064"/>
            <a:ext cx="7441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4111D3D0-1332-C002-3F20-E56DE378CF20}"/>
              </a:ext>
            </a:extLst>
          </p:cNvPr>
          <p:cNvSpPr txBox="1"/>
          <p:nvPr/>
        </p:nvSpPr>
        <p:spPr>
          <a:xfrm>
            <a:off x="10677366" y="8281439"/>
            <a:ext cx="10743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0F173E46-93D5-FCC3-F4A0-EA74CB3796FE}"/>
              </a:ext>
            </a:extLst>
          </p:cNvPr>
          <p:cNvSpPr txBox="1"/>
          <p:nvPr/>
        </p:nvSpPr>
        <p:spPr>
          <a:xfrm>
            <a:off x="12224893" y="6906985"/>
            <a:ext cx="839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😊</a:t>
            </a:r>
            <a:endParaRPr lang="zh-CN" altLang="en-US" sz="3600" dirty="0"/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6498C43F-5DF9-CF3C-18BB-DD390C45CE75}"/>
              </a:ext>
            </a:extLst>
          </p:cNvPr>
          <p:cNvSpPr/>
          <p:nvPr/>
        </p:nvSpPr>
        <p:spPr>
          <a:xfrm>
            <a:off x="9716611" y="5423487"/>
            <a:ext cx="3063837" cy="1502959"/>
          </a:xfrm>
          <a:prstGeom prst="roundRect">
            <a:avLst>
              <a:gd name="adj" fmla="val 9668"/>
            </a:avLst>
          </a:prstGeom>
          <a:solidFill>
            <a:srgbClr val="E5EFF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0" name="弧形 219">
            <a:extLst>
              <a:ext uri="{FF2B5EF4-FFF2-40B4-BE49-F238E27FC236}">
                <a16:creationId xmlns:a16="http://schemas.microsoft.com/office/drawing/2014/main" id="{50AED8D6-C1DA-4556-85C0-51A84D46D20C}"/>
              </a:ext>
            </a:extLst>
          </p:cNvPr>
          <p:cNvSpPr/>
          <p:nvPr/>
        </p:nvSpPr>
        <p:spPr>
          <a:xfrm>
            <a:off x="10183743" y="5710209"/>
            <a:ext cx="879644" cy="247401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弧形 220">
            <a:extLst>
              <a:ext uri="{FF2B5EF4-FFF2-40B4-BE49-F238E27FC236}">
                <a16:creationId xmlns:a16="http://schemas.microsoft.com/office/drawing/2014/main" id="{D20B29A4-CCBE-6A73-FE5F-5928F20941F7}"/>
              </a:ext>
            </a:extLst>
          </p:cNvPr>
          <p:cNvSpPr/>
          <p:nvPr/>
        </p:nvSpPr>
        <p:spPr>
          <a:xfrm>
            <a:off x="10183744" y="5659657"/>
            <a:ext cx="1328377" cy="338554"/>
          </a:xfrm>
          <a:prstGeom prst="arc">
            <a:avLst>
              <a:gd name="adj1" fmla="val 10847032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弧形 221">
            <a:extLst>
              <a:ext uri="{FF2B5EF4-FFF2-40B4-BE49-F238E27FC236}">
                <a16:creationId xmlns:a16="http://schemas.microsoft.com/office/drawing/2014/main" id="{F4F47C7F-7ECD-F8B4-7FFB-58AE316B8B68}"/>
              </a:ext>
            </a:extLst>
          </p:cNvPr>
          <p:cNvSpPr/>
          <p:nvPr/>
        </p:nvSpPr>
        <p:spPr>
          <a:xfrm>
            <a:off x="10183744" y="5614093"/>
            <a:ext cx="1779227" cy="429683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弧形 222">
            <a:extLst>
              <a:ext uri="{FF2B5EF4-FFF2-40B4-BE49-F238E27FC236}">
                <a16:creationId xmlns:a16="http://schemas.microsoft.com/office/drawing/2014/main" id="{423F8048-F6E6-BFFA-5206-6547CFF0B188}"/>
              </a:ext>
            </a:extLst>
          </p:cNvPr>
          <p:cNvSpPr/>
          <p:nvPr/>
        </p:nvSpPr>
        <p:spPr>
          <a:xfrm>
            <a:off x="10183743" y="5556316"/>
            <a:ext cx="2251244" cy="545612"/>
          </a:xfrm>
          <a:prstGeom prst="arc">
            <a:avLst>
              <a:gd name="adj1" fmla="val 10814284"/>
              <a:gd name="adj2" fmla="val 21598083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弧形 223">
            <a:extLst>
              <a:ext uri="{FF2B5EF4-FFF2-40B4-BE49-F238E27FC236}">
                <a16:creationId xmlns:a16="http://schemas.microsoft.com/office/drawing/2014/main" id="{D9644DA5-1F95-8822-751E-9F68B4F5320D}"/>
              </a:ext>
            </a:extLst>
          </p:cNvPr>
          <p:cNvSpPr/>
          <p:nvPr/>
        </p:nvSpPr>
        <p:spPr>
          <a:xfrm>
            <a:off x="10276879" y="5843694"/>
            <a:ext cx="202310" cy="200081"/>
          </a:xfrm>
          <a:prstGeom prst="arc">
            <a:avLst>
              <a:gd name="adj1" fmla="val 11397876"/>
              <a:gd name="adj2" fmla="val 678104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706E2FA7-4F26-2503-26EF-9C120AC51DF9}"/>
              </a:ext>
            </a:extLst>
          </p:cNvPr>
          <p:cNvSpPr txBox="1"/>
          <p:nvPr/>
        </p:nvSpPr>
        <p:spPr>
          <a:xfrm>
            <a:off x="9800159" y="6555682"/>
            <a:ext cx="910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D9B24621-BFD9-6CFB-6C58-DA1748CAEA6F}"/>
              </a:ext>
            </a:extLst>
          </p:cNvPr>
          <p:cNvSpPr txBox="1"/>
          <p:nvPr/>
        </p:nvSpPr>
        <p:spPr>
          <a:xfrm>
            <a:off x="10901596" y="6555682"/>
            <a:ext cx="1842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8E1AF176-320E-09CD-495D-C2A18838BB9D}"/>
              </a:ext>
            </a:extLst>
          </p:cNvPr>
          <p:cNvGrpSpPr/>
          <p:nvPr/>
        </p:nvGrpSpPr>
        <p:grpSpPr>
          <a:xfrm>
            <a:off x="9977068" y="5832764"/>
            <a:ext cx="2664594" cy="736124"/>
            <a:chOff x="8113414" y="9544105"/>
            <a:chExt cx="2664594" cy="736124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228" name="组合 227">
              <a:extLst>
                <a:ext uri="{FF2B5EF4-FFF2-40B4-BE49-F238E27FC236}">
                  <a16:creationId xmlns:a16="http://schemas.microsoft.com/office/drawing/2014/main" id="{CBCADE48-B789-347F-6E2B-D167036A1704}"/>
                </a:ext>
              </a:extLst>
            </p:cNvPr>
            <p:cNvGrpSpPr/>
            <p:nvPr/>
          </p:nvGrpSpPr>
          <p:grpSpPr>
            <a:xfrm>
              <a:off x="8973863" y="9544105"/>
              <a:ext cx="432000" cy="736123"/>
              <a:chOff x="7497651" y="7052478"/>
              <a:chExt cx="432000" cy="736123"/>
            </a:xfrm>
          </p:grpSpPr>
          <p:pic>
            <p:nvPicPr>
              <p:cNvPr id="241" name="图片 240">
                <a:extLst>
                  <a:ext uri="{FF2B5EF4-FFF2-40B4-BE49-F238E27FC236}">
                    <a16:creationId xmlns:a16="http://schemas.microsoft.com/office/drawing/2014/main" id="{AB74FE9D-80C8-0B55-EE54-65702DFD892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7497651" y="7200106"/>
                <a:ext cx="432000" cy="588495"/>
              </a:xfrm>
              <a:prstGeom prst="rect">
                <a:avLst/>
              </a:prstGeom>
            </p:spPr>
          </p:pic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D0BF47A2-58D3-7DA5-23A5-FF665CE97A43}"/>
                  </a:ext>
                </a:extLst>
              </p:cNvPr>
              <p:cNvSpPr/>
              <p:nvPr/>
            </p:nvSpPr>
            <p:spPr>
              <a:xfrm>
                <a:off x="7635603" y="7052478"/>
                <a:ext cx="147628" cy="147628"/>
              </a:xfrm>
              <a:prstGeom prst="ellipse">
                <a:avLst/>
              </a:prstGeom>
              <a:solidFill>
                <a:srgbClr val="3960A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0626B3B1-740C-8F77-C60E-E8FF102BA85F}"/>
                </a:ext>
              </a:extLst>
            </p:cNvPr>
            <p:cNvGrpSpPr/>
            <p:nvPr/>
          </p:nvGrpSpPr>
          <p:grpSpPr>
            <a:xfrm>
              <a:off x="10346008" y="9544105"/>
              <a:ext cx="432000" cy="736124"/>
              <a:chOff x="3410837" y="9017233"/>
              <a:chExt cx="432000" cy="736124"/>
            </a:xfrm>
          </p:grpSpPr>
          <p:pic>
            <p:nvPicPr>
              <p:cNvPr id="239" name="图片 238">
                <a:extLst>
                  <a:ext uri="{FF2B5EF4-FFF2-40B4-BE49-F238E27FC236}">
                    <a16:creationId xmlns:a16="http://schemas.microsoft.com/office/drawing/2014/main" id="{5D7F410E-2FD8-A373-BF22-679E738B9C6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240" name="椭圆 239">
                <a:extLst>
                  <a:ext uri="{FF2B5EF4-FFF2-40B4-BE49-F238E27FC236}">
                    <a16:creationId xmlns:a16="http://schemas.microsoft.com/office/drawing/2014/main" id="{0E2E9D24-EEFF-9E8D-E955-0E74DECECA98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E9F0309C-025E-40AF-653E-B6DCDE955ABC}"/>
                </a:ext>
              </a:extLst>
            </p:cNvPr>
            <p:cNvGrpSpPr/>
            <p:nvPr/>
          </p:nvGrpSpPr>
          <p:grpSpPr>
            <a:xfrm>
              <a:off x="8113414" y="9544105"/>
              <a:ext cx="432000" cy="736124"/>
              <a:chOff x="3410837" y="9017233"/>
              <a:chExt cx="432000" cy="736124"/>
            </a:xfrm>
          </p:grpSpPr>
          <p:pic>
            <p:nvPicPr>
              <p:cNvPr id="237" name="图片 236">
                <a:extLst>
                  <a:ext uri="{FF2B5EF4-FFF2-40B4-BE49-F238E27FC236}">
                    <a16:creationId xmlns:a16="http://schemas.microsoft.com/office/drawing/2014/main" id="{17C904E1-C06F-7E53-4908-1BB50412A24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AC82C948-1F1E-0037-F473-4E169090FA9F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8F358467-2376-D9C6-549A-02D3FD48ACB1}"/>
                </a:ext>
              </a:extLst>
            </p:cNvPr>
            <p:cNvGrpSpPr/>
            <p:nvPr/>
          </p:nvGrpSpPr>
          <p:grpSpPr>
            <a:xfrm>
              <a:off x="9882677" y="9544105"/>
              <a:ext cx="432000" cy="736124"/>
              <a:chOff x="6202475" y="8916362"/>
              <a:chExt cx="432000" cy="736124"/>
            </a:xfrm>
          </p:grpSpPr>
          <p:pic>
            <p:nvPicPr>
              <p:cNvPr id="235" name="图片 234">
                <a:extLst>
                  <a:ext uri="{FF2B5EF4-FFF2-40B4-BE49-F238E27FC236}">
                    <a16:creationId xmlns:a16="http://schemas.microsoft.com/office/drawing/2014/main" id="{0A0410A0-732B-718E-AC78-7D908DB720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6202475" y="9063990"/>
                <a:ext cx="432000" cy="588496"/>
              </a:xfrm>
              <a:prstGeom prst="rect">
                <a:avLst/>
              </a:prstGeom>
            </p:spPr>
          </p:pic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3A843792-478E-9818-ABBA-8A92343AB418}"/>
                  </a:ext>
                </a:extLst>
              </p:cNvPr>
              <p:cNvSpPr/>
              <p:nvPr/>
            </p:nvSpPr>
            <p:spPr>
              <a:xfrm>
                <a:off x="6340427" y="8916362"/>
                <a:ext cx="147628" cy="147628"/>
              </a:xfrm>
              <a:prstGeom prst="ellipse">
                <a:avLst/>
              </a:prstGeom>
              <a:solidFill>
                <a:srgbClr val="6194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53154BF9-6201-B4D7-DBCD-FC7A6B404090}"/>
                </a:ext>
              </a:extLst>
            </p:cNvPr>
            <p:cNvGrpSpPr/>
            <p:nvPr/>
          </p:nvGrpSpPr>
          <p:grpSpPr>
            <a:xfrm>
              <a:off x="9427173" y="9544105"/>
              <a:ext cx="432000" cy="736124"/>
              <a:chOff x="3410837" y="9017233"/>
              <a:chExt cx="432000" cy="736124"/>
            </a:xfrm>
          </p:grpSpPr>
          <p:pic>
            <p:nvPicPr>
              <p:cNvPr id="233" name="图片 232">
                <a:extLst>
                  <a:ext uri="{FF2B5EF4-FFF2-40B4-BE49-F238E27FC236}">
                    <a16:creationId xmlns:a16="http://schemas.microsoft.com/office/drawing/2014/main" id="{489DFFA4-3D65-68C8-B436-308C5FC9F77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6" b="98380" l="5714" r="89143">
                            <a14:foregroundMark x1="44571" y1="9722" x2="44571" y2="9722"/>
                            <a14:foregroundMark x1="60571" y1="30787" x2="60571" y2="30787"/>
                          </a14:backgroundRemoval>
                        </a14:imgEffect>
                      </a14:imgLayer>
                    </a14:imgProps>
                  </a:ext>
                </a:extLst>
              </a:blip>
              <a:srcRect t="18265"/>
              <a:stretch>
                <a:fillRect/>
              </a:stretch>
            </p:blipFill>
            <p:spPr>
              <a:xfrm>
                <a:off x="3410837" y="9164861"/>
                <a:ext cx="432000" cy="588496"/>
              </a:xfrm>
              <a:prstGeom prst="rect">
                <a:avLst/>
              </a:prstGeom>
            </p:spPr>
          </p:pic>
          <p:sp>
            <p:nvSpPr>
              <p:cNvPr id="234" name="椭圆 233">
                <a:extLst>
                  <a:ext uri="{FF2B5EF4-FFF2-40B4-BE49-F238E27FC236}">
                    <a16:creationId xmlns:a16="http://schemas.microsoft.com/office/drawing/2014/main" id="{3C5695E2-B8A7-DB33-2328-44326835A5EE}"/>
                  </a:ext>
                </a:extLst>
              </p:cNvPr>
              <p:cNvSpPr/>
              <p:nvPr/>
            </p:nvSpPr>
            <p:spPr>
              <a:xfrm>
                <a:off x="3548789" y="9017233"/>
                <a:ext cx="147628" cy="147628"/>
              </a:xfrm>
              <a:prstGeom prst="ellipse">
                <a:avLst/>
              </a:prstGeom>
              <a:solidFill>
                <a:srgbClr val="D8A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3" name="文本框 242">
            <a:extLst>
              <a:ext uri="{FF2B5EF4-FFF2-40B4-BE49-F238E27FC236}">
                <a16:creationId xmlns:a16="http://schemas.microsoft.com/office/drawing/2014/main" id="{AFD45E15-D212-000A-FE12-FEA294F95902}"/>
              </a:ext>
            </a:extLst>
          </p:cNvPr>
          <p:cNvSpPr txBox="1"/>
          <p:nvPr/>
        </p:nvSpPr>
        <p:spPr>
          <a:xfrm>
            <a:off x="9371151" y="5759253"/>
            <a:ext cx="462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9C30CA3A-CC3F-D6EE-6D73-95348130C593}"/>
              </a:ext>
            </a:extLst>
          </p:cNvPr>
          <p:cNvGrpSpPr/>
          <p:nvPr/>
        </p:nvGrpSpPr>
        <p:grpSpPr>
          <a:xfrm>
            <a:off x="12378472" y="3210747"/>
            <a:ext cx="469962" cy="472027"/>
            <a:chOff x="2624864" y="11972149"/>
            <a:chExt cx="469962" cy="472027"/>
          </a:xfrm>
        </p:grpSpPr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6C1FB01E-7D86-FB96-A781-79B1108DB2D8}"/>
                </a:ext>
              </a:extLst>
            </p:cNvPr>
            <p:cNvSpPr/>
            <p:nvPr/>
          </p:nvSpPr>
          <p:spPr>
            <a:xfrm>
              <a:off x="2624864" y="11972149"/>
              <a:ext cx="469962" cy="46996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4751EA79-06CB-5F52-1B90-4CBF4BC61320}"/>
                </a:ext>
              </a:extLst>
            </p:cNvPr>
            <p:cNvSpPr/>
            <p:nvPr/>
          </p:nvSpPr>
          <p:spPr>
            <a:xfrm>
              <a:off x="2731518" y="12083344"/>
              <a:ext cx="88817" cy="88817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F39C9370-B7FB-3045-9C55-BC1D024C2756}"/>
                </a:ext>
              </a:extLst>
            </p:cNvPr>
            <p:cNvSpPr/>
            <p:nvPr/>
          </p:nvSpPr>
          <p:spPr>
            <a:xfrm>
              <a:off x="2901944" y="12083344"/>
              <a:ext cx="88817" cy="88817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弧形 247">
              <a:extLst>
                <a:ext uri="{FF2B5EF4-FFF2-40B4-BE49-F238E27FC236}">
                  <a16:creationId xmlns:a16="http://schemas.microsoft.com/office/drawing/2014/main" id="{1330979C-2E1A-E502-436D-7353C163FF4A}"/>
                </a:ext>
              </a:extLst>
            </p:cNvPr>
            <p:cNvSpPr/>
            <p:nvPr/>
          </p:nvSpPr>
          <p:spPr>
            <a:xfrm>
              <a:off x="2753222" y="12265391"/>
              <a:ext cx="220627" cy="178785"/>
            </a:xfrm>
            <a:prstGeom prst="arc">
              <a:avLst>
                <a:gd name="adj1" fmla="val 11222208"/>
                <a:gd name="adj2" fmla="val 21098562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680AA3AB-7F4B-E6B5-399C-0A1B43DDDB16}"/>
                </a:ext>
              </a:extLst>
            </p:cNvPr>
            <p:cNvSpPr/>
            <p:nvPr/>
          </p:nvSpPr>
          <p:spPr>
            <a:xfrm>
              <a:off x="2736787" y="12318382"/>
              <a:ext cx="37583" cy="37583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E61F63A6-D6C7-0790-3478-A4105A3920CD}"/>
                </a:ext>
              </a:extLst>
            </p:cNvPr>
            <p:cNvSpPr/>
            <p:nvPr/>
          </p:nvSpPr>
          <p:spPr>
            <a:xfrm>
              <a:off x="2951588" y="12313712"/>
              <a:ext cx="37583" cy="37583"/>
            </a:xfrm>
            <a:prstGeom prst="ellipse">
              <a:avLst/>
            </a:prstGeom>
            <a:solidFill>
              <a:schemeClr val="tx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558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9AC412-8FAA-8003-67FF-EB5A45065AF2}"/>
              </a:ext>
            </a:extLst>
          </p:cNvPr>
          <p:cNvSpPr/>
          <p:nvPr/>
        </p:nvSpPr>
        <p:spPr>
          <a:xfrm>
            <a:off x="6096431" y="3453788"/>
            <a:ext cx="5378298" cy="3591905"/>
          </a:xfrm>
          <a:prstGeom prst="roundRect">
            <a:avLst>
              <a:gd name="adj" fmla="val 5430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082DF6A-689A-3F1A-5F8B-63DC802AFEFA}"/>
              </a:ext>
            </a:extLst>
          </p:cNvPr>
          <p:cNvSpPr/>
          <p:nvPr/>
        </p:nvSpPr>
        <p:spPr>
          <a:xfrm>
            <a:off x="6084805" y="1201006"/>
            <a:ext cx="5378299" cy="2118207"/>
          </a:xfrm>
          <a:prstGeom prst="roundRect">
            <a:avLst>
              <a:gd name="adj" fmla="val 9408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BB6778A-C106-C074-3BF6-1F4110D47CF6}"/>
              </a:ext>
            </a:extLst>
          </p:cNvPr>
          <p:cNvSpPr/>
          <p:nvPr/>
        </p:nvSpPr>
        <p:spPr>
          <a:xfrm>
            <a:off x="11575022" y="1201006"/>
            <a:ext cx="6486881" cy="3345839"/>
          </a:xfrm>
          <a:prstGeom prst="roundRect">
            <a:avLst>
              <a:gd name="adj" fmla="val 5981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7144587-D30C-E0F9-41A5-CED1587DE80C}"/>
              </a:ext>
            </a:extLst>
          </p:cNvPr>
          <p:cNvCxnSpPr>
            <a:cxnSpLocks/>
          </p:cNvCxnSpPr>
          <p:nvPr/>
        </p:nvCxnSpPr>
        <p:spPr>
          <a:xfrm>
            <a:off x="12972613" y="2031848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66E0044-2834-F716-DDD7-46159F8D42D3}"/>
              </a:ext>
            </a:extLst>
          </p:cNvPr>
          <p:cNvCxnSpPr>
            <a:cxnSpLocks/>
          </p:cNvCxnSpPr>
          <p:nvPr/>
        </p:nvCxnSpPr>
        <p:spPr>
          <a:xfrm>
            <a:off x="12989483" y="3831107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78D5D9F0-46BF-FFD8-49CA-3138262143DB}"/>
              </a:ext>
            </a:extLst>
          </p:cNvPr>
          <p:cNvSpPr/>
          <p:nvPr/>
        </p:nvSpPr>
        <p:spPr>
          <a:xfrm rot="16200000">
            <a:off x="6410425" y="1618683"/>
            <a:ext cx="1448887" cy="163811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立方体 9">
            <a:extLst>
              <a:ext uri="{FF2B5EF4-FFF2-40B4-BE49-F238E27FC236}">
                <a16:creationId xmlns:a16="http://schemas.microsoft.com/office/drawing/2014/main" id="{1CCFC949-E185-A524-BEB6-561735D3236F}"/>
              </a:ext>
            </a:extLst>
          </p:cNvPr>
          <p:cNvSpPr/>
          <p:nvPr/>
        </p:nvSpPr>
        <p:spPr>
          <a:xfrm>
            <a:off x="10040470" y="1912483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>
            <a:extLst>
              <a:ext uri="{FF2B5EF4-FFF2-40B4-BE49-F238E27FC236}">
                <a16:creationId xmlns:a16="http://schemas.microsoft.com/office/drawing/2014/main" id="{4FD00AFA-EB8A-64AC-EBF5-279013B963E4}"/>
              </a:ext>
            </a:extLst>
          </p:cNvPr>
          <p:cNvSpPr/>
          <p:nvPr/>
        </p:nvSpPr>
        <p:spPr>
          <a:xfrm>
            <a:off x="9938870" y="2105790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460527E0-7070-0E16-7D6B-1B303785B27F}"/>
              </a:ext>
            </a:extLst>
          </p:cNvPr>
          <p:cNvSpPr/>
          <p:nvPr/>
        </p:nvSpPr>
        <p:spPr>
          <a:xfrm>
            <a:off x="9837270" y="2299097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>
            <a:extLst>
              <a:ext uri="{FF2B5EF4-FFF2-40B4-BE49-F238E27FC236}">
                <a16:creationId xmlns:a16="http://schemas.microsoft.com/office/drawing/2014/main" id="{AEE2EDA8-1F9D-8429-0DE9-5698AF3E0160}"/>
              </a:ext>
            </a:extLst>
          </p:cNvPr>
          <p:cNvSpPr/>
          <p:nvPr/>
        </p:nvSpPr>
        <p:spPr>
          <a:xfrm>
            <a:off x="9735670" y="2492404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立方体 13">
            <a:extLst>
              <a:ext uri="{FF2B5EF4-FFF2-40B4-BE49-F238E27FC236}">
                <a16:creationId xmlns:a16="http://schemas.microsoft.com/office/drawing/2014/main" id="{E5C3020D-41EB-C98F-EFB0-47359B4382F4}"/>
              </a:ext>
            </a:extLst>
          </p:cNvPr>
          <p:cNvSpPr/>
          <p:nvPr/>
        </p:nvSpPr>
        <p:spPr>
          <a:xfrm>
            <a:off x="9634070" y="2685713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A846F6B-974C-90F1-FF6C-1ADFD0C5352E}"/>
              </a:ext>
            </a:extLst>
          </p:cNvPr>
          <p:cNvGrpSpPr/>
          <p:nvPr/>
        </p:nvGrpSpPr>
        <p:grpSpPr>
          <a:xfrm>
            <a:off x="6500320" y="1889865"/>
            <a:ext cx="1341688" cy="1134728"/>
            <a:chOff x="626226" y="8703430"/>
            <a:chExt cx="1596317" cy="1515923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6455070-F453-42F6-9547-266DF02C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226" y="8703430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50816570-DD71-978C-D62F-F78DAC98A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679" y="8752884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ED10DE5-9FAA-9F8C-1ECA-0FE7D03EE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132" y="8802338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EC46529-E68D-A87E-79B9-94BAA6E41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585" y="8851792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B505566-8327-A29B-4ADA-300D871A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038" y="8901246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65E60B3D-4208-B53C-47FB-3E99B15D0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8491" y="8950700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7DD6610-0B4D-C0E5-97D7-2BF367BFB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2943" y="9000153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C0DC27A-2998-6465-88FE-C8FFC3B4848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953925" y="2437739"/>
            <a:ext cx="357444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A18349D-6401-BC18-E403-4DFE0B09EEF4}"/>
              </a:ext>
            </a:extLst>
          </p:cNvPr>
          <p:cNvGrpSpPr/>
          <p:nvPr/>
        </p:nvGrpSpPr>
        <p:grpSpPr>
          <a:xfrm>
            <a:off x="12179660" y="1732882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0C49D477-DDCB-6C3D-EBC3-2EA5ED19F66F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F10CAA0-C8CF-C95A-0D13-858151B1E65F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7A526128-74EC-FF3F-AF53-86C287B60EAF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D4038AE-0402-98E3-D088-D08B29DD3B34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75DAB57F-4966-F1DD-C171-BE50F95074BB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EFA2DC3-B4C4-B5CD-BD06-4CE2DEDD85EF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ED78B3B-30D5-D30F-79AD-BB251F84327A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E202436-D32E-B71F-C96C-865D74214112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7E6EED5-FBED-3E6E-B1A7-5C3552616119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F66064D0-9D7C-B29B-AC59-287BEEE2F85E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E3E4165-09BD-B031-562B-546A42610990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2AE573B-40E1-901F-4A84-ED3714279944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474A2500-1973-A6D5-7930-F94922693809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776FE7FF-2851-BE50-7547-9C6662E86F48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B558E73F-BE9E-898B-B45C-8C6CBB7EA56B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89BA95EF-3005-A5D8-21EE-340388210CE3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B8D7CB89-E949-519E-AE2D-FDE8F52F9F98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1439B59E-6BEC-DA07-5B71-5DAA8A134E0E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3E85DD76-94F7-573D-840E-24A79A77B67C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7FB63C85-6E39-A36F-5D7F-A3DF53AC865B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9272065-696B-AE4D-C15C-2F374C7AAB46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D4EFD65-8FA0-EAB9-31BC-A8F865026BCE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35DF396D-E6EC-7A7D-D263-F3BA99BCF39B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CEB1D0D4-1AD2-2E94-44F8-8E359B2231BB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43AB7675-3CD8-D2C5-D6CB-22E5B3F1770D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B19A585-9B25-DBEE-A709-172D05A687A1}"/>
              </a:ext>
            </a:extLst>
          </p:cNvPr>
          <p:cNvGrpSpPr/>
          <p:nvPr/>
        </p:nvGrpSpPr>
        <p:grpSpPr>
          <a:xfrm>
            <a:off x="12179771" y="3005487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C13621A-7FC0-20BA-3E3C-936872945296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01992DF8-736D-C53D-2A2C-B8C52244A9C2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7912978B-FB6F-D4D0-BC35-7BBC8577DA81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04BC24A6-E2FB-9354-9D76-1C9F506E3521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C5C55565-4A57-B460-6661-46BD6CB76934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2F70791C-1A52-8A52-E1C7-E544A791B64C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24C97DFF-978C-D2E3-3C12-587E47B8BC0B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67AAB89-850E-570A-58F7-47BC7E1C91AA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BD9CA6A5-2E8B-63E6-E49A-B264DF489B61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62F68564-7CA7-355D-9E86-E784B329CD84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3F5491C8-AF05-5B39-D442-0806AE584CB6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89CDFE3F-F7C7-5DDF-DFBD-D00DD0F7539B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727A1794-49D0-CB76-2967-5D36F9CF5272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AD46B64D-CE5A-3817-8AD4-5D158FBDE9D5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32F68443-1BAA-98C0-D569-5C1907299383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B90F8FCB-13E5-0EE0-5D93-8E605AFB1F6B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EBB486DB-88CB-464C-D7FD-EB9A24320E22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16E95FDC-F63C-985C-6EC8-5E420A0C4D11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4AB4A546-4A6B-A6DD-00C2-8F4837836463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898A405C-068C-1394-5D60-08E1FCE256FA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389F1C5A-E2A9-777E-7175-CF29C0BBFBB2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D883C05A-BC51-0D3D-A068-F7AE09F9C6E5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04F44F1C-4416-529A-CE0E-DC9F4AC448A4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E1F7B0AB-238B-6AE9-E47C-13B800A21A7F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B439B837-B96C-7CD7-B725-6AF65FB35FB8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01C76465-F248-75D4-7628-1479C559CC6F}"/>
              </a:ext>
            </a:extLst>
          </p:cNvPr>
          <p:cNvSpPr/>
          <p:nvPr/>
        </p:nvSpPr>
        <p:spPr>
          <a:xfrm>
            <a:off x="12442068" y="5196521"/>
            <a:ext cx="1824910" cy="399090"/>
          </a:xfrm>
          <a:prstGeom prst="roundRect">
            <a:avLst/>
          </a:prstGeom>
          <a:noFill/>
          <a:ln w="19050">
            <a:solidFill>
              <a:srgbClr val="F0935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79DAF14-CF39-F45D-1ABF-DBD08ECD026A}"/>
              </a:ext>
            </a:extLst>
          </p:cNvPr>
          <p:cNvSpPr/>
          <p:nvPr/>
        </p:nvSpPr>
        <p:spPr>
          <a:xfrm>
            <a:off x="12503101" y="5246841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7F30D56E-DF39-C28B-4319-25B676ACF1D3}"/>
              </a:ext>
            </a:extLst>
          </p:cNvPr>
          <p:cNvSpPr/>
          <p:nvPr/>
        </p:nvSpPr>
        <p:spPr>
          <a:xfrm>
            <a:off x="12042227" y="5239935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53DA2069-B44D-4E2E-8B90-7376627CF583}"/>
              </a:ext>
            </a:extLst>
          </p:cNvPr>
          <p:cNvSpPr/>
          <p:nvPr/>
        </p:nvSpPr>
        <p:spPr>
          <a:xfrm>
            <a:off x="12862584" y="5239935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星形: 五角 79">
            <a:extLst>
              <a:ext uri="{FF2B5EF4-FFF2-40B4-BE49-F238E27FC236}">
                <a16:creationId xmlns:a16="http://schemas.microsoft.com/office/drawing/2014/main" id="{ED62DE0F-A334-685D-5CF9-1BB6AD216A7A}"/>
              </a:ext>
            </a:extLst>
          </p:cNvPr>
          <p:cNvSpPr/>
          <p:nvPr/>
        </p:nvSpPr>
        <p:spPr>
          <a:xfrm>
            <a:off x="13214673" y="5237573"/>
            <a:ext cx="298450" cy="29845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4FC1AFB2-5E34-7D82-B84E-698BEC7E88DC}"/>
              </a:ext>
            </a:extLst>
          </p:cNvPr>
          <p:cNvSpPr/>
          <p:nvPr/>
        </p:nvSpPr>
        <p:spPr>
          <a:xfrm>
            <a:off x="12442069" y="5690861"/>
            <a:ext cx="1838901" cy="399090"/>
          </a:xfrm>
          <a:prstGeom prst="roundRect">
            <a:avLst/>
          </a:prstGeom>
          <a:noFill/>
          <a:ln w="19050">
            <a:solidFill>
              <a:srgbClr val="F0935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088F13A-3523-4D1E-15FA-2021BB6E34FE}"/>
              </a:ext>
            </a:extLst>
          </p:cNvPr>
          <p:cNvSpPr/>
          <p:nvPr/>
        </p:nvSpPr>
        <p:spPr>
          <a:xfrm>
            <a:off x="12069597" y="5741181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等腰三角形 82">
            <a:extLst>
              <a:ext uri="{FF2B5EF4-FFF2-40B4-BE49-F238E27FC236}">
                <a16:creationId xmlns:a16="http://schemas.microsoft.com/office/drawing/2014/main" id="{F99A11CF-C0FE-8BD8-3146-96FF11EA6BB0}"/>
              </a:ext>
            </a:extLst>
          </p:cNvPr>
          <p:cNvSpPr/>
          <p:nvPr/>
        </p:nvSpPr>
        <p:spPr>
          <a:xfrm>
            <a:off x="12489563" y="5731913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735AD22-8054-8FEC-A635-437C9D8101E4}"/>
              </a:ext>
            </a:extLst>
          </p:cNvPr>
          <p:cNvSpPr/>
          <p:nvPr/>
        </p:nvSpPr>
        <p:spPr>
          <a:xfrm>
            <a:off x="12862584" y="5734275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星形: 五角 84">
            <a:extLst>
              <a:ext uri="{FF2B5EF4-FFF2-40B4-BE49-F238E27FC236}">
                <a16:creationId xmlns:a16="http://schemas.microsoft.com/office/drawing/2014/main" id="{29A55BD8-D001-D0AB-D3E8-5D28CB6C4A6B}"/>
              </a:ext>
            </a:extLst>
          </p:cNvPr>
          <p:cNvSpPr/>
          <p:nvPr/>
        </p:nvSpPr>
        <p:spPr>
          <a:xfrm>
            <a:off x="13214673" y="5731913"/>
            <a:ext cx="298450" cy="29845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8AF02BF5-82C5-78CB-26C8-AD9AB5F45C19}"/>
              </a:ext>
            </a:extLst>
          </p:cNvPr>
          <p:cNvSpPr/>
          <p:nvPr/>
        </p:nvSpPr>
        <p:spPr>
          <a:xfrm>
            <a:off x="12442069" y="6175933"/>
            <a:ext cx="1838901" cy="399090"/>
          </a:xfrm>
          <a:prstGeom prst="roundRect">
            <a:avLst/>
          </a:prstGeom>
          <a:noFill/>
          <a:ln w="19050">
            <a:solidFill>
              <a:srgbClr val="F0935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098DE17-C3E5-81CB-8AE7-186085B9CAFD}"/>
              </a:ext>
            </a:extLst>
          </p:cNvPr>
          <p:cNvSpPr/>
          <p:nvPr/>
        </p:nvSpPr>
        <p:spPr>
          <a:xfrm>
            <a:off x="12503101" y="6226253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等腰三角形 87">
            <a:extLst>
              <a:ext uri="{FF2B5EF4-FFF2-40B4-BE49-F238E27FC236}">
                <a16:creationId xmlns:a16="http://schemas.microsoft.com/office/drawing/2014/main" id="{BC37A91C-9E60-C292-5923-13D2BFBFE41B}"/>
              </a:ext>
            </a:extLst>
          </p:cNvPr>
          <p:cNvSpPr/>
          <p:nvPr/>
        </p:nvSpPr>
        <p:spPr>
          <a:xfrm>
            <a:off x="13185717" y="6231333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08B80CBC-456C-3DDE-B042-8BDD48AA1C63}"/>
              </a:ext>
            </a:extLst>
          </p:cNvPr>
          <p:cNvSpPr/>
          <p:nvPr/>
        </p:nvSpPr>
        <p:spPr>
          <a:xfrm>
            <a:off x="12071857" y="6226253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星形: 五角 89">
            <a:extLst>
              <a:ext uri="{FF2B5EF4-FFF2-40B4-BE49-F238E27FC236}">
                <a16:creationId xmlns:a16="http://schemas.microsoft.com/office/drawing/2014/main" id="{6D4A588C-6ADE-0F32-D1D1-527F1BC85159}"/>
              </a:ext>
            </a:extLst>
          </p:cNvPr>
          <p:cNvSpPr/>
          <p:nvPr/>
        </p:nvSpPr>
        <p:spPr>
          <a:xfrm>
            <a:off x="12862584" y="6217450"/>
            <a:ext cx="298450" cy="29845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432ABD6-A9C1-00FC-BF2D-B254FEA7E3DE}"/>
              </a:ext>
            </a:extLst>
          </p:cNvPr>
          <p:cNvSpPr txBox="1"/>
          <p:nvPr/>
        </p:nvSpPr>
        <p:spPr>
          <a:xfrm>
            <a:off x="13859329" y="5142039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3EBC00F-6FCC-C5CD-556C-08BEAEE6634E}"/>
              </a:ext>
            </a:extLst>
          </p:cNvPr>
          <p:cNvSpPr txBox="1"/>
          <p:nvPr/>
        </p:nvSpPr>
        <p:spPr>
          <a:xfrm>
            <a:off x="13859329" y="563470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D3262B6-D86D-2EAA-9201-9FBDAF3BF3FB}"/>
              </a:ext>
            </a:extLst>
          </p:cNvPr>
          <p:cNvSpPr txBox="1"/>
          <p:nvPr/>
        </p:nvSpPr>
        <p:spPr>
          <a:xfrm>
            <a:off x="13859329" y="611461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C5A11BB-14FD-1AEB-88F1-5E10A426BE49}"/>
              </a:ext>
            </a:extLst>
          </p:cNvPr>
          <p:cNvSpPr txBox="1"/>
          <p:nvPr/>
        </p:nvSpPr>
        <p:spPr>
          <a:xfrm rot="16200000">
            <a:off x="11950797" y="654345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BDB5CC7-9C35-E129-B9E3-007A9C3694B0}"/>
              </a:ext>
            </a:extLst>
          </p:cNvPr>
          <p:cNvSpPr txBox="1"/>
          <p:nvPr/>
        </p:nvSpPr>
        <p:spPr>
          <a:xfrm rot="16200000">
            <a:off x="13074641" y="655361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6C7ECA04-4195-0C7D-BA49-98A3DAC68B6D}"/>
              </a:ext>
            </a:extLst>
          </p:cNvPr>
          <p:cNvSpPr/>
          <p:nvPr/>
        </p:nvSpPr>
        <p:spPr>
          <a:xfrm>
            <a:off x="11582631" y="4712663"/>
            <a:ext cx="6486881" cy="2333029"/>
          </a:xfrm>
          <a:prstGeom prst="roundRect">
            <a:avLst>
              <a:gd name="adj" fmla="val 9024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6CED3E76-F071-AFEB-AFD4-CA4994AE9599}"/>
              </a:ext>
            </a:extLst>
          </p:cNvPr>
          <p:cNvSpPr/>
          <p:nvPr/>
        </p:nvSpPr>
        <p:spPr>
          <a:xfrm>
            <a:off x="6526558" y="4383808"/>
            <a:ext cx="385417" cy="71173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374D30BB-CEDC-A324-7DAC-EFA7F6C27DED}"/>
              </a:ext>
            </a:extLst>
          </p:cNvPr>
          <p:cNvSpPr/>
          <p:nvPr/>
        </p:nvSpPr>
        <p:spPr>
          <a:xfrm>
            <a:off x="7654072" y="4774533"/>
            <a:ext cx="283818" cy="32101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D4BF9AA7-F52A-8110-C781-75E85A87416F}"/>
              </a:ext>
            </a:extLst>
          </p:cNvPr>
          <p:cNvSpPr/>
          <p:nvPr/>
        </p:nvSpPr>
        <p:spPr>
          <a:xfrm>
            <a:off x="8700811" y="4712662"/>
            <a:ext cx="967064" cy="38403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05058E3E-5AEC-C606-2A83-46D13A70FCAE}"/>
              </a:ext>
            </a:extLst>
          </p:cNvPr>
          <p:cNvSpPr/>
          <p:nvPr/>
        </p:nvSpPr>
        <p:spPr>
          <a:xfrm>
            <a:off x="9353042" y="4914463"/>
            <a:ext cx="694354" cy="1810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26262671-7C21-F068-40B3-6EA0CE695F43}"/>
              </a:ext>
            </a:extLst>
          </p:cNvPr>
          <p:cNvSpPr/>
          <p:nvPr/>
        </p:nvSpPr>
        <p:spPr>
          <a:xfrm>
            <a:off x="6425506" y="5788367"/>
            <a:ext cx="1236412" cy="93595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B459AAFA-EC93-F271-EDAC-C4375EC44C78}"/>
              </a:ext>
            </a:extLst>
          </p:cNvPr>
          <p:cNvSpPr/>
          <p:nvPr/>
        </p:nvSpPr>
        <p:spPr>
          <a:xfrm>
            <a:off x="7179946" y="6514728"/>
            <a:ext cx="709631" cy="204777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E53EF33D-DD68-FBA0-97DE-453FB0D2E76D}"/>
              </a:ext>
            </a:extLst>
          </p:cNvPr>
          <p:cNvSpPr/>
          <p:nvPr/>
        </p:nvSpPr>
        <p:spPr>
          <a:xfrm>
            <a:off x="8544852" y="5634706"/>
            <a:ext cx="1393750" cy="1096895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DD4BFE3A-FCEC-7DBB-8408-FDDCAE12AE0B}"/>
              </a:ext>
            </a:extLst>
          </p:cNvPr>
          <p:cNvSpPr/>
          <p:nvPr/>
        </p:nvSpPr>
        <p:spPr>
          <a:xfrm>
            <a:off x="9302087" y="6514728"/>
            <a:ext cx="839497" cy="216293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044DD3F-126F-FA79-BAE2-9E93AEBD74AF}"/>
              </a:ext>
            </a:extLst>
          </p:cNvPr>
          <p:cNvSpPr/>
          <p:nvPr/>
        </p:nvSpPr>
        <p:spPr>
          <a:xfrm>
            <a:off x="6336688" y="3780105"/>
            <a:ext cx="1811050" cy="1318032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3FE6FE12-B1F3-28D6-ADE7-764C8C585F60}"/>
              </a:ext>
            </a:extLst>
          </p:cNvPr>
          <p:cNvSpPr/>
          <p:nvPr/>
        </p:nvSpPr>
        <p:spPr>
          <a:xfrm>
            <a:off x="8457371" y="3787765"/>
            <a:ext cx="1811050" cy="1310373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A4C7173-E209-5EE3-BBDE-5A9B56ED679C}"/>
              </a:ext>
            </a:extLst>
          </p:cNvPr>
          <p:cNvSpPr/>
          <p:nvPr/>
        </p:nvSpPr>
        <p:spPr>
          <a:xfrm>
            <a:off x="8457371" y="5420522"/>
            <a:ext cx="1811050" cy="131297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0AFD981E-6881-82E8-B80D-87E0C4CE17BA}"/>
              </a:ext>
            </a:extLst>
          </p:cNvPr>
          <p:cNvSpPr/>
          <p:nvPr/>
        </p:nvSpPr>
        <p:spPr>
          <a:xfrm>
            <a:off x="6336688" y="5420522"/>
            <a:ext cx="1811050" cy="131297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F9BC781-73A5-5317-CF7F-6FC182BD5C4D}"/>
              </a:ext>
            </a:extLst>
          </p:cNvPr>
          <p:cNvSpPr txBox="1"/>
          <p:nvPr/>
        </p:nvSpPr>
        <p:spPr>
          <a:xfrm>
            <a:off x="8422120" y="3767444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Stage-1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9D7DB6F-4048-CE46-8897-D303A800DB67}"/>
              </a:ext>
            </a:extLst>
          </p:cNvPr>
          <p:cNvSpPr txBox="1"/>
          <p:nvPr/>
        </p:nvSpPr>
        <p:spPr>
          <a:xfrm>
            <a:off x="6283556" y="5394063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Stage-2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150780A-A964-6A30-E6E3-9989FF3EC170}"/>
              </a:ext>
            </a:extLst>
          </p:cNvPr>
          <p:cNvSpPr txBox="1"/>
          <p:nvPr/>
        </p:nvSpPr>
        <p:spPr>
          <a:xfrm>
            <a:off x="8404681" y="5371013"/>
            <a:ext cx="1034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BB9CA9E-5B18-0E91-56A8-C8D30EAFD2D9}"/>
              </a:ext>
            </a:extLst>
          </p:cNvPr>
          <p:cNvSpPr txBox="1"/>
          <p:nvPr/>
        </p:nvSpPr>
        <p:spPr>
          <a:xfrm>
            <a:off x="6283556" y="3753648"/>
            <a:ext cx="1048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NCRL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79C77EDD-3CEB-0B02-BE13-77F0890F34F2}"/>
              </a:ext>
            </a:extLst>
          </p:cNvPr>
          <p:cNvSpPr txBox="1"/>
          <p:nvPr/>
        </p:nvSpPr>
        <p:spPr>
          <a:xfrm>
            <a:off x="10296922" y="4495400"/>
            <a:ext cx="11301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algn="ctr"/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  <a:p>
            <a:pPr algn="ctr"/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 </a:t>
            </a:r>
            <a:endParaRPr lang="zh-CN" altLang="en-US" sz="14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4A560AD5-024F-769C-DEE8-415148577D69}"/>
              </a:ext>
            </a:extLst>
          </p:cNvPr>
          <p:cNvSpPr txBox="1"/>
          <p:nvPr/>
        </p:nvSpPr>
        <p:spPr>
          <a:xfrm>
            <a:off x="10317511" y="6014090"/>
            <a:ext cx="1108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Distribution  </a:t>
            </a:r>
            <a:endParaRPr lang="zh-CN" altLang="en-US" sz="14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2025027-9102-7658-6A4E-37D75B197CBB}"/>
              </a:ext>
            </a:extLst>
          </p:cNvPr>
          <p:cNvSpPr/>
          <p:nvPr/>
        </p:nvSpPr>
        <p:spPr>
          <a:xfrm>
            <a:off x="10375723" y="3790337"/>
            <a:ext cx="972123" cy="2940683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D0F23C95-6895-F690-725F-67A50A3B839C}"/>
              </a:ext>
            </a:extLst>
          </p:cNvPr>
          <p:cNvSpPr/>
          <p:nvPr/>
        </p:nvSpPr>
        <p:spPr>
          <a:xfrm>
            <a:off x="10489741" y="3889221"/>
            <a:ext cx="753125" cy="5891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EFCFA073-3CBF-45CF-9C9B-CF53BBEE482F}"/>
              </a:ext>
            </a:extLst>
          </p:cNvPr>
          <p:cNvSpPr/>
          <p:nvPr/>
        </p:nvSpPr>
        <p:spPr>
          <a:xfrm>
            <a:off x="10495013" y="5473871"/>
            <a:ext cx="753125" cy="55266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5666454A-274E-4D19-7DA1-DD33DF366E2F}"/>
              </a:ext>
            </a:extLst>
          </p:cNvPr>
          <p:cNvGrpSpPr/>
          <p:nvPr/>
        </p:nvGrpSpPr>
        <p:grpSpPr>
          <a:xfrm>
            <a:off x="14967059" y="5308599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E1223756-448B-67DE-1E9A-C65ED6C6492A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7C8CBC3D-D782-51EB-C337-93DDCD010C77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2E833795-414E-A913-5057-DED4237DD922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A30D6448-83F8-9E64-E3C3-1E3982DC1440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矩形: 圆角 122">
              <a:extLst>
                <a:ext uri="{FF2B5EF4-FFF2-40B4-BE49-F238E27FC236}">
                  <a16:creationId xmlns:a16="http://schemas.microsoft.com/office/drawing/2014/main" id="{52E2121E-E2D5-BE20-4E86-2A08B8CC45AF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C4E20C26-FF0A-3D3D-9EA4-E5CCCC402323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C0E44FF3-FEFC-ACFF-7F49-68BEF4F4F4FE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AD3ECDA5-4349-CA75-31EB-AE85BFA46607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1CD330CC-CD6D-F849-4ACD-90561F190F69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403CE51B-55B1-9D1F-1D72-6E9F6257585A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6BFF308B-41C4-ADE6-328B-05E88562B8ED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998E6012-BD3E-28DA-A9AA-8339EA23161C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4DE37054-F99D-8F0D-B871-573388467BDC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CEDE6643-EBFD-95AD-7FD5-4022CC9647C9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88840AA0-657C-F765-A526-A022C41811E1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25864718-238A-D8CA-8339-478C3B3BD62C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150BCDEF-508D-4E20-2BDD-B0944949B1D3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BD993727-3D7A-E863-D3E3-E44507CE65B0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58E8C193-27D2-6C13-21E9-78BA19694A46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A596ED69-641A-9FBB-8643-A7CE12F2C876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2595C767-F948-3602-A670-EF2C525529D6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C574151D-C6DF-F163-B0B0-EEFDC9522692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C803C3BA-D0C4-F078-21E7-B4BC1FC2CC50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8770AE46-FDA9-E536-928D-9A152F9F2B30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FCCB768F-4983-7651-A0F0-784046F4135E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8A44BC1-3A64-9076-81A6-3EEDFE7D20ED}"/>
              </a:ext>
            </a:extLst>
          </p:cNvPr>
          <p:cNvSpPr txBox="1"/>
          <p:nvPr/>
        </p:nvSpPr>
        <p:spPr>
          <a:xfrm rot="16200000">
            <a:off x="11198767" y="5845664"/>
            <a:ext cx="1288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List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80617385-D20C-3C07-ECCA-1B63909B25EB}"/>
              </a:ext>
            </a:extLst>
          </p:cNvPr>
          <p:cNvSpPr txBox="1"/>
          <p:nvPr/>
        </p:nvSpPr>
        <p:spPr>
          <a:xfrm>
            <a:off x="11563289" y="4763398"/>
            <a:ext cx="2540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Second-order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BA99C4EA-7250-FC8D-2695-E125C19A8B5D}"/>
              </a:ext>
            </a:extLst>
          </p:cNvPr>
          <p:cNvCxnSpPr>
            <a:cxnSpLocks/>
          </p:cNvCxnSpPr>
          <p:nvPr/>
        </p:nvCxnSpPr>
        <p:spPr>
          <a:xfrm>
            <a:off x="14401193" y="5890406"/>
            <a:ext cx="5479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368AF4E-FB4B-961E-E7F4-F745FD6B36A7}"/>
              </a:ext>
            </a:extLst>
          </p:cNvPr>
          <p:cNvSpPr txBox="1"/>
          <p:nvPr/>
        </p:nvSpPr>
        <p:spPr>
          <a:xfrm>
            <a:off x="6173638" y="3467986"/>
            <a:ext cx="389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Curriculum Learning (NRCL)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760C0A5F-84DC-2829-4EEC-61BE1BAD165A}"/>
              </a:ext>
            </a:extLst>
          </p:cNvPr>
          <p:cNvSpPr txBox="1"/>
          <p:nvPr/>
        </p:nvSpPr>
        <p:spPr>
          <a:xfrm>
            <a:off x="6170458" y="1233364"/>
            <a:ext cx="32454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Representation Learning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DD557252-01E8-A9ED-DEDB-D52E89A6249D}"/>
              </a:ext>
            </a:extLst>
          </p:cNvPr>
          <p:cNvCxnSpPr>
            <a:cxnSpLocks/>
          </p:cNvCxnSpPr>
          <p:nvPr/>
        </p:nvCxnSpPr>
        <p:spPr>
          <a:xfrm flipH="1" flipV="1">
            <a:off x="17252249" y="5086005"/>
            <a:ext cx="194038" cy="1178091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0039B36A-2E14-348C-972A-CDD9CBCA4808}"/>
              </a:ext>
            </a:extLst>
          </p:cNvPr>
          <p:cNvCxnSpPr>
            <a:cxnSpLocks/>
          </p:cNvCxnSpPr>
          <p:nvPr/>
        </p:nvCxnSpPr>
        <p:spPr>
          <a:xfrm>
            <a:off x="16812371" y="5900343"/>
            <a:ext cx="646523" cy="363753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1F2A5B1C-9CCA-8128-BCEB-5E5AECEAF7F3}"/>
              </a:ext>
            </a:extLst>
          </p:cNvPr>
          <p:cNvCxnSpPr>
            <a:cxnSpLocks/>
            <a:endCxn id="157" idx="5"/>
          </p:cNvCxnSpPr>
          <p:nvPr/>
        </p:nvCxnSpPr>
        <p:spPr>
          <a:xfrm flipV="1">
            <a:off x="17459245" y="5547861"/>
            <a:ext cx="456173" cy="695575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EB224733-09F9-A417-D43C-BAF09801AB37}"/>
              </a:ext>
            </a:extLst>
          </p:cNvPr>
          <p:cNvCxnSpPr>
            <a:cxnSpLocks/>
          </p:cNvCxnSpPr>
          <p:nvPr/>
        </p:nvCxnSpPr>
        <p:spPr>
          <a:xfrm flipH="1">
            <a:off x="16825504" y="5071003"/>
            <a:ext cx="404593" cy="816486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3F5B42C7-9F53-ED3A-DA04-F1E3F02D47BC}"/>
              </a:ext>
            </a:extLst>
          </p:cNvPr>
          <p:cNvCxnSpPr>
            <a:cxnSpLocks/>
            <a:endCxn id="157" idx="5"/>
          </p:cNvCxnSpPr>
          <p:nvPr/>
        </p:nvCxnSpPr>
        <p:spPr>
          <a:xfrm flipV="1">
            <a:off x="16833255" y="5547861"/>
            <a:ext cx="1082162" cy="330453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B6BB14B0-8754-0EDA-4BD1-B13DBAA85B13}"/>
              </a:ext>
            </a:extLst>
          </p:cNvPr>
          <p:cNvCxnSpPr>
            <a:cxnSpLocks/>
          </p:cNvCxnSpPr>
          <p:nvPr/>
        </p:nvCxnSpPr>
        <p:spPr>
          <a:xfrm flipH="1" flipV="1">
            <a:off x="17271627" y="5081368"/>
            <a:ext cx="580844" cy="507450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星形: 五角 154">
            <a:extLst>
              <a:ext uri="{FF2B5EF4-FFF2-40B4-BE49-F238E27FC236}">
                <a16:creationId xmlns:a16="http://schemas.microsoft.com/office/drawing/2014/main" id="{673B8BCF-A3F8-BD97-AA06-A4A5DE7B3553}"/>
              </a:ext>
            </a:extLst>
          </p:cNvPr>
          <p:cNvSpPr/>
          <p:nvPr/>
        </p:nvSpPr>
        <p:spPr>
          <a:xfrm rot="699079">
            <a:off x="17260694" y="6044120"/>
            <a:ext cx="380120" cy="38012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ADA29953-7D4D-CDC2-D03C-1107D5F01820}"/>
              </a:ext>
            </a:extLst>
          </p:cNvPr>
          <p:cNvSpPr/>
          <p:nvPr/>
        </p:nvSpPr>
        <p:spPr>
          <a:xfrm>
            <a:off x="16662954" y="5751946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等腰三角形 156">
            <a:extLst>
              <a:ext uri="{FF2B5EF4-FFF2-40B4-BE49-F238E27FC236}">
                <a16:creationId xmlns:a16="http://schemas.microsoft.com/office/drawing/2014/main" id="{0195CD8E-7EFA-B6C2-3D39-0CD936539871}"/>
              </a:ext>
            </a:extLst>
          </p:cNvPr>
          <p:cNvSpPr/>
          <p:nvPr/>
        </p:nvSpPr>
        <p:spPr>
          <a:xfrm>
            <a:off x="17655765" y="5398635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EEBBF61-7787-C1FF-54F9-78028B98234D}"/>
              </a:ext>
            </a:extLst>
          </p:cNvPr>
          <p:cNvSpPr/>
          <p:nvPr/>
        </p:nvSpPr>
        <p:spPr>
          <a:xfrm>
            <a:off x="17099996" y="4936779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E065CD5F-E065-4CE5-5E01-CBD698947298}"/>
              </a:ext>
            </a:extLst>
          </p:cNvPr>
          <p:cNvSpPr/>
          <p:nvPr/>
        </p:nvSpPr>
        <p:spPr>
          <a:xfrm>
            <a:off x="11720576" y="5142039"/>
            <a:ext cx="2663860" cy="176230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975E123-85A9-57D8-21DA-DCD88DE25D7B}"/>
              </a:ext>
            </a:extLst>
          </p:cNvPr>
          <p:cNvGrpSpPr/>
          <p:nvPr/>
        </p:nvGrpSpPr>
        <p:grpSpPr>
          <a:xfrm>
            <a:off x="13652961" y="3715147"/>
            <a:ext cx="214933" cy="214933"/>
            <a:chOff x="4892460" y="2186404"/>
            <a:chExt cx="142638" cy="142638"/>
          </a:xfrm>
        </p:grpSpPr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C6D653A5-8898-8974-D28C-E1F1268CC061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45E40F32-5E00-3CE7-651D-800420682B10}"/>
                </a:ext>
              </a:extLst>
            </p:cNvPr>
            <p:cNvCxnSpPr>
              <a:stCxn id="161" idx="1"/>
              <a:endCxn id="161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A08CD954-C776-DBD6-3541-87E61A585FE0}"/>
                </a:ext>
              </a:extLst>
            </p:cNvPr>
            <p:cNvCxnSpPr>
              <a:cxnSpLocks/>
              <a:stCxn id="161" idx="3"/>
              <a:endCxn id="161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343D892B-47F5-936C-76A7-8CA5CAA64AD6}"/>
              </a:ext>
            </a:extLst>
          </p:cNvPr>
          <p:cNvGrpSpPr/>
          <p:nvPr/>
        </p:nvGrpSpPr>
        <p:grpSpPr>
          <a:xfrm>
            <a:off x="13652961" y="1915774"/>
            <a:ext cx="214933" cy="214933"/>
            <a:chOff x="4892460" y="2186404"/>
            <a:chExt cx="142638" cy="142638"/>
          </a:xfrm>
        </p:grpSpPr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5CE4F8FB-F440-E67B-0638-CE2BAD11E482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FCD1E00A-E49F-9BC4-B339-878E9FCF6B77}"/>
                </a:ext>
              </a:extLst>
            </p:cNvPr>
            <p:cNvCxnSpPr>
              <a:stCxn id="165" idx="1"/>
              <a:endCxn id="16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F66878F6-9A5D-C749-C07E-4CA3859469B8}"/>
                </a:ext>
              </a:extLst>
            </p:cNvPr>
            <p:cNvCxnSpPr>
              <a:cxnSpLocks/>
              <a:stCxn id="165" idx="3"/>
              <a:endCxn id="16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8" name="连接符: 肘形 167">
            <a:extLst>
              <a:ext uri="{FF2B5EF4-FFF2-40B4-BE49-F238E27FC236}">
                <a16:creationId xmlns:a16="http://schemas.microsoft.com/office/drawing/2014/main" id="{64471FA4-8E35-7EF3-8C6F-6A1D481EE798}"/>
              </a:ext>
            </a:extLst>
          </p:cNvPr>
          <p:cNvCxnSpPr>
            <a:cxnSpLocks/>
            <a:endCxn id="161" idx="4"/>
          </p:cNvCxnSpPr>
          <p:nvPr/>
        </p:nvCxnSpPr>
        <p:spPr>
          <a:xfrm>
            <a:off x="11813363" y="3559511"/>
            <a:ext cx="1947064" cy="370568"/>
          </a:xfrm>
          <a:prstGeom prst="bentConnector4">
            <a:avLst>
              <a:gd name="adj1" fmla="val 277"/>
              <a:gd name="adj2" fmla="val 19938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371C89BD-9208-CA47-98F5-3881CF87C0F6}"/>
              </a:ext>
            </a:extLst>
          </p:cNvPr>
          <p:cNvCxnSpPr>
            <a:cxnSpLocks/>
            <a:endCxn id="165" idx="0"/>
          </p:cNvCxnSpPr>
          <p:nvPr/>
        </p:nvCxnSpPr>
        <p:spPr>
          <a:xfrm flipV="1">
            <a:off x="11813363" y="1915773"/>
            <a:ext cx="1947064" cy="100484"/>
          </a:xfrm>
          <a:prstGeom prst="bentConnector4">
            <a:avLst>
              <a:gd name="adj1" fmla="val -701"/>
              <a:gd name="adj2" fmla="val 41597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1CB100E5-D804-A157-6CB1-D29CF6111E07}"/>
              </a:ext>
            </a:extLst>
          </p:cNvPr>
          <p:cNvCxnSpPr>
            <a:cxnSpLocks/>
          </p:cNvCxnSpPr>
          <p:nvPr/>
        </p:nvCxnSpPr>
        <p:spPr>
          <a:xfrm>
            <a:off x="11064203" y="2024243"/>
            <a:ext cx="10974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D2A9C2A2-EE61-0565-1B89-4532B7B9582A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10728720" y="2725414"/>
            <a:ext cx="1451051" cy="1056077"/>
          </a:xfrm>
          <a:prstGeom prst="bentConnector3">
            <a:avLst>
              <a:gd name="adj1" fmla="val 7538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6D39929-58B0-E374-E42B-06BB75491837}"/>
              </a:ext>
            </a:extLst>
          </p:cNvPr>
          <p:cNvSpPr txBox="1"/>
          <p:nvPr/>
        </p:nvSpPr>
        <p:spPr>
          <a:xfrm>
            <a:off x="11653207" y="1233629"/>
            <a:ext cx="35495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Negative-aware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C04667C7-E9B8-4FD2-8481-D87785C5010A}"/>
              </a:ext>
            </a:extLst>
          </p:cNvPr>
          <p:cNvCxnSpPr>
            <a:cxnSpLocks/>
          </p:cNvCxnSpPr>
          <p:nvPr/>
        </p:nvCxnSpPr>
        <p:spPr>
          <a:xfrm>
            <a:off x="13327431" y="2581600"/>
            <a:ext cx="91462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1D9F2918-8A45-51DB-80CE-2A1221F36583}"/>
              </a:ext>
            </a:extLst>
          </p:cNvPr>
          <p:cNvCxnSpPr>
            <a:cxnSpLocks/>
          </p:cNvCxnSpPr>
          <p:nvPr/>
        </p:nvCxnSpPr>
        <p:spPr>
          <a:xfrm>
            <a:off x="13327431" y="3162184"/>
            <a:ext cx="91462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本框 174">
            <a:extLst>
              <a:ext uri="{FF2B5EF4-FFF2-40B4-BE49-F238E27FC236}">
                <a16:creationId xmlns:a16="http://schemas.microsoft.com/office/drawing/2014/main" id="{7173D4F7-6984-541E-F702-E947D2C0A631}"/>
              </a:ext>
            </a:extLst>
          </p:cNvPr>
          <p:cNvSpPr txBox="1"/>
          <p:nvPr/>
        </p:nvSpPr>
        <p:spPr>
          <a:xfrm>
            <a:off x="13351107" y="2727831"/>
            <a:ext cx="594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F9C55687-5FB8-3CCB-1BB6-A207A8288F92}"/>
              </a:ext>
            </a:extLst>
          </p:cNvPr>
          <p:cNvCxnSpPr>
            <a:cxnSpLocks/>
          </p:cNvCxnSpPr>
          <p:nvPr/>
        </p:nvCxnSpPr>
        <p:spPr>
          <a:xfrm>
            <a:off x="13872345" y="2024243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F3C2484D-0D7B-FB8E-5AD8-D0F69F6CE979}"/>
              </a:ext>
            </a:extLst>
          </p:cNvPr>
          <p:cNvCxnSpPr>
            <a:cxnSpLocks/>
          </p:cNvCxnSpPr>
          <p:nvPr/>
        </p:nvCxnSpPr>
        <p:spPr>
          <a:xfrm>
            <a:off x="13872345" y="3830049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438C0F46-F6F7-0F7A-1427-1D1596D8E126}"/>
              </a:ext>
            </a:extLst>
          </p:cNvPr>
          <p:cNvGrpSpPr/>
          <p:nvPr/>
        </p:nvGrpSpPr>
        <p:grpSpPr>
          <a:xfrm>
            <a:off x="13902119" y="232931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25C10C61-BB4F-F61F-054C-2C0C940B8840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70636041-BFBA-B8A7-743F-F44EC37618E2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A3BCF752-3C9D-B0CD-D0C7-AD47A6277F82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AC1F1F13-D84C-C056-BF70-764969E62E53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1887698A-1B7E-591A-E529-E64C2FFCDEB4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68B89FB1-0147-1203-D9CF-4D7FD4215578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0B4437AF-E595-790D-C580-993A3487D313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5D406104-8EE6-FD83-A304-9FE65F29CB9E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79E55DA7-A0B7-F682-3CF8-1B025B4C956C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80252F71-0143-52F2-1C1F-F742D08D5A97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844BDAFE-4D7C-C385-465F-9628F3272B9C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619D9202-5C39-F1BB-8DF3-65E8AD567F4B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3268B191-B658-F49E-3B43-5D172846C2D8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4C8ACE8E-2650-3580-3358-051374390C6E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0CD02CEB-AC06-E4A0-98AA-8329D452EA98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66080FE2-77E6-4D5D-780E-48440F1870E9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D3EF7320-C345-0E3B-887E-08E9CC16FF09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3161497A-1E9A-8E2D-AC18-000062E81F03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B6FD8D64-4B98-A5E9-A108-2F0090C7C1A8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30BEEB1B-ED28-F7C1-89D2-D2006B6EEB67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FF4A8696-7C27-BD90-2A6B-497B74E4116E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42F4B63A-85F4-B900-513A-FA0BFAD34FBA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64EDA86B-3C16-4938-2BEE-7A58E39F632F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40DE007C-634C-7AF0-F659-023391FF86C0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722E806D-9B02-71D0-0275-439F131BAFDC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4" name="立方体 203">
            <a:extLst>
              <a:ext uri="{FF2B5EF4-FFF2-40B4-BE49-F238E27FC236}">
                <a16:creationId xmlns:a16="http://schemas.microsoft.com/office/drawing/2014/main" id="{8A4CF8C7-D396-864F-D5C7-94187A5FC04A}"/>
              </a:ext>
            </a:extLst>
          </p:cNvPr>
          <p:cNvSpPr/>
          <p:nvPr/>
        </p:nvSpPr>
        <p:spPr>
          <a:xfrm>
            <a:off x="15232815" y="3342102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立方体 204">
            <a:extLst>
              <a:ext uri="{FF2B5EF4-FFF2-40B4-BE49-F238E27FC236}">
                <a16:creationId xmlns:a16="http://schemas.microsoft.com/office/drawing/2014/main" id="{A19C6D2B-5F86-4455-AF91-E671DDDF26EF}"/>
              </a:ext>
            </a:extLst>
          </p:cNvPr>
          <p:cNvSpPr/>
          <p:nvPr/>
        </p:nvSpPr>
        <p:spPr>
          <a:xfrm>
            <a:off x="15131215" y="3535409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立方体 205">
            <a:extLst>
              <a:ext uri="{FF2B5EF4-FFF2-40B4-BE49-F238E27FC236}">
                <a16:creationId xmlns:a16="http://schemas.microsoft.com/office/drawing/2014/main" id="{867BBBE2-037F-0E9F-7261-A1D5AC28B27D}"/>
              </a:ext>
            </a:extLst>
          </p:cNvPr>
          <p:cNvSpPr/>
          <p:nvPr/>
        </p:nvSpPr>
        <p:spPr>
          <a:xfrm>
            <a:off x="15029615" y="3728716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立方体 206">
            <a:extLst>
              <a:ext uri="{FF2B5EF4-FFF2-40B4-BE49-F238E27FC236}">
                <a16:creationId xmlns:a16="http://schemas.microsoft.com/office/drawing/2014/main" id="{C163B2C7-ECB6-097E-32D9-36A9D3875E87}"/>
              </a:ext>
            </a:extLst>
          </p:cNvPr>
          <p:cNvSpPr/>
          <p:nvPr/>
        </p:nvSpPr>
        <p:spPr>
          <a:xfrm>
            <a:off x="14928015" y="3922023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立方体 207">
            <a:extLst>
              <a:ext uri="{FF2B5EF4-FFF2-40B4-BE49-F238E27FC236}">
                <a16:creationId xmlns:a16="http://schemas.microsoft.com/office/drawing/2014/main" id="{276F504D-5BAA-A74C-B3DC-F84DCBF7F9E9}"/>
              </a:ext>
            </a:extLst>
          </p:cNvPr>
          <p:cNvSpPr/>
          <p:nvPr/>
        </p:nvSpPr>
        <p:spPr>
          <a:xfrm>
            <a:off x="14826415" y="4115332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立方体 208">
            <a:extLst>
              <a:ext uri="{FF2B5EF4-FFF2-40B4-BE49-F238E27FC236}">
                <a16:creationId xmlns:a16="http://schemas.microsoft.com/office/drawing/2014/main" id="{2762EBE2-40DD-1F71-EAE9-7414C14EE836}"/>
              </a:ext>
            </a:extLst>
          </p:cNvPr>
          <p:cNvSpPr/>
          <p:nvPr/>
        </p:nvSpPr>
        <p:spPr>
          <a:xfrm>
            <a:off x="14826415" y="1565505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立方体 209">
            <a:extLst>
              <a:ext uri="{FF2B5EF4-FFF2-40B4-BE49-F238E27FC236}">
                <a16:creationId xmlns:a16="http://schemas.microsoft.com/office/drawing/2014/main" id="{B9CF83E8-1FDB-D8A9-8713-BF0978FF4040}"/>
              </a:ext>
            </a:extLst>
          </p:cNvPr>
          <p:cNvSpPr/>
          <p:nvPr/>
        </p:nvSpPr>
        <p:spPr>
          <a:xfrm>
            <a:off x="14928015" y="1758812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立方体 210">
            <a:extLst>
              <a:ext uri="{FF2B5EF4-FFF2-40B4-BE49-F238E27FC236}">
                <a16:creationId xmlns:a16="http://schemas.microsoft.com/office/drawing/2014/main" id="{8E532AA9-B0F6-EF13-ACDA-FB5FFB50697F}"/>
              </a:ext>
            </a:extLst>
          </p:cNvPr>
          <p:cNvSpPr/>
          <p:nvPr/>
        </p:nvSpPr>
        <p:spPr>
          <a:xfrm>
            <a:off x="15029615" y="1952120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立方体 211">
            <a:extLst>
              <a:ext uri="{FF2B5EF4-FFF2-40B4-BE49-F238E27FC236}">
                <a16:creationId xmlns:a16="http://schemas.microsoft.com/office/drawing/2014/main" id="{15E42AC0-E5AF-9025-D301-E3CE68FE6226}"/>
              </a:ext>
            </a:extLst>
          </p:cNvPr>
          <p:cNvSpPr/>
          <p:nvPr/>
        </p:nvSpPr>
        <p:spPr>
          <a:xfrm>
            <a:off x="15131215" y="2145428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立方体 212">
            <a:extLst>
              <a:ext uri="{FF2B5EF4-FFF2-40B4-BE49-F238E27FC236}">
                <a16:creationId xmlns:a16="http://schemas.microsoft.com/office/drawing/2014/main" id="{DBA6E857-A06D-CDEB-F27F-3B47C959209A}"/>
              </a:ext>
            </a:extLst>
          </p:cNvPr>
          <p:cNvSpPr/>
          <p:nvPr/>
        </p:nvSpPr>
        <p:spPr>
          <a:xfrm>
            <a:off x="15232815" y="2338735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五边形 213">
            <a:extLst>
              <a:ext uri="{FF2B5EF4-FFF2-40B4-BE49-F238E27FC236}">
                <a16:creationId xmlns:a16="http://schemas.microsoft.com/office/drawing/2014/main" id="{461ACDDF-04D0-9215-8BFA-56D2388C716D}"/>
              </a:ext>
            </a:extLst>
          </p:cNvPr>
          <p:cNvSpPr/>
          <p:nvPr/>
        </p:nvSpPr>
        <p:spPr>
          <a:xfrm>
            <a:off x="13571306" y="5255973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五边形 214">
            <a:extLst>
              <a:ext uri="{FF2B5EF4-FFF2-40B4-BE49-F238E27FC236}">
                <a16:creationId xmlns:a16="http://schemas.microsoft.com/office/drawing/2014/main" id="{D7DEBAC6-ADA1-7278-E7F4-3D134FBCBFBB}"/>
              </a:ext>
            </a:extLst>
          </p:cNvPr>
          <p:cNvSpPr/>
          <p:nvPr/>
        </p:nvSpPr>
        <p:spPr>
          <a:xfrm>
            <a:off x="13564923" y="6234762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五边形 215">
            <a:extLst>
              <a:ext uri="{FF2B5EF4-FFF2-40B4-BE49-F238E27FC236}">
                <a16:creationId xmlns:a16="http://schemas.microsoft.com/office/drawing/2014/main" id="{216D2D21-0E22-3218-04AC-BE39A798ECA9}"/>
              </a:ext>
            </a:extLst>
          </p:cNvPr>
          <p:cNvSpPr/>
          <p:nvPr/>
        </p:nvSpPr>
        <p:spPr>
          <a:xfrm>
            <a:off x="13564682" y="5746125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9EA22820-FB05-8985-52A9-F8AEF4695F07}"/>
              </a:ext>
            </a:extLst>
          </p:cNvPr>
          <p:cNvSpPr/>
          <p:nvPr/>
        </p:nvSpPr>
        <p:spPr>
          <a:xfrm>
            <a:off x="12017906" y="5139865"/>
            <a:ext cx="2366530" cy="176230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5A6453F-F809-C2F9-D18F-0802F0A3232F}"/>
              </a:ext>
            </a:extLst>
          </p:cNvPr>
          <p:cNvSpPr txBox="1"/>
          <p:nvPr/>
        </p:nvSpPr>
        <p:spPr>
          <a:xfrm>
            <a:off x="16696768" y="6388274"/>
            <a:ext cx="1355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nformation</a:t>
            </a:r>
          </a:p>
        </p:txBody>
      </p: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A8792BF4-2A80-79D9-7C6C-BA4D40781D00}"/>
              </a:ext>
            </a:extLst>
          </p:cNvPr>
          <p:cNvGrpSpPr/>
          <p:nvPr/>
        </p:nvGrpSpPr>
        <p:grpSpPr>
          <a:xfrm rot="18905662">
            <a:off x="16266352" y="2801768"/>
            <a:ext cx="214933" cy="214933"/>
            <a:chOff x="4892460" y="2186404"/>
            <a:chExt cx="142638" cy="142638"/>
          </a:xfrm>
        </p:grpSpPr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AD3DA542-A190-F5D4-5EC3-2BA5DE880C4E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8F443790-8EDB-3A20-30B4-ABCB84F5DC4F}"/>
                </a:ext>
              </a:extLst>
            </p:cNvPr>
            <p:cNvCxnSpPr>
              <a:stCxn id="220" idx="1"/>
              <a:endCxn id="220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3FC8EB42-A7F4-3A79-1548-6652777A1A81}"/>
                </a:ext>
              </a:extLst>
            </p:cNvPr>
            <p:cNvCxnSpPr>
              <a:cxnSpLocks/>
              <a:stCxn id="220" idx="3"/>
              <a:endCxn id="220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3" name="立方体 222">
            <a:extLst>
              <a:ext uri="{FF2B5EF4-FFF2-40B4-BE49-F238E27FC236}">
                <a16:creationId xmlns:a16="http://schemas.microsoft.com/office/drawing/2014/main" id="{9AA6A56A-5225-27D8-AFCE-F475815962E3}"/>
              </a:ext>
            </a:extLst>
          </p:cNvPr>
          <p:cNvSpPr/>
          <p:nvPr/>
        </p:nvSpPr>
        <p:spPr>
          <a:xfrm>
            <a:off x="17006582" y="2437739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立方体 223">
            <a:extLst>
              <a:ext uri="{FF2B5EF4-FFF2-40B4-BE49-F238E27FC236}">
                <a16:creationId xmlns:a16="http://schemas.microsoft.com/office/drawing/2014/main" id="{ABE2FCDB-9643-176A-FC48-E5B17FC42CD6}"/>
              </a:ext>
            </a:extLst>
          </p:cNvPr>
          <p:cNvSpPr/>
          <p:nvPr/>
        </p:nvSpPr>
        <p:spPr>
          <a:xfrm>
            <a:off x="16904982" y="2631046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立方体 224">
            <a:extLst>
              <a:ext uri="{FF2B5EF4-FFF2-40B4-BE49-F238E27FC236}">
                <a16:creationId xmlns:a16="http://schemas.microsoft.com/office/drawing/2014/main" id="{1AE030A5-6926-692C-2C57-4BC5CC9C6A4A}"/>
              </a:ext>
            </a:extLst>
          </p:cNvPr>
          <p:cNvSpPr/>
          <p:nvPr/>
        </p:nvSpPr>
        <p:spPr>
          <a:xfrm>
            <a:off x="16803382" y="2824353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立方体 225">
            <a:extLst>
              <a:ext uri="{FF2B5EF4-FFF2-40B4-BE49-F238E27FC236}">
                <a16:creationId xmlns:a16="http://schemas.microsoft.com/office/drawing/2014/main" id="{FCA2AED6-6109-A449-3FD7-E36C9CBE4B30}"/>
              </a:ext>
            </a:extLst>
          </p:cNvPr>
          <p:cNvSpPr/>
          <p:nvPr/>
        </p:nvSpPr>
        <p:spPr>
          <a:xfrm>
            <a:off x="16701782" y="3017660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立方体 226">
            <a:extLst>
              <a:ext uri="{FF2B5EF4-FFF2-40B4-BE49-F238E27FC236}">
                <a16:creationId xmlns:a16="http://schemas.microsoft.com/office/drawing/2014/main" id="{CDAA5C31-AE58-A62D-8996-840AA1367657}"/>
              </a:ext>
            </a:extLst>
          </p:cNvPr>
          <p:cNvSpPr/>
          <p:nvPr/>
        </p:nvSpPr>
        <p:spPr>
          <a:xfrm>
            <a:off x="16600182" y="3210969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8" name="连接符: 肘形 227">
            <a:extLst>
              <a:ext uri="{FF2B5EF4-FFF2-40B4-BE49-F238E27FC236}">
                <a16:creationId xmlns:a16="http://schemas.microsoft.com/office/drawing/2014/main" id="{58E586F3-37F6-2EB7-5A03-227DC1862302}"/>
              </a:ext>
            </a:extLst>
          </p:cNvPr>
          <p:cNvCxnSpPr>
            <a:cxnSpLocks/>
            <a:stCxn id="211" idx="5"/>
            <a:endCxn id="220" idx="7"/>
          </p:cNvCxnSpPr>
          <p:nvPr/>
        </p:nvCxnSpPr>
        <p:spPr>
          <a:xfrm>
            <a:off x="15974496" y="2035941"/>
            <a:ext cx="399499" cy="76582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DBCE0755-1C9F-89E2-4D40-0DB712830830}"/>
              </a:ext>
            </a:extLst>
          </p:cNvPr>
          <p:cNvCxnSpPr>
            <a:cxnSpLocks/>
            <a:stCxn id="206" idx="5"/>
            <a:endCxn id="220" idx="3"/>
          </p:cNvCxnSpPr>
          <p:nvPr/>
        </p:nvCxnSpPr>
        <p:spPr>
          <a:xfrm flipV="1">
            <a:off x="15974495" y="3016700"/>
            <a:ext cx="399146" cy="795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2EAE4BB5-15B8-6678-244A-C3AAC6B978F9}"/>
              </a:ext>
            </a:extLst>
          </p:cNvPr>
          <p:cNvCxnSpPr>
            <a:cxnSpLocks/>
            <a:stCxn id="220" idx="5"/>
          </p:cNvCxnSpPr>
          <p:nvPr/>
        </p:nvCxnSpPr>
        <p:spPr>
          <a:xfrm>
            <a:off x="16481285" y="2909411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文本框 230">
            <a:extLst>
              <a:ext uri="{FF2B5EF4-FFF2-40B4-BE49-F238E27FC236}">
                <a16:creationId xmlns:a16="http://schemas.microsoft.com/office/drawing/2014/main" id="{59A1AC5E-E908-E6EB-BE18-395566E1F4BC}"/>
              </a:ext>
            </a:extLst>
          </p:cNvPr>
          <p:cNvSpPr txBox="1"/>
          <p:nvPr/>
        </p:nvSpPr>
        <p:spPr>
          <a:xfrm>
            <a:off x="13903403" y="1554703"/>
            <a:ext cx="81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3800A4B0-0D15-C71E-7A0C-4BBAAFE645FA}"/>
              </a:ext>
            </a:extLst>
          </p:cNvPr>
          <p:cNvSpPr txBox="1"/>
          <p:nvPr/>
        </p:nvSpPr>
        <p:spPr>
          <a:xfrm>
            <a:off x="13881628" y="3800268"/>
            <a:ext cx="900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9636A342-F829-5A6D-06A3-902B4B6248D5}"/>
                  </a:ext>
                </a:extLst>
              </p:cNvPr>
              <p:cNvSpPr txBox="1"/>
              <p:nvPr/>
            </p:nvSpPr>
            <p:spPr>
              <a:xfrm>
                <a:off x="16238643" y="2288711"/>
                <a:ext cx="451470" cy="2347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𝒑𝒐𝒔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9636A342-F829-5A6D-06A3-902B4B624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8643" y="2288711"/>
                <a:ext cx="451470" cy="234744"/>
              </a:xfrm>
              <a:prstGeom prst="rect">
                <a:avLst/>
              </a:prstGeom>
              <a:blipFill>
                <a:blip r:embed="rId9"/>
                <a:stretch>
                  <a:fillRect l="-8108" r="-2703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0363FCF9-D6A2-3E25-7ED5-17289500C8C0}"/>
                  </a:ext>
                </a:extLst>
              </p:cNvPr>
              <p:cNvSpPr txBox="1"/>
              <p:nvPr/>
            </p:nvSpPr>
            <p:spPr>
              <a:xfrm>
                <a:off x="16225943" y="3457533"/>
                <a:ext cx="473912" cy="2358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𝒏𝒆𝒈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0363FCF9-D6A2-3E25-7ED5-17289500C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5943" y="3457533"/>
                <a:ext cx="473912" cy="235834"/>
              </a:xfrm>
              <a:prstGeom prst="rect">
                <a:avLst/>
              </a:prstGeom>
              <a:blipFill>
                <a:blip r:embed="rId10"/>
                <a:stretch>
                  <a:fillRect l="-7792" r="-3896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文本框 234">
            <a:extLst>
              <a:ext uri="{FF2B5EF4-FFF2-40B4-BE49-F238E27FC236}">
                <a16:creationId xmlns:a16="http://schemas.microsoft.com/office/drawing/2014/main" id="{FC1A9EEE-1769-7C87-ABB0-995A289ABE5B}"/>
              </a:ext>
            </a:extLst>
          </p:cNvPr>
          <p:cNvSpPr txBox="1"/>
          <p:nvPr/>
        </p:nvSpPr>
        <p:spPr>
          <a:xfrm>
            <a:off x="9168785" y="3773025"/>
            <a:ext cx="113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Batch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Noisy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290AB145-B94B-4731-CB9C-E9FDA80C4FA4}"/>
              </a:ext>
            </a:extLst>
          </p:cNvPr>
          <p:cNvSpPr txBox="1"/>
          <p:nvPr/>
        </p:nvSpPr>
        <p:spPr>
          <a:xfrm>
            <a:off x="7042461" y="5389396"/>
            <a:ext cx="113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Batch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Noisy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立方体 236">
            <a:extLst>
              <a:ext uri="{FF2B5EF4-FFF2-40B4-BE49-F238E27FC236}">
                <a16:creationId xmlns:a16="http://schemas.microsoft.com/office/drawing/2014/main" id="{46B4E218-3BF1-FB37-3E26-862BC64BAD4C}"/>
              </a:ext>
            </a:extLst>
          </p:cNvPr>
          <p:cNvSpPr/>
          <p:nvPr/>
        </p:nvSpPr>
        <p:spPr>
          <a:xfrm>
            <a:off x="8325953" y="1647812"/>
            <a:ext cx="602686" cy="1512669"/>
          </a:xfrm>
          <a:prstGeom prst="cube">
            <a:avLst>
              <a:gd name="adj" fmla="val 6759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立方体 237">
            <a:extLst>
              <a:ext uri="{FF2B5EF4-FFF2-40B4-BE49-F238E27FC236}">
                <a16:creationId xmlns:a16="http://schemas.microsoft.com/office/drawing/2014/main" id="{52F6DB76-759B-19AC-A9DD-CC8560511682}"/>
              </a:ext>
            </a:extLst>
          </p:cNvPr>
          <p:cNvSpPr/>
          <p:nvPr/>
        </p:nvSpPr>
        <p:spPr>
          <a:xfrm>
            <a:off x="8594009" y="1875566"/>
            <a:ext cx="453223" cy="1087641"/>
          </a:xfrm>
          <a:prstGeom prst="cube">
            <a:avLst>
              <a:gd name="adj" fmla="val 5974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立方体 238">
            <a:extLst>
              <a:ext uri="{FF2B5EF4-FFF2-40B4-BE49-F238E27FC236}">
                <a16:creationId xmlns:a16="http://schemas.microsoft.com/office/drawing/2014/main" id="{01755789-BF6D-1481-3917-0453FFFBF7BA}"/>
              </a:ext>
            </a:extLst>
          </p:cNvPr>
          <p:cNvSpPr/>
          <p:nvPr/>
        </p:nvSpPr>
        <p:spPr>
          <a:xfrm>
            <a:off x="8837867" y="2041669"/>
            <a:ext cx="362063" cy="694899"/>
          </a:xfrm>
          <a:prstGeom prst="cube">
            <a:avLst>
              <a:gd name="adj" fmla="val 59143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C74C1504-0738-DA30-866A-ECE90BE6208C}"/>
              </a:ext>
            </a:extLst>
          </p:cNvPr>
          <p:cNvSpPr txBox="1"/>
          <p:nvPr/>
        </p:nvSpPr>
        <p:spPr>
          <a:xfrm>
            <a:off x="8718397" y="2817900"/>
            <a:ext cx="11092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013C1694-A74A-EFD4-218A-89FCEAD89E2D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9113248" y="2437739"/>
            <a:ext cx="724022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文本框 241">
            <a:extLst>
              <a:ext uri="{FF2B5EF4-FFF2-40B4-BE49-F238E27FC236}">
                <a16:creationId xmlns:a16="http://schemas.microsoft.com/office/drawing/2014/main" id="{33E4392C-215C-55CB-69CF-6B46C922358A}"/>
              </a:ext>
            </a:extLst>
          </p:cNvPr>
          <p:cNvSpPr txBox="1"/>
          <p:nvPr/>
        </p:nvSpPr>
        <p:spPr>
          <a:xfrm>
            <a:off x="6396020" y="5056252"/>
            <a:ext cx="1610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E974703B-9EF5-29C1-7B84-91EE3CC6ACC7}"/>
              </a:ext>
            </a:extLst>
          </p:cNvPr>
          <p:cNvSpPr txBox="1"/>
          <p:nvPr/>
        </p:nvSpPr>
        <p:spPr>
          <a:xfrm rot="16200000">
            <a:off x="5647418" y="4266052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BC3EACBC-0EB8-A741-371C-67D43B21916A}"/>
              </a:ext>
            </a:extLst>
          </p:cNvPr>
          <p:cNvSpPr txBox="1"/>
          <p:nvPr/>
        </p:nvSpPr>
        <p:spPr>
          <a:xfrm rot="16200000">
            <a:off x="7751092" y="4296859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784AF479-2BBD-4740-9978-A782E2265235}"/>
              </a:ext>
            </a:extLst>
          </p:cNvPr>
          <p:cNvSpPr txBox="1"/>
          <p:nvPr/>
        </p:nvSpPr>
        <p:spPr>
          <a:xfrm rot="16200000">
            <a:off x="5646504" y="5884990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853CF7D9-360C-C4BD-0A34-5132BE62181C}"/>
              </a:ext>
            </a:extLst>
          </p:cNvPr>
          <p:cNvSpPr txBox="1"/>
          <p:nvPr/>
        </p:nvSpPr>
        <p:spPr>
          <a:xfrm rot="16200000">
            <a:off x="7779053" y="5915797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47" name="右大括号 246">
            <a:extLst>
              <a:ext uri="{FF2B5EF4-FFF2-40B4-BE49-F238E27FC236}">
                <a16:creationId xmlns:a16="http://schemas.microsoft.com/office/drawing/2014/main" id="{5617F841-4F6B-D63B-AB2B-7BB8DED44C25}"/>
              </a:ext>
            </a:extLst>
          </p:cNvPr>
          <p:cNvSpPr/>
          <p:nvPr/>
        </p:nvSpPr>
        <p:spPr>
          <a:xfrm>
            <a:off x="16204762" y="5246841"/>
            <a:ext cx="436933" cy="1232034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: 圆角 247">
            <a:extLst>
              <a:ext uri="{FF2B5EF4-FFF2-40B4-BE49-F238E27FC236}">
                <a16:creationId xmlns:a16="http://schemas.microsoft.com/office/drawing/2014/main" id="{2A9FB41F-9CB2-CCF3-AF67-ADEEF8595B39}"/>
              </a:ext>
            </a:extLst>
          </p:cNvPr>
          <p:cNvSpPr/>
          <p:nvPr/>
        </p:nvSpPr>
        <p:spPr>
          <a:xfrm>
            <a:off x="16392259" y="4283083"/>
            <a:ext cx="220134" cy="220134"/>
          </a:xfrm>
          <a:prstGeom prst="roundRect">
            <a:avLst/>
          </a:prstGeom>
          <a:solidFill>
            <a:srgbClr val="00B0F0">
              <a:alpha val="47000"/>
            </a:srgbClr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3403AD5F-15FF-EA98-F938-DAFC5FEEEA2A}"/>
              </a:ext>
            </a:extLst>
          </p:cNvPr>
          <p:cNvSpPr/>
          <p:nvPr/>
        </p:nvSpPr>
        <p:spPr>
          <a:xfrm>
            <a:off x="16392258" y="4007262"/>
            <a:ext cx="220134" cy="220134"/>
          </a:xfrm>
          <a:prstGeom prst="roundRect">
            <a:avLst/>
          </a:prstGeom>
          <a:solidFill>
            <a:srgbClr val="FF0000">
              <a:alpha val="50000"/>
            </a:srgbClr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F1C84D39-60AB-6E43-8FF1-05532BDAE0B8}"/>
              </a:ext>
            </a:extLst>
          </p:cNvPr>
          <p:cNvSpPr txBox="1"/>
          <p:nvPr/>
        </p:nvSpPr>
        <p:spPr>
          <a:xfrm>
            <a:off x="16574466" y="3963703"/>
            <a:ext cx="144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DA61CA4A-2012-4FE0-3A57-59C84A38A662}"/>
              </a:ext>
            </a:extLst>
          </p:cNvPr>
          <p:cNvSpPr txBox="1"/>
          <p:nvPr/>
        </p:nvSpPr>
        <p:spPr>
          <a:xfrm>
            <a:off x="16555105" y="4216877"/>
            <a:ext cx="1446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5A6514DC-70EF-2E14-5E83-B9A8E61E289B}"/>
              </a:ext>
            </a:extLst>
          </p:cNvPr>
          <p:cNvSpPr txBox="1"/>
          <p:nvPr/>
        </p:nvSpPr>
        <p:spPr>
          <a:xfrm>
            <a:off x="8551918" y="5056252"/>
            <a:ext cx="1647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62FB8996-4E7F-05E6-6C32-D3A2BCEA2A45}"/>
              </a:ext>
            </a:extLst>
          </p:cNvPr>
          <p:cNvSpPr txBox="1"/>
          <p:nvPr/>
        </p:nvSpPr>
        <p:spPr>
          <a:xfrm>
            <a:off x="6396020" y="6716097"/>
            <a:ext cx="165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10EE9F2B-9ED1-B79A-506B-F3EA34E831A2}"/>
              </a:ext>
            </a:extLst>
          </p:cNvPr>
          <p:cNvSpPr txBox="1"/>
          <p:nvPr/>
        </p:nvSpPr>
        <p:spPr>
          <a:xfrm>
            <a:off x="8546934" y="6716097"/>
            <a:ext cx="1619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AE48FE18-E3A2-C6E7-A3E7-41460AEB0CD4}"/>
              </a:ext>
            </a:extLst>
          </p:cNvPr>
          <p:cNvSpPr txBox="1"/>
          <p:nvPr/>
        </p:nvSpPr>
        <p:spPr>
          <a:xfrm>
            <a:off x="9416392" y="4216558"/>
            <a:ext cx="936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AF2FC647-54B1-5D39-6D1D-89030BC89196}"/>
              </a:ext>
            </a:extLst>
          </p:cNvPr>
          <p:cNvCxnSpPr>
            <a:cxnSpLocks/>
          </p:cNvCxnSpPr>
          <p:nvPr/>
        </p:nvCxnSpPr>
        <p:spPr>
          <a:xfrm>
            <a:off x="7642737" y="4454362"/>
            <a:ext cx="0" cy="63089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文本框 256">
            <a:extLst>
              <a:ext uri="{FF2B5EF4-FFF2-40B4-BE49-F238E27FC236}">
                <a16:creationId xmlns:a16="http://schemas.microsoft.com/office/drawing/2014/main" id="{84382F7F-479E-14D3-F422-5FD46E3C5111}"/>
              </a:ext>
            </a:extLst>
          </p:cNvPr>
          <p:cNvSpPr txBox="1"/>
          <p:nvPr/>
        </p:nvSpPr>
        <p:spPr>
          <a:xfrm>
            <a:off x="7282623" y="4136477"/>
            <a:ext cx="936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695969B1-F394-DA29-C679-E3C1E1C50DE4}"/>
              </a:ext>
            </a:extLst>
          </p:cNvPr>
          <p:cNvSpPr txBox="1"/>
          <p:nvPr/>
        </p:nvSpPr>
        <p:spPr>
          <a:xfrm>
            <a:off x="7285225" y="5855764"/>
            <a:ext cx="936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78269B53-BD58-FED6-C934-8D3FDCBFC0F8}"/>
              </a:ext>
            </a:extLst>
          </p:cNvPr>
          <p:cNvSpPr txBox="1"/>
          <p:nvPr/>
        </p:nvSpPr>
        <p:spPr>
          <a:xfrm>
            <a:off x="9423217" y="5842764"/>
            <a:ext cx="936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F76FC793-F3DE-BF29-375C-1310D9B6B5DD}"/>
              </a:ext>
            </a:extLst>
          </p:cNvPr>
          <p:cNvCxnSpPr>
            <a:cxnSpLocks/>
          </p:cNvCxnSpPr>
          <p:nvPr/>
        </p:nvCxnSpPr>
        <p:spPr>
          <a:xfrm>
            <a:off x="7332368" y="5967490"/>
            <a:ext cx="0" cy="752014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1BF76EB7-C547-118A-289C-F610794B602F}"/>
              </a:ext>
            </a:extLst>
          </p:cNvPr>
          <p:cNvCxnSpPr>
            <a:cxnSpLocks/>
          </p:cNvCxnSpPr>
          <p:nvPr/>
        </p:nvCxnSpPr>
        <p:spPr>
          <a:xfrm>
            <a:off x="9498482" y="5979005"/>
            <a:ext cx="0" cy="752014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AF47EAFA-4658-67DD-0B76-BD8DC7568E6F}"/>
              </a:ext>
            </a:extLst>
          </p:cNvPr>
          <p:cNvCxnSpPr>
            <a:cxnSpLocks/>
          </p:cNvCxnSpPr>
          <p:nvPr/>
        </p:nvCxnSpPr>
        <p:spPr>
          <a:xfrm>
            <a:off x="9498482" y="4343529"/>
            <a:ext cx="0" cy="752014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B6E20EF7-6D95-58A3-539C-1F8CE519F965}"/>
              </a:ext>
            </a:extLst>
          </p:cNvPr>
          <p:cNvCxnSpPr/>
          <p:nvPr/>
        </p:nvCxnSpPr>
        <p:spPr>
          <a:xfrm>
            <a:off x="7651397" y="4486275"/>
            <a:ext cx="364066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>
            <a:extLst>
              <a:ext uri="{FF2B5EF4-FFF2-40B4-BE49-F238E27FC236}">
                <a16:creationId xmlns:a16="http://schemas.microsoft.com/office/drawing/2014/main" id="{D07A73E2-4A90-EE2C-EF18-45101219C4F4}"/>
              </a:ext>
            </a:extLst>
          </p:cNvPr>
          <p:cNvCxnSpPr/>
          <p:nvPr/>
        </p:nvCxnSpPr>
        <p:spPr>
          <a:xfrm>
            <a:off x="9498482" y="4508500"/>
            <a:ext cx="364066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2FF84CC8-7BC2-24F7-A672-A5FF3936A1EA}"/>
              </a:ext>
            </a:extLst>
          </p:cNvPr>
          <p:cNvCxnSpPr/>
          <p:nvPr/>
        </p:nvCxnSpPr>
        <p:spPr>
          <a:xfrm>
            <a:off x="7332368" y="6146800"/>
            <a:ext cx="364066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19E7C5C7-EA62-B806-CD19-26120A008E3D}"/>
              </a:ext>
            </a:extLst>
          </p:cNvPr>
          <p:cNvCxnSpPr/>
          <p:nvPr/>
        </p:nvCxnSpPr>
        <p:spPr>
          <a:xfrm>
            <a:off x="9498482" y="6146800"/>
            <a:ext cx="364066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9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矩形: 圆角 289">
            <a:extLst>
              <a:ext uri="{FF2B5EF4-FFF2-40B4-BE49-F238E27FC236}">
                <a16:creationId xmlns:a16="http://schemas.microsoft.com/office/drawing/2014/main" id="{F22D6766-229B-3C51-EED5-29656D9876DD}"/>
              </a:ext>
            </a:extLst>
          </p:cNvPr>
          <p:cNvSpPr/>
          <p:nvPr/>
        </p:nvSpPr>
        <p:spPr>
          <a:xfrm>
            <a:off x="11720576" y="5142039"/>
            <a:ext cx="2663860" cy="176230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BAD7F2E7-3ABD-D885-9867-259B18713640}"/>
              </a:ext>
            </a:extLst>
          </p:cNvPr>
          <p:cNvSpPr/>
          <p:nvPr/>
        </p:nvSpPr>
        <p:spPr>
          <a:xfrm>
            <a:off x="6347979" y="5420647"/>
            <a:ext cx="1811050" cy="13103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3E4ED593-BA87-D288-968E-37DBB4D7A1CA}"/>
              </a:ext>
            </a:extLst>
          </p:cNvPr>
          <p:cNvSpPr/>
          <p:nvPr/>
        </p:nvSpPr>
        <p:spPr>
          <a:xfrm>
            <a:off x="8392101" y="5420647"/>
            <a:ext cx="1811050" cy="13129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DFEF9D1-8E28-65D7-87DC-4B71070AFEA1}"/>
              </a:ext>
            </a:extLst>
          </p:cNvPr>
          <p:cNvSpPr/>
          <p:nvPr/>
        </p:nvSpPr>
        <p:spPr>
          <a:xfrm>
            <a:off x="8398836" y="3782573"/>
            <a:ext cx="1811050" cy="13129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0E565AC1-2B0D-0AF1-69C0-7FEDDB023084}"/>
              </a:ext>
            </a:extLst>
          </p:cNvPr>
          <p:cNvSpPr/>
          <p:nvPr/>
        </p:nvSpPr>
        <p:spPr>
          <a:xfrm>
            <a:off x="6336688" y="3780105"/>
            <a:ext cx="1811050" cy="13180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五边形 294">
            <a:extLst>
              <a:ext uri="{FF2B5EF4-FFF2-40B4-BE49-F238E27FC236}">
                <a16:creationId xmlns:a16="http://schemas.microsoft.com/office/drawing/2014/main" id="{FAC121E2-C403-E75F-CE63-7D63017D2435}"/>
              </a:ext>
            </a:extLst>
          </p:cNvPr>
          <p:cNvSpPr/>
          <p:nvPr/>
        </p:nvSpPr>
        <p:spPr>
          <a:xfrm>
            <a:off x="16578018" y="5189633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CEE28CCC-FF7D-79B4-153F-A2C2858FA12C}"/>
              </a:ext>
            </a:extLst>
          </p:cNvPr>
          <p:cNvSpPr/>
          <p:nvPr/>
        </p:nvSpPr>
        <p:spPr>
          <a:xfrm>
            <a:off x="6096431" y="3453788"/>
            <a:ext cx="5378298" cy="3591905"/>
          </a:xfrm>
          <a:prstGeom prst="roundRect">
            <a:avLst>
              <a:gd name="adj" fmla="val 5430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D0D15228-F8C1-806D-0D04-06781E322C07}"/>
              </a:ext>
            </a:extLst>
          </p:cNvPr>
          <p:cNvSpPr/>
          <p:nvPr/>
        </p:nvSpPr>
        <p:spPr>
          <a:xfrm>
            <a:off x="6084805" y="1201006"/>
            <a:ext cx="5378299" cy="2118207"/>
          </a:xfrm>
          <a:prstGeom prst="roundRect">
            <a:avLst>
              <a:gd name="adj" fmla="val 9408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8" name="矩形: 圆角 297">
            <a:extLst>
              <a:ext uri="{FF2B5EF4-FFF2-40B4-BE49-F238E27FC236}">
                <a16:creationId xmlns:a16="http://schemas.microsoft.com/office/drawing/2014/main" id="{284DFFAA-3777-C5A8-5BF5-5C59C05B9DD2}"/>
              </a:ext>
            </a:extLst>
          </p:cNvPr>
          <p:cNvSpPr/>
          <p:nvPr/>
        </p:nvSpPr>
        <p:spPr>
          <a:xfrm>
            <a:off x="11575022" y="1201006"/>
            <a:ext cx="6486881" cy="3345839"/>
          </a:xfrm>
          <a:prstGeom prst="roundRect">
            <a:avLst>
              <a:gd name="adj" fmla="val 5981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99" name="直接箭头连接符 298">
            <a:extLst>
              <a:ext uri="{FF2B5EF4-FFF2-40B4-BE49-F238E27FC236}">
                <a16:creationId xmlns:a16="http://schemas.microsoft.com/office/drawing/2014/main" id="{975A4518-08F5-D998-B3E0-F8F68951F7A6}"/>
              </a:ext>
            </a:extLst>
          </p:cNvPr>
          <p:cNvCxnSpPr>
            <a:cxnSpLocks/>
          </p:cNvCxnSpPr>
          <p:nvPr/>
        </p:nvCxnSpPr>
        <p:spPr>
          <a:xfrm>
            <a:off x="12972613" y="2031848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BAE11AC4-4718-B90B-5AD3-CAE547787906}"/>
              </a:ext>
            </a:extLst>
          </p:cNvPr>
          <p:cNvCxnSpPr>
            <a:cxnSpLocks/>
          </p:cNvCxnSpPr>
          <p:nvPr/>
        </p:nvCxnSpPr>
        <p:spPr>
          <a:xfrm>
            <a:off x="12989483" y="3831107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矩形 300">
            <a:extLst>
              <a:ext uri="{FF2B5EF4-FFF2-40B4-BE49-F238E27FC236}">
                <a16:creationId xmlns:a16="http://schemas.microsoft.com/office/drawing/2014/main" id="{7484B45F-E051-C603-3A83-EA04932CEC6A}"/>
              </a:ext>
            </a:extLst>
          </p:cNvPr>
          <p:cNvSpPr/>
          <p:nvPr/>
        </p:nvSpPr>
        <p:spPr>
          <a:xfrm rot="16200000">
            <a:off x="6410425" y="1618683"/>
            <a:ext cx="1448887" cy="163811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立方体 301">
            <a:extLst>
              <a:ext uri="{FF2B5EF4-FFF2-40B4-BE49-F238E27FC236}">
                <a16:creationId xmlns:a16="http://schemas.microsoft.com/office/drawing/2014/main" id="{7C4FADE6-166E-DB24-283E-B05B2A2FFFFC}"/>
              </a:ext>
            </a:extLst>
          </p:cNvPr>
          <p:cNvSpPr/>
          <p:nvPr/>
        </p:nvSpPr>
        <p:spPr>
          <a:xfrm>
            <a:off x="10040470" y="1912483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立方体 302">
            <a:extLst>
              <a:ext uri="{FF2B5EF4-FFF2-40B4-BE49-F238E27FC236}">
                <a16:creationId xmlns:a16="http://schemas.microsoft.com/office/drawing/2014/main" id="{075FC717-3076-C2E1-0AAA-FEB29FFB27B9}"/>
              </a:ext>
            </a:extLst>
          </p:cNvPr>
          <p:cNvSpPr/>
          <p:nvPr/>
        </p:nvSpPr>
        <p:spPr>
          <a:xfrm>
            <a:off x="9938870" y="2105790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立方体 303">
            <a:extLst>
              <a:ext uri="{FF2B5EF4-FFF2-40B4-BE49-F238E27FC236}">
                <a16:creationId xmlns:a16="http://schemas.microsoft.com/office/drawing/2014/main" id="{80DB3CCA-A7BD-2F4D-2AB2-A6CDBC274C8D}"/>
              </a:ext>
            </a:extLst>
          </p:cNvPr>
          <p:cNvSpPr/>
          <p:nvPr/>
        </p:nvSpPr>
        <p:spPr>
          <a:xfrm>
            <a:off x="9837270" y="2299097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立方体 304">
            <a:extLst>
              <a:ext uri="{FF2B5EF4-FFF2-40B4-BE49-F238E27FC236}">
                <a16:creationId xmlns:a16="http://schemas.microsoft.com/office/drawing/2014/main" id="{A64470DB-8CCA-7E30-F39F-700ACB27B481}"/>
              </a:ext>
            </a:extLst>
          </p:cNvPr>
          <p:cNvSpPr/>
          <p:nvPr/>
        </p:nvSpPr>
        <p:spPr>
          <a:xfrm>
            <a:off x="9735670" y="2492404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立方体 305">
            <a:extLst>
              <a:ext uri="{FF2B5EF4-FFF2-40B4-BE49-F238E27FC236}">
                <a16:creationId xmlns:a16="http://schemas.microsoft.com/office/drawing/2014/main" id="{4113B872-4F8F-A6C3-B559-C2FA7F88DEEB}"/>
              </a:ext>
            </a:extLst>
          </p:cNvPr>
          <p:cNvSpPr/>
          <p:nvPr/>
        </p:nvSpPr>
        <p:spPr>
          <a:xfrm>
            <a:off x="9634070" y="2685713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BACCA9D5-4641-90A5-EDD3-CB36BF1B54DC}"/>
              </a:ext>
            </a:extLst>
          </p:cNvPr>
          <p:cNvGrpSpPr/>
          <p:nvPr/>
        </p:nvGrpSpPr>
        <p:grpSpPr>
          <a:xfrm>
            <a:off x="6500320" y="1889865"/>
            <a:ext cx="1341688" cy="1134728"/>
            <a:chOff x="626226" y="8703430"/>
            <a:chExt cx="1596317" cy="1515923"/>
          </a:xfrm>
        </p:grpSpPr>
        <p:pic>
          <p:nvPicPr>
            <p:cNvPr id="308" name="图片 307">
              <a:extLst>
                <a:ext uri="{FF2B5EF4-FFF2-40B4-BE49-F238E27FC236}">
                  <a16:creationId xmlns:a16="http://schemas.microsoft.com/office/drawing/2014/main" id="{514EB4E9-7806-F206-18BA-C7E599CB3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226" y="8703430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309" name="图片 308">
              <a:extLst>
                <a:ext uri="{FF2B5EF4-FFF2-40B4-BE49-F238E27FC236}">
                  <a16:creationId xmlns:a16="http://schemas.microsoft.com/office/drawing/2014/main" id="{A0EF8AB7-AA71-863D-8648-8FAFBFF9C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679" y="8752884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310" name="图片 309">
              <a:extLst>
                <a:ext uri="{FF2B5EF4-FFF2-40B4-BE49-F238E27FC236}">
                  <a16:creationId xmlns:a16="http://schemas.microsoft.com/office/drawing/2014/main" id="{0DF56589-AD42-233C-2566-C45AA2FC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132" y="8802338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311" name="图片 310">
              <a:extLst>
                <a:ext uri="{FF2B5EF4-FFF2-40B4-BE49-F238E27FC236}">
                  <a16:creationId xmlns:a16="http://schemas.microsoft.com/office/drawing/2014/main" id="{64C7F133-1141-3D6F-CC13-3C7DBECD2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585" y="8851792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312" name="图片 311">
              <a:extLst>
                <a:ext uri="{FF2B5EF4-FFF2-40B4-BE49-F238E27FC236}">
                  <a16:creationId xmlns:a16="http://schemas.microsoft.com/office/drawing/2014/main" id="{EDB07E39-07DC-1B40-9066-E29CC521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038" y="8901246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313" name="图片 312">
              <a:extLst>
                <a:ext uri="{FF2B5EF4-FFF2-40B4-BE49-F238E27FC236}">
                  <a16:creationId xmlns:a16="http://schemas.microsoft.com/office/drawing/2014/main" id="{E9FB4616-E17C-8847-1513-5BA900CC6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8491" y="8950700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314" name="图片 313">
              <a:extLst>
                <a:ext uri="{FF2B5EF4-FFF2-40B4-BE49-F238E27FC236}">
                  <a16:creationId xmlns:a16="http://schemas.microsoft.com/office/drawing/2014/main" id="{29E28C21-0533-E3B4-1199-1EBDF014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2943" y="9000153"/>
              <a:ext cx="609600" cy="1219200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B5605353-B09E-B8E6-BCB6-3D1290C9D2D9}"/>
              </a:ext>
            </a:extLst>
          </p:cNvPr>
          <p:cNvCxnSpPr>
            <a:cxnSpLocks/>
            <a:stCxn id="301" idx="2"/>
          </p:cNvCxnSpPr>
          <p:nvPr/>
        </p:nvCxnSpPr>
        <p:spPr>
          <a:xfrm>
            <a:off x="7953925" y="2437739"/>
            <a:ext cx="357444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6" name="组合 315">
            <a:extLst>
              <a:ext uri="{FF2B5EF4-FFF2-40B4-BE49-F238E27FC236}">
                <a16:creationId xmlns:a16="http://schemas.microsoft.com/office/drawing/2014/main" id="{CAC6FDAE-5B0F-5789-DB44-61B7CC870BB8}"/>
              </a:ext>
            </a:extLst>
          </p:cNvPr>
          <p:cNvGrpSpPr/>
          <p:nvPr/>
        </p:nvGrpSpPr>
        <p:grpSpPr>
          <a:xfrm>
            <a:off x="12179660" y="1732882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317" name="矩形: 圆角 316">
              <a:extLst>
                <a:ext uri="{FF2B5EF4-FFF2-40B4-BE49-F238E27FC236}">
                  <a16:creationId xmlns:a16="http://schemas.microsoft.com/office/drawing/2014/main" id="{9B338BD4-3EBB-1C07-93E9-9894B82AC9C1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矩形: 圆角 317">
              <a:extLst>
                <a:ext uri="{FF2B5EF4-FFF2-40B4-BE49-F238E27FC236}">
                  <a16:creationId xmlns:a16="http://schemas.microsoft.com/office/drawing/2014/main" id="{720D519F-71C6-390C-8922-8CC25806CC89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矩形: 圆角 318">
              <a:extLst>
                <a:ext uri="{FF2B5EF4-FFF2-40B4-BE49-F238E27FC236}">
                  <a16:creationId xmlns:a16="http://schemas.microsoft.com/office/drawing/2014/main" id="{1C2D83B1-5134-050B-1148-DC466B1ADA89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矩形: 圆角 319">
              <a:extLst>
                <a:ext uri="{FF2B5EF4-FFF2-40B4-BE49-F238E27FC236}">
                  <a16:creationId xmlns:a16="http://schemas.microsoft.com/office/drawing/2014/main" id="{D1BBDAA8-9F92-BDFF-CFB0-C5A9A01EC197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矩形: 圆角 320">
              <a:extLst>
                <a:ext uri="{FF2B5EF4-FFF2-40B4-BE49-F238E27FC236}">
                  <a16:creationId xmlns:a16="http://schemas.microsoft.com/office/drawing/2014/main" id="{92116950-DCAD-BC5D-4361-9BF004DF397D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矩形: 圆角 321">
              <a:extLst>
                <a:ext uri="{FF2B5EF4-FFF2-40B4-BE49-F238E27FC236}">
                  <a16:creationId xmlns:a16="http://schemas.microsoft.com/office/drawing/2014/main" id="{DD8382C2-68A9-AF9F-A39F-61875EBCA9A7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矩形: 圆角 322">
              <a:extLst>
                <a:ext uri="{FF2B5EF4-FFF2-40B4-BE49-F238E27FC236}">
                  <a16:creationId xmlns:a16="http://schemas.microsoft.com/office/drawing/2014/main" id="{CC67B4A3-09D1-AA93-C939-77F643F29436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矩形: 圆角 323">
              <a:extLst>
                <a:ext uri="{FF2B5EF4-FFF2-40B4-BE49-F238E27FC236}">
                  <a16:creationId xmlns:a16="http://schemas.microsoft.com/office/drawing/2014/main" id="{38925C14-BF41-0C7D-8FE5-A250B4795182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: 圆角 324">
              <a:extLst>
                <a:ext uri="{FF2B5EF4-FFF2-40B4-BE49-F238E27FC236}">
                  <a16:creationId xmlns:a16="http://schemas.microsoft.com/office/drawing/2014/main" id="{84EA57FD-B942-6FFB-A666-284508E51D65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矩形: 圆角 325">
              <a:extLst>
                <a:ext uri="{FF2B5EF4-FFF2-40B4-BE49-F238E27FC236}">
                  <a16:creationId xmlns:a16="http://schemas.microsoft.com/office/drawing/2014/main" id="{50F4ECDF-5093-998B-CFB2-7BBF3CF491D4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矩形: 圆角 326">
              <a:extLst>
                <a:ext uri="{FF2B5EF4-FFF2-40B4-BE49-F238E27FC236}">
                  <a16:creationId xmlns:a16="http://schemas.microsoft.com/office/drawing/2014/main" id="{0248143B-85AA-B134-2EA8-63605F464163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8" name="矩形: 圆角 327">
              <a:extLst>
                <a:ext uri="{FF2B5EF4-FFF2-40B4-BE49-F238E27FC236}">
                  <a16:creationId xmlns:a16="http://schemas.microsoft.com/office/drawing/2014/main" id="{EA05282F-D97D-EB45-1088-C672DC6D05E3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矩形: 圆角 328">
              <a:extLst>
                <a:ext uri="{FF2B5EF4-FFF2-40B4-BE49-F238E27FC236}">
                  <a16:creationId xmlns:a16="http://schemas.microsoft.com/office/drawing/2014/main" id="{C13F134F-23D5-CC81-179A-BAB546EFF11E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矩形: 圆角 329">
              <a:extLst>
                <a:ext uri="{FF2B5EF4-FFF2-40B4-BE49-F238E27FC236}">
                  <a16:creationId xmlns:a16="http://schemas.microsoft.com/office/drawing/2014/main" id="{AC68EDA7-B4B6-4A1D-71DC-9C703E8E54E5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矩形: 圆角 330">
              <a:extLst>
                <a:ext uri="{FF2B5EF4-FFF2-40B4-BE49-F238E27FC236}">
                  <a16:creationId xmlns:a16="http://schemas.microsoft.com/office/drawing/2014/main" id="{2B32FC75-AEE9-67D2-C733-5E1A9DFE637C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矩形: 圆角 331">
              <a:extLst>
                <a:ext uri="{FF2B5EF4-FFF2-40B4-BE49-F238E27FC236}">
                  <a16:creationId xmlns:a16="http://schemas.microsoft.com/office/drawing/2014/main" id="{4E7D14E6-8A99-1CF8-9FB2-EE80A718DB17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矩形: 圆角 332">
              <a:extLst>
                <a:ext uri="{FF2B5EF4-FFF2-40B4-BE49-F238E27FC236}">
                  <a16:creationId xmlns:a16="http://schemas.microsoft.com/office/drawing/2014/main" id="{FE5C6ECC-6B6B-C8D2-535D-BC5B1A578ECF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矩形: 圆角 333">
              <a:extLst>
                <a:ext uri="{FF2B5EF4-FFF2-40B4-BE49-F238E27FC236}">
                  <a16:creationId xmlns:a16="http://schemas.microsoft.com/office/drawing/2014/main" id="{36AEE987-F493-32FF-1D07-C516C3E43316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矩形: 圆角 334">
              <a:extLst>
                <a:ext uri="{FF2B5EF4-FFF2-40B4-BE49-F238E27FC236}">
                  <a16:creationId xmlns:a16="http://schemas.microsoft.com/office/drawing/2014/main" id="{DE20D32E-DB76-1D9F-58A7-AF3FCEB7ACC7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矩形: 圆角 335">
              <a:extLst>
                <a:ext uri="{FF2B5EF4-FFF2-40B4-BE49-F238E27FC236}">
                  <a16:creationId xmlns:a16="http://schemas.microsoft.com/office/drawing/2014/main" id="{57764BEB-41E6-D536-C4AE-24A58EADEFFF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矩形: 圆角 336">
              <a:extLst>
                <a:ext uri="{FF2B5EF4-FFF2-40B4-BE49-F238E27FC236}">
                  <a16:creationId xmlns:a16="http://schemas.microsoft.com/office/drawing/2014/main" id="{C4E378CA-7007-8B99-BD0F-2C63437D1106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: 圆角 337">
              <a:extLst>
                <a:ext uri="{FF2B5EF4-FFF2-40B4-BE49-F238E27FC236}">
                  <a16:creationId xmlns:a16="http://schemas.microsoft.com/office/drawing/2014/main" id="{51C7F153-8D3D-AA9F-CB88-9F41925E3C7E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: 圆角 338">
              <a:extLst>
                <a:ext uri="{FF2B5EF4-FFF2-40B4-BE49-F238E27FC236}">
                  <a16:creationId xmlns:a16="http://schemas.microsoft.com/office/drawing/2014/main" id="{3D6A83CD-8AB6-FC17-E7AF-0B4DF60D31DD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: 圆角 339">
              <a:extLst>
                <a:ext uri="{FF2B5EF4-FFF2-40B4-BE49-F238E27FC236}">
                  <a16:creationId xmlns:a16="http://schemas.microsoft.com/office/drawing/2014/main" id="{05696011-F8F0-C1CD-BE19-510E4BF878C4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: 圆角 340">
              <a:extLst>
                <a:ext uri="{FF2B5EF4-FFF2-40B4-BE49-F238E27FC236}">
                  <a16:creationId xmlns:a16="http://schemas.microsoft.com/office/drawing/2014/main" id="{BC4FADAA-2F2A-B726-BCF8-FD6807E7D3BC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2" name="组合 341">
            <a:extLst>
              <a:ext uri="{FF2B5EF4-FFF2-40B4-BE49-F238E27FC236}">
                <a16:creationId xmlns:a16="http://schemas.microsoft.com/office/drawing/2014/main" id="{4631E079-B53B-BB3A-C95B-CF511D469C1E}"/>
              </a:ext>
            </a:extLst>
          </p:cNvPr>
          <p:cNvGrpSpPr/>
          <p:nvPr/>
        </p:nvGrpSpPr>
        <p:grpSpPr>
          <a:xfrm>
            <a:off x="12179771" y="3005487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343" name="矩形: 圆角 342">
              <a:extLst>
                <a:ext uri="{FF2B5EF4-FFF2-40B4-BE49-F238E27FC236}">
                  <a16:creationId xmlns:a16="http://schemas.microsoft.com/office/drawing/2014/main" id="{239E6D08-E373-ADEA-9EA3-7D11C09C770D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矩形: 圆角 343">
              <a:extLst>
                <a:ext uri="{FF2B5EF4-FFF2-40B4-BE49-F238E27FC236}">
                  <a16:creationId xmlns:a16="http://schemas.microsoft.com/office/drawing/2014/main" id="{22174AA3-93F6-1921-F8F8-E6B953D5FC2F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矩形: 圆角 344">
              <a:extLst>
                <a:ext uri="{FF2B5EF4-FFF2-40B4-BE49-F238E27FC236}">
                  <a16:creationId xmlns:a16="http://schemas.microsoft.com/office/drawing/2014/main" id="{3E0B54FA-7B5F-7BA9-F1C9-2FBDD631CA04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矩形: 圆角 345">
              <a:extLst>
                <a:ext uri="{FF2B5EF4-FFF2-40B4-BE49-F238E27FC236}">
                  <a16:creationId xmlns:a16="http://schemas.microsoft.com/office/drawing/2014/main" id="{B729CD94-78F3-2B0D-A70F-C51A71325469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: 圆角 346">
              <a:extLst>
                <a:ext uri="{FF2B5EF4-FFF2-40B4-BE49-F238E27FC236}">
                  <a16:creationId xmlns:a16="http://schemas.microsoft.com/office/drawing/2014/main" id="{C367FAE9-88E3-5014-611B-D14CE7C1F76B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矩形: 圆角 347">
              <a:extLst>
                <a:ext uri="{FF2B5EF4-FFF2-40B4-BE49-F238E27FC236}">
                  <a16:creationId xmlns:a16="http://schemas.microsoft.com/office/drawing/2014/main" id="{E4CBF8DC-9A2C-F969-16F3-A87E4914EBE3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矩形: 圆角 348">
              <a:extLst>
                <a:ext uri="{FF2B5EF4-FFF2-40B4-BE49-F238E27FC236}">
                  <a16:creationId xmlns:a16="http://schemas.microsoft.com/office/drawing/2014/main" id="{5C8F80FB-CD3D-B08A-1B7B-65B733F056F8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矩形: 圆角 349">
              <a:extLst>
                <a:ext uri="{FF2B5EF4-FFF2-40B4-BE49-F238E27FC236}">
                  <a16:creationId xmlns:a16="http://schemas.microsoft.com/office/drawing/2014/main" id="{CBD6C02E-9E3A-90CB-D191-F88D7F202238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矩形: 圆角 350">
              <a:extLst>
                <a:ext uri="{FF2B5EF4-FFF2-40B4-BE49-F238E27FC236}">
                  <a16:creationId xmlns:a16="http://schemas.microsoft.com/office/drawing/2014/main" id="{D36EDAB2-D9CC-0205-E80A-408A3FDEB1C1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" name="矩形: 圆角 351">
              <a:extLst>
                <a:ext uri="{FF2B5EF4-FFF2-40B4-BE49-F238E27FC236}">
                  <a16:creationId xmlns:a16="http://schemas.microsoft.com/office/drawing/2014/main" id="{86821383-FBB6-3D17-2A7A-B40CA1BBA344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矩形: 圆角 352">
              <a:extLst>
                <a:ext uri="{FF2B5EF4-FFF2-40B4-BE49-F238E27FC236}">
                  <a16:creationId xmlns:a16="http://schemas.microsoft.com/office/drawing/2014/main" id="{083D4C64-0439-84AE-5B03-302FE85B914C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矩形: 圆角 353">
              <a:extLst>
                <a:ext uri="{FF2B5EF4-FFF2-40B4-BE49-F238E27FC236}">
                  <a16:creationId xmlns:a16="http://schemas.microsoft.com/office/drawing/2014/main" id="{D167F9D0-A3B7-A2CC-6D64-48C669707BE8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B2795830-DF74-768C-592D-69009D1A8BD5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矩形: 圆角 355">
              <a:extLst>
                <a:ext uri="{FF2B5EF4-FFF2-40B4-BE49-F238E27FC236}">
                  <a16:creationId xmlns:a16="http://schemas.microsoft.com/office/drawing/2014/main" id="{00B96B67-D98E-5C85-4D67-5FF0F8D0DCD6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7" name="矩形: 圆角 356">
              <a:extLst>
                <a:ext uri="{FF2B5EF4-FFF2-40B4-BE49-F238E27FC236}">
                  <a16:creationId xmlns:a16="http://schemas.microsoft.com/office/drawing/2014/main" id="{F8E79F33-9D00-1CD6-96EA-346AB395AEE4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" name="矩形: 圆角 357">
              <a:extLst>
                <a:ext uri="{FF2B5EF4-FFF2-40B4-BE49-F238E27FC236}">
                  <a16:creationId xmlns:a16="http://schemas.microsoft.com/office/drawing/2014/main" id="{21DADF45-D1A2-4748-9E06-6136C8AA53FE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矩形: 圆角 358">
              <a:extLst>
                <a:ext uri="{FF2B5EF4-FFF2-40B4-BE49-F238E27FC236}">
                  <a16:creationId xmlns:a16="http://schemas.microsoft.com/office/drawing/2014/main" id="{434B1A40-4DDE-4645-9CF5-BF255CD40C7E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矩形: 圆角 359">
              <a:extLst>
                <a:ext uri="{FF2B5EF4-FFF2-40B4-BE49-F238E27FC236}">
                  <a16:creationId xmlns:a16="http://schemas.microsoft.com/office/drawing/2014/main" id="{32AAC85A-DF1B-6D45-E784-B3DEDE0FCEC1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矩形: 圆角 360">
              <a:extLst>
                <a:ext uri="{FF2B5EF4-FFF2-40B4-BE49-F238E27FC236}">
                  <a16:creationId xmlns:a16="http://schemas.microsoft.com/office/drawing/2014/main" id="{13DC3978-247B-44C1-0CA5-9E5B534AE819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矩形: 圆角 361">
              <a:extLst>
                <a:ext uri="{FF2B5EF4-FFF2-40B4-BE49-F238E27FC236}">
                  <a16:creationId xmlns:a16="http://schemas.microsoft.com/office/drawing/2014/main" id="{42984D09-6A6E-1A7C-EAA5-FF1FC02858AD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矩形: 圆角 362">
              <a:extLst>
                <a:ext uri="{FF2B5EF4-FFF2-40B4-BE49-F238E27FC236}">
                  <a16:creationId xmlns:a16="http://schemas.microsoft.com/office/drawing/2014/main" id="{7B49BFB6-8090-C66E-B0A6-391B31F6F0F0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矩形: 圆角 363">
              <a:extLst>
                <a:ext uri="{FF2B5EF4-FFF2-40B4-BE49-F238E27FC236}">
                  <a16:creationId xmlns:a16="http://schemas.microsoft.com/office/drawing/2014/main" id="{CCF96FBE-78BD-97FC-59E7-EA459AC06DC7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矩形: 圆角 364">
              <a:extLst>
                <a:ext uri="{FF2B5EF4-FFF2-40B4-BE49-F238E27FC236}">
                  <a16:creationId xmlns:a16="http://schemas.microsoft.com/office/drawing/2014/main" id="{80E12072-9ACA-53E4-EA54-26DAF5815869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矩形: 圆角 365">
              <a:extLst>
                <a:ext uri="{FF2B5EF4-FFF2-40B4-BE49-F238E27FC236}">
                  <a16:creationId xmlns:a16="http://schemas.microsoft.com/office/drawing/2014/main" id="{C94B6F33-BD62-B7E2-B059-94C58B870BF0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矩形: 圆角 366">
              <a:extLst>
                <a:ext uri="{FF2B5EF4-FFF2-40B4-BE49-F238E27FC236}">
                  <a16:creationId xmlns:a16="http://schemas.microsoft.com/office/drawing/2014/main" id="{C9A77BD9-2FF1-D52C-6DF8-9910A623DCFB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8" name="矩形: 圆角 367">
            <a:extLst>
              <a:ext uri="{FF2B5EF4-FFF2-40B4-BE49-F238E27FC236}">
                <a16:creationId xmlns:a16="http://schemas.microsoft.com/office/drawing/2014/main" id="{96BBF884-CB0D-1693-8591-D931C91313EC}"/>
              </a:ext>
            </a:extLst>
          </p:cNvPr>
          <p:cNvSpPr/>
          <p:nvPr/>
        </p:nvSpPr>
        <p:spPr>
          <a:xfrm>
            <a:off x="12442068" y="5196521"/>
            <a:ext cx="1824910" cy="399090"/>
          </a:xfrm>
          <a:prstGeom prst="roundRect">
            <a:avLst/>
          </a:prstGeom>
          <a:noFill/>
          <a:ln w="19050">
            <a:solidFill>
              <a:srgbClr val="F0935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9" name="矩形 368">
            <a:extLst>
              <a:ext uri="{FF2B5EF4-FFF2-40B4-BE49-F238E27FC236}">
                <a16:creationId xmlns:a16="http://schemas.microsoft.com/office/drawing/2014/main" id="{4F1F3FD4-486B-97E0-2860-E6A23314CBEF}"/>
              </a:ext>
            </a:extLst>
          </p:cNvPr>
          <p:cNvSpPr/>
          <p:nvPr/>
        </p:nvSpPr>
        <p:spPr>
          <a:xfrm>
            <a:off x="12503101" y="5246841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等腰三角形 369">
            <a:extLst>
              <a:ext uri="{FF2B5EF4-FFF2-40B4-BE49-F238E27FC236}">
                <a16:creationId xmlns:a16="http://schemas.microsoft.com/office/drawing/2014/main" id="{1A2F2D60-1066-D6C6-99CA-0CE3673141D6}"/>
              </a:ext>
            </a:extLst>
          </p:cNvPr>
          <p:cNvSpPr/>
          <p:nvPr/>
        </p:nvSpPr>
        <p:spPr>
          <a:xfrm>
            <a:off x="12042227" y="5239935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" name="椭圆 370">
            <a:extLst>
              <a:ext uri="{FF2B5EF4-FFF2-40B4-BE49-F238E27FC236}">
                <a16:creationId xmlns:a16="http://schemas.microsoft.com/office/drawing/2014/main" id="{3243F45C-E8B4-1044-88FD-493D70DEDAAA}"/>
              </a:ext>
            </a:extLst>
          </p:cNvPr>
          <p:cNvSpPr/>
          <p:nvPr/>
        </p:nvSpPr>
        <p:spPr>
          <a:xfrm>
            <a:off x="12862584" y="5239935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星形: 五角 371">
            <a:extLst>
              <a:ext uri="{FF2B5EF4-FFF2-40B4-BE49-F238E27FC236}">
                <a16:creationId xmlns:a16="http://schemas.microsoft.com/office/drawing/2014/main" id="{9A9C681B-91D4-E727-FB69-D84E801048E9}"/>
              </a:ext>
            </a:extLst>
          </p:cNvPr>
          <p:cNvSpPr/>
          <p:nvPr/>
        </p:nvSpPr>
        <p:spPr>
          <a:xfrm>
            <a:off x="13214673" y="5237573"/>
            <a:ext cx="298450" cy="29845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矩形: 圆角 372">
            <a:extLst>
              <a:ext uri="{FF2B5EF4-FFF2-40B4-BE49-F238E27FC236}">
                <a16:creationId xmlns:a16="http://schemas.microsoft.com/office/drawing/2014/main" id="{402FE806-CBEB-0CF2-6451-15247FC4568B}"/>
              </a:ext>
            </a:extLst>
          </p:cNvPr>
          <p:cNvSpPr/>
          <p:nvPr/>
        </p:nvSpPr>
        <p:spPr>
          <a:xfrm>
            <a:off x="12442069" y="5690861"/>
            <a:ext cx="1838901" cy="399090"/>
          </a:xfrm>
          <a:prstGeom prst="roundRect">
            <a:avLst/>
          </a:prstGeom>
          <a:noFill/>
          <a:ln w="19050">
            <a:solidFill>
              <a:srgbClr val="F0935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65AD133B-A616-0DB8-2205-AC5CECC1CD06}"/>
              </a:ext>
            </a:extLst>
          </p:cNvPr>
          <p:cNvSpPr/>
          <p:nvPr/>
        </p:nvSpPr>
        <p:spPr>
          <a:xfrm>
            <a:off x="12069597" y="5741181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5" name="等腰三角形 374">
            <a:extLst>
              <a:ext uri="{FF2B5EF4-FFF2-40B4-BE49-F238E27FC236}">
                <a16:creationId xmlns:a16="http://schemas.microsoft.com/office/drawing/2014/main" id="{9D38BD02-9B45-479E-FD60-9D6C3CAF326E}"/>
              </a:ext>
            </a:extLst>
          </p:cNvPr>
          <p:cNvSpPr/>
          <p:nvPr/>
        </p:nvSpPr>
        <p:spPr>
          <a:xfrm>
            <a:off x="12489563" y="5731913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6" name="椭圆 375">
            <a:extLst>
              <a:ext uri="{FF2B5EF4-FFF2-40B4-BE49-F238E27FC236}">
                <a16:creationId xmlns:a16="http://schemas.microsoft.com/office/drawing/2014/main" id="{B1020FC0-31B1-2A79-22EA-652EC4E491FD}"/>
              </a:ext>
            </a:extLst>
          </p:cNvPr>
          <p:cNvSpPr/>
          <p:nvPr/>
        </p:nvSpPr>
        <p:spPr>
          <a:xfrm>
            <a:off x="12862584" y="5734275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星形: 五角 376">
            <a:extLst>
              <a:ext uri="{FF2B5EF4-FFF2-40B4-BE49-F238E27FC236}">
                <a16:creationId xmlns:a16="http://schemas.microsoft.com/office/drawing/2014/main" id="{D9C4C91E-64B7-20E5-8CBF-A4EC97DAECFA}"/>
              </a:ext>
            </a:extLst>
          </p:cNvPr>
          <p:cNvSpPr/>
          <p:nvPr/>
        </p:nvSpPr>
        <p:spPr>
          <a:xfrm>
            <a:off x="13214673" y="5731913"/>
            <a:ext cx="298450" cy="29845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" name="矩形: 圆角 377">
            <a:extLst>
              <a:ext uri="{FF2B5EF4-FFF2-40B4-BE49-F238E27FC236}">
                <a16:creationId xmlns:a16="http://schemas.microsoft.com/office/drawing/2014/main" id="{88269F59-FEA0-B8CF-64C9-0266149754F4}"/>
              </a:ext>
            </a:extLst>
          </p:cNvPr>
          <p:cNvSpPr/>
          <p:nvPr/>
        </p:nvSpPr>
        <p:spPr>
          <a:xfrm>
            <a:off x="12442069" y="6175933"/>
            <a:ext cx="1838901" cy="399090"/>
          </a:xfrm>
          <a:prstGeom prst="roundRect">
            <a:avLst/>
          </a:prstGeom>
          <a:noFill/>
          <a:ln w="19050">
            <a:solidFill>
              <a:srgbClr val="F0935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矩形 378">
            <a:extLst>
              <a:ext uri="{FF2B5EF4-FFF2-40B4-BE49-F238E27FC236}">
                <a16:creationId xmlns:a16="http://schemas.microsoft.com/office/drawing/2014/main" id="{6A5DB2EC-836C-3385-1373-9D9CE08A519D}"/>
              </a:ext>
            </a:extLst>
          </p:cNvPr>
          <p:cNvSpPr/>
          <p:nvPr/>
        </p:nvSpPr>
        <p:spPr>
          <a:xfrm>
            <a:off x="12503101" y="6226253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0" name="等腰三角形 379">
            <a:extLst>
              <a:ext uri="{FF2B5EF4-FFF2-40B4-BE49-F238E27FC236}">
                <a16:creationId xmlns:a16="http://schemas.microsoft.com/office/drawing/2014/main" id="{C4E9BE07-A92F-F207-0113-D1157C0E22EA}"/>
              </a:ext>
            </a:extLst>
          </p:cNvPr>
          <p:cNvSpPr/>
          <p:nvPr/>
        </p:nvSpPr>
        <p:spPr>
          <a:xfrm>
            <a:off x="13185717" y="6231333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椭圆 380">
            <a:extLst>
              <a:ext uri="{FF2B5EF4-FFF2-40B4-BE49-F238E27FC236}">
                <a16:creationId xmlns:a16="http://schemas.microsoft.com/office/drawing/2014/main" id="{41A519A1-AA9D-9F85-2E0D-12BEEE8669D8}"/>
              </a:ext>
            </a:extLst>
          </p:cNvPr>
          <p:cNvSpPr/>
          <p:nvPr/>
        </p:nvSpPr>
        <p:spPr>
          <a:xfrm>
            <a:off x="12071857" y="6226253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星形: 五角 381">
            <a:extLst>
              <a:ext uri="{FF2B5EF4-FFF2-40B4-BE49-F238E27FC236}">
                <a16:creationId xmlns:a16="http://schemas.microsoft.com/office/drawing/2014/main" id="{2F7BFF71-5828-EA14-8F69-2793B926424C}"/>
              </a:ext>
            </a:extLst>
          </p:cNvPr>
          <p:cNvSpPr/>
          <p:nvPr/>
        </p:nvSpPr>
        <p:spPr>
          <a:xfrm>
            <a:off x="12862584" y="6217450"/>
            <a:ext cx="298450" cy="29845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7748EEE3-9057-318C-9624-83BB1D84FDE0}"/>
              </a:ext>
            </a:extLst>
          </p:cNvPr>
          <p:cNvSpPr txBox="1"/>
          <p:nvPr/>
        </p:nvSpPr>
        <p:spPr>
          <a:xfrm>
            <a:off x="13859329" y="5142039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8E3E9CE6-2F2F-5735-1030-997757FB5BEF}"/>
              </a:ext>
            </a:extLst>
          </p:cNvPr>
          <p:cNvSpPr txBox="1"/>
          <p:nvPr/>
        </p:nvSpPr>
        <p:spPr>
          <a:xfrm>
            <a:off x="13859329" y="563470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3A1C98B3-5830-FCD5-8EAC-8BFFF17F61DE}"/>
              </a:ext>
            </a:extLst>
          </p:cNvPr>
          <p:cNvSpPr txBox="1"/>
          <p:nvPr/>
        </p:nvSpPr>
        <p:spPr>
          <a:xfrm>
            <a:off x="13859329" y="611461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474EE980-0B3A-9C5F-9F64-27D1B1D2D653}"/>
              </a:ext>
            </a:extLst>
          </p:cNvPr>
          <p:cNvSpPr txBox="1"/>
          <p:nvPr/>
        </p:nvSpPr>
        <p:spPr>
          <a:xfrm rot="16200000">
            <a:off x="11950797" y="654345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0D00F35-59F3-9276-880B-9C01D360FDC9}"/>
              </a:ext>
            </a:extLst>
          </p:cNvPr>
          <p:cNvSpPr txBox="1"/>
          <p:nvPr/>
        </p:nvSpPr>
        <p:spPr>
          <a:xfrm rot="16200000">
            <a:off x="13856103" y="6576408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A6A6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矩形: 圆角 387">
            <a:extLst>
              <a:ext uri="{FF2B5EF4-FFF2-40B4-BE49-F238E27FC236}">
                <a16:creationId xmlns:a16="http://schemas.microsoft.com/office/drawing/2014/main" id="{CD17C80F-0E6E-5F45-D28C-CCCA13F90FD4}"/>
              </a:ext>
            </a:extLst>
          </p:cNvPr>
          <p:cNvSpPr/>
          <p:nvPr/>
        </p:nvSpPr>
        <p:spPr>
          <a:xfrm>
            <a:off x="11582631" y="4712663"/>
            <a:ext cx="6486881" cy="2333029"/>
          </a:xfrm>
          <a:prstGeom prst="roundRect">
            <a:avLst>
              <a:gd name="adj" fmla="val 9024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5D5C9A28-57D8-CF95-717C-C153D182F992}"/>
              </a:ext>
            </a:extLst>
          </p:cNvPr>
          <p:cNvSpPr/>
          <p:nvPr/>
        </p:nvSpPr>
        <p:spPr>
          <a:xfrm>
            <a:off x="6526558" y="4383808"/>
            <a:ext cx="385417" cy="71173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10850AA5-4B5A-258B-F112-B89D1CE74D93}"/>
              </a:ext>
            </a:extLst>
          </p:cNvPr>
          <p:cNvSpPr/>
          <p:nvPr/>
        </p:nvSpPr>
        <p:spPr>
          <a:xfrm>
            <a:off x="7654072" y="4774533"/>
            <a:ext cx="283818" cy="32101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6B6252F7-DF9D-6DBD-ABC6-568D7913AD1B}"/>
              </a:ext>
            </a:extLst>
          </p:cNvPr>
          <p:cNvSpPr/>
          <p:nvPr/>
        </p:nvSpPr>
        <p:spPr>
          <a:xfrm>
            <a:off x="6591419" y="6345544"/>
            <a:ext cx="967064" cy="38403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F192F211-3437-4B79-663C-573C7418FC8E}"/>
              </a:ext>
            </a:extLst>
          </p:cNvPr>
          <p:cNvSpPr/>
          <p:nvPr/>
        </p:nvSpPr>
        <p:spPr>
          <a:xfrm>
            <a:off x="7243650" y="6547345"/>
            <a:ext cx="694354" cy="1810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61C31259-FA80-8823-0DB9-681A358C5E33}"/>
              </a:ext>
            </a:extLst>
          </p:cNvPr>
          <p:cNvSpPr/>
          <p:nvPr/>
        </p:nvSpPr>
        <p:spPr>
          <a:xfrm>
            <a:off x="8480919" y="5788492"/>
            <a:ext cx="1236412" cy="93595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AF057C35-7140-C623-F060-74F558C55691}"/>
              </a:ext>
            </a:extLst>
          </p:cNvPr>
          <p:cNvSpPr/>
          <p:nvPr/>
        </p:nvSpPr>
        <p:spPr>
          <a:xfrm>
            <a:off x="9235359" y="6514853"/>
            <a:ext cx="709631" cy="204777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83AAC55B-9B8E-1AE3-7767-AEF0F764F553}"/>
              </a:ext>
            </a:extLst>
          </p:cNvPr>
          <p:cNvSpPr/>
          <p:nvPr/>
        </p:nvSpPr>
        <p:spPr>
          <a:xfrm>
            <a:off x="8486317" y="3996757"/>
            <a:ext cx="1393750" cy="1096895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任意多边形: 形状 395">
            <a:extLst>
              <a:ext uri="{FF2B5EF4-FFF2-40B4-BE49-F238E27FC236}">
                <a16:creationId xmlns:a16="http://schemas.microsoft.com/office/drawing/2014/main" id="{61706ECC-2239-11AA-1935-A3F8E4A2B45F}"/>
              </a:ext>
            </a:extLst>
          </p:cNvPr>
          <p:cNvSpPr/>
          <p:nvPr/>
        </p:nvSpPr>
        <p:spPr>
          <a:xfrm>
            <a:off x="9243552" y="4876779"/>
            <a:ext cx="839497" cy="216293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B098AA6D-FF93-9623-8B3D-0F54A2E44AF5}"/>
              </a:ext>
            </a:extLst>
          </p:cNvPr>
          <p:cNvSpPr txBox="1"/>
          <p:nvPr/>
        </p:nvSpPr>
        <p:spPr>
          <a:xfrm>
            <a:off x="6312728" y="5400326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Stage-1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A66BD990-604D-302E-AFBF-8080595D4EA7}"/>
              </a:ext>
            </a:extLst>
          </p:cNvPr>
          <p:cNvSpPr txBox="1"/>
          <p:nvPr/>
        </p:nvSpPr>
        <p:spPr>
          <a:xfrm>
            <a:off x="8338969" y="5394188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Stage-2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B6FB1AA-F8E6-F91A-89F6-5990CA3DAB4B}"/>
              </a:ext>
            </a:extLst>
          </p:cNvPr>
          <p:cNvSpPr txBox="1"/>
          <p:nvPr/>
        </p:nvSpPr>
        <p:spPr>
          <a:xfrm>
            <a:off x="8346146" y="3733064"/>
            <a:ext cx="1034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487EF869-8D20-1E6F-1BC2-521D638D4839}"/>
              </a:ext>
            </a:extLst>
          </p:cNvPr>
          <p:cNvSpPr txBox="1"/>
          <p:nvPr/>
        </p:nvSpPr>
        <p:spPr>
          <a:xfrm>
            <a:off x="6283556" y="3753648"/>
            <a:ext cx="17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w/o NCRL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6287F161-807D-B2F0-8D4B-CF4E15D075D4}"/>
              </a:ext>
            </a:extLst>
          </p:cNvPr>
          <p:cNvSpPr txBox="1"/>
          <p:nvPr/>
        </p:nvSpPr>
        <p:spPr>
          <a:xfrm>
            <a:off x="10296922" y="4495400"/>
            <a:ext cx="11301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algn="ctr"/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  <a:p>
            <a:pPr algn="ctr"/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 </a:t>
            </a:r>
            <a:endParaRPr lang="zh-CN" altLang="en-US" sz="14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BAA11E40-6991-FBD1-5AD8-859C1AE329F1}"/>
              </a:ext>
            </a:extLst>
          </p:cNvPr>
          <p:cNvSpPr txBox="1"/>
          <p:nvPr/>
        </p:nvSpPr>
        <p:spPr>
          <a:xfrm>
            <a:off x="10317511" y="6014090"/>
            <a:ext cx="1108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altLang="zh-CN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Distribution  </a:t>
            </a:r>
            <a:endParaRPr lang="zh-CN" altLang="en-US" sz="14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86DF72FA-834E-5D8A-B51D-0FCBEF23962B}"/>
              </a:ext>
            </a:extLst>
          </p:cNvPr>
          <p:cNvSpPr/>
          <p:nvPr/>
        </p:nvSpPr>
        <p:spPr>
          <a:xfrm>
            <a:off x="10375723" y="3790337"/>
            <a:ext cx="972123" cy="2940683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4" name="任意多边形: 形状 403">
            <a:extLst>
              <a:ext uri="{FF2B5EF4-FFF2-40B4-BE49-F238E27FC236}">
                <a16:creationId xmlns:a16="http://schemas.microsoft.com/office/drawing/2014/main" id="{368DD632-AA0F-81DE-5FC0-01443E79BBA4}"/>
              </a:ext>
            </a:extLst>
          </p:cNvPr>
          <p:cNvSpPr/>
          <p:nvPr/>
        </p:nvSpPr>
        <p:spPr>
          <a:xfrm>
            <a:off x="10489741" y="3889221"/>
            <a:ext cx="753125" cy="5891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任意多边形: 形状 404">
            <a:extLst>
              <a:ext uri="{FF2B5EF4-FFF2-40B4-BE49-F238E27FC236}">
                <a16:creationId xmlns:a16="http://schemas.microsoft.com/office/drawing/2014/main" id="{C2AF3825-C98B-9AAE-07B4-11F526986BC7}"/>
              </a:ext>
            </a:extLst>
          </p:cNvPr>
          <p:cNvSpPr/>
          <p:nvPr/>
        </p:nvSpPr>
        <p:spPr>
          <a:xfrm>
            <a:off x="10495013" y="5473871"/>
            <a:ext cx="753125" cy="55266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0DB6E7EF-48BF-6441-8A2C-ED13FA5273A1}"/>
              </a:ext>
            </a:extLst>
          </p:cNvPr>
          <p:cNvGrpSpPr/>
          <p:nvPr/>
        </p:nvGrpSpPr>
        <p:grpSpPr>
          <a:xfrm>
            <a:off x="14967059" y="5308599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407" name="矩形: 圆角 406">
              <a:extLst>
                <a:ext uri="{FF2B5EF4-FFF2-40B4-BE49-F238E27FC236}">
                  <a16:creationId xmlns:a16="http://schemas.microsoft.com/office/drawing/2014/main" id="{211F0C4E-94EA-D81C-61FF-BC25A61D4C72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矩形: 圆角 407">
              <a:extLst>
                <a:ext uri="{FF2B5EF4-FFF2-40B4-BE49-F238E27FC236}">
                  <a16:creationId xmlns:a16="http://schemas.microsoft.com/office/drawing/2014/main" id="{A41B670D-F718-1093-5126-1E35BCC8D063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矩形: 圆角 408">
              <a:extLst>
                <a:ext uri="{FF2B5EF4-FFF2-40B4-BE49-F238E27FC236}">
                  <a16:creationId xmlns:a16="http://schemas.microsoft.com/office/drawing/2014/main" id="{2A7FA52B-1B4D-8984-1ACB-A5E2304DC2F6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0" name="矩形: 圆角 409">
              <a:extLst>
                <a:ext uri="{FF2B5EF4-FFF2-40B4-BE49-F238E27FC236}">
                  <a16:creationId xmlns:a16="http://schemas.microsoft.com/office/drawing/2014/main" id="{E9CA71DF-C0FD-004B-78D4-DBF9F8380DF3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1" name="矩形: 圆角 410">
              <a:extLst>
                <a:ext uri="{FF2B5EF4-FFF2-40B4-BE49-F238E27FC236}">
                  <a16:creationId xmlns:a16="http://schemas.microsoft.com/office/drawing/2014/main" id="{1C6944E0-04A1-F48C-BF10-3541A8AA6C21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2" name="矩形: 圆角 411">
              <a:extLst>
                <a:ext uri="{FF2B5EF4-FFF2-40B4-BE49-F238E27FC236}">
                  <a16:creationId xmlns:a16="http://schemas.microsoft.com/office/drawing/2014/main" id="{43F17062-40A3-513D-5E1F-333FB16D3CD4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3" name="矩形: 圆角 412">
              <a:extLst>
                <a:ext uri="{FF2B5EF4-FFF2-40B4-BE49-F238E27FC236}">
                  <a16:creationId xmlns:a16="http://schemas.microsoft.com/office/drawing/2014/main" id="{98F93745-B0A8-26F7-6E8A-9FC481E9A3FC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4" name="矩形: 圆角 413">
              <a:extLst>
                <a:ext uri="{FF2B5EF4-FFF2-40B4-BE49-F238E27FC236}">
                  <a16:creationId xmlns:a16="http://schemas.microsoft.com/office/drawing/2014/main" id="{193E0759-2C80-D225-3B92-CE3BD063BBC6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矩形: 圆角 414">
              <a:extLst>
                <a:ext uri="{FF2B5EF4-FFF2-40B4-BE49-F238E27FC236}">
                  <a16:creationId xmlns:a16="http://schemas.microsoft.com/office/drawing/2014/main" id="{A2038DCF-31E7-4E34-E4E1-778AC1EECC04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6" name="矩形: 圆角 415">
              <a:extLst>
                <a:ext uri="{FF2B5EF4-FFF2-40B4-BE49-F238E27FC236}">
                  <a16:creationId xmlns:a16="http://schemas.microsoft.com/office/drawing/2014/main" id="{543FBC08-CCA6-A444-132C-54E7EF6B4086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7" name="矩形: 圆角 416">
              <a:extLst>
                <a:ext uri="{FF2B5EF4-FFF2-40B4-BE49-F238E27FC236}">
                  <a16:creationId xmlns:a16="http://schemas.microsoft.com/office/drawing/2014/main" id="{7298B95D-F79E-DD98-18EC-DCA72D322F22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8" name="矩形: 圆角 417">
              <a:extLst>
                <a:ext uri="{FF2B5EF4-FFF2-40B4-BE49-F238E27FC236}">
                  <a16:creationId xmlns:a16="http://schemas.microsoft.com/office/drawing/2014/main" id="{19FFE1D4-689B-1C1C-FE6B-47FA81495AE3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9" name="矩形: 圆角 418">
              <a:extLst>
                <a:ext uri="{FF2B5EF4-FFF2-40B4-BE49-F238E27FC236}">
                  <a16:creationId xmlns:a16="http://schemas.microsoft.com/office/drawing/2014/main" id="{9C0AE5BF-DE4A-D705-7022-25202375FA7B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: 圆角 419">
              <a:extLst>
                <a:ext uri="{FF2B5EF4-FFF2-40B4-BE49-F238E27FC236}">
                  <a16:creationId xmlns:a16="http://schemas.microsoft.com/office/drawing/2014/main" id="{6C2B5273-002D-78E8-7050-4012F7DB4EED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矩形: 圆角 420">
              <a:extLst>
                <a:ext uri="{FF2B5EF4-FFF2-40B4-BE49-F238E27FC236}">
                  <a16:creationId xmlns:a16="http://schemas.microsoft.com/office/drawing/2014/main" id="{8B30720D-AE14-FA73-7CA1-FDADF747705E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2" name="矩形: 圆角 421">
              <a:extLst>
                <a:ext uri="{FF2B5EF4-FFF2-40B4-BE49-F238E27FC236}">
                  <a16:creationId xmlns:a16="http://schemas.microsoft.com/office/drawing/2014/main" id="{2BFE7209-41F6-2AD8-21F2-95EDEB705BD4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矩形: 圆角 422">
              <a:extLst>
                <a:ext uri="{FF2B5EF4-FFF2-40B4-BE49-F238E27FC236}">
                  <a16:creationId xmlns:a16="http://schemas.microsoft.com/office/drawing/2014/main" id="{7041DE8C-BB39-3CED-16C7-019D37A916CC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4" name="矩形: 圆角 423">
              <a:extLst>
                <a:ext uri="{FF2B5EF4-FFF2-40B4-BE49-F238E27FC236}">
                  <a16:creationId xmlns:a16="http://schemas.microsoft.com/office/drawing/2014/main" id="{2093C1DE-38A7-B524-C6B1-CB0C386DD30B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5" name="矩形: 圆角 424">
              <a:extLst>
                <a:ext uri="{FF2B5EF4-FFF2-40B4-BE49-F238E27FC236}">
                  <a16:creationId xmlns:a16="http://schemas.microsoft.com/office/drawing/2014/main" id="{2A76449C-F6BF-48E7-5AE8-A3BE62EC653A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矩形: 圆角 425">
              <a:extLst>
                <a:ext uri="{FF2B5EF4-FFF2-40B4-BE49-F238E27FC236}">
                  <a16:creationId xmlns:a16="http://schemas.microsoft.com/office/drawing/2014/main" id="{624F0C75-7D46-7DAE-2F06-4F97F092E5E3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7" name="矩形: 圆角 426">
              <a:extLst>
                <a:ext uri="{FF2B5EF4-FFF2-40B4-BE49-F238E27FC236}">
                  <a16:creationId xmlns:a16="http://schemas.microsoft.com/office/drawing/2014/main" id="{B37F0ABE-BDAC-D78B-1325-F1FDCB1B7A4C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8" name="矩形: 圆角 427">
              <a:extLst>
                <a:ext uri="{FF2B5EF4-FFF2-40B4-BE49-F238E27FC236}">
                  <a16:creationId xmlns:a16="http://schemas.microsoft.com/office/drawing/2014/main" id="{CCD022B1-C2C1-73DE-B29F-99AED86A7506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9" name="矩形: 圆角 428">
              <a:extLst>
                <a:ext uri="{FF2B5EF4-FFF2-40B4-BE49-F238E27FC236}">
                  <a16:creationId xmlns:a16="http://schemas.microsoft.com/office/drawing/2014/main" id="{8E60DB0D-DDA2-D179-8E94-7059157C404A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矩形: 圆角 429">
              <a:extLst>
                <a:ext uri="{FF2B5EF4-FFF2-40B4-BE49-F238E27FC236}">
                  <a16:creationId xmlns:a16="http://schemas.microsoft.com/office/drawing/2014/main" id="{612769BE-2EDA-3086-7330-897260774C54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1" name="矩形: 圆角 430">
              <a:extLst>
                <a:ext uri="{FF2B5EF4-FFF2-40B4-BE49-F238E27FC236}">
                  <a16:creationId xmlns:a16="http://schemas.microsoft.com/office/drawing/2014/main" id="{C6FF998C-5915-A8CA-D001-003A473FABE2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2" name="文本框 431">
            <a:extLst>
              <a:ext uri="{FF2B5EF4-FFF2-40B4-BE49-F238E27FC236}">
                <a16:creationId xmlns:a16="http://schemas.microsoft.com/office/drawing/2014/main" id="{5E0AA6D7-E834-9372-0435-25DA64E40E6F}"/>
              </a:ext>
            </a:extLst>
          </p:cNvPr>
          <p:cNvSpPr txBox="1"/>
          <p:nvPr/>
        </p:nvSpPr>
        <p:spPr>
          <a:xfrm rot="16200000">
            <a:off x="11198767" y="5845664"/>
            <a:ext cx="1288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List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C85869E3-2898-E1A8-2BD2-C3843354BC19}"/>
              </a:ext>
            </a:extLst>
          </p:cNvPr>
          <p:cNvSpPr txBox="1"/>
          <p:nvPr/>
        </p:nvSpPr>
        <p:spPr>
          <a:xfrm>
            <a:off x="11563289" y="4763398"/>
            <a:ext cx="2763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Second-order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24E38AF7-CD29-8372-65C1-7054382F93A8}"/>
              </a:ext>
            </a:extLst>
          </p:cNvPr>
          <p:cNvCxnSpPr>
            <a:cxnSpLocks/>
          </p:cNvCxnSpPr>
          <p:nvPr/>
        </p:nvCxnSpPr>
        <p:spPr>
          <a:xfrm>
            <a:off x="14401193" y="5890406"/>
            <a:ext cx="5479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文本框 434">
            <a:extLst>
              <a:ext uri="{FF2B5EF4-FFF2-40B4-BE49-F238E27FC236}">
                <a16:creationId xmlns:a16="http://schemas.microsoft.com/office/drawing/2014/main" id="{0AA7E81D-410E-1C0D-A818-9F3527920342}"/>
              </a:ext>
            </a:extLst>
          </p:cNvPr>
          <p:cNvSpPr txBox="1"/>
          <p:nvPr/>
        </p:nvSpPr>
        <p:spPr>
          <a:xfrm>
            <a:off x="6173638" y="3467986"/>
            <a:ext cx="389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Noisy Relation Curriculum Learning (NRCL)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DAE81DE8-1E7F-9367-02AC-939A6C693264}"/>
              </a:ext>
            </a:extLst>
          </p:cNvPr>
          <p:cNvSpPr txBox="1"/>
          <p:nvPr/>
        </p:nvSpPr>
        <p:spPr>
          <a:xfrm>
            <a:off x="6170458" y="1233364"/>
            <a:ext cx="3463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Single-image Representation Learning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直接箭头连接符 436">
            <a:extLst>
              <a:ext uri="{FF2B5EF4-FFF2-40B4-BE49-F238E27FC236}">
                <a16:creationId xmlns:a16="http://schemas.microsoft.com/office/drawing/2014/main" id="{A8485743-05CB-7458-F907-63A0DB7C418E}"/>
              </a:ext>
            </a:extLst>
          </p:cNvPr>
          <p:cNvCxnSpPr>
            <a:cxnSpLocks/>
          </p:cNvCxnSpPr>
          <p:nvPr/>
        </p:nvCxnSpPr>
        <p:spPr>
          <a:xfrm flipH="1" flipV="1">
            <a:off x="17252249" y="5086005"/>
            <a:ext cx="194038" cy="1178091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直接箭头连接符 437">
            <a:extLst>
              <a:ext uri="{FF2B5EF4-FFF2-40B4-BE49-F238E27FC236}">
                <a16:creationId xmlns:a16="http://schemas.microsoft.com/office/drawing/2014/main" id="{0C8E3534-97CD-DA57-7A38-5A49F0CFB16C}"/>
              </a:ext>
            </a:extLst>
          </p:cNvPr>
          <p:cNvCxnSpPr>
            <a:cxnSpLocks/>
          </p:cNvCxnSpPr>
          <p:nvPr/>
        </p:nvCxnSpPr>
        <p:spPr>
          <a:xfrm>
            <a:off x="16812371" y="5900343"/>
            <a:ext cx="646523" cy="363753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直接箭头连接符 438">
            <a:extLst>
              <a:ext uri="{FF2B5EF4-FFF2-40B4-BE49-F238E27FC236}">
                <a16:creationId xmlns:a16="http://schemas.microsoft.com/office/drawing/2014/main" id="{7FDCD823-A9C7-74C2-799A-0A917DD57506}"/>
              </a:ext>
            </a:extLst>
          </p:cNvPr>
          <p:cNvCxnSpPr>
            <a:cxnSpLocks/>
            <a:endCxn id="445" idx="5"/>
          </p:cNvCxnSpPr>
          <p:nvPr/>
        </p:nvCxnSpPr>
        <p:spPr>
          <a:xfrm flipV="1">
            <a:off x="17459245" y="5547861"/>
            <a:ext cx="456173" cy="695575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直接箭头连接符 439">
            <a:extLst>
              <a:ext uri="{FF2B5EF4-FFF2-40B4-BE49-F238E27FC236}">
                <a16:creationId xmlns:a16="http://schemas.microsoft.com/office/drawing/2014/main" id="{1A843A34-4EC1-299D-AB02-AC914925EA29}"/>
              </a:ext>
            </a:extLst>
          </p:cNvPr>
          <p:cNvCxnSpPr>
            <a:cxnSpLocks/>
          </p:cNvCxnSpPr>
          <p:nvPr/>
        </p:nvCxnSpPr>
        <p:spPr>
          <a:xfrm flipH="1">
            <a:off x="16825504" y="5071003"/>
            <a:ext cx="404593" cy="816486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直接箭头连接符 440">
            <a:extLst>
              <a:ext uri="{FF2B5EF4-FFF2-40B4-BE49-F238E27FC236}">
                <a16:creationId xmlns:a16="http://schemas.microsoft.com/office/drawing/2014/main" id="{9993AC08-09E5-4C06-B6FC-30DD60912AD8}"/>
              </a:ext>
            </a:extLst>
          </p:cNvPr>
          <p:cNvCxnSpPr>
            <a:cxnSpLocks/>
            <a:endCxn id="445" idx="5"/>
          </p:cNvCxnSpPr>
          <p:nvPr/>
        </p:nvCxnSpPr>
        <p:spPr>
          <a:xfrm flipV="1">
            <a:off x="16833255" y="5547861"/>
            <a:ext cx="1082162" cy="330453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直接箭头连接符 441">
            <a:extLst>
              <a:ext uri="{FF2B5EF4-FFF2-40B4-BE49-F238E27FC236}">
                <a16:creationId xmlns:a16="http://schemas.microsoft.com/office/drawing/2014/main" id="{96AD0EA8-9B21-0A93-6576-D3D6BB0CEBEC}"/>
              </a:ext>
            </a:extLst>
          </p:cNvPr>
          <p:cNvCxnSpPr>
            <a:cxnSpLocks/>
          </p:cNvCxnSpPr>
          <p:nvPr/>
        </p:nvCxnSpPr>
        <p:spPr>
          <a:xfrm flipH="1" flipV="1">
            <a:off x="17271627" y="5081368"/>
            <a:ext cx="580844" cy="507450"/>
          </a:xfrm>
          <a:prstGeom prst="straightConnector1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3" name="星形: 五角 442">
            <a:extLst>
              <a:ext uri="{FF2B5EF4-FFF2-40B4-BE49-F238E27FC236}">
                <a16:creationId xmlns:a16="http://schemas.microsoft.com/office/drawing/2014/main" id="{F29D878E-F365-6790-3E95-95A73C3A6EB5}"/>
              </a:ext>
            </a:extLst>
          </p:cNvPr>
          <p:cNvSpPr/>
          <p:nvPr/>
        </p:nvSpPr>
        <p:spPr>
          <a:xfrm rot="699079">
            <a:off x="17260694" y="6044120"/>
            <a:ext cx="380120" cy="380120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椭圆 443">
            <a:extLst>
              <a:ext uri="{FF2B5EF4-FFF2-40B4-BE49-F238E27FC236}">
                <a16:creationId xmlns:a16="http://schemas.microsoft.com/office/drawing/2014/main" id="{AF76F7B8-D5A6-AF1C-483A-74EB7EE5D76F}"/>
              </a:ext>
            </a:extLst>
          </p:cNvPr>
          <p:cNvSpPr/>
          <p:nvPr/>
        </p:nvSpPr>
        <p:spPr>
          <a:xfrm>
            <a:off x="16662954" y="5751946"/>
            <a:ext cx="298450" cy="298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等腰三角形 444">
            <a:extLst>
              <a:ext uri="{FF2B5EF4-FFF2-40B4-BE49-F238E27FC236}">
                <a16:creationId xmlns:a16="http://schemas.microsoft.com/office/drawing/2014/main" id="{792BE5F4-A2B5-3C9F-AB2B-55D069203F25}"/>
              </a:ext>
            </a:extLst>
          </p:cNvPr>
          <p:cNvSpPr/>
          <p:nvPr/>
        </p:nvSpPr>
        <p:spPr>
          <a:xfrm>
            <a:off x="17655765" y="5398635"/>
            <a:ext cx="346202" cy="298450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BE5EF267-6659-ADCC-F686-2A8E5F1ED107}"/>
              </a:ext>
            </a:extLst>
          </p:cNvPr>
          <p:cNvSpPr/>
          <p:nvPr/>
        </p:nvSpPr>
        <p:spPr>
          <a:xfrm>
            <a:off x="17099996" y="4936779"/>
            <a:ext cx="298450" cy="298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7" name="组合 446">
            <a:extLst>
              <a:ext uri="{FF2B5EF4-FFF2-40B4-BE49-F238E27FC236}">
                <a16:creationId xmlns:a16="http://schemas.microsoft.com/office/drawing/2014/main" id="{C70F7143-6A3D-04DE-27A9-1617D8EC3ABF}"/>
              </a:ext>
            </a:extLst>
          </p:cNvPr>
          <p:cNvGrpSpPr/>
          <p:nvPr/>
        </p:nvGrpSpPr>
        <p:grpSpPr>
          <a:xfrm>
            <a:off x="13652961" y="3715147"/>
            <a:ext cx="214933" cy="214933"/>
            <a:chOff x="4892460" y="2186404"/>
            <a:chExt cx="142638" cy="142638"/>
          </a:xfrm>
        </p:grpSpPr>
        <p:sp>
          <p:nvSpPr>
            <p:cNvPr id="448" name="椭圆 447">
              <a:extLst>
                <a:ext uri="{FF2B5EF4-FFF2-40B4-BE49-F238E27FC236}">
                  <a16:creationId xmlns:a16="http://schemas.microsoft.com/office/drawing/2014/main" id="{D0307DC3-7B8E-BC31-3079-13741E53B5E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673334C0-CE34-B0F2-016E-30748D94E648}"/>
                </a:ext>
              </a:extLst>
            </p:cNvPr>
            <p:cNvCxnSpPr>
              <a:stCxn id="448" idx="1"/>
              <a:endCxn id="44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575DC8A3-D9FB-EB49-298D-A732F60E11FC}"/>
                </a:ext>
              </a:extLst>
            </p:cNvPr>
            <p:cNvCxnSpPr>
              <a:cxnSpLocks/>
              <a:stCxn id="448" idx="3"/>
              <a:endCxn id="44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FF5969EB-C5AD-F7EA-333A-F1E5B822D771}"/>
              </a:ext>
            </a:extLst>
          </p:cNvPr>
          <p:cNvGrpSpPr/>
          <p:nvPr/>
        </p:nvGrpSpPr>
        <p:grpSpPr>
          <a:xfrm>
            <a:off x="13652961" y="1915774"/>
            <a:ext cx="214933" cy="214933"/>
            <a:chOff x="4892460" y="2186404"/>
            <a:chExt cx="142638" cy="142638"/>
          </a:xfrm>
        </p:grpSpPr>
        <p:sp>
          <p:nvSpPr>
            <p:cNvPr id="452" name="椭圆 451">
              <a:extLst>
                <a:ext uri="{FF2B5EF4-FFF2-40B4-BE49-F238E27FC236}">
                  <a16:creationId xmlns:a16="http://schemas.microsoft.com/office/drawing/2014/main" id="{2F727287-36F9-220F-9E0B-E28971E4AD66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C323AB50-3FAB-D082-8245-FE7EFCAF462E}"/>
                </a:ext>
              </a:extLst>
            </p:cNvPr>
            <p:cNvCxnSpPr>
              <a:stCxn id="452" idx="1"/>
              <a:endCxn id="452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7C809788-C699-2120-8621-A05EDCABF2E7}"/>
                </a:ext>
              </a:extLst>
            </p:cNvPr>
            <p:cNvCxnSpPr>
              <a:cxnSpLocks/>
              <a:stCxn id="452" idx="3"/>
              <a:endCxn id="452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5" name="连接符: 肘形 454">
            <a:extLst>
              <a:ext uri="{FF2B5EF4-FFF2-40B4-BE49-F238E27FC236}">
                <a16:creationId xmlns:a16="http://schemas.microsoft.com/office/drawing/2014/main" id="{8251BEDD-C697-0758-EE1E-DC8EC4F2D3A9}"/>
              </a:ext>
            </a:extLst>
          </p:cNvPr>
          <p:cNvCxnSpPr>
            <a:cxnSpLocks/>
            <a:endCxn id="448" idx="4"/>
          </p:cNvCxnSpPr>
          <p:nvPr/>
        </p:nvCxnSpPr>
        <p:spPr>
          <a:xfrm>
            <a:off x="11813363" y="3559511"/>
            <a:ext cx="1947064" cy="370568"/>
          </a:xfrm>
          <a:prstGeom prst="bentConnector4">
            <a:avLst>
              <a:gd name="adj1" fmla="val 277"/>
              <a:gd name="adj2" fmla="val 19938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连接符: 肘形 455">
            <a:extLst>
              <a:ext uri="{FF2B5EF4-FFF2-40B4-BE49-F238E27FC236}">
                <a16:creationId xmlns:a16="http://schemas.microsoft.com/office/drawing/2014/main" id="{D01D5E2F-A18D-D021-F13A-D12A4B114AE4}"/>
              </a:ext>
            </a:extLst>
          </p:cNvPr>
          <p:cNvCxnSpPr>
            <a:cxnSpLocks/>
            <a:endCxn id="452" idx="0"/>
          </p:cNvCxnSpPr>
          <p:nvPr/>
        </p:nvCxnSpPr>
        <p:spPr>
          <a:xfrm flipV="1">
            <a:off x="11813363" y="1915773"/>
            <a:ext cx="1947064" cy="100484"/>
          </a:xfrm>
          <a:prstGeom prst="bentConnector4">
            <a:avLst>
              <a:gd name="adj1" fmla="val -701"/>
              <a:gd name="adj2" fmla="val 41597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直接箭头连接符 456">
            <a:extLst>
              <a:ext uri="{FF2B5EF4-FFF2-40B4-BE49-F238E27FC236}">
                <a16:creationId xmlns:a16="http://schemas.microsoft.com/office/drawing/2014/main" id="{D9A88ED1-E178-E800-DB23-930B3148FF0E}"/>
              </a:ext>
            </a:extLst>
          </p:cNvPr>
          <p:cNvCxnSpPr>
            <a:cxnSpLocks/>
          </p:cNvCxnSpPr>
          <p:nvPr/>
        </p:nvCxnSpPr>
        <p:spPr>
          <a:xfrm>
            <a:off x="11064203" y="2024243"/>
            <a:ext cx="10974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连接符: 肘形 457">
            <a:extLst>
              <a:ext uri="{FF2B5EF4-FFF2-40B4-BE49-F238E27FC236}">
                <a16:creationId xmlns:a16="http://schemas.microsoft.com/office/drawing/2014/main" id="{54CB197A-1C10-A29B-08C9-1E01AD55DC55}"/>
              </a:ext>
            </a:extLst>
          </p:cNvPr>
          <p:cNvCxnSpPr>
            <a:cxnSpLocks/>
            <a:endCxn id="358" idx="1"/>
          </p:cNvCxnSpPr>
          <p:nvPr/>
        </p:nvCxnSpPr>
        <p:spPr>
          <a:xfrm>
            <a:off x="10728720" y="2725414"/>
            <a:ext cx="1451051" cy="1056077"/>
          </a:xfrm>
          <a:prstGeom prst="bentConnector3">
            <a:avLst>
              <a:gd name="adj1" fmla="val 7538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文本框 458">
            <a:extLst>
              <a:ext uri="{FF2B5EF4-FFF2-40B4-BE49-F238E27FC236}">
                <a16:creationId xmlns:a16="http://schemas.microsoft.com/office/drawing/2014/main" id="{3CCD9AD1-9C6A-D2F6-8F7A-3CCB8BFBBDBC}"/>
              </a:ext>
            </a:extLst>
          </p:cNvPr>
          <p:cNvSpPr txBox="1"/>
          <p:nvPr/>
        </p:nvSpPr>
        <p:spPr>
          <a:xfrm>
            <a:off x="11653207" y="1233629"/>
            <a:ext cx="35495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Negative-aware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0" name="直接箭头连接符 459">
            <a:extLst>
              <a:ext uri="{FF2B5EF4-FFF2-40B4-BE49-F238E27FC236}">
                <a16:creationId xmlns:a16="http://schemas.microsoft.com/office/drawing/2014/main" id="{190BF328-6C71-1968-7FDF-D3B2C7BBA011}"/>
              </a:ext>
            </a:extLst>
          </p:cNvPr>
          <p:cNvCxnSpPr>
            <a:cxnSpLocks/>
          </p:cNvCxnSpPr>
          <p:nvPr/>
        </p:nvCxnSpPr>
        <p:spPr>
          <a:xfrm>
            <a:off x="13327431" y="2581600"/>
            <a:ext cx="91462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接箭头连接符 460">
            <a:extLst>
              <a:ext uri="{FF2B5EF4-FFF2-40B4-BE49-F238E27FC236}">
                <a16:creationId xmlns:a16="http://schemas.microsoft.com/office/drawing/2014/main" id="{0065CE1D-F977-D9CD-3618-CF45B70CB2B8}"/>
              </a:ext>
            </a:extLst>
          </p:cNvPr>
          <p:cNvCxnSpPr>
            <a:cxnSpLocks/>
          </p:cNvCxnSpPr>
          <p:nvPr/>
        </p:nvCxnSpPr>
        <p:spPr>
          <a:xfrm>
            <a:off x="13327431" y="3162184"/>
            <a:ext cx="91462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文本框 461">
            <a:extLst>
              <a:ext uri="{FF2B5EF4-FFF2-40B4-BE49-F238E27FC236}">
                <a16:creationId xmlns:a16="http://schemas.microsoft.com/office/drawing/2014/main" id="{74576589-820D-EEAD-D542-F7EAB1E6D789}"/>
              </a:ext>
            </a:extLst>
          </p:cNvPr>
          <p:cNvSpPr txBox="1"/>
          <p:nvPr/>
        </p:nvSpPr>
        <p:spPr>
          <a:xfrm>
            <a:off x="13351107" y="2727831"/>
            <a:ext cx="594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3" name="直接箭头连接符 462">
            <a:extLst>
              <a:ext uri="{FF2B5EF4-FFF2-40B4-BE49-F238E27FC236}">
                <a16:creationId xmlns:a16="http://schemas.microsoft.com/office/drawing/2014/main" id="{6240336D-7A68-2147-A965-38621922D546}"/>
              </a:ext>
            </a:extLst>
          </p:cNvPr>
          <p:cNvCxnSpPr>
            <a:cxnSpLocks/>
          </p:cNvCxnSpPr>
          <p:nvPr/>
        </p:nvCxnSpPr>
        <p:spPr>
          <a:xfrm>
            <a:off x="13872345" y="2024243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直接箭头连接符 463">
            <a:extLst>
              <a:ext uri="{FF2B5EF4-FFF2-40B4-BE49-F238E27FC236}">
                <a16:creationId xmlns:a16="http://schemas.microsoft.com/office/drawing/2014/main" id="{C5944A03-A65B-7480-E555-D7AD439169D9}"/>
              </a:ext>
            </a:extLst>
          </p:cNvPr>
          <p:cNvCxnSpPr>
            <a:cxnSpLocks/>
          </p:cNvCxnSpPr>
          <p:nvPr/>
        </p:nvCxnSpPr>
        <p:spPr>
          <a:xfrm>
            <a:off x="13872345" y="3830049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5" name="组合 464">
            <a:extLst>
              <a:ext uri="{FF2B5EF4-FFF2-40B4-BE49-F238E27FC236}">
                <a16:creationId xmlns:a16="http://schemas.microsoft.com/office/drawing/2014/main" id="{E8FACE00-0C2B-5BC4-ED24-2E95FA54227B}"/>
              </a:ext>
            </a:extLst>
          </p:cNvPr>
          <p:cNvGrpSpPr/>
          <p:nvPr/>
        </p:nvGrpSpPr>
        <p:grpSpPr>
          <a:xfrm>
            <a:off x="13902119" y="232931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466" name="矩形: 圆角 465">
              <a:extLst>
                <a:ext uri="{FF2B5EF4-FFF2-40B4-BE49-F238E27FC236}">
                  <a16:creationId xmlns:a16="http://schemas.microsoft.com/office/drawing/2014/main" id="{345F9E03-BCFB-98D0-4C14-B319D902CC6E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7" name="矩形: 圆角 466">
              <a:extLst>
                <a:ext uri="{FF2B5EF4-FFF2-40B4-BE49-F238E27FC236}">
                  <a16:creationId xmlns:a16="http://schemas.microsoft.com/office/drawing/2014/main" id="{39FBFAA3-0DEC-92E9-4D43-AD5AA1CBFCD1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矩形: 圆角 467">
              <a:extLst>
                <a:ext uri="{FF2B5EF4-FFF2-40B4-BE49-F238E27FC236}">
                  <a16:creationId xmlns:a16="http://schemas.microsoft.com/office/drawing/2014/main" id="{C1235849-F675-B61B-40C3-ADEF5E4F0457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9" name="矩形: 圆角 468">
              <a:extLst>
                <a:ext uri="{FF2B5EF4-FFF2-40B4-BE49-F238E27FC236}">
                  <a16:creationId xmlns:a16="http://schemas.microsoft.com/office/drawing/2014/main" id="{1CAD2D60-A02C-0F0A-4C8F-F114A8353FC5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0" name="矩形: 圆角 469">
              <a:extLst>
                <a:ext uri="{FF2B5EF4-FFF2-40B4-BE49-F238E27FC236}">
                  <a16:creationId xmlns:a16="http://schemas.microsoft.com/office/drawing/2014/main" id="{4A292F80-2655-A592-A9CD-9074F4639B70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1" name="矩形: 圆角 470">
              <a:extLst>
                <a:ext uri="{FF2B5EF4-FFF2-40B4-BE49-F238E27FC236}">
                  <a16:creationId xmlns:a16="http://schemas.microsoft.com/office/drawing/2014/main" id="{F90467FC-1D64-C575-46C9-1B95A923C478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2" name="矩形: 圆角 471">
              <a:extLst>
                <a:ext uri="{FF2B5EF4-FFF2-40B4-BE49-F238E27FC236}">
                  <a16:creationId xmlns:a16="http://schemas.microsoft.com/office/drawing/2014/main" id="{A039645A-256B-23C5-7849-8B21E6222EBC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3" name="矩形: 圆角 472">
              <a:extLst>
                <a:ext uri="{FF2B5EF4-FFF2-40B4-BE49-F238E27FC236}">
                  <a16:creationId xmlns:a16="http://schemas.microsoft.com/office/drawing/2014/main" id="{EC0F2E69-17C6-D957-6ADA-426323FACD21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4" name="矩形: 圆角 473">
              <a:extLst>
                <a:ext uri="{FF2B5EF4-FFF2-40B4-BE49-F238E27FC236}">
                  <a16:creationId xmlns:a16="http://schemas.microsoft.com/office/drawing/2014/main" id="{9641C244-86C5-FF39-E477-0FBA256A0370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5" name="矩形: 圆角 474">
              <a:extLst>
                <a:ext uri="{FF2B5EF4-FFF2-40B4-BE49-F238E27FC236}">
                  <a16:creationId xmlns:a16="http://schemas.microsoft.com/office/drawing/2014/main" id="{47751B77-8C88-8845-6873-8488325C774E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6" name="矩形: 圆角 475">
              <a:extLst>
                <a:ext uri="{FF2B5EF4-FFF2-40B4-BE49-F238E27FC236}">
                  <a16:creationId xmlns:a16="http://schemas.microsoft.com/office/drawing/2014/main" id="{0E8C7CDA-FC9D-669A-73FB-A86267804ACF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7" name="矩形: 圆角 476">
              <a:extLst>
                <a:ext uri="{FF2B5EF4-FFF2-40B4-BE49-F238E27FC236}">
                  <a16:creationId xmlns:a16="http://schemas.microsoft.com/office/drawing/2014/main" id="{2F42DE35-3FE3-BD29-92E8-2209FAD99531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8" name="矩形: 圆角 477">
              <a:extLst>
                <a:ext uri="{FF2B5EF4-FFF2-40B4-BE49-F238E27FC236}">
                  <a16:creationId xmlns:a16="http://schemas.microsoft.com/office/drawing/2014/main" id="{07789853-D931-E0DA-92A6-5F635266E057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9" name="矩形: 圆角 478">
              <a:extLst>
                <a:ext uri="{FF2B5EF4-FFF2-40B4-BE49-F238E27FC236}">
                  <a16:creationId xmlns:a16="http://schemas.microsoft.com/office/drawing/2014/main" id="{0B7DC042-8484-A35F-C346-DCDFB52CB789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0" name="矩形: 圆角 479">
              <a:extLst>
                <a:ext uri="{FF2B5EF4-FFF2-40B4-BE49-F238E27FC236}">
                  <a16:creationId xmlns:a16="http://schemas.microsoft.com/office/drawing/2014/main" id="{72007889-518A-6591-AC84-115C2F401313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1" name="矩形: 圆角 480">
              <a:extLst>
                <a:ext uri="{FF2B5EF4-FFF2-40B4-BE49-F238E27FC236}">
                  <a16:creationId xmlns:a16="http://schemas.microsoft.com/office/drawing/2014/main" id="{7F79F8AC-8E97-36B1-DC8C-0465074FF71E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2" name="矩形: 圆角 481">
              <a:extLst>
                <a:ext uri="{FF2B5EF4-FFF2-40B4-BE49-F238E27FC236}">
                  <a16:creationId xmlns:a16="http://schemas.microsoft.com/office/drawing/2014/main" id="{3FF34744-AE58-7BC2-7D27-C68B1097A940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3" name="矩形: 圆角 482">
              <a:extLst>
                <a:ext uri="{FF2B5EF4-FFF2-40B4-BE49-F238E27FC236}">
                  <a16:creationId xmlns:a16="http://schemas.microsoft.com/office/drawing/2014/main" id="{1B2F7095-7B7F-00F7-D8A0-676D20BB628D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4" name="矩形: 圆角 483">
              <a:extLst>
                <a:ext uri="{FF2B5EF4-FFF2-40B4-BE49-F238E27FC236}">
                  <a16:creationId xmlns:a16="http://schemas.microsoft.com/office/drawing/2014/main" id="{9723CEC5-6B3C-4A2B-6F6C-362B0E535876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5" name="矩形: 圆角 484">
              <a:extLst>
                <a:ext uri="{FF2B5EF4-FFF2-40B4-BE49-F238E27FC236}">
                  <a16:creationId xmlns:a16="http://schemas.microsoft.com/office/drawing/2014/main" id="{1C93588C-1FC1-E9EF-D590-0CAE39FCA72F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6" name="矩形: 圆角 485">
              <a:extLst>
                <a:ext uri="{FF2B5EF4-FFF2-40B4-BE49-F238E27FC236}">
                  <a16:creationId xmlns:a16="http://schemas.microsoft.com/office/drawing/2014/main" id="{1E113884-4124-21D4-0228-D6A3941D7AB5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7" name="矩形: 圆角 486">
              <a:extLst>
                <a:ext uri="{FF2B5EF4-FFF2-40B4-BE49-F238E27FC236}">
                  <a16:creationId xmlns:a16="http://schemas.microsoft.com/office/drawing/2014/main" id="{4107760B-2010-28EA-8E14-D35F3B6EA9A5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矩形: 圆角 487">
              <a:extLst>
                <a:ext uri="{FF2B5EF4-FFF2-40B4-BE49-F238E27FC236}">
                  <a16:creationId xmlns:a16="http://schemas.microsoft.com/office/drawing/2014/main" id="{AB2E8339-D97F-4EDB-0DC8-E620E101BF8B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9" name="矩形: 圆角 488">
              <a:extLst>
                <a:ext uri="{FF2B5EF4-FFF2-40B4-BE49-F238E27FC236}">
                  <a16:creationId xmlns:a16="http://schemas.microsoft.com/office/drawing/2014/main" id="{4DC5811C-BE07-3031-D045-2D5858A026CC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矩形: 圆角 489">
              <a:extLst>
                <a:ext uri="{FF2B5EF4-FFF2-40B4-BE49-F238E27FC236}">
                  <a16:creationId xmlns:a16="http://schemas.microsoft.com/office/drawing/2014/main" id="{EFB0097B-E57F-76DB-E859-9A3F3FF775DD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1" name="立方体 490">
            <a:extLst>
              <a:ext uri="{FF2B5EF4-FFF2-40B4-BE49-F238E27FC236}">
                <a16:creationId xmlns:a16="http://schemas.microsoft.com/office/drawing/2014/main" id="{2110D6AB-4D6B-5160-F098-86F9A82F91CA}"/>
              </a:ext>
            </a:extLst>
          </p:cNvPr>
          <p:cNvSpPr/>
          <p:nvPr/>
        </p:nvSpPr>
        <p:spPr>
          <a:xfrm>
            <a:off x="15232815" y="3342102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立方体 491">
            <a:extLst>
              <a:ext uri="{FF2B5EF4-FFF2-40B4-BE49-F238E27FC236}">
                <a16:creationId xmlns:a16="http://schemas.microsoft.com/office/drawing/2014/main" id="{CE677867-4578-909B-692A-1E491438A277}"/>
              </a:ext>
            </a:extLst>
          </p:cNvPr>
          <p:cNvSpPr/>
          <p:nvPr/>
        </p:nvSpPr>
        <p:spPr>
          <a:xfrm>
            <a:off x="15131215" y="3535409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3" name="立方体 492">
            <a:extLst>
              <a:ext uri="{FF2B5EF4-FFF2-40B4-BE49-F238E27FC236}">
                <a16:creationId xmlns:a16="http://schemas.microsoft.com/office/drawing/2014/main" id="{1313D5FD-099C-55E0-A987-D4BFA5F67B20}"/>
              </a:ext>
            </a:extLst>
          </p:cNvPr>
          <p:cNvSpPr/>
          <p:nvPr/>
        </p:nvSpPr>
        <p:spPr>
          <a:xfrm>
            <a:off x="15029615" y="3728716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立方体 493">
            <a:extLst>
              <a:ext uri="{FF2B5EF4-FFF2-40B4-BE49-F238E27FC236}">
                <a16:creationId xmlns:a16="http://schemas.microsoft.com/office/drawing/2014/main" id="{FF8C325E-8969-971C-C216-16599954FD6B}"/>
              </a:ext>
            </a:extLst>
          </p:cNvPr>
          <p:cNvSpPr/>
          <p:nvPr/>
        </p:nvSpPr>
        <p:spPr>
          <a:xfrm>
            <a:off x="14928015" y="3922023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5" name="立方体 494">
            <a:extLst>
              <a:ext uri="{FF2B5EF4-FFF2-40B4-BE49-F238E27FC236}">
                <a16:creationId xmlns:a16="http://schemas.microsoft.com/office/drawing/2014/main" id="{475D374D-9C01-1D3E-ADE9-F579379FD15A}"/>
              </a:ext>
            </a:extLst>
          </p:cNvPr>
          <p:cNvSpPr/>
          <p:nvPr/>
        </p:nvSpPr>
        <p:spPr>
          <a:xfrm>
            <a:off x="14826415" y="4115332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立方体 495">
            <a:extLst>
              <a:ext uri="{FF2B5EF4-FFF2-40B4-BE49-F238E27FC236}">
                <a16:creationId xmlns:a16="http://schemas.microsoft.com/office/drawing/2014/main" id="{6ADFE7ED-A09A-FEBF-18A6-730BA37781F2}"/>
              </a:ext>
            </a:extLst>
          </p:cNvPr>
          <p:cNvSpPr/>
          <p:nvPr/>
        </p:nvSpPr>
        <p:spPr>
          <a:xfrm>
            <a:off x="14826415" y="1565505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7" name="立方体 496">
            <a:extLst>
              <a:ext uri="{FF2B5EF4-FFF2-40B4-BE49-F238E27FC236}">
                <a16:creationId xmlns:a16="http://schemas.microsoft.com/office/drawing/2014/main" id="{91D664B6-D77F-5620-CAC4-46D2F4EA9F05}"/>
              </a:ext>
            </a:extLst>
          </p:cNvPr>
          <p:cNvSpPr/>
          <p:nvPr/>
        </p:nvSpPr>
        <p:spPr>
          <a:xfrm>
            <a:off x="14928015" y="1758812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立方体 497">
            <a:extLst>
              <a:ext uri="{FF2B5EF4-FFF2-40B4-BE49-F238E27FC236}">
                <a16:creationId xmlns:a16="http://schemas.microsoft.com/office/drawing/2014/main" id="{0ED2BF7F-15E2-36F4-9324-50AA53B37F68}"/>
              </a:ext>
            </a:extLst>
          </p:cNvPr>
          <p:cNvSpPr/>
          <p:nvPr/>
        </p:nvSpPr>
        <p:spPr>
          <a:xfrm>
            <a:off x="15029615" y="1952120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9" name="立方体 498">
            <a:extLst>
              <a:ext uri="{FF2B5EF4-FFF2-40B4-BE49-F238E27FC236}">
                <a16:creationId xmlns:a16="http://schemas.microsoft.com/office/drawing/2014/main" id="{E285EBB7-83A6-1DF1-2626-B73ED52149F7}"/>
              </a:ext>
            </a:extLst>
          </p:cNvPr>
          <p:cNvSpPr/>
          <p:nvPr/>
        </p:nvSpPr>
        <p:spPr>
          <a:xfrm>
            <a:off x="15131215" y="2145428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0" name="立方体 499">
            <a:extLst>
              <a:ext uri="{FF2B5EF4-FFF2-40B4-BE49-F238E27FC236}">
                <a16:creationId xmlns:a16="http://schemas.microsoft.com/office/drawing/2014/main" id="{9696B18C-1C91-C995-452B-05B41F712EBC}"/>
              </a:ext>
            </a:extLst>
          </p:cNvPr>
          <p:cNvSpPr/>
          <p:nvPr/>
        </p:nvSpPr>
        <p:spPr>
          <a:xfrm>
            <a:off x="15232815" y="2338735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1" name="五边形 500">
            <a:extLst>
              <a:ext uri="{FF2B5EF4-FFF2-40B4-BE49-F238E27FC236}">
                <a16:creationId xmlns:a16="http://schemas.microsoft.com/office/drawing/2014/main" id="{4A8A2137-9410-B7EB-24E8-D28F646B3AEB}"/>
              </a:ext>
            </a:extLst>
          </p:cNvPr>
          <p:cNvSpPr/>
          <p:nvPr/>
        </p:nvSpPr>
        <p:spPr>
          <a:xfrm>
            <a:off x="13571306" y="5255973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五边形 501">
            <a:extLst>
              <a:ext uri="{FF2B5EF4-FFF2-40B4-BE49-F238E27FC236}">
                <a16:creationId xmlns:a16="http://schemas.microsoft.com/office/drawing/2014/main" id="{29B3122A-E8B4-8392-825F-5601DEE37FB7}"/>
              </a:ext>
            </a:extLst>
          </p:cNvPr>
          <p:cNvSpPr/>
          <p:nvPr/>
        </p:nvSpPr>
        <p:spPr>
          <a:xfrm>
            <a:off x="13564923" y="6234762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五边形 502">
            <a:extLst>
              <a:ext uri="{FF2B5EF4-FFF2-40B4-BE49-F238E27FC236}">
                <a16:creationId xmlns:a16="http://schemas.microsoft.com/office/drawing/2014/main" id="{79CD4BC4-E8A0-3B23-F566-736F69851899}"/>
              </a:ext>
            </a:extLst>
          </p:cNvPr>
          <p:cNvSpPr/>
          <p:nvPr/>
        </p:nvSpPr>
        <p:spPr>
          <a:xfrm>
            <a:off x="13564682" y="5746125"/>
            <a:ext cx="298450" cy="284238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矩形: 圆角 503">
            <a:extLst>
              <a:ext uri="{FF2B5EF4-FFF2-40B4-BE49-F238E27FC236}">
                <a16:creationId xmlns:a16="http://schemas.microsoft.com/office/drawing/2014/main" id="{1C171B5A-9005-D27F-5032-4763B8410B94}"/>
              </a:ext>
            </a:extLst>
          </p:cNvPr>
          <p:cNvSpPr/>
          <p:nvPr/>
        </p:nvSpPr>
        <p:spPr>
          <a:xfrm>
            <a:off x="12017906" y="5139865"/>
            <a:ext cx="2366530" cy="176230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文本框 504">
            <a:extLst>
              <a:ext uri="{FF2B5EF4-FFF2-40B4-BE49-F238E27FC236}">
                <a16:creationId xmlns:a16="http://schemas.microsoft.com/office/drawing/2014/main" id="{685FBFAA-1046-13A5-52D1-537DDBBC452E}"/>
              </a:ext>
            </a:extLst>
          </p:cNvPr>
          <p:cNvSpPr txBox="1"/>
          <p:nvPr/>
        </p:nvSpPr>
        <p:spPr>
          <a:xfrm>
            <a:off x="16696768" y="6388274"/>
            <a:ext cx="1355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nformation</a:t>
            </a:r>
          </a:p>
        </p:txBody>
      </p:sp>
      <p:grpSp>
        <p:nvGrpSpPr>
          <p:cNvPr id="506" name="组合 505">
            <a:extLst>
              <a:ext uri="{FF2B5EF4-FFF2-40B4-BE49-F238E27FC236}">
                <a16:creationId xmlns:a16="http://schemas.microsoft.com/office/drawing/2014/main" id="{2E369899-9214-C869-2A33-9782C11F4125}"/>
              </a:ext>
            </a:extLst>
          </p:cNvPr>
          <p:cNvGrpSpPr/>
          <p:nvPr/>
        </p:nvGrpSpPr>
        <p:grpSpPr>
          <a:xfrm rot="18905662">
            <a:off x="16266352" y="2801768"/>
            <a:ext cx="214933" cy="214933"/>
            <a:chOff x="4892460" y="2186404"/>
            <a:chExt cx="142638" cy="142638"/>
          </a:xfrm>
        </p:grpSpPr>
        <p:sp>
          <p:nvSpPr>
            <p:cNvPr id="507" name="椭圆 506">
              <a:extLst>
                <a:ext uri="{FF2B5EF4-FFF2-40B4-BE49-F238E27FC236}">
                  <a16:creationId xmlns:a16="http://schemas.microsoft.com/office/drawing/2014/main" id="{480F8C36-C673-CF25-61B2-054670B9FFB7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13D57B57-B3CB-8383-356A-142C3563A880}"/>
                </a:ext>
              </a:extLst>
            </p:cNvPr>
            <p:cNvCxnSpPr>
              <a:stCxn id="507" idx="1"/>
              <a:endCxn id="507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>
              <a:extLst>
                <a:ext uri="{FF2B5EF4-FFF2-40B4-BE49-F238E27FC236}">
                  <a16:creationId xmlns:a16="http://schemas.microsoft.com/office/drawing/2014/main" id="{842186E5-0445-06D5-670C-17EA39B89FA0}"/>
                </a:ext>
              </a:extLst>
            </p:cNvPr>
            <p:cNvCxnSpPr>
              <a:cxnSpLocks/>
              <a:stCxn id="507" idx="3"/>
              <a:endCxn id="507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0" name="立方体 509">
            <a:extLst>
              <a:ext uri="{FF2B5EF4-FFF2-40B4-BE49-F238E27FC236}">
                <a16:creationId xmlns:a16="http://schemas.microsoft.com/office/drawing/2014/main" id="{83F93714-2F79-D049-2C45-FBB5CB478617}"/>
              </a:ext>
            </a:extLst>
          </p:cNvPr>
          <p:cNvSpPr/>
          <p:nvPr/>
        </p:nvSpPr>
        <p:spPr>
          <a:xfrm>
            <a:off x="17006582" y="2437739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立方体 510">
            <a:extLst>
              <a:ext uri="{FF2B5EF4-FFF2-40B4-BE49-F238E27FC236}">
                <a16:creationId xmlns:a16="http://schemas.microsoft.com/office/drawing/2014/main" id="{3D8150CE-1548-2DFC-DD0A-9FBC35C4FE18}"/>
              </a:ext>
            </a:extLst>
          </p:cNvPr>
          <p:cNvSpPr/>
          <p:nvPr/>
        </p:nvSpPr>
        <p:spPr>
          <a:xfrm>
            <a:off x="16904982" y="2631046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2" name="立方体 511">
            <a:extLst>
              <a:ext uri="{FF2B5EF4-FFF2-40B4-BE49-F238E27FC236}">
                <a16:creationId xmlns:a16="http://schemas.microsoft.com/office/drawing/2014/main" id="{9E23DF29-1C4D-2B59-D84D-D3576597A6FD}"/>
              </a:ext>
            </a:extLst>
          </p:cNvPr>
          <p:cNvSpPr/>
          <p:nvPr/>
        </p:nvSpPr>
        <p:spPr>
          <a:xfrm>
            <a:off x="16803382" y="2824353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立方体 512">
            <a:extLst>
              <a:ext uri="{FF2B5EF4-FFF2-40B4-BE49-F238E27FC236}">
                <a16:creationId xmlns:a16="http://schemas.microsoft.com/office/drawing/2014/main" id="{5F504082-DFF7-97D0-EBEA-863018EE98DC}"/>
              </a:ext>
            </a:extLst>
          </p:cNvPr>
          <p:cNvSpPr/>
          <p:nvPr/>
        </p:nvSpPr>
        <p:spPr>
          <a:xfrm>
            <a:off x="16701782" y="3017660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立方体 513">
            <a:extLst>
              <a:ext uri="{FF2B5EF4-FFF2-40B4-BE49-F238E27FC236}">
                <a16:creationId xmlns:a16="http://schemas.microsoft.com/office/drawing/2014/main" id="{BA383928-E2FC-98BB-2165-2D0795026EE9}"/>
              </a:ext>
            </a:extLst>
          </p:cNvPr>
          <p:cNvSpPr/>
          <p:nvPr/>
        </p:nvSpPr>
        <p:spPr>
          <a:xfrm>
            <a:off x="16600182" y="3210969"/>
            <a:ext cx="944880" cy="223520"/>
          </a:xfrm>
          <a:prstGeom prst="cube">
            <a:avLst/>
          </a:prstGeom>
          <a:pattFill prst="openDmnd">
            <a:fgClr>
              <a:schemeClr val="accent6">
                <a:lumMod val="60000"/>
                <a:lumOff val="40000"/>
              </a:schemeClr>
            </a:fgClr>
            <a:bgClr>
              <a:schemeClr val="accent6">
                <a:lumMod val="20000"/>
                <a:lumOff val="80000"/>
              </a:schemeClr>
            </a:bgClr>
          </a:patt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5" name="连接符: 肘形 514">
            <a:extLst>
              <a:ext uri="{FF2B5EF4-FFF2-40B4-BE49-F238E27FC236}">
                <a16:creationId xmlns:a16="http://schemas.microsoft.com/office/drawing/2014/main" id="{C4B2A68B-AD15-0EAC-902C-D9A3FACD19E9}"/>
              </a:ext>
            </a:extLst>
          </p:cNvPr>
          <p:cNvCxnSpPr>
            <a:cxnSpLocks/>
            <a:stCxn id="498" idx="5"/>
            <a:endCxn id="507" idx="7"/>
          </p:cNvCxnSpPr>
          <p:nvPr/>
        </p:nvCxnSpPr>
        <p:spPr>
          <a:xfrm>
            <a:off x="15974496" y="2035941"/>
            <a:ext cx="399499" cy="76582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连接符: 肘形 515">
            <a:extLst>
              <a:ext uri="{FF2B5EF4-FFF2-40B4-BE49-F238E27FC236}">
                <a16:creationId xmlns:a16="http://schemas.microsoft.com/office/drawing/2014/main" id="{C15EF963-15E4-14E5-254D-CE8367AA11C3}"/>
              </a:ext>
            </a:extLst>
          </p:cNvPr>
          <p:cNvCxnSpPr>
            <a:cxnSpLocks/>
            <a:stCxn id="493" idx="5"/>
            <a:endCxn id="507" idx="3"/>
          </p:cNvCxnSpPr>
          <p:nvPr/>
        </p:nvCxnSpPr>
        <p:spPr>
          <a:xfrm flipV="1">
            <a:off x="15974495" y="3016700"/>
            <a:ext cx="399146" cy="795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直接箭头连接符 516">
            <a:extLst>
              <a:ext uri="{FF2B5EF4-FFF2-40B4-BE49-F238E27FC236}">
                <a16:creationId xmlns:a16="http://schemas.microsoft.com/office/drawing/2014/main" id="{096C18EE-4FF9-1E67-2BFA-45F3F953D47D}"/>
              </a:ext>
            </a:extLst>
          </p:cNvPr>
          <p:cNvCxnSpPr>
            <a:cxnSpLocks/>
            <a:stCxn id="507" idx="5"/>
          </p:cNvCxnSpPr>
          <p:nvPr/>
        </p:nvCxnSpPr>
        <p:spPr>
          <a:xfrm>
            <a:off x="16481285" y="2909411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文本框 517">
            <a:extLst>
              <a:ext uri="{FF2B5EF4-FFF2-40B4-BE49-F238E27FC236}">
                <a16:creationId xmlns:a16="http://schemas.microsoft.com/office/drawing/2014/main" id="{ABD5410D-B929-D778-6342-D540D4891CDA}"/>
              </a:ext>
            </a:extLst>
          </p:cNvPr>
          <p:cNvSpPr txBox="1"/>
          <p:nvPr/>
        </p:nvSpPr>
        <p:spPr>
          <a:xfrm>
            <a:off x="13903403" y="1554703"/>
            <a:ext cx="817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0AC08751-D20B-D858-B618-74ACEE454F97}"/>
              </a:ext>
            </a:extLst>
          </p:cNvPr>
          <p:cNvSpPr txBox="1"/>
          <p:nvPr/>
        </p:nvSpPr>
        <p:spPr>
          <a:xfrm>
            <a:off x="13881628" y="3800268"/>
            <a:ext cx="900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F06E8FE3-47B5-B2F7-EB80-2174CD6EC5C9}"/>
              </a:ext>
            </a:extLst>
          </p:cNvPr>
          <p:cNvSpPr txBox="1"/>
          <p:nvPr/>
        </p:nvSpPr>
        <p:spPr>
          <a:xfrm>
            <a:off x="7059393" y="5405907"/>
            <a:ext cx="113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Batch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Noisy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1" name="文本框 520">
            <a:extLst>
              <a:ext uri="{FF2B5EF4-FFF2-40B4-BE49-F238E27FC236}">
                <a16:creationId xmlns:a16="http://schemas.microsoft.com/office/drawing/2014/main" id="{255B56A1-FDD4-5FD2-A22E-313B4EDB1F2C}"/>
              </a:ext>
            </a:extLst>
          </p:cNvPr>
          <p:cNvSpPr txBox="1"/>
          <p:nvPr/>
        </p:nvSpPr>
        <p:spPr>
          <a:xfrm>
            <a:off x="9097874" y="5389521"/>
            <a:ext cx="113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Batch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Noisy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" name="立方体 521">
            <a:extLst>
              <a:ext uri="{FF2B5EF4-FFF2-40B4-BE49-F238E27FC236}">
                <a16:creationId xmlns:a16="http://schemas.microsoft.com/office/drawing/2014/main" id="{A13B7B52-839A-3706-BE87-94ECBED2DD3E}"/>
              </a:ext>
            </a:extLst>
          </p:cNvPr>
          <p:cNvSpPr/>
          <p:nvPr/>
        </p:nvSpPr>
        <p:spPr>
          <a:xfrm>
            <a:off x="8325953" y="1647812"/>
            <a:ext cx="602686" cy="1512669"/>
          </a:xfrm>
          <a:prstGeom prst="cube">
            <a:avLst>
              <a:gd name="adj" fmla="val 6759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立方体 522">
            <a:extLst>
              <a:ext uri="{FF2B5EF4-FFF2-40B4-BE49-F238E27FC236}">
                <a16:creationId xmlns:a16="http://schemas.microsoft.com/office/drawing/2014/main" id="{7D1306F4-1125-2E6E-018D-06D0075C1850}"/>
              </a:ext>
            </a:extLst>
          </p:cNvPr>
          <p:cNvSpPr/>
          <p:nvPr/>
        </p:nvSpPr>
        <p:spPr>
          <a:xfrm>
            <a:off x="8594009" y="1875566"/>
            <a:ext cx="453223" cy="1087641"/>
          </a:xfrm>
          <a:prstGeom prst="cube">
            <a:avLst>
              <a:gd name="adj" fmla="val 5974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4" name="立方体 523">
            <a:extLst>
              <a:ext uri="{FF2B5EF4-FFF2-40B4-BE49-F238E27FC236}">
                <a16:creationId xmlns:a16="http://schemas.microsoft.com/office/drawing/2014/main" id="{02E04FE9-1EEF-6738-DAFF-4D86C38D0DDD}"/>
              </a:ext>
            </a:extLst>
          </p:cNvPr>
          <p:cNvSpPr/>
          <p:nvPr/>
        </p:nvSpPr>
        <p:spPr>
          <a:xfrm>
            <a:off x="8837867" y="2041669"/>
            <a:ext cx="362063" cy="694899"/>
          </a:xfrm>
          <a:prstGeom prst="cube">
            <a:avLst>
              <a:gd name="adj" fmla="val 59143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文本框 524">
            <a:extLst>
              <a:ext uri="{FF2B5EF4-FFF2-40B4-BE49-F238E27FC236}">
                <a16:creationId xmlns:a16="http://schemas.microsoft.com/office/drawing/2014/main" id="{6131E644-2047-32E6-3AA6-AE8CB38FF625}"/>
              </a:ext>
            </a:extLst>
          </p:cNvPr>
          <p:cNvSpPr txBox="1"/>
          <p:nvPr/>
        </p:nvSpPr>
        <p:spPr>
          <a:xfrm>
            <a:off x="8718397" y="2817900"/>
            <a:ext cx="11092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6" name="直接箭头连接符 525">
            <a:extLst>
              <a:ext uri="{FF2B5EF4-FFF2-40B4-BE49-F238E27FC236}">
                <a16:creationId xmlns:a16="http://schemas.microsoft.com/office/drawing/2014/main" id="{A03AD2BC-C54B-5768-1D36-1D4ADB94EF74}"/>
              </a:ext>
            </a:extLst>
          </p:cNvPr>
          <p:cNvCxnSpPr>
            <a:cxnSpLocks/>
            <a:endCxn id="304" idx="2"/>
          </p:cNvCxnSpPr>
          <p:nvPr/>
        </p:nvCxnSpPr>
        <p:spPr>
          <a:xfrm>
            <a:off x="9113248" y="2437739"/>
            <a:ext cx="724022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文本框 526">
            <a:extLst>
              <a:ext uri="{FF2B5EF4-FFF2-40B4-BE49-F238E27FC236}">
                <a16:creationId xmlns:a16="http://schemas.microsoft.com/office/drawing/2014/main" id="{937540CB-3891-CE98-DCED-B4A1A345630D}"/>
              </a:ext>
            </a:extLst>
          </p:cNvPr>
          <p:cNvSpPr txBox="1"/>
          <p:nvPr/>
        </p:nvSpPr>
        <p:spPr>
          <a:xfrm>
            <a:off x="6396020" y="5056252"/>
            <a:ext cx="1610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B504E0ED-1BF2-5F55-1E50-C8DCA3A9975A}"/>
              </a:ext>
            </a:extLst>
          </p:cNvPr>
          <p:cNvSpPr txBox="1"/>
          <p:nvPr/>
        </p:nvSpPr>
        <p:spPr>
          <a:xfrm rot="16200000">
            <a:off x="5647418" y="4266052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529" name="文本框 528">
            <a:extLst>
              <a:ext uri="{FF2B5EF4-FFF2-40B4-BE49-F238E27FC236}">
                <a16:creationId xmlns:a16="http://schemas.microsoft.com/office/drawing/2014/main" id="{649FB59E-BE92-1C83-D228-51B4D095352D}"/>
              </a:ext>
            </a:extLst>
          </p:cNvPr>
          <p:cNvSpPr txBox="1"/>
          <p:nvPr/>
        </p:nvSpPr>
        <p:spPr>
          <a:xfrm rot="16200000">
            <a:off x="5641700" y="5929741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75FBD364-9D80-1630-0459-AFA4CBC3070B}"/>
              </a:ext>
            </a:extLst>
          </p:cNvPr>
          <p:cNvSpPr txBox="1"/>
          <p:nvPr/>
        </p:nvSpPr>
        <p:spPr>
          <a:xfrm rot="16200000">
            <a:off x="7701917" y="5885115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95B7DB5D-73C4-BC4D-8389-FDC5AEBFCBF5}"/>
              </a:ext>
            </a:extLst>
          </p:cNvPr>
          <p:cNvSpPr txBox="1"/>
          <p:nvPr/>
        </p:nvSpPr>
        <p:spPr>
          <a:xfrm rot="16200000">
            <a:off x="7720518" y="4277848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532" name="右大括号 531">
            <a:extLst>
              <a:ext uri="{FF2B5EF4-FFF2-40B4-BE49-F238E27FC236}">
                <a16:creationId xmlns:a16="http://schemas.microsoft.com/office/drawing/2014/main" id="{59E225CE-C57D-D85D-B0F5-6FF537145810}"/>
              </a:ext>
            </a:extLst>
          </p:cNvPr>
          <p:cNvSpPr/>
          <p:nvPr/>
        </p:nvSpPr>
        <p:spPr>
          <a:xfrm>
            <a:off x="16204762" y="5246841"/>
            <a:ext cx="436933" cy="1232034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: 圆角 532">
            <a:extLst>
              <a:ext uri="{FF2B5EF4-FFF2-40B4-BE49-F238E27FC236}">
                <a16:creationId xmlns:a16="http://schemas.microsoft.com/office/drawing/2014/main" id="{5C2CF874-B423-8DFF-4D53-A49F6F7740BC}"/>
              </a:ext>
            </a:extLst>
          </p:cNvPr>
          <p:cNvSpPr/>
          <p:nvPr/>
        </p:nvSpPr>
        <p:spPr>
          <a:xfrm>
            <a:off x="16392259" y="4283083"/>
            <a:ext cx="220134" cy="220134"/>
          </a:xfrm>
          <a:prstGeom prst="roundRect">
            <a:avLst/>
          </a:prstGeom>
          <a:solidFill>
            <a:srgbClr val="00B0F0">
              <a:alpha val="47000"/>
            </a:srgbClr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矩形: 圆角 533">
            <a:extLst>
              <a:ext uri="{FF2B5EF4-FFF2-40B4-BE49-F238E27FC236}">
                <a16:creationId xmlns:a16="http://schemas.microsoft.com/office/drawing/2014/main" id="{A5BC9902-E948-72E0-C244-A8B7848B7F70}"/>
              </a:ext>
            </a:extLst>
          </p:cNvPr>
          <p:cNvSpPr/>
          <p:nvPr/>
        </p:nvSpPr>
        <p:spPr>
          <a:xfrm>
            <a:off x="16392258" y="4007262"/>
            <a:ext cx="220134" cy="220134"/>
          </a:xfrm>
          <a:prstGeom prst="roundRect">
            <a:avLst/>
          </a:prstGeom>
          <a:solidFill>
            <a:srgbClr val="FF0000">
              <a:alpha val="50000"/>
            </a:srgbClr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B0A89F4D-AC40-F53D-21A0-78E6E55547DB}"/>
              </a:ext>
            </a:extLst>
          </p:cNvPr>
          <p:cNvSpPr txBox="1"/>
          <p:nvPr/>
        </p:nvSpPr>
        <p:spPr>
          <a:xfrm>
            <a:off x="16574466" y="3963703"/>
            <a:ext cx="144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文本框 535">
            <a:extLst>
              <a:ext uri="{FF2B5EF4-FFF2-40B4-BE49-F238E27FC236}">
                <a16:creationId xmlns:a16="http://schemas.microsoft.com/office/drawing/2014/main" id="{8DDF5DFE-AB7D-8225-0694-18ACCAD1810B}"/>
              </a:ext>
            </a:extLst>
          </p:cNvPr>
          <p:cNvSpPr txBox="1"/>
          <p:nvPr/>
        </p:nvSpPr>
        <p:spPr>
          <a:xfrm>
            <a:off x="16555105" y="4216877"/>
            <a:ext cx="1446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7" name="文本框 536">
            <a:extLst>
              <a:ext uri="{FF2B5EF4-FFF2-40B4-BE49-F238E27FC236}">
                <a16:creationId xmlns:a16="http://schemas.microsoft.com/office/drawing/2014/main" id="{7ADF3C4C-175A-187B-99CB-5143CA2DF94A}"/>
              </a:ext>
            </a:extLst>
          </p:cNvPr>
          <p:cNvSpPr txBox="1"/>
          <p:nvPr/>
        </p:nvSpPr>
        <p:spPr>
          <a:xfrm>
            <a:off x="6442526" y="6689134"/>
            <a:ext cx="1647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45D4FEAB-9CF0-E62E-5FE2-8EC7CA9C707E}"/>
              </a:ext>
            </a:extLst>
          </p:cNvPr>
          <p:cNvSpPr txBox="1"/>
          <p:nvPr/>
        </p:nvSpPr>
        <p:spPr>
          <a:xfrm>
            <a:off x="8451433" y="6716222"/>
            <a:ext cx="165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539" name="文本框 538">
            <a:extLst>
              <a:ext uri="{FF2B5EF4-FFF2-40B4-BE49-F238E27FC236}">
                <a16:creationId xmlns:a16="http://schemas.microsoft.com/office/drawing/2014/main" id="{1940BC5C-18F3-3F19-2A18-3B0A63CBFD5C}"/>
              </a:ext>
            </a:extLst>
          </p:cNvPr>
          <p:cNvSpPr txBox="1"/>
          <p:nvPr/>
        </p:nvSpPr>
        <p:spPr>
          <a:xfrm>
            <a:off x="8488399" y="5078148"/>
            <a:ext cx="1619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3569CEB1-24EC-3139-A22B-1A4955D25D6B}"/>
              </a:ext>
            </a:extLst>
          </p:cNvPr>
          <p:cNvSpPr txBox="1"/>
          <p:nvPr/>
        </p:nvSpPr>
        <p:spPr>
          <a:xfrm>
            <a:off x="7307000" y="5849440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F09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F093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1" name="直接连接符 540">
            <a:extLst>
              <a:ext uri="{FF2B5EF4-FFF2-40B4-BE49-F238E27FC236}">
                <a16:creationId xmlns:a16="http://schemas.microsoft.com/office/drawing/2014/main" id="{5177C95F-9392-4AA4-1304-6071D0994530}"/>
              </a:ext>
            </a:extLst>
          </p:cNvPr>
          <p:cNvCxnSpPr>
            <a:cxnSpLocks/>
          </p:cNvCxnSpPr>
          <p:nvPr/>
        </p:nvCxnSpPr>
        <p:spPr>
          <a:xfrm>
            <a:off x="7642737" y="4454362"/>
            <a:ext cx="0" cy="630893"/>
          </a:xfrm>
          <a:prstGeom prst="line">
            <a:avLst/>
          </a:prstGeom>
          <a:ln w="19050">
            <a:solidFill>
              <a:srgbClr val="F093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文本框 541">
            <a:extLst>
              <a:ext uri="{FF2B5EF4-FFF2-40B4-BE49-F238E27FC236}">
                <a16:creationId xmlns:a16="http://schemas.microsoft.com/office/drawing/2014/main" id="{1116009B-97E5-F956-439E-43E100AAB69F}"/>
              </a:ext>
            </a:extLst>
          </p:cNvPr>
          <p:cNvSpPr txBox="1"/>
          <p:nvPr/>
        </p:nvSpPr>
        <p:spPr>
          <a:xfrm>
            <a:off x="7282623" y="4136477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F09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F093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" name="文本框 542">
            <a:extLst>
              <a:ext uri="{FF2B5EF4-FFF2-40B4-BE49-F238E27FC236}">
                <a16:creationId xmlns:a16="http://schemas.microsoft.com/office/drawing/2014/main" id="{6488562C-EEDF-05C6-2932-F83AB8FB7B12}"/>
              </a:ext>
            </a:extLst>
          </p:cNvPr>
          <p:cNvSpPr txBox="1"/>
          <p:nvPr/>
        </p:nvSpPr>
        <p:spPr>
          <a:xfrm>
            <a:off x="9340638" y="5855889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F09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F093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4" name="文本框 543">
            <a:extLst>
              <a:ext uri="{FF2B5EF4-FFF2-40B4-BE49-F238E27FC236}">
                <a16:creationId xmlns:a16="http://schemas.microsoft.com/office/drawing/2014/main" id="{C9DFDB43-75B5-455C-AB64-18F185987E6F}"/>
              </a:ext>
            </a:extLst>
          </p:cNvPr>
          <p:cNvSpPr txBox="1"/>
          <p:nvPr/>
        </p:nvSpPr>
        <p:spPr>
          <a:xfrm>
            <a:off x="9364682" y="4204815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F09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F093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5" name="直接连接符 544">
            <a:extLst>
              <a:ext uri="{FF2B5EF4-FFF2-40B4-BE49-F238E27FC236}">
                <a16:creationId xmlns:a16="http://schemas.microsoft.com/office/drawing/2014/main" id="{7A4660B3-E844-9A35-EFAB-0D3AF51BFA13}"/>
              </a:ext>
            </a:extLst>
          </p:cNvPr>
          <p:cNvCxnSpPr>
            <a:cxnSpLocks/>
          </p:cNvCxnSpPr>
          <p:nvPr/>
        </p:nvCxnSpPr>
        <p:spPr>
          <a:xfrm>
            <a:off x="9387781" y="5967615"/>
            <a:ext cx="0" cy="752014"/>
          </a:xfrm>
          <a:prstGeom prst="line">
            <a:avLst/>
          </a:prstGeom>
          <a:ln w="19050">
            <a:solidFill>
              <a:srgbClr val="F093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直接连接符 545">
            <a:extLst>
              <a:ext uri="{FF2B5EF4-FFF2-40B4-BE49-F238E27FC236}">
                <a16:creationId xmlns:a16="http://schemas.microsoft.com/office/drawing/2014/main" id="{093DB734-DE59-2A96-EB66-FE0C430E9B5C}"/>
              </a:ext>
            </a:extLst>
          </p:cNvPr>
          <p:cNvCxnSpPr>
            <a:cxnSpLocks/>
          </p:cNvCxnSpPr>
          <p:nvPr/>
        </p:nvCxnSpPr>
        <p:spPr>
          <a:xfrm>
            <a:off x="9439947" y="4341056"/>
            <a:ext cx="0" cy="752014"/>
          </a:xfrm>
          <a:prstGeom prst="line">
            <a:avLst/>
          </a:prstGeom>
          <a:ln w="19050">
            <a:solidFill>
              <a:srgbClr val="F093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直接连接符 546">
            <a:extLst>
              <a:ext uri="{FF2B5EF4-FFF2-40B4-BE49-F238E27FC236}">
                <a16:creationId xmlns:a16="http://schemas.microsoft.com/office/drawing/2014/main" id="{82AE205C-F88C-3DDD-8F85-44A6D243E4FB}"/>
              </a:ext>
            </a:extLst>
          </p:cNvPr>
          <p:cNvCxnSpPr>
            <a:cxnSpLocks/>
          </p:cNvCxnSpPr>
          <p:nvPr/>
        </p:nvCxnSpPr>
        <p:spPr>
          <a:xfrm>
            <a:off x="7389090" y="5976411"/>
            <a:ext cx="0" cy="752014"/>
          </a:xfrm>
          <a:prstGeom prst="line">
            <a:avLst/>
          </a:prstGeom>
          <a:ln w="19050">
            <a:solidFill>
              <a:srgbClr val="F093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直接箭头连接符 547">
            <a:extLst>
              <a:ext uri="{FF2B5EF4-FFF2-40B4-BE49-F238E27FC236}">
                <a16:creationId xmlns:a16="http://schemas.microsoft.com/office/drawing/2014/main" id="{C4C9465C-85DD-2082-2F90-AAF3751AEDDA}"/>
              </a:ext>
            </a:extLst>
          </p:cNvPr>
          <p:cNvCxnSpPr/>
          <p:nvPr/>
        </p:nvCxnSpPr>
        <p:spPr>
          <a:xfrm>
            <a:off x="7651397" y="4486275"/>
            <a:ext cx="364066" cy="0"/>
          </a:xfrm>
          <a:prstGeom prst="straightConnector1">
            <a:avLst/>
          </a:prstGeom>
          <a:ln w="19050">
            <a:solidFill>
              <a:srgbClr val="F093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箭头连接符 548">
            <a:extLst>
              <a:ext uri="{FF2B5EF4-FFF2-40B4-BE49-F238E27FC236}">
                <a16:creationId xmlns:a16="http://schemas.microsoft.com/office/drawing/2014/main" id="{6628C5BB-1D58-0D0D-8F20-F1B587FB0DAE}"/>
              </a:ext>
            </a:extLst>
          </p:cNvPr>
          <p:cNvCxnSpPr/>
          <p:nvPr/>
        </p:nvCxnSpPr>
        <p:spPr>
          <a:xfrm>
            <a:off x="7389090" y="6141382"/>
            <a:ext cx="364066" cy="0"/>
          </a:xfrm>
          <a:prstGeom prst="straightConnector1">
            <a:avLst/>
          </a:prstGeom>
          <a:ln w="19050">
            <a:solidFill>
              <a:srgbClr val="F093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接箭头连接符 549">
            <a:extLst>
              <a:ext uri="{FF2B5EF4-FFF2-40B4-BE49-F238E27FC236}">
                <a16:creationId xmlns:a16="http://schemas.microsoft.com/office/drawing/2014/main" id="{F632CA4A-DD21-7901-0985-4043C3292542}"/>
              </a:ext>
            </a:extLst>
          </p:cNvPr>
          <p:cNvCxnSpPr/>
          <p:nvPr/>
        </p:nvCxnSpPr>
        <p:spPr>
          <a:xfrm>
            <a:off x="9387781" y="6146925"/>
            <a:ext cx="364066" cy="0"/>
          </a:xfrm>
          <a:prstGeom prst="straightConnector1">
            <a:avLst/>
          </a:prstGeom>
          <a:ln w="19050">
            <a:solidFill>
              <a:srgbClr val="F093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直接箭头连接符 550">
            <a:extLst>
              <a:ext uri="{FF2B5EF4-FFF2-40B4-BE49-F238E27FC236}">
                <a16:creationId xmlns:a16="http://schemas.microsoft.com/office/drawing/2014/main" id="{834EECCC-FEF0-68A9-04F2-8FB3A35F99FB}"/>
              </a:ext>
            </a:extLst>
          </p:cNvPr>
          <p:cNvCxnSpPr/>
          <p:nvPr/>
        </p:nvCxnSpPr>
        <p:spPr>
          <a:xfrm>
            <a:off x="9439947" y="4508851"/>
            <a:ext cx="364066" cy="0"/>
          </a:xfrm>
          <a:prstGeom prst="straightConnector1">
            <a:avLst/>
          </a:prstGeom>
          <a:ln w="19050">
            <a:solidFill>
              <a:srgbClr val="F093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文本框 551">
            <a:extLst>
              <a:ext uri="{FF2B5EF4-FFF2-40B4-BE49-F238E27FC236}">
                <a16:creationId xmlns:a16="http://schemas.microsoft.com/office/drawing/2014/main" id="{FC101959-69FE-CBE7-28EE-1072F2284DE4}"/>
              </a:ext>
            </a:extLst>
          </p:cNvPr>
          <p:cNvSpPr txBox="1"/>
          <p:nvPr/>
        </p:nvSpPr>
        <p:spPr>
          <a:xfrm>
            <a:off x="12511658" y="6575024"/>
            <a:ext cx="936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F09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F093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3" name="直接连接符 552">
            <a:extLst>
              <a:ext uri="{FF2B5EF4-FFF2-40B4-BE49-F238E27FC236}">
                <a16:creationId xmlns:a16="http://schemas.microsoft.com/office/drawing/2014/main" id="{13F4DD13-DF9D-1FF6-F75B-BB95D2DA5473}"/>
              </a:ext>
            </a:extLst>
          </p:cNvPr>
          <p:cNvCxnSpPr>
            <a:cxnSpLocks/>
          </p:cNvCxnSpPr>
          <p:nvPr/>
        </p:nvCxnSpPr>
        <p:spPr>
          <a:xfrm>
            <a:off x="13531919" y="5215258"/>
            <a:ext cx="0" cy="1670277"/>
          </a:xfrm>
          <a:prstGeom prst="line">
            <a:avLst/>
          </a:prstGeom>
          <a:ln w="19050">
            <a:solidFill>
              <a:srgbClr val="F093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文本框 553">
            <a:extLst>
              <a:ext uri="{FF2B5EF4-FFF2-40B4-BE49-F238E27FC236}">
                <a16:creationId xmlns:a16="http://schemas.microsoft.com/office/drawing/2014/main" id="{58CC726E-4A18-AC92-878E-9B06A5B06B8B}"/>
              </a:ext>
            </a:extLst>
          </p:cNvPr>
          <p:cNvSpPr txBox="1"/>
          <p:nvPr/>
        </p:nvSpPr>
        <p:spPr>
          <a:xfrm>
            <a:off x="12504204" y="5772907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文本框 554">
            <a:extLst>
              <a:ext uri="{FF2B5EF4-FFF2-40B4-BE49-F238E27FC236}">
                <a16:creationId xmlns:a16="http://schemas.microsoft.com/office/drawing/2014/main" id="{24AF1C98-9152-1CFF-BD90-783B7F0BFE78}"/>
              </a:ext>
            </a:extLst>
          </p:cNvPr>
          <p:cNvSpPr txBox="1"/>
          <p:nvPr/>
        </p:nvSpPr>
        <p:spPr>
          <a:xfrm>
            <a:off x="17678833" y="5423479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6" name="文本框 555">
            <a:extLst>
              <a:ext uri="{FF2B5EF4-FFF2-40B4-BE49-F238E27FC236}">
                <a16:creationId xmlns:a16="http://schemas.microsoft.com/office/drawing/2014/main" id="{1C5728CC-F994-5DFB-3C21-3B612D3AD2B9}"/>
              </a:ext>
            </a:extLst>
          </p:cNvPr>
          <p:cNvSpPr txBox="1"/>
          <p:nvPr/>
        </p:nvSpPr>
        <p:spPr>
          <a:xfrm>
            <a:off x="13205102" y="6243436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7" name="文本框 556">
            <a:extLst>
              <a:ext uri="{FF2B5EF4-FFF2-40B4-BE49-F238E27FC236}">
                <a16:creationId xmlns:a16="http://schemas.microsoft.com/office/drawing/2014/main" id="{6639B52C-6611-066F-75F6-DD83EC98AFA7}"/>
              </a:ext>
            </a:extLst>
          </p:cNvPr>
          <p:cNvSpPr txBox="1"/>
          <p:nvPr/>
        </p:nvSpPr>
        <p:spPr>
          <a:xfrm>
            <a:off x="12055595" y="5266539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8" name="文本框 557">
            <a:extLst>
              <a:ext uri="{FF2B5EF4-FFF2-40B4-BE49-F238E27FC236}">
                <a16:creationId xmlns:a16="http://schemas.microsoft.com/office/drawing/2014/main" id="{B2078528-FBF1-1147-9915-6FF395BEC80D}"/>
              </a:ext>
            </a:extLst>
          </p:cNvPr>
          <p:cNvSpPr txBox="1"/>
          <p:nvPr/>
        </p:nvSpPr>
        <p:spPr>
          <a:xfrm>
            <a:off x="12502870" y="5240174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9" name="文本框 558">
            <a:extLst>
              <a:ext uri="{FF2B5EF4-FFF2-40B4-BE49-F238E27FC236}">
                <a16:creationId xmlns:a16="http://schemas.microsoft.com/office/drawing/2014/main" id="{5214947D-84C8-55CF-DD0A-6F1FECBC6501}"/>
              </a:ext>
            </a:extLst>
          </p:cNvPr>
          <p:cNvSpPr txBox="1"/>
          <p:nvPr/>
        </p:nvSpPr>
        <p:spPr>
          <a:xfrm>
            <a:off x="12075702" y="5741181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0" name="文本框 559">
            <a:extLst>
              <a:ext uri="{FF2B5EF4-FFF2-40B4-BE49-F238E27FC236}">
                <a16:creationId xmlns:a16="http://schemas.microsoft.com/office/drawing/2014/main" id="{2F313D41-2A70-18FA-DCA9-EF57E9E0904C}"/>
              </a:ext>
            </a:extLst>
          </p:cNvPr>
          <p:cNvSpPr txBox="1"/>
          <p:nvPr/>
        </p:nvSpPr>
        <p:spPr>
          <a:xfrm>
            <a:off x="17092112" y="4921054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1" name="文本框 560">
            <a:extLst>
              <a:ext uri="{FF2B5EF4-FFF2-40B4-BE49-F238E27FC236}">
                <a16:creationId xmlns:a16="http://schemas.microsoft.com/office/drawing/2014/main" id="{55DA4978-7C8F-F43B-8FB4-CC29038599D3}"/>
              </a:ext>
            </a:extLst>
          </p:cNvPr>
          <p:cNvSpPr txBox="1"/>
          <p:nvPr/>
        </p:nvSpPr>
        <p:spPr>
          <a:xfrm>
            <a:off x="12494532" y="6229534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" name="文本框 561">
            <a:extLst>
              <a:ext uri="{FF2B5EF4-FFF2-40B4-BE49-F238E27FC236}">
                <a16:creationId xmlns:a16="http://schemas.microsoft.com/office/drawing/2014/main" id="{CACC6989-47B5-1C37-4768-0890190F12F3}"/>
              </a:ext>
            </a:extLst>
          </p:cNvPr>
          <p:cNvSpPr txBox="1"/>
          <p:nvPr/>
        </p:nvSpPr>
        <p:spPr>
          <a:xfrm>
            <a:off x="12061415" y="6229534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文本框 562">
            <a:extLst>
              <a:ext uri="{FF2B5EF4-FFF2-40B4-BE49-F238E27FC236}">
                <a16:creationId xmlns:a16="http://schemas.microsoft.com/office/drawing/2014/main" id="{EF55DAC7-2BA6-C825-B31D-2200714CBCCC}"/>
              </a:ext>
            </a:extLst>
          </p:cNvPr>
          <p:cNvSpPr txBox="1"/>
          <p:nvPr/>
        </p:nvSpPr>
        <p:spPr>
          <a:xfrm>
            <a:off x="12855190" y="5232910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4" name="文本框 563">
            <a:extLst>
              <a:ext uri="{FF2B5EF4-FFF2-40B4-BE49-F238E27FC236}">
                <a16:creationId xmlns:a16="http://schemas.microsoft.com/office/drawing/2014/main" id="{73BF1496-A035-2907-5C59-199B5C71F2DF}"/>
              </a:ext>
            </a:extLst>
          </p:cNvPr>
          <p:cNvSpPr txBox="1"/>
          <p:nvPr/>
        </p:nvSpPr>
        <p:spPr>
          <a:xfrm>
            <a:off x="12856736" y="5750202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0EBDBBBD-90F9-3EDC-A404-B61B8152F864}"/>
              </a:ext>
            </a:extLst>
          </p:cNvPr>
          <p:cNvSpPr txBox="1"/>
          <p:nvPr/>
        </p:nvSpPr>
        <p:spPr>
          <a:xfrm>
            <a:off x="16653269" y="5745531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6" name="文本框 565">
            <a:extLst>
              <a:ext uri="{FF2B5EF4-FFF2-40B4-BE49-F238E27FC236}">
                <a16:creationId xmlns:a16="http://schemas.microsoft.com/office/drawing/2014/main" id="{903B6795-05AF-BA8D-6D8B-2D60614FF0B0}"/>
              </a:ext>
            </a:extLst>
          </p:cNvPr>
          <p:cNvSpPr txBox="1"/>
          <p:nvPr/>
        </p:nvSpPr>
        <p:spPr>
          <a:xfrm>
            <a:off x="16583611" y="5182739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7" name="文本框 566">
            <a:extLst>
              <a:ext uri="{FF2B5EF4-FFF2-40B4-BE49-F238E27FC236}">
                <a16:creationId xmlns:a16="http://schemas.microsoft.com/office/drawing/2014/main" id="{2FBD9330-5365-01BA-2080-E860B9EDF488}"/>
              </a:ext>
            </a:extLst>
          </p:cNvPr>
          <p:cNvSpPr txBox="1"/>
          <p:nvPr/>
        </p:nvSpPr>
        <p:spPr>
          <a:xfrm>
            <a:off x="13568168" y="6243436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8" name="文本框 567">
            <a:extLst>
              <a:ext uri="{FF2B5EF4-FFF2-40B4-BE49-F238E27FC236}">
                <a16:creationId xmlns:a16="http://schemas.microsoft.com/office/drawing/2014/main" id="{BA1E9B52-631A-836D-D237-10AEC079E85B}"/>
              </a:ext>
            </a:extLst>
          </p:cNvPr>
          <p:cNvSpPr txBox="1"/>
          <p:nvPr/>
        </p:nvSpPr>
        <p:spPr>
          <a:xfrm>
            <a:off x="13574890" y="5751705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9" name="文本框 568">
            <a:extLst>
              <a:ext uri="{FF2B5EF4-FFF2-40B4-BE49-F238E27FC236}">
                <a16:creationId xmlns:a16="http://schemas.microsoft.com/office/drawing/2014/main" id="{CDD5823A-7CBE-8DB7-42ED-7D947CBE4A1D}"/>
              </a:ext>
            </a:extLst>
          </p:cNvPr>
          <p:cNvSpPr txBox="1"/>
          <p:nvPr/>
        </p:nvSpPr>
        <p:spPr>
          <a:xfrm>
            <a:off x="13574879" y="5246706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文本框 569">
            <a:extLst>
              <a:ext uri="{FF2B5EF4-FFF2-40B4-BE49-F238E27FC236}">
                <a16:creationId xmlns:a16="http://schemas.microsoft.com/office/drawing/2014/main" id="{9E2465DC-3E2E-277D-6E2A-445093295A37}"/>
              </a:ext>
            </a:extLst>
          </p:cNvPr>
          <p:cNvSpPr txBox="1"/>
          <p:nvPr/>
        </p:nvSpPr>
        <p:spPr>
          <a:xfrm>
            <a:off x="12858546" y="6224913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1" name="文本框 570">
            <a:extLst>
              <a:ext uri="{FF2B5EF4-FFF2-40B4-BE49-F238E27FC236}">
                <a16:creationId xmlns:a16="http://schemas.microsoft.com/office/drawing/2014/main" id="{1EEFBAC7-EA56-2F44-193B-C0765DC76187}"/>
              </a:ext>
            </a:extLst>
          </p:cNvPr>
          <p:cNvSpPr txBox="1"/>
          <p:nvPr/>
        </p:nvSpPr>
        <p:spPr>
          <a:xfrm>
            <a:off x="17299114" y="6092569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2" name="文本框 571">
            <a:extLst>
              <a:ext uri="{FF2B5EF4-FFF2-40B4-BE49-F238E27FC236}">
                <a16:creationId xmlns:a16="http://schemas.microsoft.com/office/drawing/2014/main" id="{13E0F89C-44F5-EEDB-3681-B3863E5AA58F}"/>
              </a:ext>
            </a:extLst>
          </p:cNvPr>
          <p:cNvSpPr txBox="1"/>
          <p:nvPr/>
        </p:nvSpPr>
        <p:spPr>
          <a:xfrm>
            <a:off x="13214419" y="5240895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" name="文本框 572">
            <a:extLst>
              <a:ext uri="{FF2B5EF4-FFF2-40B4-BE49-F238E27FC236}">
                <a16:creationId xmlns:a16="http://schemas.microsoft.com/office/drawing/2014/main" id="{9A9F4257-D819-FE5C-8B6F-9CE5633BDCFA}"/>
              </a:ext>
            </a:extLst>
          </p:cNvPr>
          <p:cNvSpPr txBox="1"/>
          <p:nvPr/>
        </p:nvSpPr>
        <p:spPr>
          <a:xfrm>
            <a:off x="13218953" y="5741969"/>
            <a:ext cx="31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4" name="文本框 573">
                <a:extLst>
                  <a:ext uri="{FF2B5EF4-FFF2-40B4-BE49-F238E27FC236}">
                    <a16:creationId xmlns:a16="http://schemas.microsoft.com/office/drawing/2014/main" id="{334A294C-A22C-F302-F483-3EC61DEE3088}"/>
                  </a:ext>
                </a:extLst>
              </p:cNvPr>
              <p:cNvSpPr txBox="1"/>
              <p:nvPr/>
            </p:nvSpPr>
            <p:spPr>
              <a:xfrm>
                <a:off x="16239719" y="2217550"/>
                <a:ext cx="382541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𝒑𝒐𝒔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74" name="文本框 573">
                <a:extLst>
                  <a:ext uri="{FF2B5EF4-FFF2-40B4-BE49-F238E27FC236}">
                    <a16:creationId xmlns:a16="http://schemas.microsoft.com/office/drawing/2014/main" id="{334A294C-A22C-F302-F483-3EC61DEE3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9719" y="2217550"/>
                <a:ext cx="382541" cy="215444"/>
              </a:xfrm>
              <a:prstGeom prst="rect">
                <a:avLst/>
              </a:prstGeom>
              <a:blipFill>
                <a:blip r:embed="rId9"/>
                <a:stretch>
                  <a:fillRect l="-7937" r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5" name="文本框 574">
                <a:extLst>
                  <a:ext uri="{FF2B5EF4-FFF2-40B4-BE49-F238E27FC236}">
                    <a16:creationId xmlns:a16="http://schemas.microsoft.com/office/drawing/2014/main" id="{D8E1F4D8-493E-AFE1-11D6-328CD613E22B}"/>
                  </a:ext>
                </a:extLst>
              </p:cNvPr>
              <p:cNvSpPr txBox="1"/>
              <p:nvPr/>
            </p:nvSpPr>
            <p:spPr>
              <a:xfrm>
                <a:off x="16223844" y="3451789"/>
                <a:ext cx="40498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𝒏𝒆𝒈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75" name="文本框 574">
                <a:extLst>
                  <a:ext uri="{FF2B5EF4-FFF2-40B4-BE49-F238E27FC236}">
                    <a16:creationId xmlns:a16="http://schemas.microsoft.com/office/drawing/2014/main" id="{D8E1F4D8-493E-AFE1-11D6-328CD613E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844" y="3451789"/>
                <a:ext cx="404983" cy="215444"/>
              </a:xfrm>
              <a:prstGeom prst="rect">
                <a:avLst/>
              </a:prstGeom>
              <a:blipFill>
                <a:blip r:embed="rId10"/>
                <a:stretch>
                  <a:fillRect l="-4478" r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79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606D390-BE3C-55C9-EA0D-761DD6A3DD86}"/>
              </a:ext>
            </a:extLst>
          </p:cNvPr>
          <p:cNvSpPr txBox="1"/>
          <p:nvPr/>
        </p:nvSpPr>
        <p:spPr>
          <a:xfrm>
            <a:off x="7633964" y="2294938"/>
            <a:ext cx="197624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CD181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4F7796-4D51-CBE1-06FB-43EF54907191}"/>
              </a:ext>
            </a:extLst>
          </p:cNvPr>
          <p:cNvSpPr txBox="1"/>
          <p:nvPr/>
        </p:nvSpPr>
        <p:spPr>
          <a:xfrm>
            <a:off x="9694780" y="2301373"/>
            <a:ext cx="197624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282BD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4DB693D-EE2A-2C98-EA5C-5D27B52549E2}"/>
              </a:ext>
            </a:extLst>
          </p:cNvPr>
          <p:cNvSpPr/>
          <p:nvPr/>
        </p:nvSpPr>
        <p:spPr>
          <a:xfrm>
            <a:off x="9694781" y="1104044"/>
            <a:ext cx="1976246" cy="1155956"/>
          </a:xfrm>
          <a:prstGeom prst="ellipse">
            <a:avLst/>
          </a:prstGeom>
          <a:solidFill>
            <a:srgbClr val="F3F3F4"/>
          </a:solidFill>
          <a:ln w="1905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FE4BB72-2A2F-3C30-6C43-7B78DBF4B7CA}"/>
              </a:ext>
            </a:extLst>
          </p:cNvPr>
          <p:cNvSpPr/>
          <p:nvPr/>
        </p:nvSpPr>
        <p:spPr>
          <a:xfrm>
            <a:off x="7633964" y="1102932"/>
            <a:ext cx="1976246" cy="1155956"/>
          </a:xfrm>
          <a:prstGeom prst="ellipse">
            <a:avLst/>
          </a:prstGeom>
          <a:solidFill>
            <a:srgbClr val="F3F3F4"/>
          </a:solidFill>
          <a:ln w="1905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A4387D5-3513-3CE7-9B36-BCCBAC57E0D6}"/>
              </a:ext>
            </a:extLst>
          </p:cNvPr>
          <p:cNvSpPr/>
          <p:nvPr/>
        </p:nvSpPr>
        <p:spPr>
          <a:xfrm>
            <a:off x="4977520" y="971073"/>
            <a:ext cx="2502886" cy="1464001"/>
          </a:xfrm>
          <a:prstGeom prst="ellipse">
            <a:avLst/>
          </a:prstGeom>
          <a:solidFill>
            <a:srgbClr val="EDEDED"/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721AF0A-103F-D654-9029-BF48B22672CA}"/>
              </a:ext>
            </a:extLst>
          </p:cNvPr>
          <p:cNvSpPr/>
          <p:nvPr/>
        </p:nvSpPr>
        <p:spPr>
          <a:xfrm>
            <a:off x="5316444" y="1154124"/>
            <a:ext cx="1826830" cy="1068559"/>
          </a:xfrm>
          <a:prstGeom prst="ellipse">
            <a:avLst/>
          </a:prstGeom>
          <a:solidFill>
            <a:srgbClr val="F3F3F4"/>
          </a:soli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7CC838-940D-701A-E32C-2F2EE72BB338}"/>
              </a:ext>
            </a:extLst>
          </p:cNvPr>
          <p:cNvSpPr txBox="1"/>
          <p:nvPr/>
        </p:nvSpPr>
        <p:spPr>
          <a:xfrm>
            <a:off x="2805095" y="2700370"/>
            <a:ext cx="231548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Second-order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3B19F-0999-292F-C234-7FDC6E054C8B}"/>
              </a:ext>
            </a:extLst>
          </p:cNvPr>
          <p:cNvSpPr txBox="1"/>
          <p:nvPr/>
        </p:nvSpPr>
        <p:spPr>
          <a:xfrm>
            <a:off x="8060519" y="2701944"/>
            <a:ext cx="318777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Negative-aware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664058-32FC-C794-EBEA-D0D694E63D7C}"/>
              </a:ext>
            </a:extLst>
          </p:cNvPr>
          <p:cNvSpPr txBox="1"/>
          <p:nvPr/>
        </p:nvSpPr>
        <p:spPr>
          <a:xfrm>
            <a:off x="12108393" y="1557554"/>
            <a:ext cx="363325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Curriculum Learning (NRCL)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7EB50A8-A26B-D877-AF2C-61CFBC9104F4}"/>
              </a:ext>
            </a:extLst>
          </p:cNvPr>
          <p:cNvSpPr/>
          <p:nvPr/>
        </p:nvSpPr>
        <p:spPr>
          <a:xfrm>
            <a:off x="1386695" y="5093981"/>
            <a:ext cx="716280" cy="42237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8D78EDF-1A32-F5F4-9292-6757BCE95BF8}"/>
              </a:ext>
            </a:extLst>
          </p:cNvPr>
          <p:cNvSpPr/>
          <p:nvPr/>
        </p:nvSpPr>
        <p:spPr>
          <a:xfrm>
            <a:off x="1421979" y="3109398"/>
            <a:ext cx="2258769" cy="1446658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>
            <a:extLst>
              <a:ext uri="{FF2B5EF4-FFF2-40B4-BE49-F238E27FC236}">
                <a16:creationId xmlns:a16="http://schemas.microsoft.com/office/drawing/2014/main" id="{4E4AD845-8904-D91F-7A1E-14959A3B4200}"/>
              </a:ext>
            </a:extLst>
          </p:cNvPr>
          <p:cNvSpPr/>
          <p:nvPr/>
        </p:nvSpPr>
        <p:spPr>
          <a:xfrm>
            <a:off x="3991640" y="1154124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595B21D7-B531-A87C-39E0-001A63BB387A}"/>
              </a:ext>
            </a:extLst>
          </p:cNvPr>
          <p:cNvSpPr/>
          <p:nvPr/>
        </p:nvSpPr>
        <p:spPr>
          <a:xfrm>
            <a:off x="3890040" y="1347431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立方体 16">
            <a:extLst>
              <a:ext uri="{FF2B5EF4-FFF2-40B4-BE49-F238E27FC236}">
                <a16:creationId xmlns:a16="http://schemas.microsoft.com/office/drawing/2014/main" id="{A7166D37-569D-0E3C-7F2A-A718099B3BCE}"/>
              </a:ext>
            </a:extLst>
          </p:cNvPr>
          <p:cNvSpPr/>
          <p:nvPr/>
        </p:nvSpPr>
        <p:spPr>
          <a:xfrm>
            <a:off x="3788440" y="1540738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立方体 17">
            <a:extLst>
              <a:ext uri="{FF2B5EF4-FFF2-40B4-BE49-F238E27FC236}">
                <a16:creationId xmlns:a16="http://schemas.microsoft.com/office/drawing/2014/main" id="{87A2EB94-85B4-CB8B-D0BD-35121EBF4CFC}"/>
              </a:ext>
            </a:extLst>
          </p:cNvPr>
          <p:cNvSpPr/>
          <p:nvPr/>
        </p:nvSpPr>
        <p:spPr>
          <a:xfrm>
            <a:off x="3686840" y="1734045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立方体 18">
            <a:extLst>
              <a:ext uri="{FF2B5EF4-FFF2-40B4-BE49-F238E27FC236}">
                <a16:creationId xmlns:a16="http://schemas.microsoft.com/office/drawing/2014/main" id="{876403F6-D3D0-221E-CF5C-54A2A2BB76C3}"/>
              </a:ext>
            </a:extLst>
          </p:cNvPr>
          <p:cNvSpPr/>
          <p:nvPr/>
        </p:nvSpPr>
        <p:spPr>
          <a:xfrm>
            <a:off x="3585240" y="1927354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4D4CD08-5F22-3B5F-3FDF-8D521FAA4F87}"/>
              </a:ext>
            </a:extLst>
          </p:cNvPr>
          <p:cNvGrpSpPr/>
          <p:nvPr/>
        </p:nvGrpSpPr>
        <p:grpSpPr>
          <a:xfrm>
            <a:off x="1325424" y="964754"/>
            <a:ext cx="1034132" cy="1072309"/>
            <a:chOff x="1190851" y="1193921"/>
            <a:chExt cx="1034132" cy="107230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55CC0614-8374-70B1-9F87-4A773D49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851" y="1193921"/>
              <a:ext cx="512363" cy="912616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04BF8CA-069B-CA60-7235-E8D136EC6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1293" y="123384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CB1CA97B-E5F0-7437-6777-0C7850186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35" y="1273764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5C06A53A-D2D8-7B28-4EEE-2858B7155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177" y="1313687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7668249-2816-1AF5-99EA-0A211D355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620" y="135361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105BC82-C0F9-B4DB-0579-08BA8F75F912}"/>
              </a:ext>
            </a:extLst>
          </p:cNvPr>
          <p:cNvCxnSpPr>
            <a:cxnSpLocks/>
          </p:cNvCxnSpPr>
          <p:nvPr/>
        </p:nvCxnSpPr>
        <p:spPr>
          <a:xfrm>
            <a:off x="2345266" y="1679382"/>
            <a:ext cx="2728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8C96BEC-41D5-4A58-9DD6-9B627FAC29BD}"/>
              </a:ext>
            </a:extLst>
          </p:cNvPr>
          <p:cNvSpPr txBox="1"/>
          <p:nvPr/>
        </p:nvSpPr>
        <p:spPr>
          <a:xfrm>
            <a:off x="3259108" y="331847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A54694-524A-927B-E3E9-8031E7D3D54F}"/>
              </a:ext>
            </a:extLst>
          </p:cNvPr>
          <p:cNvSpPr txBox="1"/>
          <p:nvPr/>
        </p:nvSpPr>
        <p:spPr>
          <a:xfrm>
            <a:off x="3259108" y="372760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9E416C0-0FA4-006D-369F-404EBC19DBB1}"/>
              </a:ext>
            </a:extLst>
          </p:cNvPr>
          <p:cNvSpPr txBox="1"/>
          <p:nvPr/>
        </p:nvSpPr>
        <p:spPr>
          <a:xfrm rot="16200000">
            <a:off x="1358324" y="411359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137ADC9-12FA-DBF3-5366-AB473785A0F1}"/>
              </a:ext>
            </a:extLst>
          </p:cNvPr>
          <p:cNvSpPr/>
          <p:nvPr/>
        </p:nvSpPr>
        <p:spPr>
          <a:xfrm>
            <a:off x="1209315" y="3022821"/>
            <a:ext cx="4145943" cy="3135819"/>
          </a:xfrm>
          <a:prstGeom prst="roundRect">
            <a:avLst>
              <a:gd name="adj" fmla="val 9024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676D7CE-5F85-E3A4-8349-B381F6E75C13}"/>
              </a:ext>
            </a:extLst>
          </p:cNvPr>
          <p:cNvSpPr txBox="1"/>
          <p:nvPr/>
        </p:nvSpPr>
        <p:spPr>
          <a:xfrm>
            <a:off x="1897139" y="3094178"/>
            <a:ext cx="1288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List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9EF65-D80F-EB5F-5E82-E70840DDFD99}"/>
              </a:ext>
            </a:extLst>
          </p:cNvPr>
          <p:cNvSpPr txBox="1"/>
          <p:nvPr/>
        </p:nvSpPr>
        <p:spPr>
          <a:xfrm>
            <a:off x="1342665" y="5859330"/>
            <a:ext cx="21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Information</a:t>
            </a:r>
          </a:p>
        </p:txBody>
      </p:sp>
      <p:sp>
        <p:nvSpPr>
          <p:cNvPr id="33" name="立方体 32">
            <a:extLst>
              <a:ext uri="{FF2B5EF4-FFF2-40B4-BE49-F238E27FC236}">
                <a16:creationId xmlns:a16="http://schemas.microsoft.com/office/drawing/2014/main" id="{130AE6B0-7E1A-87D1-C7D7-6BBA9417303B}"/>
              </a:ext>
            </a:extLst>
          </p:cNvPr>
          <p:cNvSpPr/>
          <p:nvPr/>
        </p:nvSpPr>
        <p:spPr>
          <a:xfrm>
            <a:off x="2632724" y="889453"/>
            <a:ext cx="602686" cy="1512669"/>
          </a:xfrm>
          <a:prstGeom prst="cube">
            <a:avLst>
              <a:gd name="adj" fmla="val 6759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立方体 33">
            <a:extLst>
              <a:ext uri="{FF2B5EF4-FFF2-40B4-BE49-F238E27FC236}">
                <a16:creationId xmlns:a16="http://schemas.microsoft.com/office/drawing/2014/main" id="{D558793C-0DA5-4C65-0EEB-EE0E0FA873DD}"/>
              </a:ext>
            </a:extLst>
          </p:cNvPr>
          <p:cNvSpPr/>
          <p:nvPr/>
        </p:nvSpPr>
        <p:spPr>
          <a:xfrm>
            <a:off x="2900780" y="1117207"/>
            <a:ext cx="453223" cy="1087641"/>
          </a:xfrm>
          <a:prstGeom prst="cube">
            <a:avLst>
              <a:gd name="adj" fmla="val 5974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立方体 34">
            <a:extLst>
              <a:ext uri="{FF2B5EF4-FFF2-40B4-BE49-F238E27FC236}">
                <a16:creationId xmlns:a16="http://schemas.microsoft.com/office/drawing/2014/main" id="{B11E963C-F794-0485-1D24-1E0D126EFAC2}"/>
              </a:ext>
            </a:extLst>
          </p:cNvPr>
          <p:cNvSpPr/>
          <p:nvPr/>
        </p:nvSpPr>
        <p:spPr>
          <a:xfrm>
            <a:off x="3144638" y="1283310"/>
            <a:ext cx="362063" cy="694899"/>
          </a:xfrm>
          <a:prstGeom prst="cube">
            <a:avLst>
              <a:gd name="adj" fmla="val 59143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D47ACD3-1768-27A6-C8C9-02CB43C409DD}"/>
              </a:ext>
            </a:extLst>
          </p:cNvPr>
          <p:cNvCxnSpPr>
            <a:cxnSpLocks/>
          </p:cNvCxnSpPr>
          <p:nvPr/>
        </p:nvCxnSpPr>
        <p:spPr>
          <a:xfrm>
            <a:off x="3420019" y="1679380"/>
            <a:ext cx="3345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C53A093F-2003-FCB9-2B7E-7EE324D1A854}"/>
              </a:ext>
            </a:extLst>
          </p:cNvPr>
          <p:cNvSpPr/>
          <p:nvPr/>
        </p:nvSpPr>
        <p:spPr>
          <a:xfrm rot="5400000">
            <a:off x="2484936" y="3651321"/>
            <a:ext cx="194611" cy="1232034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B366360-44FE-218D-DDA2-61D9266187EC}"/>
              </a:ext>
            </a:extLst>
          </p:cNvPr>
          <p:cNvSpPr txBox="1"/>
          <p:nvPr/>
        </p:nvSpPr>
        <p:spPr>
          <a:xfrm>
            <a:off x="1867809" y="4279970"/>
            <a:ext cx="14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Top-K Neighbor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B9A55D4-EA8A-6291-7765-9F1584BAAAB9}"/>
              </a:ext>
            </a:extLst>
          </p:cNvPr>
          <p:cNvCxnSpPr>
            <a:cxnSpLocks/>
            <a:stCxn id="101" idx="6"/>
            <a:endCxn id="97" idx="2"/>
          </p:cNvCxnSpPr>
          <p:nvPr/>
        </p:nvCxnSpPr>
        <p:spPr>
          <a:xfrm flipV="1">
            <a:off x="5626704" y="1652713"/>
            <a:ext cx="417271" cy="64934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F7D111B-0941-08E8-1B51-AE0264307C1D}"/>
              </a:ext>
            </a:extLst>
          </p:cNvPr>
          <p:cNvCxnSpPr>
            <a:cxnSpLocks/>
            <a:stCxn id="100" idx="5"/>
            <a:endCxn id="97" idx="1"/>
          </p:cNvCxnSpPr>
          <p:nvPr/>
        </p:nvCxnSpPr>
        <p:spPr>
          <a:xfrm>
            <a:off x="5895892" y="1429707"/>
            <a:ext cx="179692" cy="17709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18E6E7-69F2-FDFA-32CA-EDA103D9763A}"/>
              </a:ext>
            </a:extLst>
          </p:cNvPr>
          <p:cNvCxnSpPr>
            <a:cxnSpLocks/>
            <a:stCxn id="96" idx="3"/>
            <a:endCxn id="97" idx="0"/>
          </p:cNvCxnSpPr>
          <p:nvPr/>
        </p:nvCxnSpPr>
        <p:spPr>
          <a:xfrm flipH="1">
            <a:off x="6151897" y="1351764"/>
            <a:ext cx="216341" cy="236014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66D92B4-4715-FA50-6642-3718BCE1A5C2}"/>
              </a:ext>
            </a:extLst>
          </p:cNvPr>
          <p:cNvCxnSpPr>
            <a:cxnSpLocks/>
            <a:stCxn id="98" idx="2"/>
            <a:endCxn id="97" idx="6"/>
          </p:cNvCxnSpPr>
          <p:nvPr/>
        </p:nvCxnSpPr>
        <p:spPr>
          <a:xfrm flipH="1">
            <a:off x="6259819" y="1586172"/>
            <a:ext cx="503437" cy="6654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36888AF-C4DD-BDA7-3E3A-7F57F917E11E}"/>
              </a:ext>
            </a:extLst>
          </p:cNvPr>
          <p:cNvCxnSpPr>
            <a:cxnSpLocks/>
            <a:stCxn id="99" idx="1"/>
            <a:endCxn id="97" idx="4"/>
          </p:cNvCxnSpPr>
          <p:nvPr/>
        </p:nvCxnSpPr>
        <p:spPr>
          <a:xfrm flipH="1" flipV="1">
            <a:off x="6151897" y="1717646"/>
            <a:ext cx="157621" cy="303588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9D917F2-4D6D-66F2-F921-36ACACB020FB}"/>
              </a:ext>
            </a:extLst>
          </p:cNvPr>
          <p:cNvCxnSpPr>
            <a:cxnSpLocks/>
            <a:stCxn id="103" idx="0"/>
            <a:endCxn id="98" idx="5"/>
          </p:cNvCxnSpPr>
          <p:nvPr/>
        </p:nvCxnSpPr>
        <p:spPr>
          <a:xfrm flipH="1" flipV="1">
            <a:off x="6947490" y="1632088"/>
            <a:ext cx="131981" cy="364712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A778AA6-CFC2-2357-CACA-5226D518A1B6}"/>
              </a:ext>
            </a:extLst>
          </p:cNvPr>
          <p:cNvCxnSpPr>
            <a:cxnSpLocks/>
            <a:stCxn id="105" idx="7"/>
            <a:endCxn id="99" idx="2"/>
          </p:cNvCxnSpPr>
          <p:nvPr/>
        </p:nvCxnSpPr>
        <p:spPr>
          <a:xfrm flipV="1">
            <a:off x="5954128" y="2067150"/>
            <a:ext cx="323780" cy="177332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F4EBCDC-B45C-7578-0E80-67BF07B4D03A}"/>
              </a:ext>
            </a:extLst>
          </p:cNvPr>
          <p:cNvCxnSpPr>
            <a:cxnSpLocks/>
            <a:stCxn id="104" idx="5"/>
            <a:endCxn id="101" idx="1"/>
          </p:cNvCxnSpPr>
          <p:nvPr/>
        </p:nvCxnSpPr>
        <p:spPr>
          <a:xfrm>
            <a:off x="5322589" y="1440172"/>
            <a:ext cx="119881" cy="23156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C5A91B6-CF82-409B-7BFA-25FABBB8C01C}"/>
              </a:ext>
            </a:extLst>
          </p:cNvPr>
          <p:cNvCxnSpPr>
            <a:cxnSpLocks/>
            <a:stCxn id="99" idx="6"/>
            <a:endCxn id="103" idx="2"/>
          </p:cNvCxnSpPr>
          <p:nvPr/>
        </p:nvCxnSpPr>
        <p:spPr>
          <a:xfrm flipV="1">
            <a:off x="6493752" y="2061734"/>
            <a:ext cx="477797" cy="5416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592247E-FDDD-8C58-2B28-F37165204D18}"/>
              </a:ext>
            </a:extLst>
          </p:cNvPr>
          <p:cNvCxnSpPr>
            <a:cxnSpLocks/>
            <a:stCxn id="102" idx="0"/>
            <a:endCxn id="101" idx="3"/>
          </p:cNvCxnSpPr>
          <p:nvPr/>
        </p:nvCxnSpPr>
        <p:spPr>
          <a:xfrm flipV="1">
            <a:off x="5291465" y="1763562"/>
            <a:ext cx="151005" cy="19519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7E2BF97-AE60-05F3-20B3-E9049DEF0B11}"/>
              </a:ext>
            </a:extLst>
          </p:cNvPr>
          <p:cNvCxnSpPr>
            <a:cxnSpLocks/>
            <a:stCxn id="106" idx="1"/>
            <a:endCxn id="99" idx="5"/>
          </p:cNvCxnSpPr>
          <p:nvPr/>
        </p:nvCxnSpPr>
        <p:spPr>
          <a:xfrm flipH="1" flipV="1">
            <a:off x="6462142" y="2113065"/>
            <a:ext cx="97747" cy="14025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7229B343-07EC-C9A6-6C5C-F57342D9ED61}"/>
              </a:ext>
            </a:extLst>
          </p:cNvPr>
          <p:cNvSpPr/>
          <p:nvPr/>
        </p:nvSpPr>
        <p:spPr>
          <a:xfrm>
            <a:off x="1470145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E4CA66A1-DA83-32AE-B35C-8DDBE521BE72}"/>
              </a:ext>
            </a:extLst>
          </p:cNvPr>
          <p:cNvSpPr/>
          <p:nvPr/>
        </p:nvSpPr>
        <p:spPr>
          <a:xfrm>
            <a:off x="1480115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56EE7E0C-A9A7-2129-9081-D54047D1D159}"/>
              </a:ext>
            </a:extLst>
          </p:cNvPr>
          <p:cNvSpPr/>
          <p:nvPr/>
        </p:nvSpPr>
        <p:spPr>
          <a:xfrm>
            <a:off x="1892530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A57CC178-216E-FF35-6E59-6FD98BC97CCA}"/>
              </a:ext>
            </a:extLst>
          </p:cNvPr>
          <p:cNvSpPr/>
          <p:nvPr/>
        </p:nvSpPr>
        <p:spPr>
          <a:xfrm>
            <a:off x="2248222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1C60F7EF-C54B-6989-AC0C-B7A2C28B076D}"/>
              </a:ext>
            </a:extLst>
          </p:cNvPr>
          <p:cNvSpPr/>
          <p:nvPr/>
        </p:nvSpPr>
        <p:spPr>
          <a:xfrm>
            <a:off x="2603914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62D46A78-8A21-8B4F-D92E-ECAD3E7DB1C5}"/>
              </a:ext>
            </a:extLst>
          </p:cNvPr>
          <p:cNvSpPr/>
          <p:nvPr/>
        </p:nvSpPr>
        <p:spPr>
          <a:xfrm>
            <a:off x="2959606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3F9CA91-CF66-E3F5-1183-3CA3C5A23F90}"/>
              </a:ext>
            </a:extLst>
          </p:cNvPr>
          <p:cNvSpPr/>
          <p:nvPr/>
        </p:nvSpPr>
        <p:spPr>
          <a:xfrm>
            <a:off x="1893399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8CBFEEE7-816C-EC89-A90C-0430E1260003}"/>
              </a:ext>
            </a:extLst>
          </p:cNvPr>
          <p:cNvSpPr/>
          <p:nvPr/>
        </p:nvSpPr>
        <p:spPr>
          <a:xfrm>
            <a:off x="2249091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702DE0F-8E15-561B-DF57-407DD8A1261C}"/>
              </a:ext>
            </a:extLst>
          </p:cNvPr>
          <p:cNvSpPr/>
          <p:nvPr/>
        </p:nvSpPr>
        <p:spPr>
          <a:xfrm>
            <a:off x="2604783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BC166557-5B7D-56B2-AFC3-4DC8AAB49E4E}"/>
              </a:ext>
            </a:extLst>
          </p:cNvPr>
          <p:cNvSpPr/>
          <p:nvPr/>
        </p:nvSpPr>
        <p:spPr>
          <a:xfrm>
            <a:off x="2960475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D9C9B19-1C81-CB26-AEC3-28E93099F608}"/>
              </a:ext>
            </a:extLst>
          </p:cNvPr>
          <p:cNvCxnSpPr>
            <a:cxnSpLocks/>
            <a:stCxn id="117" idx="2"/>
            <a:endCxn id="62" idx="4"/>
          </p:cNvCxnSpPr>
          <p:nvPr/>
        </p:nvCxnSpPr>
        <p:spPr>
          <a:xfrm flipH="1" flipV="1">
            <a:off x="1568898" y="5441287"/>
            <a:ext cx="492370" cy="20158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86F6F07-F838-BC1F-D2CA-4C08C02F62C9}"/>
              </a:ext>
            </a:extLst>
          </p:cNvPr>
          <p:cNvCxnSpPr>
            <a:cxnSpLocks/>
            <a:stCxn id="118" idx="6"/>
            <a:endCxn id="64" idx="0"/>
          </p:cNvCxnSpPr>
          <p:nvPr/>
        </p:nvCxnSpPr>
        <p:spPr>
          <a:xfrm>
            <a:off x="2359718" y="4941258"/>
            <a:ext cx="475755" cy="201579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DF52FC5F-6739-7728-ECB8-479F683DFC8D}"/>
              </a:ext>
            </a:extLst>
          </p:cNvPr>
          <p:cNvSpPr/>
          <p:nvPr/>
        </p:nvSpPr>
        <p:spPr>
          <a:xfrm>
            <a:off x="1419673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6424E5A-05CD-C589-9214-EABA1E1470B1}"/>
              </a:ext>
            </a:extLst>
          </p:cNvPr>
          <p:cNvSpPr/>
          <p:nvPr/>
        </p:nvSpPr>
        <p:spPr>
          <a:xfrm>
            <a:off x="2337855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172EAF99-DB05-9B6D-63C6-BB87DAD9D67F}"/>
              </a:ext>
            </a:extLst>
          </p:cNvPr>
          <p:cNvSpPr/>
          <p:nvPr/>
        </p:nvSpPr>
        <p:spPr>
          <a:xfrm>
            <a:off x="2686248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F20900C-5EDF-FB9C-7031-B2A1A00B7422}"/>
              </a:ext>
            </a:extLst>
          </p:cNvPr>
          <p:cNvCxnSpPr>
            <a:cxnSpLocks/>
            <a:stCxn id="117" idx="6"/>
            <a:endCxn id="63" idx="4"/>
          </p:cNvCxnSpPr>
          <p:nvPr/>
        </p:nvCxnSpPr>
        <p:spPr>
          <a:xfrm flipV="1">
            <a:off x="2359718" y="5441287"/>
            <a:ext cx="127362" cy="2015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B01FBD2-6423-FF5B-472C-997DC36ADA4D}"/>
              </a:ext>
            </a:extLst>
          </p:cNvPr>
          <p:cNvCxnSpPr>
            <a:cxnSpLocks/>
            <a:stCxn id="118" idx="2"/>
            <a:endCxn id="116" idx="0"/>
          </p:cNvCxnSpPr>
          <p:nvPr/>
        </p:nvCxnSpPr>
        <p:spPr>
          <a:xfrm flipH="1">
            <a:off x="1917292" y="4941258"/>
            <a:ext cx="143976" cy="201579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B13907DB-D6DE-D3BE-61BE-75009473EFC0}"/>
              </a:ext>
            </a:extLst>
          </p:cNvPr>
          <p:cNvCxnSpPr>
            <a:cxnSpLocks/>
            <a:stCxn id="117" idx="2"/>
            <a:endCxn id="116" idx="4"/>
          </p:cNvCxnSpPr>
          <p:nvPr/>
        </p:nvCxnSpPr>
        <p:spPr>
          <a:xfrm flipH="1" flipV="1">
            <a:off x="1917292" y="5441287"/>
            <a:ext cx="143976" cy="20158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4342893-1B3F-D045-A574-697BDD08533C}"/>
              </a:ext>
            </a:extLst>
          </p:cNvPr>
          <p:cNvCxnSpPr>
            <a:cxnSpLocks/>
            <a:stCxn id="118" idx="2"/>
            <a:endCxn id="62" idx="0"/>
          </p:cNvCxnSpPr>
          <p:nvPr/>
        </p:nvCxnSpPr>
        <p:spPr>
          <a:xfrm flipH="1">
            <a:off x="1568898" y="4941258"/>
            <a:ext cx="492370" cy="201579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弧形 68">
            <a:extLst>
              <a:ext uri="{FF2B5EF4-FFF2-40B4-BE49-F238E27FC236}">
                <a16:creationId xmlns:a16="http://schemas.microsoft.com/office/drawing/2014/main" id="{F7C6F9F6-C864-C470-36A5-95A832A359F3}"/>
              </a:ext>
            </a:extLst>
          </p:cNvPr>
          <p:cNvSpPr/>
          <p:nvPr/>
        </p:nvSpPr>
        <p:spPr>
          <a:xfrm>
            <a:off x="1983856" y="4655731"/>
            <a:ext cx="287485" cy="302646"/>
          </a:xfrm>
          <a:prstGeom prst="arc">
            <a:avLst>
              <a:gd name="adj1" fmla="val 6936041"/>
              <a:gd name="adj2" fmla="val 21348724"/>
            </a:avLst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E8377BD-8723-CDD5-4B33-E5394390C822}"/>
              </a:ext>
            </a:extLst>
          </p:cNvPr>
          <p:cNvCxnSpPr>
            <a:cxnSpLocks/>
            <a:stCxn id="117" idx="0"/>
            <a:endCxn id="118" idx="4"/>
          </p:cNvCxnSpPr>
          <p:nvPr/>
        </p:nvCxnSpPr>
        <p:spPr>
          <a:xfrm flipV="1">
            <a:off x="2210493" y="5090483"/>
            <a:ext cx="0" cy="403159"/>
          </a:xfrm>
          <a:prstGeom prst="straightConnector1">
            <a:avLst/>
          </a:prstGeom>
          <a:ln w="19050">
            <a:solidFill>
              <a:srgbClr val="BF9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弧形 70">
            <a:extLst>
              <a:ext uri="{FF2B5EF4-FFF2-40B4-BE49-F238E27FC236}">
                <a16:creationId xmlns:a16="http://schemas.microsoft.com/office/drawing/2014/main" id="{39D88B8A-3932-AC2B-D6FD-166CF7659D20}"/>
              </a:ext>
            </a:extLst>
          </p:cNvPr>
          <p:cNvSpPr/>
          <p:nvPr/>
        </p:nvSpPr>
        <p:spPr>
          <a:xfrm>
            <a:off x="1978374" y="5642867"/>
            <a:ext cx="287485" cy="302646"/>
          </a:xfrm>
          <a:prstGeom prst="arc">
            <a:avLst>
              <a:gd name="adj1" fmla="val 21095381"/>
              <a:gd name="adj2" fmla="val 14986908"/>
            </a:avLst>
          </a:prstGeom>
          <a:ln w="19050">
            <a:solidFill>
              <a:srgbClr val="BF9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B3CADF0-40F3-8424-3700-CA33C8109339}"/>
              </a:ext>
            </a:extLst>
          </p:cNvPr>
          <p:cNvCxnSpPr>
            <a:cxnSpLocks/>
          </p:cNvCxnSpPr>
          <p:nvPr/>
        </p:nvCxnSpPr>
        <p:spPr>
          <a:xfrm>
            <a:off x="4609427" y="1679380"/>
            <a:ext cx="3012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B298531-9D60-33AB-5FD4-A256E11C892A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7159939" y="1680910"/>
            <a:ext cx="4740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7D142DC6-8369-664F-9267-E3BA2C317902}"/>
              </a:ext>
            </a:extLst>
          </p:cNvPr>
          <p:cNvCxnSpPr>
            <a:cxnSpLocks/>
            <a:stCxn id="83" idx="4"/>
            <a:endCxn id="80" idx="0"/>
          </p:cNvCxnSpPr>
          <p:nvPr/>
        </p:nvCxnSpPr>
        <p:spPr>
          <a:xfrm>
            <a:off x="10287517" y="1491708"/>
            <a:ext cx="369698" cy="131744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A1583E10-1C14-3DDC-C406-B43D95303785}"/>
              </a:ext>
            </a:extLst>
          </p:cNvPr>
          <p:cNvCxnSpPr>
            <a:cxnSpLocks/>
            <a:stCxn id="83" idx="7"/>
            <a:endCxn id="78" idx="2"/>
          </p:cNvCxnSpPr>
          <p:nvPr/>
        </p:nvCxnSpPr>
        <p:spPr>
          <a:xfrm flipV="1">
            <a:off x="10372414" y="1356342"/>
            <a:ext cx="490314" cy="30343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6C14CD2-36A8-195F-EFD3-18E20393B137}"/>
              </a:ext>
            </a:extLst>
          </p:cNvPr>
          <p:cNvCxnSpPr>
            <a:cxnSpLocks/>
            <a:stCxn id="79" idx="6"/>
            <a:endCxn id="80" idx="3"/>
          </p:cNvCxnSpPr>
          <p:nvPr/>
        </p:nvCxnSpPr>
        <p:spPr>
          <a:xfrm flipV="1">
            <a:off x="10072943" y="1728475"/>
            <a:ext cx="499374" cy="18020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DC06A4C-B190-5D23-BBD3-6C1466D9DD0A}"/>
              </a:ext>
            </a:extLst>
          </p:cNvPr>
          <p:cNvCxnSpPr>
            <a:cxnSpLocks/>
            <a:stCxn id="79" idx="4"/>
            <a:endCxn id="82" idx="2"/>
          </p:cNvCxnSpPr>
          <p:nvPr/>
        </p:nvCxnSpPr>
        <p:spPr>
          <a:xfrm>
            <a:off x="9952881" y="1808016"/>
            <a:ext cx="844520" cy="269611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椭圆 77">
            <a:extLst>
              <a:ext uri="{FF2B5EF4-FFF2-40B4-BE49-F238E27FC236}">
                <a16:creationId xmlns:a16="http://schemas.microsoft.com/office/drawing/2014/main" id="{3BA9AEE3-5EBD-DC0C-D397-9CB53A018D66}"/>
              </a:ext>
            </a:extLst>
          </p:cNvPr>
          <p:cNvSpPr/>
          <p:nvPr/>
        </p:nvSpPr>
        <p:spPr>
          <a:xfrm>
            <a:off x="10862727" y="1294821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39667249-D453-260B-874C-F78E46A9C209}"/>
              </a:ext>
            </a:extLst>
          </p:cNvPr>
          <p:cNvSpPr/>
          <p:nvPr/>
        </p:nvSpPr>
        <p:spPr>
          <a:xfrm>
            <a:off x="9832818" y="1684974"/>
            <a:ext cx="240125" cy="123042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D6963081-80AB-7A85-59FD-4332BF906596}"/>
              </a:ext>
            </a:extLst>
          </p:cNvPr>
          <p:cNvSpPr/>
          <p:nvPr/>
        </p:nvSpPr>
        <p:spPr>
          <a:xfrm>
            <a:off x="10537152" y="1623452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E61DA76C-B36E-8712-0AD9-00CE4D8DE300}"/>
              </a:ext>
            </a:extLst>
          </p:cNvPr>
          <p:cNvSpPr/>
          <p:nvPr/>
        </p:nvSpPr>
        <p:spPr>
          <a:xfrm>
            <a:off x="11337347" y="1560410"/>
            <a:ext cx="240125" cy="1230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3EF958D-3316-DD55-2830-018B90EC646C}"/>
              </a:ext>
            </a:extLst>
          </p:cNvPr>
          <p:cNvSpPr/>
          <p:nvPr/>
        </p:nvSpPr>
        <p:spPr>
          <a:xfrm>
            <a:off x="10797401" y="2016106"/>
            <a:ext cx="240125" cy="1230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30FC3FE1-5CDF-66BD-C422-EAFCA0CD5631}"/>
              </a:ext>
            </a:extLst>
          </p:cNvPr>
          <p:cNvSpPr/>
          <p:nvPr/>
        </p:nvSpPr>
        <p:spPr>
          <a:xfrm>
            <a:off x="10167454" y="1368666"/>
            <a:ext cx="240125" cy="1230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F0AA486-4C0F-AB34-57EA-99E9D84E264C}"/>
              </a:ext>
            </a:extLst>
          </p:cNvPr>
          <p:cNvCxnSpPr>
            <a:cxnSpLocks/>
            <a:stCxn id="93" idx="1"/>
            <a:endCxn id="95" idx="4"/>
          </p:cNvCxnSpPr>
          <p:nvPr/>
        </p:nvCxnSpPr>
        <p:spPr>
          <a:xfrm flipH="1" flipV="1">
            <a:off x="8590638" y="1736056"/>
            <a:ext cx="175351" cy="287631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8B3871D7-8F0C-E50D-7979-7511D3897FBE}"/>
              </a:ext>
            </a:extLst>
          </p:cNvPr>
          <p:cNvCxnSpPr>
            <a:cxnSpLocks/>
            <a:stCxn id="95" idx="0"/>
            <a:endCxn id="90" idx="3"/>
          </p:cNvCxnSpPr>
          <p:nvPr/>
        </p:nvCxnSpPr>
        <p:spPr>
          <a:xfrm flipV="1">
            <a:off x="8590638" y="1389406"/>
            <a:ext cx="240677" cy="223608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D7510948-78FD-4BFF-3E8E-9B2A3526E240}"/>
              </a:ext>
            </a:extLst>
          </p:cNvPr>
          <p:cNvCxnSpPr>
            <a:cxnSpLocks/>
            <a:stCxn id="95" idx="6"/>
            <a:endCxn id="92" idx="2"/>
          </p:cNvCxnSpPr>
          <p:nvPr/>
        </p:nvCxnSpPr>
        <p:spPr>
          <a:xfrm flipV="1">
            <a:off x="8710700" y="1611493"/>
            <a:ext cx="560070" cy="63042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4A2CD95A-DC70-911C-37D7-9C8A1973E95D}"/>
              </a:ext>
            </a:extLst>
          </p:cNvPr>
          <p:cNvCxnSpPr>
            <a:cxnSpLocks/>
            <a:stCxn id="91" idx="0"/>
            <a:endCxn id="94" idx="3"/>
          </p:cNvCxnSpPr>
          <p:nvPr/>
        </p:nvCxnSpPr>
        <p:spPr>
          <a:xfrm flipV="1">
            <a:off x="7886303" y="1463251"/>
            <a:ext cx="249739" cy="211284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3A9FF4DF-165E-C2C7-763D-4B198778018C}"/>
              </a:ext>
            </a:extLst>
          </p:cNvPr>
          <p:cNvCxnSpPr>
            <a:cxnSpLocks/>
            <a:stCxn id="92" idx="0"/>
            <a:endCxn id="90" idx="6"/>
          </p:cNvCxnSpPr>
          <p:nvPr/>
        </p:nvCxnSpPr>
        <p:spPr>
          <a:xfrm flipH="1" flipV="1">
            <a:off x="9036275" y="1345903"/>
            <a:ext cx="354557" cy="204068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8593B542-492C-272A-81CF-F04F258AF409}"/>
              </a:ext>
            </a:extLst>
          </p:cNvPr>
          <p:cNvCxnSpPr>
            <a:cxnSpLocks/>
            <a:stCxn id="93" idx="7"/>
            <a:endCxn id="92" idx="4"/>
          </p:cNvCxnSpPr>
          <p:nvPr/>
        </p:nvCxnSpPr>
        <p:spPr>
          <a:xfrm flipV="1">
            <a:off x="8935783" y="1673013"/>
            <a:ext cx="455049" cy="350673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>
            <a:extLst>
              <a:ext uri="{FF2B5EF4-FFF2-40B4-BE49-F238E27FC236}">
                <a16:creationId xmlns:a16="http://schemas.microsoft.com/office/drawing/2014/main" id="{AEF88BB8-CA87-0ECE-CAA2-CE6729D83A34}"/>
              </a:ext>
            </a:extLst>
          </p:cNvPr>
          <p:cNvSpPr/>
          <p:nvPr/>
        </p:nvSpPr>
        <p:spPr>
          <a:xfrm>
            <a:off x="8796150" y="1284382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7277D50E-1B7C-E8D3-9E0B-9C9DDCCCB907}"/>
              </a:ext>
            </a:extLst>
          </p:cNvPr>
          <p:cNvSpPr/>
          <p:nvPr/>
        </p:nvSpPr>
        <p:spPr>
          <a:xfrm>
            <a:off x="7766241" y="1674535"/>
            <a:ext cx="240125" cy="123042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822A15A-1729-2314-FC00-5C8A4DD49EE5}"/>
              </a:ext>
            </a:extLst>
          </p:cNvPr>
          <p:cNvSpPr/>
          <p:nvPr/>
        </p:nvSpPr>
        <p:spPr>
          <a:xfrm>
            <a:off x="9270770" y="1549971"/>
            <a:ext cx="240125" cy="1230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E79C93D5-A965-9EA5-6824-81981276B3AC}"/>
              </a:ext>
            </a:extLst>
          </p:cNvPr>
          <p:cNvSpPr/>
          <p:nvPr/>
        </p:nvSpPr>
        <p:spPr>
          <a:xfrm>
            <a:off x="8730824" y="2005667"/>
            <a:ext cx="240125" cy="1230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8BF2A2A-D122-BB49-033B-07CE671218F4}"/>
              </a:ext>
            </a:extLst>
          </p:cNvPr>
          <p:cNvSpPr/>
          <p:nvPr/>
        </p:nvSpPr>
        <p:spPr>
          <a:xfrm>
            <a:off x="8100877" y="1358227"/>
            <a:ext cx="240125" cy="1230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EBB376E-6BBF-EE5A-EB89-8BF694B2EEAE}"/>
              </a:ext>
            </a:extLst>
          </p:cNvPr>
          <p:cNvSpPr/>
          <p:nvPr/>
        </p:nvSpPr>
        <p:spPr>
          <a:xfrm>
            <a:off x="8470575" y="1613014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6847B2E-40DC-0F6C-7D4B-CD3DD6965ABC}"/>
              </a:ext>
            </a:extLst>
          </p:cNvPr>
          <p:cNvSpPr/>
          <p:nvPr/>
        </p:nvSpPr>
        <p:spPr>
          <a:xfrm>
            <a:off x="6336628" y="1240916"/>
            <a:ext cx="215844" cy="129868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AD17C727-C021-76F2-ED24-340EAC39624A}"/>
              </a:ext>
            </a:extLst>
          </p:cNvPr>
          <p:cNvSpPr/>
          <p:nvPr/>
        </p:nvSpPr>
        <p:spPr>
          <a:xfrm>
            <a:off x="6043975" y="1587779"/>
            <a:ext cx="215844" cy="129868"/>
          </a:xfrm>
          <a:prstGeom prst="ellipse">
            <a:avLst/>
          </a:prstGeom>
          <a:solidFill>
            <a:srgbClr val="AFF8FF"/>
          </a:solidFill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6D8CE4E-0E11-0838-214B-C2B9FE90417F}"/>
              </a:ext>
            </a:extLst>
          </p:cNvPr>
          <p:cNvSpPr/>
          <p:nvPr/>
        </p:nvSpPr>
        <p:spPr>
          <a:xfrm>
            <a:off x="6763256" y="1521239"/>
            <a:ext cx="215844" cy="1298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20FCFC28-318A-0A17-617F-7CA5A2DF9C10}"/>
              </a:ext>
            </a:extLst>
          </p:cNvPr>
          <p:cNvSpPr/>
          <p:nvPr/>
        </p:nvSpPr>
        <p:spPr>
          <a:xfrm>
            <a:off x="6277908" y="2002216"/>
            <a:ext cx="215844" cy="12986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6A44F50-6A6F-4383-1DEB-6CD85DEE9A2D}"/>
              </a:ext>
            </a:extLst>
          </p:cNvPr>
          <p:cNvSpPr/>
          <p:nvPr/>
        </p:nvSpPr>
        <p:spPr>
          <a:xfrm>
            <a:off x="5711659" y="1318858"/>
            <a:ext cx="215844" cy="1298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DB86EFF5-0457-7F98-FEFF-2AAE43C444AA}"/>
              </a:ext>
            </a:extLst>
          </p:cNvPr>
          <p:cNvSpPr/>
          <p:nvPr/>
        </p:nvSpPr>
        <p:spPr>
          <a:xfrm>
            <a:off x="5410860" y="1652713"/>
            <a:ext cx="215844" cy="129868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ED67A8D5-87CC-3CAA-2BC3-D1B87458B614}"/>
              </a:ext>
            </a:extLst>
          </p:cNvPr>
          <p:cNvSpPr/>
          <p:nvPr/>
        </p:nvSpPr>
        <p:spPr>
          <a:xfrm>
            <a:off x="5183543" y="1958753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8BB07D2F-E2AD-D57D-0DEC-4079A90ECBF7}"/>
              </a:ext>
            </a:extLst>
          </p:cNvPr>
          <p:cNvSpPr/>
          <p:nvPr/>
        </p:nvSpPr>
        <p:spPr>
          <a:xfrm>
            <a:off x="6971549" y="1996800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A943381-9D9C-75D9-C0D5-0A19DB7F7791}"/>
              </a:ext>
            </a:extLst>
          </p:cNvPr>
          <p:cNvSpPr/>
          <p:nvPr/>
        </p:nvSpPr>
        <p:spPr>
          <a:xfrm>
            <a:off x="5138355" y="1329323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FECC5A5D-DA62-8DF7-26A0-E47B77E600AB}"/>
              </a:ext>
            </a:extLst>
          </p:cNvPr>
          <p:cNvSpPr/>
          <p:nvPr/>
        </p:nvSpPr>
        <p:spPr>
          <a:xfrm>
            <a:off x="5769894" y="2225463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3BA8999-B4E9-A81F-0B40-60AB6C655210}"/>
              </a:ext>
            </a:extLst>
          </p:cNvPr>
          <p:cNvSpPr/>
          <p:nvPr/>
        </p:nvSpPr>
        <p:spPr>
          <a:xfrm>
            <a:off x="6528279" y="2234296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DD1A6A68-E644-9336-7BC7-B2F0CAE51454}"/>
              </a:ext>
            </a:extLst>
          </p:cNvPr>
          <p:cNvSpPr/>
          <p:nvPr/>
        </p:nvSpPr>
        <p:spPr>
          <a:xfrm>
            <a:off x="1482887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F9BE0E10-D586-5269-9B82-7BA7812740BE}"/>
              </a:ext>
            </a:extLst>
          </p:cNvPr>
          <p:cNvSpPr/>
          <p:nvPr/>
        </p:nvSpPr>
        <p:spPr>
          <a:xfrm>
            <a:off x="1492857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D765060D-2F91-F4A5-7AAB-50800EA417CF}"/>
              </a:ext>
            </a:extLst>
          </p:cNvPr>
          <p:cNvSpPr/>
          <p:nvPr/>
        </p:nvSpPr>
        <p:spPr>
          <a:xfrm>
            <a:off x="1905272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FA7C0695-9B35-6048-43F4-351FA2F758B4}"/>
              </a:ext>
            </a:extLst>
          </p:cNvPr>
          <p:cNvSpPr/>
          <p:nvPr/>
        </p:nvSpPr>
        <p:spPr>
          <a:xfrm>
            <a:off x="1906141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09FA1DF5-7975-D83C-E01C-80233F5DD4AE}"/>
              </a:ext>
            </a:extLst>
          </p:cNvPr>
          <p:cNvSpPr/>
          <p:nvPr/>
        </p:nvSpPr>
        <p:spPr>
          <a:xfrm>
            <a:off x="2261833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BAAF32FD-E49A-72E9-B7E1-66E785AC7664}"/>
              </a:ext>
            </a:extLst>
          </p:cNvPr>
          <p:cNvCxnSpPr>
            <a:cxnSpLocks/>
          </p:cNvCxnSpPr>
          <p:nvPr/>
        </p:nvCxnSpPr>
        <p:spPr>
          <a:xfrm>
            <a:off x="1421978" y="3402826"/>
            <a:ext cx="22587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B337A5AE-1B2D-7E21-E61F-F60232FB403E}"/>
              </a:ext>
            </a:extLst>
          </p:cNvPr>
          <p:cNvCxnSpPr>
            <a:cxnSpLocks/>
          </p:cNvCxnSpPr>
          <p:nvPr/>
        </p:nvCxnSpPr>
        <p:spPr>
          <a:xfrm flipV="1">
            <a:off x="1855920" y="3401955"/>
            <a:ext cx="0" cy="11541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CD4315C-5656-0FD7-9775-72A08C5EF1E0}"/>
              </a:ext>
            </a:extLst>
          </p:cNvPr>
          <p:cNvSpPr txBox="1"/>
          <p:nvPr/>
        </p:nvSpPr>
        <p:spPr>
          <a:xfrm rot="16200000">
            <a:off x="3193951" y="411359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4BBE3EDA-56E8-7A0F-BBB6-0B243F2C5CA6}"/>
              </a:ext>
            </a:extLst>
          </p:cNvPr>
          <p:cNvCxnSpPr>
            <a:cxnSpLocks/>
          </p:cNvCxnSpPr>
          <p:nvPr/>
        </p:nvCxnSpPr>
        <p:spPr>
          <a:xfrm flipV="1">
            <a:off x="5262480" y="2367775"/>
            <a:ext cx="1551463" cy="647282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椭圆 115">
            <a:extLst>
              <a:ext uri="{FF2B5EF4-FFF2-40B4-BE49-F238E27FC236}">
                <a16:creationId xmlns:a16="http://schemas.microsoft.com/office/drawing/2014/main" id="{5B9B7BB2-9475-00AF-4070-003134502EFE}"/>
              </a:ext>
            </a:extLst>
          </p:cNvPr>
          <p:cNvSpPr/>
          <p:nvPr/>
        </p:nvSpPr>
        <p:spPr>
          <a:xfrm>
            <a:off x="1768067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EEE51FD8-95F9-CB6D-002D-76712EC1CE76}"/>
              </a:ext>
            </a:extLst>
          </p:cNvPr>
          <p:cNvSpPr/>
          <p:nvPr/>
        </p:nvSpPr>
        <p:spPr>
          <a:xfrm>
            <a:off x="2061268" y="549364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E3F53F4A-29B7-4895-837C-BB8B276DD511}"/>
              </a:ext>
            </a:extLst>
          </p:cNvPr>
          <p:cNvSpPr/>
          <p:nvPr/>
        </p:nvSpPr>
        <p:spPr>
          <a:xfrm>
            <a:off x="2061268" y="479203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5BB22B16-4E39-3692-F2CE-CCA5FFAB1680}"/>
              </a:ext>
            </a:extLst>
          </p:cNvPr>
          <p:cNvSpPr/>
          <p:nvPr/>
        </p:nvSpPr>
        <p:spPr>
          <a:xfrm>
            <a:off x="3279359" y="52914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9FC11100-AC50-DFC5-BB85-ED43EA2A7CDE}"/>
              </a:ext>
            </a:extLst>
          </p:cNvPr>
          <p:cNvSpPr/>
          <p:nvPr/>
        </p:nvSpPr>
        <p:spPr>
          <a:xfrm>
            <a:off x="3878884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52C6388F-B891-44F7-A415-83F4C51ACCBF}"/>
              </a:ext>
            </a:extLst>
          </p:cNvPr>
          <p:cNvSpPr/>
          <p:nvPr/>
        </p:nvSpPr>
        <p:spPr>
          <a:xfrm>
            <a:off x="4507112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B017389C-1E8B-6684-EE71-957F2BF6FA73}"/>
              </a:ext>
            </a:extLst>
          </p:cNvPr>
          <p:cNvSpPr/>
          <p:nvPr/>
        </p:nvSpPr>
        <p:spPr>
          <a:xfrm>
            <a:off x="3284071" y="569228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0F4014E9-45FE-6DF7-1E48-505904DA0D66}"/>
              </a:ext>
            </a:extLst>
          </p:cNvPr>
          <p:cNvSpPr/>
          <p:nvPr/>
        </p:nvSpPr>
        <p:spPr>
          <a:xfrm>
            <a:off x="3883596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C9C43D6B-AA68-BB01-F592-24A07CC45FE8}"/>
              </a:ext>
            </a:extLst>
          </p:cNvPr>
          <p:cNvSpPr/>
          <p:nvPr/>
        </p:nvSpPr>
        <p:spPr>
          <a:xfrm>
            <a:off x="4511824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F7818C1D-0511-920D-3AEA-4EA8594D4A3E}"/>
              </a:ext>
            </a:extLst>
          </p:cNvPr>
          <p:cNvCxnSpPr>
            <a:cxnSpLocks/>
            <a:stCxn id="119" idx="6"/>
            <a:endCxn id="120" idx="2"/>
          </p:cNvCxnSpPr>
          <p:nvPr/>
        </p:nvCxnSpPr>
        <p:spPr>
          <a:xfrm>
            <a:off x="3577809" y="5440630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0B5A2130-95DC-E067-0B6E-D9EFE36B4D94}"/>
              </a:ext>
            </a:extLst>
          </p:cNvPr>
          <p:cNvCxnSpPr>
            <a:cxnSpLocks/>
            <a:stCxn id="121" idx="2"/>
            <a:endCxn id="120" idx="6"/>
          </p:cNvCxnSpPr>
          <p:nvPr/>
        </p:nvCxnSpPr>
        <p:spPr>
          <a:xfrm flipH="1">
            <a:off x="4177334" y="5442538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C5F3A984-2912-1F33-C895-8125B3284864}"/>
              </a:ext>
            </a:extLst>
          </p:cNvPr>
          <p:cNvCxnSpPr>
            <a:cxnSpLocks/>
            <a:stCxn id="124" idx="2"/>
            <a:endCxn id="123" idx="6"/>
          </p:cNvCxnSpPr>
          <p:nvPr/>
        </p:nvCxnSpPr>
        <p:spPr>
          <a:xfrm flipH="1">
            <a:off x="4182046" y="5843415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E9C88B5-E6C3-4D76-CADB-220C1F7A3523}"/>
              </a:ext>
            </a:extLst>
          </p:cNvPr>
          <p:cNvCxnSpPr>
            <a:cxnSpLocks/>
            <a:stCxn id="122" idx="6"/>
            <a:endCxn id="123" idx="2"/>
          </p:cNvCxnSpPr>
          <p:nvPr/>
        </p:nvCxnSpPr>
        <p:spPr>
          <a:xfrm>
            <a:off x="3582521" y="5841507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右大括号 128">
            <a:extLst>
              <a:ext uri="{FF2B5EF4-FFF2-40B4-BE49-F238E27FC236}">
                <a16:creationId xmlns:a16="http://schemas.microsoft.com/office/drawing/2014/main" id="{83CFB65D-E847-65DA-3E9C-BC2C6060358C}"/>
              </a:ext>
            </a:extLst>
          </p:cNvPr>
          <p:cNvSpPr/>
          <p:nvPr/>
        </p:nvSpPr>
        <p:spPr>
          <a:xfrm>
            <a:off x="4842617" y="4887825"/>
            <a:ext cx="194611" cy="1082638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4C11DFB4-374A-9367-403A-ABCEE344AAC0}"/>
              </a:ext>
            </a:extLst>
          </p:cNvPr>
          <p:cNvSpPr/>
          <p:nvPr/>
        </p:nvSpPr>
        <p:spPr>
          <a:xfrm>
            <a:off x="3268474" y="488013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DB4CC8BF-234C-554E-462F-883AD8D31F92}"/>
              </a:ext>
            </a:extLst>
          </p:cNvPr>
          <p:cNvSpPr/>
          <p:nvPr/>
        </p:nvSpPr>
        <p:spPr>
          <a:xfrm>
            <a:off x="3867999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0180A579-25B8-403A-D462-335A056ABE5A}"/>
              </a:ext>
            </a:extLst>
          </p:cNvPr>
          <p:cNvSpPr/>
          <p:nvPr/>
        </p:nvSpPr>
        <p:spPr>
          <a:xfrm>
            <a:off x="4496227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958676EE-F50D-B611-AF66-DD1198AD59A9}"/>
              </a:ext>
            </a:extLst>
          </p:cNvPr>
          <p:cNvCxnSpPr>
            <a:cxnSpLocks/>
            <a:stCxn id="130" idx="6"/>
            <a:endCxn id="131" idx="2"/>
          </p:cNvCxnSpPr>
          <p:nvPr/>
        </p:nvCxnSpPr>
        <p:spPr>
          <a:xfrm>
            <a:off x="3566924" y="5029363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0B7FA75B-8717-A0CE-BB05-02766361BB34}"/>
              </a:ext>
            </a:extLst>
          </p:cNvPr>
          <p:cNvCxnSpPr>
            <a:cxnSpLocks/>
            <a:stCxn id="132" idx="2"/>
            <a:endCxn id="131" idx="6"/>
          </p:cNvCxnSpPr>
          <p:nvPr/>
        </p:nvCxnSpPr>
        <p:spPr>
          <a:xfrm flipH="1">
            <a:off x="4166449" y="5031271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D8B06D3F-68BE-2949-EF21-F3CF94040C81}"/>
              </a:ext>
            </a:extLst>
          </p:cNvPr>
          <p:cNvSpPr/>
          <p:nvPr/>
        </p:nvSpPr>
        <p:spPr>
          <a:xfrm>
            <a:off x="5064466" y="5307060"/>
            <a:ext cx="220134" cy="220134"/>
          </a:xfrm>
          <a:prstGeom prst="roundRect">
            <a:avLst/>
          </a:prstGeom>
          <a:solidFill>
            <a:srgbClr val="F4B487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箭头: 下 135">
            <a:extLst>
              <a:ext uri="{FF2B5EF4-FFF2-40B4-BE49-F238E27FC236}">
                <a16:creationId xmlns:a16="http://schemas.microsoft.com/office/drawing/2014/main" id="{49CC7B57-8873-1A37-3C8E-450ABEFAD0F2}"/>
              </a:ext>
            </a:extLst>
          </p:cNvPr>
          <p:cNvSpPr/>
          <p:nvPr/>
        </p:nvSpPr>
        <p:spPr>
          <a:xfrm>
            <a:off x="2647427" y="4592436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箭头: 下 136">
            <a:extLst>
              <a:ext uri="{FF2B5EF4-FFF2-40B4-BE49-F238E27FC236}">
                <a16:creationId xmlns:a16="http://schemas.microsoft.com/office/drawing/2014/main" id="{15108496-BD27-0811-3CBA-106E60AD2FCD}"/>
              </a:ext>
            </a:extLst>
          </p:cNvPr>
          <p:cNvSpPr/>
          <p:nvPr/>
        </p:nvSpPr>
        <p:spPr>
          <a:xfrm rot="16200000">
            <a:off x="2861306" y="5404631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箭头: 下 137">
            <a:extLst>
              <a:ext uri="{FF2B5EF4-FFF2-40B4-BE49-F238E27FC236}">
                <a16:creationId xmlns:a16="http://schemas.microsoft.com/office/drawing/2014/main" id="{9AFF21F8-A61B-2729-6B7A-40C815F80C7E}"/>
              </a:ext>
            </a:extLst>
          </p:cNvPr>
          <p:cNvSpPr/>
          <p:nvPr/>
        </p:nvSpPr>
        <p:spPr>
          <a:xfrm rot="10800000">
            <a:off x="4273326" y="4393535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1DE0DFE9-3C1A-C0C1-6CAA-E0FFA11D8374}"/>
              </a:ext>
            </a:extLst>
          </p:cNvPr>
          <p:cNvSpPr/>
          <p:nvPr/>
        </p:nvSpPr>
        <p:spPr>
          <a:xfrm>
            <a:off x="5482619" y="3019863"/>
            <a:ext cx="6167514" cy="3156291"/>
          </a:xfrm>
          <a:prstGeom prst="roundRect">
            <a:avLst>
              <a:gd name="adj" fmla="val 9039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6C6C95E2-110F-36DE-2C32-803654C314DF}"/>
              </a:ext>
            </a:extLst>
          </p:cNvPr>
          <p:cNvCxnSpPr>
            <a:cxnSpLocks/>
          </p:cNvCxnSpPr>
          <p:nvPr/>
        </p:nvCxnSpPr>
        <p:spPr>
          <a:xfrm>
            <a:off x="6500992" y="3665317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5EFF5100-F633-C880-A9FB-FAF01829DDD0}"/>
              </a:ext>
            </a:extLst>
          </p:cNvPr>
          <p:cNvCxnSpPr>
            <a:cxnSpLocks/>
          </p:cNvCxnSpPr>
          <p:nvPr/>
        </p:nvCxnSpPr>
        <p:spPr>
          <a:xfrm>
            <a:off x="6517862" y="5464576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8285D12E-1795-B071-14AA-AEE777B36357}"/>
              </a:ext>
            </a:extLst>
          </p:cNvPr>
          <p:cNvGrpSpPr/>
          <p:nvPr/>
        </p:nvGrpSpPr>
        <p:grpSpPr>
          <a:xfrm>
            <a:off x="5708039" y="336635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A3EE432D-727D-E015-F3BC-5CD9F109BDAA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9373285C-8A58-16CB-C1F1-6A99462BF11C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3FD36E27-5A17-85EF-4E2C-1AC5C228C97C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952937B0-797B-B478-A1D0-262F45BF5406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ADC1AF12-611F-8316-BEC4-1EAF5B35C21F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03A1149B-5818-54C6-6D2B-33166879E161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F825B330-17D7-8CBB-1904-EE795E8AB01C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ABD80E82-B480-679B-A021-0E73F83B6857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A078D924-53A0-76F3-5045-A2C504117478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B8A0C6EA-3AF0-3687-29BF-7A119D61AD15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9747A07A-CA2B-4A77-15FA-1707FA05D20A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21D974DC-5ED9-37D2-705B-13DE45A76AC6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3A5C37CA-8D77-EBE0-DCBE-D6597DF7EBC4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B0CABD40-969F-B80D-E228-FD17C3DCCB1C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4424D684-6AF4-E86B-B68A-3CDB828C4903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A10ADCDA-417E-8CA5-B38E-9A38C04DE8E5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2FDF95B0-E6C7-F808-B00C-C0EB571453BA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1B314F6D-2986-AD24-EFC2-CA552A0E84DF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B9CC9597-455C-BDEA-EC7B-3C7C010F181D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02C65EAC-7235-55C8-B192-AC7E6EABE22D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1E29DEA5-48DF-2C71-05F8-0BFBB788D023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3A5390C4-2332-E1C0-7E0C-D0345E91B28B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672D00A1-272E-6C7F-5527-D82BD8C9FD58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6C1A8BF9-B329-624A-22AD-F31CF2CF6D15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022767E1-212D-0989-FC38-0D2144C7E29F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6DF616D9-F750-C540-F51E-E271EDBE4476}"/>
              </a:ext>
            </a:extLst>
          </p:cNvPr>
          <p:cNvGrpSpPr/>
          <p:nvPr/>
        </p:nvGrpSpPr>
        <p:grpSpPr>
          <a:xfrm>
            <a:off x="5708150" y="4638956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21FF1EA4-ACF3-2B8D-BF7D-AA576BB00B74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E434F399-6273-9EE7-27F8-2F1A38739266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C5060920-97F3-31B7-2570-DE42F6EAE106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8419797D-0B23-375D-9F43-B2FEC8FEBDE7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CD3A62E1-0877-B90D-3BDF-2FDE0C7CAD39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70A1019E-8D1E-F9AF-B84D-0B8875B1CF5E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BC374CC6-BF06-B064-50C1-442AFF3C3D1C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A80007A0-C070-741F-DF25-707B3FCD868E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090382D6-6014-7E67-F9C9-BDEB4A83F658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599B20DF-583A-0B4E-1688-8DC7E1469AD9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9BE774B1-402E-41E7-94E1-813EB87361E7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3F9F3190-8640-84EE-9FB7-FC790CAC8452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58D1B178-6288-6B55-FCBD-3F4E1A6D2E55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315CBD93-C715-1416-D90B-5BBBDA08887B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69FFE907-09F4-1909-CEDD-C21277995298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622930F9-CE7F-892D-E1D8-BA43A0677052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CE4CB027-6255-6CF4-6D8E-E2E3DB89779A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8566712E-28ED-7039-EC91-A6544814874B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D18D433D-C160-FCCE-1CBC-D2F7F5B10877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0AD57723-66ED-0B09-AE76-3933379F6A08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CEE90978-D406-2EC1-7518-68D3F2C4F919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60683B7D-933E-6CBD-C6F1-4ACDEF48D003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213F836B-9E41-383B-1E1C-2A6EA49B8DC3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FBC7D9BD-459C-1E02-683B-B43AEA75A3EC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B9538F27-8C1A-5574-802E-DBF67814B194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CBF41BD7-A8D4-B1FF-22A6-8175036F1622}"/>
              </a:ext>
            </a:extLst>
          </p:cNvPr>
          <p:cNvGrpSpPr/>
          <p:nvPr/>
        </p:nvGrpSpPr>
        <p:grpSpPr>
          <a:xfrm>
            <a:off x="7181340" y="5348616"/>
            <a:ext cx="214933" cy="214933"/>
            <a:chOff x="4892460" y="2186404"/>
            <a:chExt cx="142638" cy="142638"/>
          </a:xfrm>
        </p:grpSpPr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FCD6681B-1DF7-8756-4061-436FD9304207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A87E17AD-0CE0-9D70-91B7-8336CE715892}"/>
                </a:ext>
              </a:extLst>
            </p:cNvPr>
            <p:cNvCxnSpPr>
              <a:stCxn id="195" idx="1"/>
              <a:endCxn id="19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5C7752B6-8A85-A349-D0A5-5B753582744F}"/>
                </a:ext>
              </a:extLst>
            </p:cNvPr>
            <p:cNvCxnSpPr>
              <a:cxnSpLocks/>
              <a:stCxn id="195" idx="3"/>
              <a:endCxn id="19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950B13DA-CEE2-B6B0-295E-72A9322A753F}"/>
              </a:ext>
            </a:extLst>
          </p:cNvPr>
          <p:cNvGrpSpPr/>
          <p:nvPr/>
        </p:nvGrpSpPr>
        <p:grpSpPr>
          <a:xfrm>
            <a:off x="7181340" y="3549243"/>
            <a:ext cx="214933" cy="214933"/>
            <a:chOff x="4892460" y="2186404"/>
            <a:chExt cx="142638" cy="142638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4D7098CB-596E-27E1-7084-A572FE4EFF3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C799F499-649F-35D0-8513-CFD3C21A04BD}"/>
                </a:ext>
              </a:extLst>
            </p:cNvPr>
            <p:cNvCxnSpPr>
              <a:stCxn id="199" idx="1"/>
              <a:endCxn id="199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EB53DF9F-F760-A7B1-B1A2-666C7A7B7051}"/>
                </a:ext>
              </a:extLst>
            </p:cNvPr>
            <p:cNvCxnSpPr>
              <a:cxnSpLocks/>
              <a:stCxn id="199" idx="3"/>
              <a:endCxn id="199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2" name="连接符: 肘形 201">
            <a:extLst>
              <a:ext uri="{FF2B5EF4-FFF2-40B4-BE49-F238E27FC236}">
                <a16:creationId xmlns:a16="http://schemas.microsoft.com/office/drawing/2014/main" id="{C6B81164-8BE5-E2ED-B0A4-6226D1A9AA9F}"/>
              </a:ext>
            </a:extLst>
          </p:cNvPr>
          <p:cNvCxnSpPr>
            <a:cxnSpLocks/>
            <a:stCxn id="236" idx="2"/>
            <a:endCxn id="195" idx="0"/>
          </p:cNvCxnSpPr>
          <p:nvPr/>
        </p:nvCxnSpPr>
        <p:spPr>
          <a:xfrm rot="10800000" flipV="1">
            <a:off x="7288808" y="4587120"/>
            <a:ext cx="397003" cy="76149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连接符: 肘形 202">
            <a:extLst>
              <a:ext uri="{FF2B5EF4-FFF2-40B4-BE49-F238E27FC236}">
                <a16:creationId xmlns:a16="http://schemas.microsoft.com/office/drawing/2014/main" id="{CC95DC6B-8D2C-6BAF-BCC1-4F45DD6573CC}"/>
              </a:ext>
            </a:extLst>
          </p:cNvPr>
          <p:cNvCxnSpPr>
            <a:cxnSpLocks/>
            <a:stCxn id="236" idx="2"/>
            <a:endCxn id="199" idx="4"/>
          </p:cNvCxnSpPr>
          <p:nvPr/>
        </p:nvCxnSpPr>
        <p:spPr>
          <a:xfrm rot="10800000">
            <a:off x="7288808" y="3764177"/>
            <a:ext cx="397003" cy="82294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BB867C65-A9D2-802C-E0AB-3B610D66B0F0}"/>
              </a:ext>
            </a:extLst>
          </p:cNvPr>
          <p:cNvCxnSpPr>
            <a:cxnSpLocks/>
          </p:cNvCxnSpPr>
          <p:nvPr/>
        </p:nvCxnSpPr>
        <p:spPr>
          <a:xfrm>
            <a:off x="7400724" y="3657712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C16F0368-2FD2-B243-5173-F2AC3AD7E197}"/>
              </a:ext>
            </a:extLst>
          </p:cNvPr>
          <p:cNvCxnSpPr>
            <a:cxnSpLocks/>
          </p:cNvCxnSpPr>
          <p:nvPr/>
        </p:nvCxnSpPr>
        <p:spPr>
          <a:xfrm>
            <a:off x="7400724" y="5463518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立方体 205">
            <a:extLst>
              <a:ext uri="{FF2B5EF4-FFF2-40B4-BE49-F238E27FC236}">
                <a16:creationId xmlns:a16="http://schemas.microsoft.com/office/drawing/2014/main" id="{0AC3696E-28B8-502B-1483-9D89D4746638}"/>
              </a:ext>
            </a:extLst>
          </p:cNvPr>
          <p:cNvSpPr/>
          <p:nvPr/>
        </p:nvSpPr>
        <p:spPr>
          <a:xfrm>
            <a:off x="8761194" y="4975571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立方体 206">
            <a:extLst>
              <a:ext uri="{FF2B5EF4-FFF2-40B4-BE49-F238E27FC236}">
                <a16:creationId xmlns:a16="http://schemas.microsoft.com/office/drawing/2014/main" id="{B74946CF-0B20-9478-7094-B860CCB7291B}"/>
              </a:ext>
            </a:extLst>
          </p:cNvPr>
          <p:cNvSpPr/>
          <p:nvPr/>
        </p:nvSpPr>
        <p:spPr>
          <a:xfrm>
            <a:off x="8659594" y="5168878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立方体 207">
            <a:extLst>
              <a:ext uri="{FF2B5EF4-FFF2-40B4-BE49-F238E27FC236}">
                <a16:creationId xmlns:a16="http://schemas.microsoft.com/office/drawing/2014/main" id="{6BE3E70A-1B76-0DE1-F477-97384896767A}"/>
              </a:ext>
            </a:extLst>
          </p:cNvPr>
          <p:cNvSpPr/>
          <p:nvPr/>
        </p:nvSpPr>
        <p:spPr>
          <a:xfrm>
            <a:off x="8557994" y="5362185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立方体 208">
            <a:extLst>
              <a:ext uri="{FF2B5EF4-FFF2-40B4-BE49-F238E27FC236}">
                <a16:creationId xmlns:a16="http://schemas.microsoft.com/office/drawing/2014/main" id="{611CC8D2-C599-573E-A860-B09A2B3CF169}"/>
              </a:ext>
            </a:extLst>
          </p:cNvPr>
          <p:cNvSpPr/>
          <p:nvPr/>
        </p:nvSpPr>
        <p:spPr>
          <a:xfrm>
            <a:off x="8456394" y="5555492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立方体 209">
            <a:extLst>
              <a:ext uri="{FF2B5EF4-FFF2-40B4-BE49-F238E27FC236}">
                <a16:creationId xmlns:a16="http://schemas.microsoft.com/office/drawing/2014/main" id="{F892A3CE-75BA-7269-417F-1BD950C3790A}"/>
              </a:ext>
            </a:extLst>
          </p:cNvPr>
          <p:cNvSpPr/>
          <p:nvPr/>
        </p:nvSpPr>
        <p:spPr>
          <a:xfrm>
            <a:off x="8354794" y="5748801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立方体 210">
            <a:extLst>
              <a:ext uri="{FF2B5EF4-FFF2-40B4-BE49-F238E27FC236}">
                <a16:creationId xmlns:a16="http://schemas.microsoft.com/office/drawing/2014/main" id="{7E64B0FD-2A9F-71B1-6B11-91FF5203C47B}"/>
              </a:ext>
            </a:extLst>
          </p:cNvPr>
          <p:cNvSpPr/>
          <p:nvPr/>
        </p:nvSpPr>
        <p:spPr>
          <a:xfrm>
            <a:off x="8354794" y="3198974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立方体 211">
            <a:extLst>
              <a:ext uri="{FF2B5EF4-FFF2-40B4-BE49-F238E27FC236}">
                <a16:creationId xmlns:a16="http://schemas.microsoft.com/office/drawing/2014/main" id="{AC44E3FC-8C48-5F07-33B8-0FDBE8370EBF}"/>
              </a:ext>
            </a:extLst>
          </p:cNvPr>
          <p:cNvSpPr/>
          <p:nvPr/>
        </p:nvSpPr>
        <p:spPr>
          <a:xfrm>
            <a:off x="8456394" y="3392281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立方体 212">
            <a:extLst>
              <a:ext uri="{FF2B5EF4-FFF2-40B4-BE49-F238E27FC236}">
                <a16:creationId xmlns:a16="http://schemas.microsoft.com/office/drawing/2014/main" id="{D2CB896F-1ED8-5424-14A8-0103F4FF4097}"/>
              </a:ext>
            </a:extLst>
          </p:cNvPr>
          <p:cNvSpPr/>
          <p:nvPr/>
        </p:nvSpPr>
        <p:spPr>
          <a:xfrm>
            <a:off x="8557994" y="3585589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立方体 213">
            <a:extLst>
              <a:ext uri="{FF2B5EF4-FFF2-40B4-BE49-F238E27FC236}">
                <a16:creationId xmlns:a16="http://schemas.microsoft.com/office/drawing/2014/main" id="{4EE03242-BCC9-6BFA-D05C-C1AAF226B594}"/>
              </a:ext>
            </a:extLst>
          </p:cNvPr>
          <p:cNvSpPr/>
          <p:nvPr/>
        </p:nvSpPr>
        <p:spPr>
          <a:xfrm>
            <a:off x="8659594" y="3778897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立方体 214">
            <a:extLst>
              <a:ext uri="{FF2B5EF4-FFF2-40B4-BE49-F238E27FC236}">
                <a16:creationId xmlns:a16="http://schemas.microsoft.com/office/drawing/2014/main" id="{BE8FDB92-BCCE-7D29-96E3-C9E6C8777177}"/>
              </a:ext>
            </a:extLst>
          </p:cNvPr>
          <p:cNvSpPr/>
          <p:nvPr/>
        </p:nvSpPr>
        <p:spPr>
          <a:xfrm>
            <a:off x="8761194" y="3972204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D1EA202C-DFAC-332E-7197-F85190B0D53A}"/>
              </a:ext>
            </a:extLst>
          </p:cNvPr>
          <p:cNvGrpSpPr/>
          <p:nvPr/>
        </p:nvGrpSpPr>
        <p:grpSpPr>
          <a:xfrm rot="18905662">
            <a:off x="9794731" y="4435237"/>
            <a:ext cx="214933" cy="214933"/>
            <a:chOff x="4892460" y="2186404"/>
            <a:chExt cx="142638" cy="142638"/>
          </a:xfrm>
        </p:grpSpPr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71048402-B30B-BB1B-BCDF-20EDE9D61032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9E37AED5-545C-F068-5BF5-FA14A427D606}"/>
                </a:ext>
              </a:extLst>
            </p:cNvPr>
            <p:cNvCxnSpPr>
              <a:stCxn id="217" idx="1"/>
              <a:endCxn id="217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81E2A730-ECDD-5C0B-4DAF-0DCC1C354E3D}"/>
                </a:ext>
              </a:extLst>
            </p:cNvPr>
            <p:cNvCxnSpPr>
              <a:cxnSpLocks/>
              <a:stCxn id="217" idx="3"/>
              <a:endCxn id="217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0" name="立方体 219">
            <a:extLst>
              <a:ext uri="{FF2B5EF4-FFF2-40B4-BE49-F238E27FC236}">
                <a16:creationId xmlns:a16="http://schemas.microsoft.com/office/drawing/2014/main" id="{92E06EFE-D739-635E-CE4D-7213D242B498}"/>
              </a:ext>
            </a:extLst>
          </p:cNvPr>
          <p:cNvSpPr/>
          <p:nvPr/>
        </p:nvSpPr>
        <p:spPr>
          <a:xfrm>
            <a:off x="10534961" y="4071208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立方体 220">
            <a:extLst>
              <a:ext uri="{FF2B5EF4-FFF2-40B4-BE49-F238E27FC236}">
                <a16:creationId xmlns:a16="http://schemas.microsoft.com/office/drawing/2014/main" id="{25785D1F-D2EA-E907-4BEF-F22A44895040}"/>
              </a:ext>
            </a:extLst>
          </p:cNvPr>
          <p:cNvSpPr/>
          <p:nvPr/>
        </p:nvSpPr>
        <p:spPr>
          <a:xfrm>
            <a:off x="10433361" y="4264515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立方体 221">
            <a:extLst>
              <a:ext uri="{FF2B5EF4-FFF2-40B4-BE49-F238E27FC236}">
                <a16:creationId xmlns:a16="http://schemas.microsoft.com/office/drawing/2014/main" id="{6ABDBAE0-7F3C-48D7-029C-B4A74EE5078E}"/>
              </a:ext>
            </a:extLst>
          </p:cNvPr>
          <p:cNvSpPr/>
          <p:nvPr/>
        </p:nvSpPr>
        <p:spPr>
          <a:xfrm>
            <a:off x="10331761" y="4457822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立方体 222">
            <a:extLst>
              <a:ext uri="{FF2B5EF4-FFF2-40B4-BE49-F238E27FC236}">
                <a16:creationId xmlns:a16="http://schemas.microsoft.com/office/drawing/2014/main" id="{ADEA88F9-C7E2-746D-B9BF-6C5B1C735DD0}"/>
              </a:ext>
            </a:extLst>
          </p:cNvPr>
          <p:cNvSpPr/>
          <p:nvPr/>
        </p:nvSpPr>
        <p:spPr>
          <a:xfrm>
            <a:off x="10230161" y="4651129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立方体 223">
            <a:extLst>
              <a:ext uri="{FF2B5EF4-FFF2-40B4-BE49-F238E27FC236}">
                <a16:creationId xmlns:a16="http://schemas.microsoft.com/office/drawing/2014/main" id="{2A48D92C-D8F4-2B9A-DB4C-E0F31FF177E4}"/>
              </a:ext>
            </a:extLst>
          </p:cNvPr>
          <p:cNvSpPr/>
          <p:nvPr/>
        </p:nvSpPr>
        <p:spPr>
          <a:xfrm>
            <a:off x="10128561" y="4844438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5" name="连接符: 肘形 224">
            <a:extLst>
              <a:ext uri="{FF2B5EF4-FFF2-40B4-BE49-F238E27FC236}">
                <a16:creationId xmlns:a16="http://schemas.microsoft.com/office/drawing/2014/main" id="{21E16FD7-07F5-6B31-4285-8004AE4BB934}"/>
              </a:ext>
            </a:extLst>
          </p:cNvPr>
          <p:cNvCxnSpPr>
            <a:cxnSpLocks/>
            <a:stCxn id="213" idx="5"/>
            <a:endCxn id="217" idx="7"/>
          </p:cNvCxnSpPr>
          <p:nvPr/>
        </p:nvCxnSpPr>
        <p:spPr>
          <a:xfrm>
            <a:off x="9502875" y="3669410"/>
            <a:ext cx="399499" cy="76582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连接符: 肘形 225">
            <a:extLst>
              <a:ext uri="{FF2B5EF4-FFF2-40B4-BE49-F238E27FC236}">
                <a16:creationId xmlns:a16="http://schemas.microsoft.com/office/drawing/2014/main" id="{1AA93545-3B4F-34CC-46B9-B7686A7D3E73}"/>
              </a:ext>
            </a:extLst>
          </p:cNvPr>
          <p:cNvCxnSpPr>
            <a:cxnSpLocks/>
            <a:stCxn id="208" idx="5"/>
            <a:endCxn id="217" idx="3"/>
          </p:cNvCxnSpPr>
          <p:nvPr/>
        </p:nvCxnSpPr>
        <p:spPr>
          <a:xfrm flipV="1">
            <a:off x="9502874" y="4650169"/>
            <a:ext cx="399146" cy="795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F21C4079-3FEB-034B-257D-BCF27D5A9BEE}"/>
              </a:ext>
            </a:extLst>
          </p:cNvPr>
          <p:cNvCxnSpPr>
            <a:cxnSpLocks/>
            <a:stCxn id="217" idx="5"/>
          </p:cNvCxnSpPr>
          <p:nvPr/>
        </p:nvCxnSpPr>
        <p:spPr>
          <a:xfrm>
            <a:off x="10009664" y="4542880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38FF63C4-E9E0-972C-E280-A9CBA66B4955}"/>
              </a:ext>
            </a:extLst>
          </p:cNvPr>
          <p:cNvSpPr/>
          <p:nvPr/>
        </p:nvSpPr>
        <p:spPr>
          <a:xfrm>
            <a:off x="9939888" y="5877340"/>
            <a:ext cx="220134" cy="220134"/>
          </a:xfrm>
          <a:prstGeom prst="roundRect">
            <a:avLst/>
          </a:prstGeom>
          <a:solidFill>
            <a:srgbClr val="387BB9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34EAB741-8EB1-11C3-D5DF-8E43C4CE990D}"/>
              </a:ext>
            </a:extLst>
          </p:cNvPr>
          <p:cNvSpPr/>
          <p:nvPr/>
        </p:nvSpPr>
        <p:spPr>
          <a:xfrm>
            <a:off x="9939887" y="5601519"/>
            <a:ext cx="220134" cy="220134"/>
          </a:xfrm>
          <a:prstGeom prst="roundRect">
            <a:avLst/>
          </a:prstGeom>
          <a:solidFill>
            <a:srgbClr val="D12A2F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61F563C9-A51F-5B04-DE6F-1B960B08E7EF}"/>
              </a:ext>
            </a:extLst>
          </p:cNvPr>
          <p:cNvSpPr txBox="1"/>
          <p:nvPr/>
        </p:nvSpPr>
        <p:spPr>
          <a:xfrm>
            <a:off x="10113628" y="5566427"/>
            <a:ext cx="144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FB449F23-C4C5-16D9-CFEF-91C31758FF78}"/>
              </a:ext>
            </a:extLst>
          </p:cNvPr>
          <p:cNvSpPr txBox="1"/>
          <p:nvPr/>
        </p:nvSpPr>
        <p:spPr>
          <a:xfrm>
            <a:off x="10145069" y="5828068"/>
            <a:ext cx="1446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176142C8-E9ED-7B03-01B7-E435682AFDBC}"/>
                  </a:ext>
                </a:extLst>
              </p:cNvPr>
              <p:cNvSpPr txBox="1"/>
              <p:nvPr/>
            </p:nvSpPr>
            <p:spPr>
              <a:xfrm>
                <a:off x="9768098" y="3851019"/>
                <a:ext cx="382541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𝒑𝒐𝒔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176142C8-E9ED-7B03-01B7-E435682AF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98" y="3851019"/>
                <a:ext cx="382541" cy="215444"/>
              </a:xfrm>
              <a:prstGeom prst="rect">
                <a:avLst/>
              </a:prstGeom>
              <a:blipFill>
                <a:blip r:embed="rId7"/>
                <a:stretch>
                  <a:fillRect l="-6349" r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FC7180FF-D8C7-6BD3-EC0D-5C2FD3E09745}"/>
                  </a:ext>
                </a:extLst>
              </p:cNvPr>
              <p:cNvSpPr txBox="1"/>
              <p:nvPr/>
            </p:nvSpPr>
            <p:spPr>
              <a:xfrm>
                <a:off x="9752223" y="5085258"/>
                <a:ext cx="40498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𝒏𝒆𝒈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FC7180FF-D8C7-6BD3-EC0D-5C2FD3E09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223" y="5085258"/>
                <a:ext cx="404983" cy="215444"/>
              </a:xfrm>
              <a:prstGeom prst="rect">
                <a:avLst/>
              </a:prstGeom>
              <a:blipFill>
                <a:blip r:embed="rId8"/>
                <a:stretch>
                  <a:fillRect l="-6061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立方体 233">
            <a:extLst>
              <a:ext uri="{FF2B5EF4-FFF2-40B4-BE49-F238E27FC236}">
                <a16:creationId xmlns:a16="http://schemas.microsoft.com/office/drawing/2014/main" id="{D83BFD47-F16F-BFDF-2250-4692AFBB0251}"/>
              </a:ext>
            </a:extLst>
          </p:cNvPr>
          <p:cNvSpPr/>
          <p:nvPr/>
        </p:nvSpPr>
        <p:spPr>
          <a:xfrm>
            <a:off x="7889010" y="4060807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立方体 234">
            <a:extLst>
              <a:ext uri="{FF2B5EF4-FFF2-40B4-BE49-F238E27FC236}">
                <a16:creationId xmlns:a16="http://schemas.microsoft.com/office/drawing/2014/main" id="{135EBD6D-4866-785B-DAE0-2CBD3604A8FA}"/>
              </a:ext>
            </a:extLst>
          </p:cNvPr>
          <p:cNvSpPr/>
          <p:nvPr/>
        </p:nvSpPr>
        <p:spPr>
          <a:xfrm>
            <a:off x="7787410" y="4254114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立方体 235">
            <a:extLst>
              <a:ext uri="{FF2B5EF4-FFF2-40B4-BE49-F238E27FC236}">
                <a16:creationId xmlns:a16="http://schemas.microsoft.com/office/drawing/2014/main" id="{EB2427ED-2349-DB55-A515-9B5777B85C3B}"/>
              </a:ext>
            </a:extLst>
          </p:cNvPr>
          <p:cNvSpPr/>
          <p:nvPr/>
        </p:nvSpPr>
        <p:spPr>
          <a:xfrm>
            <a:off x="7685810" y="4447421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立方体 236">
            <a:extLst>
              <a:ext uri="{FF2B5EF4-FFF2-40B4-BE49-F238E27FC236}">
                <a16:creationId xmlns:a16="http://schemas.microsoft.com/office/drawing/2014/main" id="{FFD0EA90-EDB8-64C3-567F-1FA82B5388A7}"/>
              </a:ext>
            </a:extLst>
          </p:cNvPr>
          <p:cNvSpPr/>
          <p:nvPr/>
        </p:nvSpPr>
        <p:spPr>
          <a:xfrm>
            <a:off x="7584210" y="4640728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立方体 237">
            <a:extLst>
              <a:ext uri="{FF2B5EF4-FFF2-40B4-BE49-F238E27FC236}">
                <a16:creationId xmlns:a16="http://schemas.microsoft.com/office/drawing/2014/main" id="{08E56A02-9371-7246-629C-0C55302E098F}"/>
              </a:ext>
            </a:extLst>
          </p:cNvPr>
          <p:cNvSpPr/>
          <p:nvPr/>
        </p:nvSpPr>
        <p:spPr>
          <a:xfrm>
            <a:off x="7482610" y="4834037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1929743D-49D8-848F-DCEF-1A98DD398F9D}"/>
              </a:ext>
            </a:extLst>
          </p:cNvPr>
          <p:cNvCxnSpPr>
            <a:cxnSpLocks/>
          </p:cNvCxnSpPr>
          <p:nvPr/>
        </p:nvCxnSpPr>
        <p:spPr>
          <a:xfrm flipV="1">
            <a:off x="6277852" y="2599267"/>
            <a:ext cx="1350865" cy="423554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6CACF460-1E90-2DE6-B6F5-AD741A6B758F}"/>
              </a:ext>
            </a:extLst>
          </p:cNvPr>
          <p:cNvCxnSpPr>
            <a:cxnSpLocks/>
          </p:cNvCxnSpPr>
          <p:nvPr/>
        </p:nvCxnSpPr>
        <p:spPr>
          <a:xfrm flipV="1">
            <a:off x="11658600" y="2599267"/>
            <a:ext cx="0" cy="648799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A212C55F-BA6C-972D-124A-AF3DBE24B264}"/>
              </a:ext>
            </a:extLst>
          </p:cNvPr>
          <p:cNvCxnSpPr>
            <a:cxnSpLocks/>
          </p:cNvCxnSpPr>
          <p:nvPr/>
        </p:nvCxnSpPr>
        <p:spPr>
          <a:xfrm>
            <a:off x="5085357" y="3795802"/>
            <a:ext cx="6181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连接符: 肘形 241">
            <a:extLst>
              <a:ext uri="{FF2B5EF4-FFF2-40B4-BE49-F238E27FC236}">
                <a16:creationId xmlns:a16="http://schemas.microsoft.com/office/drawing/2014/main" id="{31FC7339-DF80-7EFD-B6E4-A38966BB0291}"/>
              </a:ext>
            </a:extLst>
          </p:cNvPr>
          <p:cNvCxnSpPr>
            <a:cxnSpLocks/>
            <a:endCxn id="179" idx="1"/>
          </p:cNvCxnSpPr>
          <p:nvPr/>
        </p:nvCxnSpPr>
        <p:spPr>
          <a:xfrm>
            <a:off x="5085357" y="3795802"/>
            <a:ext cx="622793" cy="1397179"/>
          </a:xfrm>
          <a:prstGeom prst="bentConnector3">
            <a:avLst>
              <a:gd name="adj1" fmla="val 1941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矩形 242">
            <a:extLst>
              <a:ext uri="{FF2B5EF4-FFF2-40B4-BE49-F238E27FC236}">
                <a16:creationId xmlns:a16="http://schemas.microsoft.com/office/drawing/2014/main" id="{802A26CB-153B-9E1F-18E2-92B1B4E76197}"/>
              </a:ext>
            </a:extLst>
          </p:cNvPr>
          <p:cNvSpPr/>
          <p:nvPr/>
        </p:nvSpPr>
        <p:spPr>
          <a:xfrm>
            <a:off x="12029748" y="3638632"/>
            <a:ext cx="1811050" cy="13103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F7460ED7-EF35-A647-FF30-1CBBF42F34B8}"/>
              </a:ext>
            </a:extLst>
          </p:cNvPr>
          <p:cNvSpPr/>
          <p:nvPr/>
        </p:nvSpPr>
        <p:spPr>
          <a:xfrm>
            <a:off x="14073870" y="3638632"/>
            <a:ext cx="1811050" cy="13129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4ED7BFE4-080A-8E70-5FFE-12E2DF8ADB2A}"/>
              </a:ext>
            </a:extLst>
          </p:cNvPr>
          <p:cNvSpPr/>
          <p:nvPr/>
        </p:nvSpPr>
        <p:spPr>
          <a:xfrm>
            <a:off x="14080605" y="2000558"/>
            <a:ext cx="1811050" cy="13129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C27BF5E-6699-FF84-D83A-2AD49B6F892F}"/>
              </a:ext>
            </a:extLst>
          </p:cNvPr>
          <p:cNvSpPr/>
          <p:nvPr/>
        </p:nvSpPr>
        <p:spPr>
          <a:xfrm>
            <a:off x="12018457" y="1998090"/>
            <a:ext cx="1811050" cy="13180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BA65D0B3-CE0A-32BD-6C92-3C915751DA3E}"/>
              </a:ext>
            </a:extLst>
          </p:cNvPr>
          <p:cNvSpPr/>
          <p:nvPr/>
        </p:nvSpPr>
        <p:spPr>
          <a:xfrm>
            <a:off x="11768575" y="1876473"/>
            <a:ext cx="4271525" cy="4282167"/>
          </a:xfrm>
          <a:prstGeom prst="roundRect">
            <a:avLst>
              <a:gd name="adj" fmla="val 7027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4CBE430C-91FA-297C-4537-DE657F049CF6}"/>
              </a:ext>
            </a:extLst>
          </p:cNvPr>
          <p:cNvSpPr/>
          <p:nvPr/>
        </p:nvSpPr>
        <p:spPr>
          <a:xfrm>
            <a:off x="12391207" y="2601793"/>
            <a:ext cx="385417" cy="71173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0072E930-F9BB-FFEA-A718-CCB1E17BB0D4}"/>
              </a:ext>
            </a:extLst>
          </p:cNvPr>
          <p:cNvSpPr/>
          <p:nvPr/>
        </p:nvSpPr>
        <p:spPr>
          <a:xfrm>
            <a:off x="13249481" y="2992518"/>
            <a:ext cx="283818" cy="32101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68B037FC-C5D3-A74F-BC58-95D5386BD005}"/>
              </a:ext>
            </a:extLst>
          </p:cNvPr>
          <p:cNvSpPr/>
          <p:nvPr/>
        </p:nvSpPr>
        <p:spPr>
          <a:xfrm>
            <a:off x="12392387" y="4409447"/>
            <a:ext cx="804184" cy="53812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734C5AF8-4150-A736-A52B-075B4548E3EA}"/>
              </a:ext>
            </a:extLst>
          </p:cNvPr>
          <p:cNvSpPr/>
          <p:nvPr/>
        </p:nvSpPr>
        <p:spPr>
          <a:xfrm>
            <a:off x="12827000" y="4714248"/>
            <a:ext cx="792773" cy="232164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D2F020C7-39F3-9CF2-E2C1-A0B0D6D41772}"/>
              </a:ext>
            </a:extLst>
          </p:cNvPr>
          <p:cNvSpPr/>
          <p:nvPr/>
        </p:nvSpPr>
        <p:spPr>
          <a:xfrm>
            <a:off x="14091920" y="3939579"/>
            <a:ext cx="1270000" cy="100284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F9BD1B73-4CE5-F8EF-8DCD-83048159C5F1}"/>
              </a:ext>
            </a:extLst>
          </p:cNvPr>
          <p:cNvSpPr/>
          <p:nvPr/>
        </p:nvSpPr>
        <p:spPr>
          <a:xfrm>
            <a:off x="14884400" y="4714248"/>
            <a:ext cx="742359" cy="22336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06D8F8F6-FC6F-95AB-6856-0B78E0E6C2FC}"/>
              </a:ext>
            </a:extLst>
          </p:cNvPr>
          <p:cNvSpPr/>
          <p:nvPr/>
        </p:nvSpPr>
        <p:spPr>
          <a:xfrm>
            <a:off x="14168086" y="2214742"/>
            <a:ext cx="1290354" cy="1096895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4010CDE6-2E24-E0CB-18D6-831D4FF77C87}"/>
              </a:ext>
            </a:extLst>
          </p:cNvPr>
          <p:cNvSpPr/>
          <p:nvPr/>
        </p:nvSpPr>
        <p:spPr>
          <a:xfrm>
            <a:off x="14925321" y="3003282"/>
            <a:ext cx="839497" cy="30777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119345F7-4F10-7B3D-EE30-C5D299F91CFD}"/>
              </a:ext>
            </a:extLst>
          </p:cNvPr>
          <p:cNvSpPr txBox="1"/>
          <p:nvPr/>
        </p:nvSpPr>
        <p:spPr>
          <a:xfrm>
            <a:off x="11994497" y="3618311"/>
            <a:ext cx="1442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NCRL Stage-1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F3BF1D62-0AB0-0B9C-EEFC-0C743DD8A9F9}"/>
              </a:ext>
            </a:extLst>
          </p:cNvPr>
          <p:cNvSpPr txBox="1"/>
          <p:nvPr/>
        </p:nvSpPr>
        <p:spPr>
          <a:xfrm>
            <a:off x="14020738" y="3612173"/>
            <a:ext cx="1293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NCRL Stage-2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EFE4C1F9-E234-B11B-CB14-62E50F659EA1}"/>
              </a:ext>
            </a:extLst>
          </p:cNvPr>
          <p:cNvSpPr txBox="1"/>
          <p:nvPr/>
        </p:nvSpPr>
        <p:spPr>
          <a:xfrm>
            <a:off x="14027915" y="1951049"/>
            <a:ext cx="1034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72BFD3F8-A8E2-128D-1D4F-DE6525665B69}"/>
              </a:ext>
            </a:extLst>
          </p:cNvPr>
          <p:cNvSpPr txBox="1"/>
          <p:nvPr/>
        </p:nvSpPr>
        <p:spPr>
          <a:xfrm>
            <a:off x="11965325" y="1971633"/>
            <a:ext cx="17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w/o NCRL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7D6A8A99-59B1-F247-690A-1537462C38F7}"/>
              </a:ext>
            </a:extLst>
          </p:cNvPr>
          <p:cNvSpPr txBox="1"/>
          <p:nvPr/>
        </p:nvSpPr>
        <p:spPr>
          <a:xfrm>
            <a:off x="12610984" y="5369553"/>
            <a:ext cx="1130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24A6130-3E32-1006-7B7C-BD9BC4D84A2A}"/>
              </a:ext>
            </a:extLst>
          </p:cNvPr>
          <p:cNvSpPr txBox="1"/>
          <p:nvPr/>
        </p:nvSpPr>
        <p:spPr>
          <a:xfrm>
            <a:off x="14739507" y="5372885"/>
            <a:ext cx="1108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Sample 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CF8992F-7C8E-CE36-E19B-B984FC19A32E}"/>
              </a:ext>
            </a:extLst>
          </p:cNvPr>
          <p:cNvSpPr/>
          <p:nvPr/>
        </p:nvSpPr>
        <p:spPr>
          <a:xfrm>
            <a:off x="12036425" y="5218063"/>
            <a:ext cx="3835634" cy="79419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1E94D002-612B-A1F6-3B84-09A21E9829A7}"/>
              </a:ext>
            </a:extLst>
          </p:cNvPr>
          <p:cNvSpPr/>
          <p:nvPr/>
        </p:nvSpPr>
        <p:spPr>
          <a:xfrm>
            <a:off x="12150443" y="5316946"/>
            <a:ext cx="753125" cy="5891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E856E166-7B83-2322-A950-B7D91B314440}"/>
              </a:ext>
            </a:extLst>
          </p:cNvPr>
          <p:cNvSpPr/>
          <p:nvPr/>
        </p:nvSpPr>
        <p:spPr>
          <a:xfrm>
            <a:off x="14157772" y="5346619"/>
            <a:ext cx="753125" cy="55266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798941BA-27E7-7CD1-4926-CB5C3649D4F1}"/>
              </a:ext>
            </a:extLst>
          </p:cNvPr>
          <p:cNvSpPr txBox="1"/>
          <p:nvPr/>
        </p:nvSpPr>
        <p:spPr>
          <a:xfrm>
            <a:off x="12077789" y="3274237"/>
            <a:ext cx="1610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B9EB2E29-E084-5348-AC61-3CFF366DC6A4}"/>
              </a:ext>
            </a:extLst>
          </p:cNvPr>
          <p:cNvSpPr txBox="1"/>
          <p:nvPr/>
        </p:nvSpPr>
        <p:spPr>
          <a:xfrm rot="16200000">
            <a:off x="11329187" y="2484037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5341E790-B659-FEC3-3029-54B7101C5E78}"/>
              </a:ext>
            </a:extLst>
          </p:cNvPr>
          <p:cNvSpPr txBox="1"/>
          <p:nvPr/>
        </p:nvSpPr>
        <p:spPr>
          <a:xfrm rot="16200000">
            <a:off x="11323469" y="4147726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C91919E1-F45F-67EF-CFA0-71AB0C9A50A1}"/>
              </a:ext>
            </a:extLst>
          </p:cNvPr>
          <p:cNvSpPr txBox="1"/>
          <p:nvPr/>
        </p:nvSpPr>
        <p:spPr>
          <a:xfrm rot="16200000">
            <a:off x="13383686" y="4103100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DEA771E2-A806-46D5-35EE-7C3FA1432A04}"/>
              </a:ext>
            </a:extLst>
          </p:cNvPr>
          <p:cNvSpPr txBox="1"/>
          <p:nvPr/>
        </p:nvSpPr>
        <p:spPr>
          <a:xfrm rot="16200000">
            <a:off x="13402287" y="2495833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DF6C40F2-0830-35E3-6E4F-78BC90B29561}"/>
              </a:ext>
            </a:extLst>
          </p:cNvPr>
          <p:cNvSpPr txBox="1"/>
          <p:nvPr/>
        </p:nvSpPr>
        <p:spPr>
          <a:xfrm>
            <a:off x="12124295" y="4907119"/>
            <a:ext cx="1647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334DCE24-5A23-6CCD-1CA7-D11D5238885C}"/>
              </a:ext>
            </a:extLst>
          </p:cNvPr>
          <p:cNvSpPr txBox="1"/>
          <p:nvPr/>
        </p:nvSpPr>
        <p:spPr>
          <a:xfrm>
            <a:off x="14133202" y="4934207"/>
            <a:ext cx="165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7216C622-4B5C-12AF-71DE-EBE217DF9C30}"/>
              </a:ext>
            </a:extLst>
          </p:cNvPr>
          <p:cNvSpPr txBox="1"/>
          <p:nvPr/>
        </p:nvSpPr>
        <p:spPr>
          <a:xfrm>
            <a:off x="14170168" y="3296133"/>
            <a:ext cx="1619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551787F1-73CC-44E9-D28F-F1FA97653455}"/>
              </a:ext>
            </a:extLst>
          </p:cNvPr>
          <p:cNvSpPr txBox="1"/>
          <p:nvPr/>
        </p:nvSpPr>
        <p:spPr>
          <a:xfrm>
            <a:off x="12973529" y="3927662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08D65493-BDB3-A3EA-4B52-C51EC9C0AAD5}"/>
              </a:ext>
            </a:extLst>
          </p:cNvPr>
          <p:cNvCxnSpPr>
            <a:cxnSpLocks/>
          </p:cNvCxnSpPr>
          <p:nvPr/>
        </p:nvCxnSpPr>
        <p:spPr>
          <a:xfrm>
            <a:off x="13243226" y="2672347"/>
            <a:ext cx="0" cy="63089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文本框 274">
            <a:extLst>
              <a:ext uri="{FF2B5EF4-FFF2-40B4-BE49-F238E27FC236}">
                <a16:creationId xmlns:a16="http://schemas.microsoft.com/office/drawing/2014/main" id="{1398F223-5F3E-C291-E962-BB75C95AFDB1}"/>
              </a:ext>
            </a:extLst>
          </p:cNvPr>
          <p:cNvSpPr txBox="1"/>
          <p:nvPr/>
        </p:nvSpPr>
        <p:spPr>
          <a:xfrm>
            <a:off x="12969472" y="2356619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7B1D2D2B-3FFC-DF76-852B-5018D5344F73}"/>
              </a:ext>
            </a:extLst>
          </p:cNvPr>
          <p:cNvSpPr txBox="1"/>
          <p:nvPr/>
        </p:nvSpPr>
        <p:spPr>
          <a:xfrm>
            <a:off x="15032567" y="3948428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3DB8A1A9-020A-7179-6C42-3C38EFB109DE}"/>
              </a:ext>
            </a:extLst>
          </p:cNvPr>
          <p:cNvSpPr txBox="1"/>
          <p:nvPr/>
        </p:nvSpPr>
        <p:spPr>
          <a:xfrm>
            <a:off x="15027401" y="2334816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E726C2D0-71F2-6AB5-8225-0A738009162B}"/>
              </a:ext>
            </a:extLst>
          </p:cNvPr>
          <p:cNvCxnSpPr>
            <a:cxnSpLocks/>
          </p:cNvCxnSpPr>
          <p:nvPr/>
        </p:nvCxnSpPr>
        <p:spPr>
          <a:xfrm>
            <a:off x="15069550" y="4267270"/>
            <a:ext cx="0" cy="670344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EDA483B2-FB9A-E852-8CC1-CB9A9578CAE4}"/>
              </a:ext>
            </a:extLst>
          </p:cNvPr>
          <p:cNvCxnSpPr>
            <a:cxnSpLocks/>
          </p:cNvCxnSpPr>
          <p:nvPr/>
        </p:nvCxnSpPr>
        <p:spPr>
          <a:xfrm>
            <a:off x="15121716" y="2672087"/>
            <a:ext cx="0" cy="63896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DCA13DB8-6C4E-4708-2153-3D9A5A516C21}"/>
              </a:ext>
            </a:extLst>
          </p:cNvPr>
          <p:cNvCxnSpPr>
            <a:cxnSpLocks/>
          </p:cNvCxnSpPr>
          <p:nvPr/>
        </p:nvCxnSpPr>
        <p:spPr>
          <a:xfrm>
            <a:off x="13070859" y="4267270"/>
            <a:ext cx="0" cy="67914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箭头连接符 280">
            <a:extLst>
              <a:ext uri="{FF2B5EF4-FFF2-40B4-BE49-F238E27FC236}">
                <a16:creationId xmlns:a16="http://schemas.microsoft.com/office/drawing/2014/main" id="{5D0C8362-569C-FB01-B90B-F48A38A940BD}"/>
              </a:ext>
            </a:extLst>
          </p:cNvPr>
          <p:cNvCxnSpPr>
            <a:cxnSpLocks/>
          </p:cNvCxnSpPr>
          <p:nvPr/>
        </p:nvCxnSpPr>
        <p:spPr>
          <a:xfrm>
            <a:off x="13236646" y="2673780"/>
            <a:ext cx="484434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984179AE-4824-CE31-5345-802B2321DE89}"/>
              </a:ext>
            </a:extLst>
          </p:cNvPr>
          <p:cNvCxnSpPr>
            <a:cxnSpLocks/>
          </p:cNvCxnSpPr>
          <p:nvPr/>
        </p:nvCxnSpPr>
        <p:spPr>
          <a:xfrm>
            <a:off x="13065779" y="4267270"/>
            <a:ext cx="665461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15732E93-B3A7-D5D8-2CE3-CFFCF9B3DC8E}"/>
              </a:ext>
            </a:extLst>
          </p:cNvPr>
          <p:cNvCxnSpPr>
            <a:cxnSpLocks/>
          </p:cNvCxnSpPr>
          <p:nvPr/>
        </p:nvCxnSpPr>
        <p:spPr>
          <a:xfrm>
            <a:off x="15064470" y="4277430"/>
            <a:ext cx="708930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16887509-BB61-53CD-57F5-E616F41D79BC}"/>
              </a:ext>
            </a:extLst>
          </p:cNvPr>
          <p:cNvCxnSpPr>
            <a:cxnSpLocks/>
          </p:cNvCxnSpPr>
          <p:nvPr/>
        </p:nvCxnSpPr>
        <p:spPr>
          <a:xfrm>
            <a:off x="15121716" y="2681116"/>
            <a:ext cx="621204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:a16="http://schemas.microsoft.com/office/drawing/2014/main" id="{328B0021-A9C0-7AF7-B56C-16C77FFECC91}"/>
              </a:ext>
            </a:extLst>
          </p:cNvPr>
          <p:cNvCxnSpPr>
            <a:cxnSpLocks/>
          </p:cNvCxnSpPr>
          <p:nvPr/>
        </p:nvCxnSpPr>
        <p:spPr>
          <a:xfrm flipV="1">
            <a:off x="1768595" y="1967021"/>
            <a:ext cx="3261537" cy="1052086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16575BB3-8082-A7B0-4839-878D5BBCABC9}"/>
              </a:ext>
            </a:extLst>
          </p:cNvPr>
          <p:cNvGrpSpPr/>
          <p:nvPr/>
        </p:nvGrpSpPr>
        <p:grpSpPr>
          <a:xfrm>
            <a:off x="3902614" y="323816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87" name="矩形: 圆角 286">
              <a:extLst>
                <a:ext uri="{FF2B5EF4-FFF2-40B4-BE49-F238E27FC236}">
                  <a16:creationId xmlns:a16="http://schemas.microsoft.com/office/drawing/2014/main" id="{BF789CAD-7F51-510B-EA76-636D3D701E22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矩形: 圆角 287">
              <a:extLst>
                <a:ext uri="{FF2B5EF4-FFF2-40B4-BE49-F238E27FC236}">
                  <a16:creationId xmlns:a16="http://schemas.microsoft.com/office/drawing/2014/main" id="{677B69B1-383F-4572-1388-5DB57216E31D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矩形: 圆角 288">
              <a:extLst>
                <a:ext uri="{FF2B5EF4-FFF2-40B4-BE49-F238E27FC236}">
                  <a16:creationId xmlns:a16="http://schemas.microsoft.com/office/drawing/2014/main" id="{3A621D9D-FC15-29B1-9A26-3EA1311D88EF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矩形: 圆角 289">
              <a:extLst>
                <a:ext uri="{FF2B5EF4-FFF2-40B4-BE49-F238E27FC236}">
                  <a16:creationId xmlns:a16="http://schemas.microsoft.com/office/drawing/2014/main" id="{8BBEFCC7-074E-0097-A122-ADF9DB65D8E1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矩形: 圆角 290">
              <a:extLst>
                <a:ext uri="{FF2B5EF4-FFF2-40B4-BE49-F238E27FC236}">
                  <a16:creationId xmlns:a16="http://schemas.microsoft.com/office/drawing/2014/main" id="{8900F14D-9777-433A-285A-128784051C8D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矩形: 圆角 291">
              <a:extLst>
                <a:ext uri="{FF2B5EF4-FFF2-40B4-BE49-F238E27FC236}">
                  <a16:creationId xmlns:a16="http://schemas.microsoft.com/office/drawing/2014/main" id="{2AD381ED-7482-1E08-1720-1A317B9B21F1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: 圆角 292">
              <a:extLst>
                <a:ext uri="{FF2B5EF4-FFF2-40B4-BE49-F238E27FC236}">
                  <a16:creationId xmlns:a16="http://schemas.microsoft.com/office/drawing/2014/main" id="{50237E11-81E3-3F27-4CB4-18FCE77E0163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矩形: 圆角 293">
              <a:extLst>
                <a:ext uri="{FF2B5EF4-FFF2-40B4-BE49-F238E27FC236}">
                  <a16:creationId xmlns:a16="http://schemas.microsoft.com/office/drawing/2014/main" id="{CF52C332-A777-7519-66BB-1D9665E43C83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矩形: 圆角 294">
              <a:extLst>
                <a:ext uri="{FF2B5EF4-FFF2-40B4-BE49-F238E27FC236}">
                  <a16:creationId xmlns:a16="http://schemas.microsoft.com/office/drawing/2014/main" id="{3C86946A-FE84-5805-B0AD-86B402D524B0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矩形: 圆角 295">
              <a:extLst>
                <a:ext uri="{FF2B5EF4-FFF2-40B4-BE49-F238E27FC236}">
                  <a16:creationId xmlns:a16="http://schemas.microsoft.com/office/drawing/2014/main" id="{73234A1A-2B19-BF3D-A523-B46391A279B3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矩形: 圆角 296">
              <a:extLst>
                <a:ext uri="{FF2B5EF4-FFF2-40B4-BE49-F238E27FC236}">
                  <a16:creationId xmlns:a16="http://schemas.microsoft.com/office/drawing/2014/main" id="{A8A10737-BB2C-E344-6FB7-3687DAC3C65C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矩形: 圆角 297">
              <a:extLst>
                <a:ext uri="{FF2B5EF4-FFF2-40B4-BE49-F238E27FC236}">
                  <a16:creationId xmlns:a16="http://schemas.microsoft.com/office/drawing/2014/main" id="{67A6E5CB-4BAB-168B-4231-827D5B7EF723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: 圆角 298">
              <a:extLst>
                <a:ext uri="{FF2B5EF4-FFF2-40B4-BE49-F238E27FC236}">
                  <a16:creationId xmlns:a16="http://schemas.microsoft.com/office/drawing/2014/main" id="{150B5F34-1F72-3140-FF80-91BA3AF246FD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矩形: 圆角 299">
              <a:extLst>
                <a:ext uri="{FF2B5EF4-FFF2-40B4-BE49-F238E27FC236}">
                  <a16:creationId xmlns:a16="http://schemas.microsoft.com/office/drawing/2014/main" id="{D0D13368-EDE5-6965-D120-2E5855F852EC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矩形: 圆角 300">
              <a:extLst>
                <a:ext uri="{FF2B5EF4-FFF2-40B4-BE49-F238E27FC236}">
                  <a16:creationId xmlns:a16="http://schemas.microsoft.com/office/drawing/2014/main" id="{246E0352-6FA2-2915-0DA0-3FEA3409D77E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矩形: 圆角 301">
              <a:extLst>
                <a:ext uri="{FF2B5EF4-FFF2-40B4-BE49-F238E27FC236}">
                  <a16:creationId xmlns:a16="http://schemas.microsoft.com/office/drawing/2014/main" id="{F4207A6C-1905-2974-F9FD-D8E1E05FAAB7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: 圆角 302">
              <a:extLst>
                <a:ext uri="{FF2B5EF4-FFF2-40B4-BE49-F238E27FC236}">
                  <a16:creationId xmlns:a16="http://schemas.microsoft.com/office/drawing/2014/main" id="{7D32D808-B926-3939-2D44-27A7AF069A8C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矩形: 圆角 303">
              <a:extLst>
                <a:ext uri="{FF2B5EF4-FFF2-40B4-BE49-F238E27FC236}">
                  <a16:creationId xmlns:a16="http://schemas.microsoft.com/office/drawing/2014/main" id="{8F1886AC-76D5-8310-6C81-800C48B860AE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矩形: 圆角 304">
              <a:extLst>
                <a:ext uri="{FF2B5EF4-FFF2-40B4-BE49-F238E27FC236}">
                  <a16:creationId xmlns:a16="http://schemas.microsoft.com/office/drawing/2014/main" id="{082B2AD4-DE6C-F788-648F-627705C87F74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矩形: 圆角 305">
              <a:extLst>
                <a:ext uri="{FF2B5EF4-FFF2-40B4-BE49-F238E27FC236}">
                  <a16:creationId xmlns:a16="http://schemas.microsoft.com/office/drawing/2014/main" id="{33C102FD-D98C-B0EC-5521-5B38BBCD89E7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矩形: 圆角 306">
              <a:extLst>
                <a:ext uri="{FF2B5EF4-FFF2-40B4-BE49-F238E27FC236}">
                  <a16:creationId xmlns:a16="http://schemas.microsoft.com/office/drawing/2014/main" id="{9433CB96-7C4F-6972-F92D-82F7F36EB6DB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矩形: 圆角 307">
              <a:extLst>
                <a:ext uri="{FF2B5EF4-FFF2-40B4-BE49-F238E27FC236}">
                  <a16:creationId xmlns:a16="http://schemas.microsoft.com/office/drawing/2014/main" id="{2B11D01E-EAF1-23DC-0D64-BC67081DB620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矩形: 圆角 308">
              <a:extLst>
                <a:ext uri="{FF2B5EF4-FFF2-40B4-BE49-F238E27FC236}">
                  <a16:creationId xmlns:a16="http://schemas.microsoft.com/office/drawing/2014/main" id="{F7FB2F08-AF21-3EEF-6681-4EECBC4166CE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矩形: 圆角 309">
              <a:extLst>
                <a:ext uri="{FF2B5EF4-FFF2-40B4-BE49-F238E27FC236}">
                  <a16:creationId xmlns:a16="http://schemas.microsoft.com/office/drawing/2014/main" id="{1086AA7C-82AB-D9CF-AF1A-A3B3073202B1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矩形: 圆角 310">
              <a:extLst>
                <a:ext uri="{FF2B5EF4-FFF2-40B4-BE49-F238E27FC236}">
                  <a16:creationId xmlns:a16="http://schemas.microsoft.com/office/drawing/2014/main" id="{B35FBCB7-D3DA-5E67-B8BC-3FDFCE81EA69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2" name="文本框 311">
            <a:extLst>
              <a:ext uri="{FF2B5EF4-FFF2-40B4-BE49-F238E27FC236}">
                <a16:creationId xmlns:a16="http://schemas.microsoft.com/office/drawing/2014/main" id="{225C6E3A-2286-E2F4-56FC-B850F904896F}"/>
              </a:ext>
            </a:extLst>
          </p:cNvPr>
          <p:cNvSpPr txBox="1"/>
          <p:nvPr/>
        </p:nvSpPr>
        <p:spPr>
          <a:xfrm>
            <a:off x="1769265" y="2109574"/>
            <a:ext cx="957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40E0F4FE-E1C6-BA0C-DD5D-BCC567D86C50}"/>
              </a:ext>
            </a:extLst>
          </p:cNvPr>
          <p:cNvSpPr txBox="1"/>
          <p:nvPr/>
        </p:nvSpPr>
        <p:spPr>
          <a:xfrm>
            <a:off x="3761119" y="638866"/>
            <a:ext cx="134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439F24E7-76CA-136D-0561-6C00021396F6}"/>
              </a:ext>
            </a:extLst>
          </p:cNvPr>
          <p:cNvSpPr txBox="1"/>
          <p:nvPr/>
        </p:nvSpPr>
        <p:spPr>
          <a:xfrm>
            <a:off x="7044289" y="640672"/>
            <a:ext cx="765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2-order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FB40FB3A-D48B-9E21-08AB-B78F39A00717}"/>
              </a:ext>
            </a:extLst>
          </p:cNvPr>
          <p:cNvSpPr txBox="1"/>
          <p:nvPr/>
        </p:nvSpPr>
        <p:spPr>
          <a:xfrm>
            <a:off x="7059192" y="908710"/>
            <a:ext cx="75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1-order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E5BFA8EE-CE81-D233-3552-90EB664F8647}"/>
              </a:ext>
            </a:extLst>
          </p:cNvPr>
          <p:cNvCxnSpPr>
            <a:cxnSpLocks/>
          </p:cNvCxnSpPr>
          <p:nvPr/>
        </p:nvCxnSpPr>
        <p:spPr>
          <a:xfrm flipH="1">
            <a:off x="6716946" y="819127"/>
            <a:ext cx="362525" cy="208827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2F5AC809-86A4-E02A-A9F0-421231BB12F5}"/>
              </a:ext>
            </a:extLst>
          </p:cNvPr>
          <p:cNvCxnSpPr>
            <a:cxnSpLocks/>
          </p:cNvCxnSpPr>
          <p:nvPr/>
        </p:nvCxnSpPr>
        <p:spPr>
          <a:xfrm flipH="1">
            <a:off x="6779053" y="1080630"/>
            <a:ext cx="336873" cy="182422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B183BB8A-B7F7-A861-9C60-7C2D093C161B}"/>
              </a:ext>
            </a:extLst>
          </p:cNvPr>
          <p:cNvCxnSpPr>
            <a:cxnSpLocks/>
            <a:stCxn id="94" idx="0"/>
            <a:endCxn id="90" idx="1"/>
          </p:cNvCxnSpPr>
          <p:nvPr/>
        </p:nvCxnSpPr>
        <p:spPr>
          <a:xfrm flipV="1">
            <a:off x="8220940" y="1302401"/>
            <a:ext cx="610375" cy="55826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>
            <a:extLst>
              <a:ext uri="{FF2B5EF4-FFF2-40B4-BE49-F238E27FC236}">
                <a16:creationId xmlns:a16="http://schemas.microsoft.com/office/drawing/2014/main" id="{4C1B4725-5C85-F78B-8DE7-84F50C625413}"/>
              </a:ext>
            </a:extLst>
          </p:cNvPr>
          <p:cNvCxnSpPr>
            <a:cxnSpLocks/>
            <a:stCxn id="80" idx="6"/>
            <a:endCxn id="81" idx="0"/>
          </p:cNvCxnSpPr>
          <p:nvPr/>
        </p:nvCxnSpPr>
        <p:spPr>
          <a:xfrm flipV="1">
            <a:off x="10777277" y="1560410"/>
            <a:ext cx="680133" cy="124563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6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7FD064-7F12-FA23-2182-4D5E1568FC9B}"/>
              </a:ext>
            </a:extLst>
          </p:cNvPr>
          <p:cNvSpPr txBox="1"/>
          <p:nvPr/>
        </p:nvSpPr>
        <p:spPr>
          <a:xfrm>
            <a:off x="2874945" y="2700370"/>
            <a:ext cx="231548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Second-order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68A76F-2971-8FC6-7DBC-F7F403D8126B}"/>
              </a:ext>
            </a:extLst>
          </p:cNvPr>
          <p:cNvSpPr txBox="1"/>
          <p:nvPr/>
        </p:nvSpPr>
        <p:spPr>
          <a:xfrm>
            <a:off x="7628717" y="2701944"/>
            <a:ext cx="318777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Negative-aware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7DE9E3-B8DA-26D8-D8B0-EB3AA591673A}"/>
              </a:ext>
            </a:extLst>
          </p:cNvPr>
          <p:cNvSpPr txBox="1"/>
          <p:nvPr/>
        </p:nvSpPr>
        <p:spPr>
          <a:xfrm>
            <a:off x="12108393" y="1557554"/>
            <a:ext cx="363325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Curriculum Learning (NRCL)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20100C9-C995-B2E4-8669-07967C12D1AB}"/>
              </a:ext>
            </a:extLst>
          </p:cNvPr>
          <p:cNvSpPr/>
          <p:nvPr/>
        </p:nvSpPr>
        <p:spPr>
          <a:xfrm>
            <a:off x="1386695" y="5093981"/>
            <a:ext cx="716280" cy="422377"/>
          </a:xfrm>
          <a:prstGeom prst="ellipse">
            <a:avLst/>
          </a:prstGeom>
          <a:solidFill>
            <a:srgbClr val="FFCCFF"/>
          </a:solidFill>
          <a:ln>
            <a:noFill/>
          </a:ln>
          <a:effectLst>
            <a:glow rad="127000">
              <a:srgbClr val="FFCCFF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004CC92-EA89-EE32-5243-278627AC4D83}"/>
              </a:ext>
            </a:extLst>
          </p:cNvPr>
          <p:cNvSpPr/>
          <p:nvPr/>
        </p:nvSpPr>
        <p:spPr>
          <a:xfrm>
            <a:off x="1421979" y="3109398"/>
            <a:ext cx="2258769" cy="1446658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立方体 8">
            <a:extLst>
              <a:ext uri="{FF2B5EF4-FFF2-40B4-BE49-F238E27FC236}">
                <a16:creationId xmlns:a16="http://schemas.microsoft.com/office/drawing/2014/main" id="{86F425EF-A087-CD6C-3139-ABD3B3AB71E7}"/>
              </a:ext>
            </a:extLst>
          </p:cNvPr>
          <p:cNvSpPr/>
          <p:nvPr/>
        </p:nvSpPr>
        <p:spPr>
          <a:xfrm>
            <a:off x="3991640" y="1154124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立方体 9">
            <a:extLst>
              <a:ext uri="{FF2B5EF4-FFF2-40B4-BE49-F238E27FC236}">
                <a16:creationId xmlns:a16="http://schemas.microsoft.com/office/drawing/2014/main" id="{861F5E78-5D7B-C846-71D2-BA2B023E6056}"/>
              </a:ext>
            </a:extLst>
          </p:cNvPr>
          <p:cNvSpPr/>
          <p:nvPr/>
        </p:nvSpPr>
        <p:spPr>
          <a:xfrm>
            <a:off x="3890040" y="1347431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>
            <a:extLst>
              <a:ext uri="{FF2B5EF4-FFF2-40B4-BE49-F238E27FC236}">
                <a16:creationId xmlns:a16="http://schemas.microsoft.com/office/drawing/2014/main" id="{39E6B30E-F507-D4AD-8862-0E9112AD9BC1}"/>
              </a:ext>
            </a:extLst>
          </p:cNvPr>
          <p:cNvSpPr/>
          <p:nvPr/>
        </p:nvSpPr>
        <p:spPr>
          <a:xfrm>
            <a:off x="3788440" y="1540738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E820B0BA-438E-9716-4F71-631154A1CD5F}"/>
              </a:ext>
            </a:extLst>
          </p:cNvPr>
          <p:cNvSpPr/>
          <p:nvPr/>
        </p:nvSpPr>
        <p:spPr>
          <a:xfrm>
            <a:off x="3686840" y="1734045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>
            <a:extLst>
              <a:ext uri="{FF2B5EF4-FFF2-40B4-BE49-F238E27FC236}">
                <a16:creationId xmlns:a16="http://schemas.microsoft.com/office/drawing/2014/main" id="{03F0EAA4-203A-0980-7AB6-26F5B61BE4CA}"/>
              </a:ext>
            </a:extLst>
          </p:cNvPr>
          <p:cNvSpPr/>
          <p:nvPr/>
        </p:nvSpPr>
        <p:spPr>
          <a:xfrm>
            <a:off x="3585240" y="1927354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A596B42-2903-E5BD-CDEC-3E1326A9E224}"/>
              </a:ext>
            </a:extLst>
          </p:cNvPr>
          <p:cNvGrpSpPr/>
          <p:nvPr/>
        </p:nvGrpSpPr>
        <p:grpSpPr>
          <a:xfrm>
            <a:off x="1325424" y="1151021"/>
            <a:ext cx="1034132" cy="1072309"/>
            <a:chOff x="1190851" y="1193921"/>
            <a:chExt cx="1034132" cy="107230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B73C1B7-A565-5932-63B5-4C72AD0F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851" y="1193921"/>
              <a:ext cx="512363" cy="912616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075E2BA-5FE2-314E-BE84-6727F6691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1293" y="123384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EE836C3-01CD-EF71-E308-9AD45C230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35" y="1273764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C232FA3-A79D-2B6E-EEB7-09707D361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177" y="1313687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EAC90ED-8E8E-D78B-D523-F6038C478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620" y="135361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C6EC197-3C7B-34A9-DC19-553A65A51E9B}"/>
              </a:ext>
            </a:extLst>
          </p:cNvPr>
          <p:cNvCxnSpPr>
            <a:cxnSpLocks/>
          </p:cNvCxnSpPr>
          <p:nvPr/>
        </p:nvCxnSpPr>
        <p:spPr>
          <a:xfrm>
            <a:off x="2345266" y="1679382"/>
            <a:ext cx="2728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94BA5E5-E3BD-EBFA-4F73-04729DE1F0ED}"/>
              </a:ext>
            </a:extLst>
          </p:cNvPr>
          <p:cNvSpPr txBox="1"/>
          <p:nvPr/>
        </p:nvSpPr>
        <p:spPr>
          <a:xfrm>
            <a:off x="3259108" y="331847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E150B3-2DAB-F988-4F6E-97E5E968B5C6}"/>
              </a:ext>
            </a:extLst>
          </p:cNvPr>
          <p:cNvSpPr txBox="1"/>
          <p:nvPr/>
        </p:nvSpPr>
        <p:spPr>
          <a:xfrm>
            <a:off x="3259108" y="372760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D02547-CB3D-222E-255D-8FEFC2711FCE}"/>
              </a:ext>
            </a:extLst>
          </p:cNvPr>
          <p:cNvSpPr txBox="1"/>
          <p:nvPr/>
        </p:nvSpPr>
        <p:spPr>
          <a:xfrm rot="16200000">
            <a:off x="1358324" y="411359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5821CF5-C770-9227-B27D-EB114B81A862}"/>
              </a:ext>
            </a:extLst>
          </p:cNvPr>
          <p:cNvSpPr/>
          <p:nvPr/>
        </p:nvSpPr>
        <p:spPr>
          <a:xfrm>
            <a:off x="1209315" y="3022821"/>
            <a:ext cx="4145943" cy="3135819"/>
          </a:xfrm>
          <a:prstGeom prst="roundRect">
            <a:avLst>
              <a:gd name="adj" fmla="val 9024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E142D00-CFBF-3121-0186-E39544FF6E0D}"/>
              </a:ext>
            </a:extLst>
          </p:cNvPr>
          <p:cNvGrpSpPr/>
          <p:nvPr/>
        </p:nvGrpSpPr>
        <p:grpSpPr>
          <a:xfrm>
            <a:off x="3976320" y="3241777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92EE890-374E-DF7C-9A1E-04A158FBA995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7030A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2AC7E30-7075-EFB0-2230-695AD914DEBF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8E61FCC5-4C32-3D87-F3D7-DDD324C67EB2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0AE459E-95F6-3DED-E790-88B3F5EA9EF4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2A2E3B8-0196-34CC-A754-71BD09802D7F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CCCC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03FFAA15-C38E-69FE-FBA3-0D5E502CA5D6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CCCC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3410BA27-39D8-E0B7-D3F3-E84D37CB435C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7030A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B1AA372-81BD-202C-FA7E-420FBB4167E0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4967D8A-0CDD-CCC6-D1CE-98A41AD1BB3D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CCCC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E216049A-30EB-3A50-99D0-5C54D5BAB1D2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1B707B6-5A17-8AB1-F928-3EFB3F895122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E7C2F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E77EFA1E-02C5-23CA-2240-8A370076A0D5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CCCC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74F5C04B-A4CD-3BFD-2788-EEB14604DA17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7030A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23DE732F-C71C-B8D6-A91B-52F863C36499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11618B3A-3B7E-F21E-5D5F-6CE5F15AADCD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CCCC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42EB860A-B395-EDFB-B52A-4254457F2BC6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E7C2F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0038FAA-AFE7-8FA7-60C9-D5209FEF0717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CCF0ED85-7CAC-F7D8-7E4A-BFD998436C37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E7C2F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C101B088-13BB-7A3C-7FC4-79777E5D0783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7030A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09A2F803-A464-C3D6-0D80-0421464B5963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1100093A-3247-5D01-6FD2-A96D911C3F50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CCCC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CC311E24-4062-AC3D-2D84-40F2CEDF9727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E7C2F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6542C649-EDFC-6E31-0794-5E56F97F056B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298FFE5-5581-BBAE-E1D8-486933DEB96E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CC99F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F176FA1-D619-97C4-F3B0-978B118555A2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7030A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A1425CED-6C68-8A1F-09FF-1DDD5402C8B0}"/>
              </a:ext>
            </a:extLst>
          </p:cNvPr>
          <p:cNvSpPr txBox="1"/>
          <p:nvPr/>
        </p:nvSpPr>
        <p:spPr>
          <a:xfrm>
            <a:off x="1897139" y="3094178"/>
            <a:ext cx="1288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List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3B64AED-B708-DCFE-39BD-AE558C43FE65}"/>
              </a:ext>
            </a:extLst>
          </p:cNvPr>
          <p:cNvSpPr txBox="1"/>
          <p:nvPr/>
        </p:nvSpPr>
        <p:spPr>
          <a:xfrm>
            <a:off x="1342665" y="5859330"/>
            <a:ext cx="21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Information</a:t>
            </a:r>
          </a:p>
        </p:txBody>
      </p:sp>
      <p:sp>
        <p:nvSpPr>
          <p:cNvPr id="53" name="立方体 52">
            <a:extLst>
              <a:ext uri="{FF2B5EF4-FFF2-40B4-BE49-F238E27FC236}">
                <a16:creationId xmlns:a16="http://schemas.microsoft.com/office/drawing/2014/main" id="{3BBA4243-E2E8-0250-9451-BB3759C836CB}"/>
              </a:ext>
            </a:extLst>
          </p:cNvPr>
          <p:cNvSpPr/>
          <p:nvPr/>
        </p:nvSpPr>
        <p:spPr>
          <a:xfrm>
            <a:off x="2632724" y="889453"/>
            <a:ext cx="602686" cy="1512669"/>
          </a:xfrm>
          <a:prstGeom prst="cube">
            <a:avLst>
              <a:gd name="adj" fmla="val 6759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立方体 53">
            <a:extLst>
              <a:ext uri="{FF2B5EF4-FFF2-40B4-BE49-F238E27FC236}">
                <a16:creationId xmlns:a16="http://schemas.microsoft.com/office/drawing/2014/main" id="{D3F148C0-8FC5-A350-48CF-8308CD8F9384}"/>
              </a:ext>
            </a:extLst>
          </p:cNvPr>
          <p:cNvSpPr/>
          <p:nvPr/>
        </p:nvSpPr>
        <p:spPr>
          <a:xfrm>
            <a:off x="2900780" y="1117207"/>
            <a:ext cx="453223" cy="1087641"/>
          </a:xfrm>
          <a:prstGeom prst="cube">
            <a:avLst>
              <a:gd name="adj" fmla="val 5974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立方体 54">
            <a:extLst>
              <a:ext uri="{FF2B5EF4-FFF2-40B4-BE49-F238E27FC236}">
                <a16:creationId xmlns:a16="http://schemas.microsoft.com/office/drawing/2014/main" id="{B3891FD9-9089-27C5-09AD-6BF8B198F7B7}"/>
              </a:ext>
            </a:extLst>
          </p:cNvPr>
          <p:cNvSpPr/>
          <p:nvPr/>
        </p:nvSpPr>
        <p:spPr>
          <a:xfrm>
            <a:off x="3144638" y="1283310"/>
            <a:ext cx="362063" cy="694899"/>
          </a:xfrm>
          <a:prstGeom prst="cube">
            <a:avLst>
              <a:gd name="adj" fmla="val 59143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0C758CE-6647-DB5C-54ED-422D297BA8DC}"/>
              </a:ext>
            </a:extLst>
          </p:cNvPr>
          <p:cNvCxnSpPr>
            <a:cxnSpLocks/>
          </p:cNvCxnSpPr>
          <p:nvPr/>
        </p:nvCxnSpPr>
        <p:spPr>
          <a:xfrm>
            <a:off x="3420019" y="1679380"/>
            <a:ext cx="3345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右大括号 56">
            <a:extLst>
              <a:ext uri="{FF2B5EF4-FFF2-40B4-BE49-F238E27FC236}">
                <a16:creationId xmlns:a16="http://schemas.microsoft.com/office/drawing/2014/main" id="{D93B046F-B0F3-C930-892A-B6586D98D951}"/>
              </a:ext>
            </a:extLst>
          </p:cNvPr>
          <p:cNvSpPr/>
          <p:nvPr/>
        </p:nvSpPr>
        <p:spPr>
          <a:xfrm rot="5400000">
            <a:off x="2484936" y="3651321"/>
            <a:ext cx="194611" cy="1232034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D848563-B8C1-94E8-5059-93CA6FC4952B}"/>
              </a:ext>
            </a:extLst>
          </p:cNvPr>
          <p:cNvSpPr txBox="1"/>
          <p:nvPr/>
        </p:nvSpPr>
        <p:spPr>
          <a:xfrm>
            <a:off x="1867809" y="4279970"/>
            <a:ext cx="14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Tok-K Neighbor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流程图: 数据 58">
            <a:extLst>
              <a:ext uri="{FF2B5EF4-FFF2-40B4-BE49-F238E27FC236}">
                <a16:creationId xmlns:a16="http://schemas.microsoft.com/office/drawing/2014/main" id="{7381D5BA-D0EB-CDB3-B969-7A8E807383BA}"/>
              </a:ext>
            </a:extLst>
          </p:cNvPr>
          <p:cNvSpPr/>
          <p:nvPr/>
        </p:nvSpPr>
        <p:spPr>
          <a:xfrm>
            <a:off x="4559229" y="1190625"/>
            <a:ext cx="3187770" cy="1258123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数据 59">
            <a:extLst>
              <a:ext uri="{FF2B5EF4-FFF2-40B4-BE49-F238E27FC236}">
                <a16:creationId xmlns:a16="http://schemas.microsoft.com/office/drawing/2014/main" id="{6A7A4B07-0CE4-0F08-B139-9DE3ADD9C73A}"/>
              </a:ext>
            </a:extLst>
          </p:cNvPr>
          <p:cNvSpPr/>
          <p:nvPr/>
        </p:nvSpPr>
        <p:spPr>
          <a:xfrm>
            <a:off x="5155468" y="883254"/>
            <a:ext cx="2214477" cy="991205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1AB5AD7F-3DB3-6B63-2E25-B080F1080673}"/>
              </a:ext>
            </a:extLst>
          </p:cNvPr>
          <p:cNvCxnSpPr>
            <a:cxnSpLocks/>
            <a:stCxn id="127" idx="7"/>
            <a:endCxn id="123" idx="2"/>
          </p:cNvCxnSpPr>
          <p:nvPr/>
        </p:nvCxnSpPr>
        <p:spPr>
          <a:xfrm flipV="1">
            <a:off x="5642239" y="1342497"/>
            <a:ext cx="448881" cy="1901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7AC7D83-2ED7-497C-6030-06E923E49BB2}"/>
              </a:ext>
            </a:extLst>
          </p:cNvPr>
          <p:cNvCxnSpPr>
            <a:cxnSpLocks/>
            <a:stCxn id="126" idx="5"/>
            <a:endCxn id="123" idx="1"/>
          </p:cNvCxnSpPr>
          <p:nvPr/>
        </p:nvCxnSpPr>
        <p:spPr>
          <a:xfrm>
            <a:off x="5943037" y="1119491"/>
            <a:ext cx="179692" cy="17709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6FAD9AB-DC3A-B57B-FA64-4B94882B54B2}"/>
              </a:ext>
            </a:extLst>
          </p:cNvPr>
          <p:cNvCxnSpPr>
            <a:cxnSpLocks/>
            <a:stCxn id="122" idx="3"/>
            <a:endCxn id="123" idx="0"/>
          </p:cNvCxnSpPr>
          <p:nvPr/>
        </p:nvCxnSpPr>
        <p:spPr>
          <a:xfrm flipH="1">
            <a:off x="6199042" y="1041548"/>
            <a:ext cx="216341" cy="23601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2D1E6E32-56B1-3D74-E3C7-ED6479B1C0F8}"/>
              </a:ext>
            </a:extLst>
          </p:cNvPr>
          <p:cNvCxnSpPr>
            <a:cxnSpLocks/>
            <a:stCxn id="124" idx="2"/>
            <a:endCxn id="123" idx="6"/>
          </p:cNvCxnSpPr>
          <p:nvPr/>
        </p:nvCxnSpPr>
        <p:spPr>
          <a:xfrm flipH="1">
            <a:off x="6306964" y="1275956"/>
            <a:ext cx="503437" cy="6654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466AA13-432A-C7BB-4529-D0B1B311D154}"/>
              </a:ext>
            </a:extLst>
          </p:cNvPr>
          <p:cNvCxnSpPr>
            <a:cxnSpLocks/>
            <a:stCxn id="125" idx="1"/>
            <a:endCxn id="123" idx="4"/>
          </p:cNvCxnSpPr>
          <p:nvPr/>
        </p:nvCxnSpPr>
        <p:spPr>
          <a:xfrm flipH="1" flipV="1">
            <a:off x="6199042" y="1407430"/>
            <a:ext cx="157621" cy="30358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24B4C5A-5ECA-0947-F971-6ACB87AC45F0}"/>
              </a:ext>
            </a:extLst>
          </p:cNvPr>
          <p:cNvCxnSpPr>
            <a:cxnSpLocks/>
            <a:stCxn id="129" idx="0"/>
            <a:endCxn id="124" idx="5"/>
          </p:cNvCxnSpPr>
          <p:nvPr/>
        </p:nvCxnSpPr>
        <p:spPr>
          <a:xfrm flipH="1" flipV="1">
            <a:off x="6994635" y="1321872"/>
            <a:ext cx="107921" cy="52393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CBCBACF-8BAA-C7E4-E930-0BA9CE576DCD}"/>
              </a:ext>
            </a:extLst>
          </p:cNvPr>
          <p:cNvCxnSpPr>
            <a:cxnSpLocks/>
            <a:stCxn id="131" idx="7"/>
            <a:endCxn id="125" idx="3"/>
          </p:cNvCxnSpPr>
          <p:nvPr/>
        </p:nvCxnSpPr>
        <p:spPr>
          <a:xfrm flipV="1">
            <a:off x="6014012" y="1802848"/>
            <a:ext cx="342650" cy="3530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9F19732E-2B62-372E-E499-AD65F0BF7770}"/>
              </a:ext>
            </a:extLst>
          </p:cNvPr>
          <p:cNvCxnSpPr>
            <a:cxnSpLocks/>
            <a:stCxn id="130" idx="0"/>
            <a:endCxn id="127" idx="2"/>
          </p:cNvCxnSpPr>
          <p:nvPr/>
        </p:nvCxnSpPr>
        <p:spPr>
          <a:xfrm flipV="1">
            <a:off x="5031676" y="1407431"/>
            <a:ext cx="426328" cy="35920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711FB440-C338-5340-B180-E4EE7C568DC3}"/>
              </a:ext>
            </a:extLst>
          </p:cNvPr>
          <p:cNvCxnSpPr>
            <a:cxnSpLocks/>
            <a:stCxn id="125" idx="6"/>
            <a:endCxn id="129" idx="2"/>
          </p:cNvCxnSpPr>
          <p:nvPr/>
        </p:nvCxnSpPr>
        <p:spPr>
          <a:xfrm>
            <a:off x="6540897" y="1756934"/>
            <a:ext cx="453737" cy="15380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0D4D126-022B-3F0C-68E3-E652B7F94C7E}"/>
              </a:ext>
            </a:extLst>
          </p:cNvPr>
          <p:cNvCxnSpPr>
            <a:cxnSpLocks/>
            <a:stCxn id="128" idx="0"/>
            <a:endCxn id="127" idx="4"/>
          </p:cNvCxnSpPr>
          <p:nvPr/>
        </p:nvCxnSpPr>
        <p:spPr>
          <a:xfrm flipV="1">
            <a:off x="5262480" y="1472365"/>
            <a:ext cx="303446" cy="79540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C9DF7454-B4DC-9FE6-B258-1BA23BFC40B7}"/>
              </a:ext>
            </a:extLst>
          </p:cNvPr>
          <p:cNvCxnSpPr>
            <a:cxnSpLocks/>
            <a:stCxn id="132" idx="0"/>
            <a:endCxn id="125" idx="5"/>
          </p:cNvCxnSpPr>
          <p:nvPr/>
        </p:nvCxnSpPr>
        <p:spPr>
          <a:xfrm flipH="1" flipV="1">
            <a:off x="6509286" y="1802849"/>
            <a:ext cx="193094" cy="41385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16BD526F-6786-6D3E-B0F4-137C0FD8B736}"/>
              </a:ext>
            </a:extLst>
          </p:cNvPr>
          <p:cNvSpPr/>
          <p:nvPr/>
        </p:nvSpPr>
        <p:spPr>
          <a:xfrm>
            <a:off x="1470145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1AA3F572-09BB-62AD-0C9C-25DA7FF084E6}"/>
              </a:ext>
            </a:extLst>
          </p:cNvPr>
          <p:cNvSpPr/>
          <p:nvPr/>
        </p:nvSpPr>
        <p:spPr>
          <a:xfrm>
            <a:off x="1480115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F7E9A5A4-AA59-A0D1-7E0E-653CCFFC895B}"/>
              </a:ext>
            </a:extLst>
          </p:cNvPr>
          <p:cNvSpPr/>
          <p:nvPr/>
        </p:nvSpPr>
        <p:spPr>
          <a:xfrm>
            <a:off x="1892530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CCA525A-A94A-D59A-5C37-6BB0A308CECA}"/>
              </a:ext>
            </a:extLst>
          </p:cNvPr>
          <p:cNvSpPr/>
          <p:nvPr/>
        </p:nvSpPr>
        <p:spPr>
          <a:xfrm>
            <a:off x="2248222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4CC9D045-3E13-F08D-E33C-9EE7F36DA825}"/>
              </a:ext>
            </a:extLst>
          </p:cNvPr>
          <p:cNvSpPr/>
          <p:nvPr/>
        </p:nvSpPr>
        <p:spPr>
          <a:xfrm>
            <a:off x="2603914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A809820F-CF27-D558-A08C-72FCDACA088E}"/>
              </a:ext>
            </a:extLst>
          </p:cNvPr>
          <p:cNvSpPr/>
          <p:nvPr/>
        </p:nvSpPr>
        <p:spPr>
          <a:xfrm>
            <a:off x="2959606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2B9D36F2-3BAA-6722-5424-9AF84C4E726C}"/>
              </a:ext>
            </a:extLst>
          </p:cNvPr>
          <p:cNvSpPr/>
          <p:nvPr/>
        </p:nvSpPr>
        <p:spPr>
          <a:xfrm>
            <a:off x="1893399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E49761A-53C9-0626-51E9-42BFD190D263}"/>
              </a:ext>
            </a:extLst>
          </p:cNvPr>
          <p:cNvSpPr/>
          <p:nvPr/>
        </p:nvSpPr>
        <p:spPr>
          <a:xfrm>
            <a:off x="2249091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6B1F073-71B9-F415-CEEC-10B9BC79335A}"/>
              </a:ext>
            </a:extLst>
          </p:cNvPr>
          <p:cNvSpPr/>
          <p:nvPr/>
        </p:nvSpPr>
        <p:spPr>
          <a:xfrm>
            <a:off x="2604783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60363FBB-B404-54B6-E64F-CF8B4F20C34C}"/>
              </a:ext>
            </a:extLst>
          </p:cNvPr>
          <p:cNvSpPr/>
          <p:nvPr/>
        </p:nvSpPr>
        <p:spPr>
          <a:xfrm>
            <a:off x="2960475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911F3FEF-8014-D810-2177-0058A5CC13F6}"/>
              </a:ext>
            </a:extLst>
          </p:cNvPr>
          <p:cNvCxnSpPr>
            <a:cxnSpLocks/>
            <a:stCxn id="143" idx="2"/>
            <a:endCxn id="84" idx="4"/>
          </p:cNvCxnSpPr>
          <p:nvPr/>
        </p:nvCxnSpPr>
        <p:spPr>
          <a:xfrm flipH="1" flipV="1">
            <a:off x="1568898" y="5441287"/>
            <a:ext cx="492370" cy="201580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AF4FCAAC-4C81-7814-73E1-455AB8409D9A}"/>
              </a:ext>
            </a:extLst>
          </p:cNvPr>
          <p:cNvCxnSpPr>
            <a:cxnSpLocks/>
            <a:stCxn id="144" idx="6"/>
            <a:endCxn id="86" idx="0"/>
          </p:cNvCxnSpPr>
          <p:nvPr/>
        </p:nvCxnSpPr>
        <p:spPr>
          <a:xfrm>
            <a:off x="2359718" y="4941258"/>
            <a:ext cx="475755" cy="201579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45CAB940-4E38-EDC0-CB8F-E45FFE7F0B1F}"/>
              </a:ext>
            </a:extLst>
          </p:cNvPr>
          <p:cNvSpPr/>
          <p:nvPr/>
        </p:nvSpPr>
        <p:spPr>
          <a:xfrm>
            <a:off x="1419673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559E398E-1677-8DE0-CE7E-C5A011F76462}"/>
              </a:ext>
            </a:extLst>
          </p:cNvPr>
          <p:cNvSpPr/>
          <p:nvPr/>
        </p:nvSpPr>
        <p:spPr>
          <a:xfrm>
            <a:off x="2337855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4C6D769A-67A2-74EE-87F6-91560F82485A}"/>
              </a:ext>
            </a:extLst>
          </p:cNvPr>
          <p:cNvSpPr/>
          <p:nvPr/>
        </p:nvSpPr>
        <p:spPr>
          <a:xfrm>
            <a:off x="2686248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0E198ECA-BC18-0352-BFD6-92F24F313E23}"/>
              </a:ext>
            </a:extLst>
          </p:cNvPr>
          <p:cNvCxnSpPr>
            <a:cxnSpLocks/>
            <a:stCxn id="143" idx="6"/>
            <a:endCxn id="85" idx="4"/>
          </p:cNvCxnSpPr>
          <p:nvPr/>
        </p:nvCxnSpPr>
        <p:spPr>
          <a:xfrm flipV="1">
            <a:off x="2359718" y="5441287"/>
            <a:ext cx="127362" cy="2015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DAEB31C-84BE-7CAF-F5BC-687670455C3A}"/>
              </a:ext>
            </a:extLst>
          </p:cNvPr>
          <p:cNvCxnSpPr>
            <a:cxnSpLocks/>
            <a:stCxn id="144" idx="2"/>
            <a:endCxn id="142" idx="0"/>
          </p:cNvCxnSpPr>
          <p:nvPr/>
        </p:nvCxnSpPr>
        <p:spPr>
          <a:xfrm flipH="1">
            <a:off x="1917292" y="4941258"/>
            <a:ext cx="143976" cy="201579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7D391AC-AFBE-6C3B-A29B-8E7C52FA4324}"/>
              </a:ext>
            </a:extLst>
          </p:cNvPr>
          <p:cNvCxnSpPr>
            <a:cxnSpLocks/>
            <a:stCxn id="143" idx="2"/>
            <a:endCxn id="142" idx="4"/>
          </p:cNvCxnSpPr>
          <p:nvPr/>
        </p:nvCxnSpPr>
        <p:spPr>
          <a:xfrm flipH="1" flipV="1">
            <a:off x="1917292" y="5441287"/>
            <a:ext cx="143976" cy="201580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D52F4D8D-6C33-D17F-C0D6-DAA1AC75769A}"/>
              </a:ext>
            </a:extLst>
          </p:cNvPr>
          <p:cNvCxnSpPr>
            <a:cxnSpLocks/>
            <a:stCxn id="144" idx="2"/>
            <a:endCxn id="84" idx="0"/>
          </p:cNvCxnSpPr>
          <p:nvPr/>
        </p:nvCxnSpPr>
        <p:spPr>
          <a:xfrm flipH="1">
            <a:off x="1568898" y="4941258"/>
            <a:ext cx="492370" cy="201579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弧形 90">
            <a:extLst>
              <a:ext uri="{FF2B5EF4-FFF2-40B4-BE49-F238E27FC236}">
                <a16:creationId xmlns:a16="http://schemas.microsoft.com/office/drawing/2014/main" id="{C7092009-8BEE-B584-A91A-213DD0A7E665}"/>
              </a:ext>
            </a:extLst>
          </p:cNvPr>
          <p:cNvSpPr/>
          <p:nvPr/>
        </p:nvSpPr>
        <p:spPr>
          <a:xfrm>
            <a:off x="1983856" y="4655731"/>
            <a:ext cx="287485" cy="302646"/>
          </a:xfrm>
          <a:prstGeom prst="arc">
            <a:avLst>
              <a:gd name="adj1" fmla="val 6936041"/>
              <a:gd name="adj2" fmla="val 21348724"/>
            </a:avLst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49BC1BA5-6BCB-2AF3-6693-38E8D30EB7CE}"/>
              </a:ext>
            </a:extLst>
          </p:cNvPr>
          <p:cNvCxnSpPr>
            <a:cxnSpLocks/>
            <a:stCxn id="143" idx="0"/>
            <a:endCxn id="144" idx="4"/>
          </p:cNvCxnSpPr>
          <p:nvPr/>
        </p:nvCxnSpPr>
        <p:spPr>
          <a:xfrm flipV="1">
            <a:off x="2210493" y="5090483"/>
            <a:ext cx="0" cy="403159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弧形 92">
            <a:extLst>
              <a:ext uri="{FF2B5EF4-FFF2-40B4-BE49-F238E27FC236}">
                <a16:creationId xmlns:a16="http://schemas.microsoft.com/office/drawing/2014/main" id="{C3F905AD-8D52-33DD-AFC1-6E25E778566C}"/>
              </a:ext>
            </a:extLst>
          </p:cNvPr>
          <p:cNvSpPr/>
          <p:nvPr/>
        </p:nvSpPr>
        <p:spPr>
          <a:xfrm>
            <a:off x="1978374" y="5642867"/>
            <a:ext cx="287485" cy="302646"/>
          </a:xfrm>
          <a:prstGeom prst="arc">
            <a:avLst>
              <a:gd name="adj1" fmla="val 21095381"/>
              <a:gd name="adj2" fmla="val 14986908"/>
            </a:avLst>
          </a:prstGeom>
          <a:ln w="19050"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4F7B9137-99AF-0CA2-4019-D96B9010647B}"/>
              </a:ext>
            </a:extLst>
          </p:cNvPr>
          <p:cNvCxnSpPr>
            <a:cxnSpLocks/>
          </p:cNvCxnSpPr>
          <p:nvPr/>
        </p:nvCxnSpPr>
        <p:spPr>
          <a:xfrm>
            <a:off x="4609427" y="1679380"/>
            <a:ext cx="3012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ACEAE3B7-A651-F608-25A2-994C24407522}"/>
              </a:ext>
            </a:extLst>
          </p:cNvPr>
          <p:cNvCxnSpPr>
            <a:cxnSpLocks/>
            <a:endCxn id="107" idx="2"/>
          </p:cNvCxnSpPr>
          <p:nvPr/>
        </p:nvCxnSpPr>
        <p:spPr>
          <a:xfrm>
            <a:off x="7416800" y="1665443"/>
            <a:ext cx="3562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流程图: 数据 95">
            <a:extLst>
              <a:ext uri="{FF2B5EF4-FFF2-40B4-BE49-F238E27FC236}">
                <a16:creationId xmlns:a16="http://schemas.microsoft.com/office/drawing/2014/main" id="{5BD293BB-B668-49A0-305E-BE2E3AEE0CB3}"/>
              </a:ext>
            </a:extLst>
          </p:cNvPr>
          <p:cNvSpPr/>
          <p:nvPr/>
        </p:nvSpPr>
        <p:spPr>
          <a:xfrm>
            <a:off x="9614783" y="1154125"/>
            <a:ext cx="2463587" cy="1009450"/>
          </a:xfrm>
          <a:prstGeom prst="flowChartInputOutput">
            <a:avLst/>
          </a:prstGeom>
          <a:solidFill>
            <a:srgbClr val="F3F3F4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24743731-0D12-73F5-307C-4E030483D5D3}"/>
              </a:ext>
            </a:extLst>
          </p:cNvPr>
          <p:cNvCxnSpPr>
            <a:cxnSpLocks/>
            <a:stCxn id="106" idx="4"/>
            <a:endCxn id="103" idx="0"/>
          </p:cNvCxnSpPr>
          <p:nvPr/>
        </p:nvCxnSpPr>
        <p:spPr>
          <a:xfrm>
            <a:off x="10406052" y="1466307"/>
            <a:ext cx="369698" cy="131744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597E0C1E-FB78-D13F-9423-2A8C4762F896}"/>
              </a:ext>
            </a:extLst>
          </p:cNvPr>
          <p:cNvCxnSpPr>
            <a:cxnSpLocks/>
            <a:stCxn id="106" idx="7"/>
            <a:endCxn id="101" idx="2"/>
          </p:cNvCxnSpPr>
          <p:nvPr/>
        </p:nvCxnSpPr>
        <p:spPr>
          <a:xfrm flipV="1">
            <a:off x="10490949" y="1330941"/>
            <a:ext cx="490314" cy="30343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0ED07DD5-AB96-4941-78A6-49005FEBBA75}"/>
              </a:ext>
            </a:extLst>
          </p:cNvPr>
          <p:cNvCxnSpPr>
            <a:cxnSpLocks/>
            <a:stCxn id="102" idx="6"/>
            <a:endCxn id="103" idx="3"/>
          </p:cNvCxnSpPr>
          <p:nvPr/>
        </p:nvCxnSpPr>
        <p:spPr>
          <a:xfrm flipV="1">
            <a:off x="10191478" y="1703074"/>
            <a:ext cx="499374" cy="18020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BF46F544-C186-019E-BC2B-C4E56ACBDC49}"/>
              </a:ext>
            </a:extLst>
          </p:cNvPr>
          <p:cNvCxnSpPr>
            <a:cxnSpLocks/>
            <a:stCxn id="102" idx="4"/>
            <a:endCxn id="105" idx="2"/>
          </p:cNvCxnSpPr>
          <p:nvPr/>
        </p:nvCxnSpPr>
        <p:spPr>
          <a:xfrm>
            <a:off x="10071416" y="1782615"/>
            <a:ext cx="844520" cy="269611"/>
          </a:xfrm>
          <a:prstGeom prst="line">
            <a:avLst/>
          </a:prstGeom>
          <a:ln w="28575">
            <a:solidFill>
              <a:srgbClr val="4282B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C741FC23-5465-5D07-E580-478C0BC272B7}"/>
              </a:ext>
            </a:extLst>
          </p:cNvPr>
          <p:cNvSpPr/>
          <p:nvPr/>
        </p:nvSpPr>
        <p:spPr>
          <a:xfrm>
            <a:off x="10981262" y="1269420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BCC3683-D536-3B5F-EBF8-5EB6F4B140C5}"/>
              </a:ext>
            </a:extLst>
          </p:cNvPr>
          <p:cNvSpPr/>
          <p:nvPr/>
        </p:nvSpPr>
        <p:spPr>
          <a:xfrm>
            <a:off x="9951353" y="1659573"/>
            <a:ext cx="240125" cy="123042"/>
          </a:xfrm>
          <a:prstGeom prst="ellipse">
            <a:avLst/>
          </a:prstGeom>
          <a:solidFill>
            <a:srgbClr val="E2DE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3FE5654D-AE02-6F43-6A3D-665E61617863}"/>
              </a:ext>
            </a:extLst>
          </p:cNvPr>
          <p:cNvSpPr/>
          <p:nvPr/>
        </p:nvSpPr>
        <p:spPr>
          <a:xfrm>
            <a:off x="10655687" y="1598051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B6F7619-F1C1-29EF-1D63-2839BA44ACEF}"/>
              </a:ext>
            </a:extLst>
          </p:cNvPr>
          <p:cNvSpPr/>
          <p:nvPr/>
        </p:nvSpPr>
        <p:spPr>
          <a:xfrm>
            <a:off x="11455882" y="1535009"/>
            <a:ext cx="240125" cy="12304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D3863D3F-F897-6B56-37FF-45BC3BF5F3F8}"/>
              </a:ext>
            </a:extLst>
          </p:cNvPr>
          <p:cNvSpPr/>
          <p:nvPr/>
        </p:nvSpPr>
        <p:spPr>
          <a:xfrm>
            <a:off x="10915936" y="1990705"/>
            <a:ext cx="240125" cy="1230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A0DA5BC9-8273-1F51-3BF2-9959AE5F1BE7}"/>
              </a:ext>
            </a:extLst>
          </p:cNvPr>
          <p:cNvSpPr/>
          <p:nvPr/>
        </p:nvSpPr>
        <p:spPr>
          <a:xfrm>
            <a:off x="10285989" y="1343265"/>
            <a:ext cx="240125" cy="1230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流程图: 数据 106">
            <a:extLst>
              <a:ext uri="{FF2B5EF4-FFF2-40B4-BE49-F238E27FC236}">
                <a16:creationId xmlns:a16="http://schemas.microsoft.com/office/drawing/2014/main" id="{1A3B49E5-C8D3-DB1F-0A52-B201F626C523}"/>
              </a:ext>
            </a:extLst>
          </p:cNvPr>
          <p:cNvSpPr/>
          <p:nvPr/>
        </p:nvSpPr>
        <p:spPr>
          <a:xfrm>
            <a:off x="7526736" y="1169841"/>
            <a:ext cx="2463587" cy="991204"/>
          </a:xfrm>
          <a:prstGeom prst="flowChartInputOutput">
            <a:avLst/>
          </a:prstGeom>
          <a:solidFill>
            <a:srgbClr val="F3F3F4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AA464F39-65EE-9F90-70A4-5AA9795EF0C9}"/>
              </a:ext>
            </a:extLst>
          </p:cNvPr>
          <p:cNvCxnSpPr>
            <a:cxnSpLocks/>
            <a:stCxn id="117" idx="1"/>
            <a:endCxn id="119" idx="4"/>
          </p:cNvCxnSpPr>
          <p:nvPr/>
        </p:nvCxnSpPr>
        <p:spPr>
          <a:xfrm flipH="1" flipV="1">
            <a:off x="8709173" y="1710655"/>
            <a:ext cx="175351" cy="287631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769B1426-B24B-7CCE-E74A-B5F23CCFD8DA}"/>
              </a:ext>
            </a:extLst>
          </p:cNvPr>
          <p:cNvCxnSpPr>
            <a:cxnSpLocks/>
            <a:stCxn id="119" idx="0"/>
            <a:endCxn id="114" idx="3"/>
          </p:cNvCxnSpPr>
          <p:nvPr/>
        </p:nvCxnSpPr>
        <p:spPr>
          <a:xfrm flipV="1">
            <a:off x="8709173" y="1364005"/>
            <a:ext cx="240677" cy="223608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45005A7C-0F2F-7EE7-DD43-7B56A3E40D4E}"/>
              </a:ext>
            </a:extLst>
          </p:cNvPr>
          <p:cNvCxnSpPr>
            <a:cxnSpLocks/>
            <a:stCxn id="119" idx="6"/>
            <a:endCxn id="116" idx="2"/>
          </p:cNvCxnSpPr>
          <p:nvPr/>
        </p:nvCxnSpPr>
        <p:spPr>
          <a:xfrm flipV="1">
            <a:off x="8829235" y="1586092"/>
            <a:ext cx="560070" cy="63042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332FEA3C-330A-4DD9-A44B-46BB82875BF3}"/>
              </a:ext>
            </a:extLst>
          </p:cNvPr>
          <p:cNvCxnSpPr>
            <a:cxnSpLocks/>
            <a:stCxn id="115" idx="0"/>
            <a:endCxn id="118" idx="3"/>
          </p:cNvCxnSpPr>
          <p:nvPr/>
        </p:nvCxnSpPr>
        <p:spPr>
          <a:xfrm flipV="1">
            <a:off x="8004838" y="1437850"/>
            <a:ext cx="249739" cy="211284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C1B76A07-51CE-3281-98D2-41989935D494}"/>
              </a:ext>
            </a:extLst>
          </p:cNvPr>
          <p:cNvCxnSpPr>
            <a:cxnSpLocks/>
            <a:stCxn id="116" idx="0"/>
            <a:endCxn id="114" idx="6"/>
          </p:cNvCxnSpPr>
          <p:nvPr/>
        </p:nvCxnSpPr>
        <p:spPr>
          <a:xfrm flipH="1" flipV="1">
            <a:off x="9154810" y="1320502"/>
            <a:ext cx="354557" cy="204068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9A41E47B-E78F-23F3-C1E4-A44CC4A8F6F1}"/>
              </a:ext>
            </a:extLst>
          </p:cNvPr>
          <p:cNvCxnSpPr>
            <a:cxnSpLocks/>
            <a:stCxn id="117" idx="7"/>
            <a:endCxn id="116" idx="4"/>
          </p:cNvCxnSpPr>
          <p:nvPr/>
        </p:nvCxnSpPr>
        <p:spPr>
          <a:xfrm flipV="1">
            <a:off x="9054318" y="1647612"/>
            <a:ext cx="455049" cy="350673"/>
          </a:xfrm>
          <a:prstGeom prst="line">
            <a:avLst/>
          </a:prstGeom>
          <a:ln w="28575">
            <a:solidFill>
              <a:srgbClr val="CD18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椭圆 113">
            <a:extLst>
              <a:ext uri="{FF2B5EF4-FFF2-40B4-BE49-F238E27FC236}">
                <a16:creationId xmlns:a16="http://schemas.microsoft.com/office/drawing/2014/main" id="{BD78FB76-BF74-1775-FB1E-8BDD5F2B75AF}"/>
              </a:ext>
            </a:extLst>
          </p:cNvPr>
          <p:cNvSpPr/>
          <p:nvPr/>
        </p:nvSpPr>
        <p:spPr>
          <a:xfrm>
            <a:off x="8914685" y="1258981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64E21F9-B6A1-F7BF-BFDA-A1A533ED2E6E}"/>
              </a:ext>
            </a:extLst>
          </p:cNvPr>
          <p:cNvSpPr/>
          <p:nvPr/>
        </p:nvSpPr>
        <p:spPr>
          <a:xfrm>
            <a:off x="7884776" y="1649134"/>
            <a:ext cx="240125" cy="123042"/>
          </a:xfrm>
          <a:prstGeom prst="ellipse">
            <a:avLst/>
          </a:prstGeom>
          <a:solidFill>
            <a:srgbClr val="E2DE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91445173-109E-354D-6B17-91396B9C138E}"/>
              </a:ext>
            </a:extLst>
          </p:cNvPr>
          <p:cNvSpPr/>
          <p:nvPr/>
        </p:nvSpPr>
        <p:spPr>
          <a:xfrm>
            <a:off x="9389305" y="1524570"/>
            <a:ext cx="240125" cy="12304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805F27E6-C39C-EE1F-B494-66A026032D3C}"/>
              </a:ext>
            </a:extLst>
          </p:cNvPr>
          <p:cNvSpPr/>
          <p:nvPr/>
        </p:nvSpPr>
        <p:spPr>
          <a:xfrm>
            <a:off x="8849359" y="1980266"/>
            <a:ext cx="240125" cy="1230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ED8546AC-E307-73D3-60A8-EEAAB43EE7E9}"/>
              </a:ext>
            </a:extLst>
          </p:cNvPr>
          <p:cNvSpPr/>
          <p:nvPr/>
        </p:nvSpPr>
        <p:spPr>
          <a:xfrm>
            <a:off x="8219412" y="1332826"/>
            <a:ext cx="240125" cy="1230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AE4000B5-6112-CB64-8899-61A036B57F19}"/>
              </a:ext>
            </a:extLst>
          </p:cNvPr>
          <p:cNvSpPr/>
          <p:nvPr/>
        </p:nvSpPr>
        <p:spPr>
          <a:xfrm>
            <a:off x="8589110" y="1587613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B013E61-450E-6689-A0B3-F418C6CF2196}"/>
              </a:ext>
            </a:extLst>
          </p:cNvPr>
          <p:cNvSpPr txBox="1"/>
          <p:nvPr/>
        </p:nvSpPr>
        <p:spPr>
          <a:xfrm>
            <a:off x="7513735" y="2201801"/>
            <a:ext cx="199841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CD181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F769D61-1DD8-6186-579A-9E833152AAA5}"/>
              </a:ext>
            </a:extLst>
          </p:cNvPr>
          <p:cNvSpPr txBox="1"/>
          <p:nvPr/>
        </p:nvSpPr>
        <p:spPr>
          <a:xfrm>
            <a:off x="9611497" y="2216703"/>
            <a:ext cx="194797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282BD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AB4E008-9995-6FD8-6395-D458BCB3BA45}"/>
              </a:ext>
            </a:extLst>
          </p:cNvPr>
          <p:cNvSpPr/>
          <p:nvPr/>
        </p:nvSpPr>
        <p:spPr>
          <a:xfrm>
            <a:off x="6383773" y="930700"/>
            <a:ext cx="215844" cy="129868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8A348A7-43A9-7BE1-8CF2-2FC1BCC4CE34}"/>
              </a:ext>
            </a:extLst>
          </p:cNvPr>
          <p:cNvSpPr/>
          <p:nvPr/>
        </p:nvSpPr>
        <p:spPr>
          <a:xfrm>
            <a:off x="6091120" y="1277563"/>
            <a:ext cx="215844" cy="129868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F36621F-0102-6807-66C2-BB63E6D04E52}"/>
              </a:ext>
            </a:extLst>
          </p:cNvPr>
          <p:cNvSpPr/>
          <p:nvPr/>
        </p:nvSpPr>
        <p:spPr>
          <a:xfrm>
            <a:off x="6810401" y="1211023"/>
            <a:ext cx="215844" cy="1298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938B29D6-7276-DE8C-D8AC-0458FD4D6350}"/>
              </a:ext>
            </a:extLst>
          </p:cNvPr>
          <p:cNvSpPr/>
          <p:nvPr/>
        </p:nvSpPr>
        <p:spPr>
          <a:xfrm>
            <a:off x="6325053" y="1692000"/>
            <a:ext cx="215844" cy="1298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C94E699A-415C-2F57-5F8A-05153988391D}"/>
              </a:ext>
            </a:extLst>
          </p:cNvPr>
          <p:cNvSpPr/>
          <p:nvPr/>
        </p:nvSpPr>
        <p:spPr>
          <a:xfrm>
            <a:off x="5758804" y="1008642"/>
            <a:ext cx="215844" cy="1298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CB70D388-76ED-60DF-DF37-8847E589EA04}"/>
              </a:ext>
            </a:extLst>
          </p:cNvPr>
          <p:cNvSpPr/>
          <p:nvPr/>
        </p:nvSpPr>
        <p:spPr>
          <a:xfrm>
            <a:off x="5458005" y="1342497"/>
            <a:ext cx="215844" cy="129868"/>
          </a:xfrm>
          <a:prstGeom prst="ellipse">
            <a:avLst/>
          </a:prstGeom>
          <a:solidFill>
            <a:srgbClr val="E2DE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000F0E6F-CF9E-C621-ACE5-7F131F9272BD}"/>
              </a:ext>
            </a:extLst>
          </p:cNvPr>
          <p:cNvSpPr/>
          <p:nvPr/>
        </p:nvSpPr>
        <p:spPr>
          <a:xfrm>
            <a:off x="5154559" y="2267767"/>
            <a:ext cx="215844" cy="12986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495B4FA8-1876-7FFD-EAE2-B35069A0B8BC}"/>
              </a:ext>
            </a:extLst>
          </p:cNvPr>
          <p:cNvSpPr/>
          <p:nvPr/>
        </p:nvSpPr>
        <p:spPr>
          <a:xfrm>
            <a:off x="6994634" y="1845805"/>
            <a:ext cx="215844" cy="12986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E198D08D-8918-F1DB-FC80-AC60CAA15D8C}"/>
              </a:ext>
            </a:extLst>
          </p:cNvPr>
          <p:cNvSpPr/>
          <p:nvPr/>
        </p:nvSpPr>
        <p:spPr>
          <a:xfrm>
            <a:off x="4923755" y="1766633"/>
            <a:ext cx="215844" cy="12986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435DE18F-9442-492A-C8ED-41F40A5988D5}"/>
              </a:ext>
            </a:extLst>
          </p:cNvPr>
          <p:cNvSpPr/>
          <p:nvPr/>
        </p:nvSpPr>
        <p:spPr>
          <a:xfrm>
            <a:off x="5829779" y="2136867"/>
            <a:ext cx="215844" cy="12986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B75763DD-22A4-4ED0-C7D4-4FA897A45EEE}"/>
              </a:ext>
            </a:extLst>
          </p:cNvPr>
          <p:cNvSpPr/>
          <p:nvPr/>
        </p:nvSpPr>
        <p:spPr>
          <a:xfrm>
            <a:off x="6594459" y="2216703"/>
            <a:ext cx="215844" cy="12986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198F5331-F1ED-1857-08C5-81C69BC3A99B}"/>
              </a:ext>
            </a:extLst>
          </p:cNvPr>
          <p:cNvSpPr/>
          <p:nvPr/>
        </p:nvSpPr>
        <p:spPr>
          <a:xfrm>
            <a:off x="1482887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467C05FC-F1CD-4FB0-7A1D-FEC3769C3DEE}"/>
              </a:ext>
            </a:extLst>
          </p:cNvPr>
          <p:cNvSpPr/>
          <p:nvPr/>
        </p:nvSpPr>
        <p:spPr>
          <a:xfrm>
            <a:off x="1492857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80F6BDA7-FF8F-B6AC-46E3-42A1F448A1AF}"/>
              </a:ext>
            </a:extLst>
          </p:cNvPr>
          <p:cNvSpPr/>
          <p:nvPr/>
        </p:nvSpPr>
        <p:spPr>
          <a:xfrm>
            <a:off x="1905272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C2FF55C6-EFCE-0867-3FBF-503B46D13157}"/>
              </a:ext>
            </a:extLst>
          </p:cNvPr>
          <p:cNvSpPr/>
          <p:nvPr/>
        </p:nvSpPr>
        <p:spPr>
          <a:xfrm>
            <a:off x="1906141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84257EFC-09D4-04C4-6874-68B8CF6C7D3B}"/>
              </a:ext>
            </a:extLst>
          </p:cNvPr>
          <p:cNvSpPr/>
          <p:nvPr/>
        </p:nvSpPr>
        <p:spPr>
          <a:xfrm>
            <a:off x="2261833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CB0C0FE4-1661-2135-AD99-098EC868BCCA}"/>
              </a:ext>
            </a:extLst>
          </p:cNvPr>
          <p:cNvCxnSpPr>
            <a:cxnSpLocks/>
          </p:cNvCxnSpPr>
          <p:nvPr/>
        </p:nvCxnSpPr>
        <p:spPr>
          <a:xfrm>
            <a:off x="1421978" y="3402826"/>
            <a:ext cx="22587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5B8D993C-439E-4AB9-3AC7-FFF5143547CE}"/>
              </a:ext>
            </a:extLst>
          </p:cNvPr>
          <p:cNvCxnSpPr>
            <a:cxnSpLocks/>
          </p:cNvCxnSpPr>
          <p:nvPr/>
        </p:nvCxnSpPr>
        <p:spPr>
          <a:xfrm flipV="1">
            <a:off x="1855920" y="3401955"/>
            <a:ext cx="0" cy="11541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:a16="http://schemas.microsoft.com/office/drawing/2014/main" id="{FFBCAEEE-71B9-751A-C3C5-6BE8806286D2}"/>
              </a:ext>
            </a:extLst>
          </p:cNvPr>
          <p:cNvSpPr txBox="1"/>
          <p:nvPr/>
        </p:nvSpPr>
        <p:spPr>
          <a:xfrm rot="16200000">
            <a:off x="3193951" y="411359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D85227ED-3123-E6DE-8625-54DA322EDD7B}"/>
              </a:ext>
            </a:extLst>
          </p:cNvPr>
          <p:cNvCxnSpPr>
            <a:cxnSpLocks/>
          </p:cNvCxnSpPr>
          <p:nvPr/>
        </p:nvCxnSpPr>
        <p:spPr>
          <a:xfrm flipV="1">
            <a:off x="5262480" y="2477048"/>
            <a:ext cx="1840076" cy="538009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A391D643-8BD3-29FF-14C2-F2A4015558AB}"/>
              </a:ext>
            </a:extLst>
          </p:cNvPr>
          <p:cNvSpPr/>
          <p:nvPr/>
        </p:nvSpPr>
        <p:spPr>
          <a:xfrm>
            <a:off x="1768067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23D32ED9-4907-F1B3-0FAF-17DF2620B3B5}"/>
              </a:ext>
            </a:extLst>
          </p:cNvPr>
          <p:cNvSpPr/>
          <p:nvPr/>
        </p:nvSpPr>
        <p:spPr>
          <a:xfrm>
            <a:off x="2061268" y="549364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A8145A3E-1BD0-BC68-3305-162844A21C1D}"/>
              </a:ext>
            </a:extLst>
          </p:cNvPr>
          <p:cNvSpPr/>
          <p:nvPr/>
        </p:nvSpPr>
        <p:spPr>
          <a:xfrm>
            <a:off x="2061268" y="479203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3DE9B270-3B02-3E04-E938-F3159E44D043}"/>
              </a:ext>
            </a:extLst>
          </p:cNvPr>
          <p:cNvSpPr/>
          <p:nvPr/>
        </p:nvSpPr>
        <p:spPr>
          <a:xfrm>
            <a:off x="3279359" y="52914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962BDB13-043E-C99F-6A54-89194A5BE2ED}"/>
              </a:ext>
            </a:extLst>
          </p:cNvPr>
          <p:cNvSpPr/>
          <p:nvPr/>
        </p:nvSpPr>
        <p:spPr>
          <a:xfrm>
            <a:off x="3878884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72978D62-085A-9EF4-1B4C-3810C4B3A3FE}"/>
              </a:ext>
            </a:extLst>
          </p:cNvPr>
          <p:cNvSpPr/>
          <p:nvPr/>
        </p:nvSpPr>
        <p:spPr>
          <a:xfrm>
            <a:off x="4507112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57C2E932-A11D-1D38-1DFD-B922FE0A6B38}"/>
              </a:ext>
            </a:extLst>
          </p:cNvPr>
          <p:cNvSpPr/>
          <p:nvPr/>
        </p:nvSpPr>
        <p:spPr>
          <a:xfrm>
            <a:off x="3284071" y="569228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0C48B558-33BB-DF13-A332-C51098F94BE3}"/>
              </a:ext>
            </a:extLst>
          </p:cNvPr>
          <p:cNvSpPr/>
          <p:nvPr/>
        </p:nvSpPr>
        <p:spPr>
          <a:xfrm>
            <a:off x="3883596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3A87E41-B694-2381-6F83-C1927DBD5E62}"/>
              </a:ext>
            </a:extLst>
          </p:cNvPr>
          <p:cNvSpPr/>
          <p:nvPr/>
        </p:nvSpPr>
        <p:spPr>
          <a:xfrm>
            <a:off x="4511824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DA2EC05E-91EF-0248-E048-ECF658E75AD2}"/>
              </a:ext>
            </a:extLst>
          </p:cNvPr>
          <p:cNvCxnSpPr>
            <a:cxnSpLocks/>
            <a:stCxn id="145" idx="6"/>
            <a:endCxn id="146" idx="2"/>
          </p:cNvCxnSpPr>
          <p:nvPr/>
        </p:nvCxnSpPr>
        <p:spPr>
          <a:xfrm>
            <a:off x="3577809" y="5440630"/>
            <a:ext cx="301075" cy="1908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2F54280-FD8A-3643-671A-741B008A2E6F}"/>
              </a:ext>
            </a:extLst>
          </p:cNvPr>
          <p:cNvCxnSpPr>
            <a:cxnSpLocks/>
            <a:stCxn id="147" idx="2"/>
            <a:endCxn id="146" idx="6"/>
          </p:cNvCxnSpPr>
          <p:nvPr/>
        </p:nvCxnSpPr>
        <p:spPr>
          <a:xfrm flipH="1">
            <a:off x="4177334" y="5442538"/>
            <a:ext cx="329778" cy="0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2F43087B-10C4-87ED-E473-63EE142F0F8C}"/>
              </a:ext>
            </a:extLst>
          </p:cNvPr>
          <p:cNvCxnSpPr>
            <a:cxnSpLocks/>
            <a:stCxn id="150" idx="2"/>
            <a:endCxn id="149" idx="6"/>
          </p:cNvCxnSpPr>
          <p:nvPr/>
        </p:nvCxnSpPr>
        <p:spPr>
          <a:xfrm flipH="1">
            <a:off x="4182046" y="5843415"/>
            <a:ext cx="329778" cy="0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03C28B25-F534-0053-A0F8-9706290CEF4D}"/>
              </a:ext>
            </a:extLst>
          </p:cNvPr>
          <p:cNvCxnSpPr>
            <a:cxnSpLocks/>
            <a:stCxn id="148" idx="6"/>
            <a:endCxn id="149" idx="2"/>
          </p:cNvCxnSpPr>
          <p:nvPr/>
        </p:nvCxnSpPr>
        <p:spPr>
          <a:xfrm>
            <a:off x="3582521" y="5841507"/>
            <a:ext cx="301075" cy="1908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右大括号 154">
            <a:extLst>
              <a:ext uri="{FF2B5EF4-FFF2-40B4-BE49-F238E27FC236}">
                <a16:creationId xmlns:a16="http://schemas.microsoft.com/office/drawing/2014/main" id="{405A91E9-D0F6-2EF7-45BE-A18EDADCA1C3}"/>
              </a:ext>
            </a:extLst>
          </p:cNvPr>
          <p:cNvSpPr/>
          <p:nvPr/>
        </p:nvSpPr>
        <p:spPr>
          <a:xfrm>
            <a:off x="4842617" y="4887825"/>
            <a:ext cx="194611" cy="1082638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2B905554-9A11-07DC-1D25-CE052F6D6DDC}"/>
              </a:ext>
            </a:extLst>
          </p:cNvPr>
          <p:cNvSpPr/>
          <p:nvPr/>
        </p:nvSpPr>
        <p:spPr>
          <a:xfrm>
            <a:off x="3268474" y="488013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6BAC87A4-BFEC-955B-75A5-CBEDB570B42F}"/>
              </a:ext>
            </a:extLst>
          </p:cNvPr>
          <p:cNvSpPr/>
          <p:nvPr/>
        </p:nvSpPr>
        <p:spPr>
          <a:xfrm>
            <a:off x="3867999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72BA7128-8534-A5CA-485E-DF7E807BAF11}"/>
              </a:ext>
            </a:extLst>
          </p:cNvPr>
          <p:cNvSpPr/>
          <p:nvPr/>
        </p:nvSpPr>
        <p:spPr>
          <a:xfrm>
            <a:off x="4496227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6606CAD6-7281-012A-4ECD-C6BEF346BC9B}"/>
              </a:ext>
            </a:extLst>
          </p:cNvPr>
          <p:cNvCxnSpPr>
            <a:cxnSpLocks/>
            <a:stCxn id="156" idx="6"/>
            <a:endCxn id="157" idx="2"/>
          </p:cNvCxnSpPr>
          <p:nvPr/>
        </p:nvCxnSpPr>
        <p:spPr>
          <a:xfrm>
            <a:off x="3566924" y="5029363"/>
            <a:ext cx="301075" cy="1908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03576C37-0721-E6B7-7C59-9E9199D6FD1F}"/>
              </a:ext>
            </a:extLst>
          </p:cNvPr>
          <p:cNvCxnSpPr>
            <a:cxnSpLocks/>
            <a:stCxn id="158" idx="2"/>
            <a:endCxn id="157" idx="6"/>
          </p:cNvCxnSpPr>
          <p:nvPr/>
        </p:nvCxnSpPr>
        <p:spPr>
          <a:xfrm flipH="1">
            <a:off x="4166449" y="5031271"/>
            <a:ext cx="329778" cy="0"/>
          </a:xfrm>
          <a:prstGeom prst="straightConnector1">
            <a:avLst/>
          </a:prstGeom>
          <a:ln w="1905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9F95599F-807D-5868-26BC-E57C6159E996}"/>
              </a:ext>
            </a:extLst>
          </p:cNvPr>
          <p:cNvSpPr/>
          <p:nvPr/>
        </p:nvSpPr>
        <p:spPr>
          <a:xfrm>
            <a:off x="5064466" y="5307060"/>
            <a:ext cx="220134" cy="220134"/>
          </a:xfrm>
          <a:prstGeom prst="roundRect">
            <a:avLst/>
          </a:prstGeom>
          <a:solidFill>
            <a:srgbClr val="CC99FF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箭头: 下 161">
            <a:extLst>
              <a:ext uri="{FF2B5EF4-FFF2-40B4-BE49-F238E27FC236}">
                <a16:creationId xmlns:a16="http://schemas.microsoft.com/office/drawing/2014/main" id="{A96F60C9-D57F-D228-FFE0-8F27920BDABD}"/>
              </a:ext>
            </a:extLst>
          </p:cNvPr>
          <p:cNvSpPr/>
          <p:nvPr/>
        </p:nvSpPr>
        <p:spPr>
          <a:xfrm>
            <a:off x="2647427" y="4592436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箭头: 下 162">
            <a:extLst>
              <a:ext uri="{FF2B5EF4-FFF2-40B4-BE49-F238E27FC236}">
                <a16:creationId xmlns:a16="http://schemas.microsoft.com/office/drawing/2014/main" id="{775F5A56-F4BE-D23D-4E60-6642F53AEFBF}"/>
              </a:ext>
            </a:extLst>
          </p:cNvPr>
          <p:cNvSpPr/>
          <p:nvPr/>
        </p:nvSpPr>
        <p:spPr>
          <a:xfrm rot="16200000">
            <a:off x="2861306" y="5404631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箭头: 下 163">
            <a:extLst>
              <a:ext uri="{FF2B5EF4-FFF2-40B4-BE49-F238E27FC236}">
                <a16:creationId xmlns:a16="http://schemas.microsoft.com/office/drawing/2014/main" id="{93AEB947-0AB0-7520-7434-1EC2AA6CB0C1}"/>
              </a:ext>
            </a:extLst>
          </p:cNvPr>
          <p:cNvSpPr/>
          <p:nvPr/>
        </p:nvSpPr>
        <p:spPr>
          <a:xfrm rot="10800000">
            <a:off x="4273326" y="4393535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41CA59A8-E458-9233-77F8-E1FD9AA37948}"/>
              </a:ext>
            </a:extLst>
          </p:cNvPr>
          <p:cNvSpPr/>
          <p:nvPr/>
        </p:nvSpPr>
        <p:spPr>
          <a:xfrm>
            <a:off x="5482619" y="3019863"/>
            <a:ext cx="6167514" cy="3156291"/>
          </a:xfrm>
          <a:prstGeom prst="roundRect">
            <a:avLst>
              <a:gd name="adj" fmla="val 9039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852BDD76-9309-11FA-686B-5C043ADD27F3}"/>
              </a:ext>
            </a:extLst>
          </p:cNvPr>
          <p:cNvCxnSpPr>
            <a:cxnSpLocks/>
          </p:cNvCxnSpPr>
          <p:nvPr/>
        </p:nvCxnSpPr>
        <p:spPr>
          <a:xfrm>
            <a:off x="6500992" y="3665317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82E276A5-B050-2E66-519A-2D9B04051E58}"/>
              </a:ext>
            </a:extLst>
          </p:cNvPr>
          <p:cNvCxnSpPr>
            <a:cxnSpLocks/>
          </p:cNvCxnSpPr>
          <p:nvPr/>
        </p:nvCxnSpPr>
        <p:spPr>
          <a:xfrm>
            <a:off x="6517862" y="5464576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E2DF6C8C-CBC0-0693-65F2-7CAFCE4AEBF9}"/>
              </a:ext>
            </a:extLst>
          </p:cNvPr>
          <p:cNvGrpSpPr/>
          <p:nvPr/>
        </p:nvGrpSpPr>
        <p:grpSpPr>
          <a:xfrm>
            <a:off x="5708039" y="336635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849A6B9D-6A5D-399F-A192-CB318785B904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21334622-2CB5-555B-F005-B2DF8837058A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3AD96499-DA33-89DD-25C9-DF77907D62A9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CAC43756-DE36-3632-0A80-6483C447E2E3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D1918FBE-69C3-9827-5D59-898D494AE672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FCFEB7CB-4FAD-0A6E-3753-DF47DAAC3E49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D56D14ED-1E2C-EE09-4704-96D207353E08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D3D32AFF-C146-EFAE-978E-2CE7E767A3E5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91EEEFAA-EEBA-22CA-EBAE-C4EA30E3C02C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0CF179AA-D51D-22E5-8155-43A9050E643B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A7F23CBF-9014-02A2-C89C-C10626C0D3C3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79F0202C-D609-146A-97CB-6921BD31BD19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9E124711-EC75-854C-133F-17BE106E9EEB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249257D9-3062-2C8C-584A-C4FA39E3655C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19E8B2DA-CB77-2258-96EA-6A235D74495F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126CA6EE-01B7-0964-5304-B06A0C8D87F3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2BD454E1-A2FB-FF94-1A9B-4301DC53D69D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F8CC83D6-3517-2CD9-EEC1-A793B2C022DE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B29FA2CB-3886-5775-D710-694ED5A86244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414B7D3D-F278-D944-D224-F6C104DF2F23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39DE6C54-DD07-3BDF-46F8-982A491ECCF3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ACFB9687-A391-463C-2B83-2A8B41672F69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CAE4D3EA-CA23-F4D1-C560-3D958A8F1409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FC642909-CD31-AA02-BC33-3504D6538BAB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8C6B3C2E-14D5-7DC8-6C8F-6F0143363B15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81D7100D-1F1E-0A8B-7A69-FC696521FE90}"/>
              </a:ext>
            </a:extLst>
          </p:cNvPr>
          <p:cNvGrpSpPr/>
          <p:nvPr/>
        </p:nvGrpSpPr>
        <p:grpSpPr>
          <a:xfrm>
            <a:off x="5708150" y="4638956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51EBFCA7-15C9-A494-42EC-A82433ECF0B5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5779FCA2-4B48-ED18-A2C9-8020389A0F8D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B69B266A-00F7-1A7B-6E3F-D2A4927D50BE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C3A71D10-D7AD-7DD5-3F9D-95E49261CD9D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CDFAE417-8F5D-4773-FA34-A962448DF8FC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599AB0E5-043B-CCF3-D6D1-CDE7696FA3BF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50FE79A4-9EF6-4C0C-1184-1F64B07A3125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F4C03B8C-86DD-3F2E-1661-3E318BF6DBCD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EFAFEFCF-10B3-0098-C820-705F57DE088A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: 圆角 203">
              <a:extLst>
                <a:ext uri="{FF2B5EF4-FFF2-40B4-BE49-F238E27FC236}">
                  <a16:creationId xmlns:a16="http://schemas.microsoft.com/office/drawing/2014/main" id="{09A67EFA-7B01-ABCD-73C2-B20723DB25F6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0D294484-888F-F563-BC67-A699F619C57B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: 圆角 205">
              <a:extLst>
                <a:ext uri="{FF2B5EF4-FFF2-40B4-BE49-F238E27FC236}">
                  <a16:creationId xmlns:a16="http://schemas.microsoft.com/office/drawing/2014/main" id="{704424F2-4317-8AA4-3E32-68482C87AAAD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: 圆角 206">
              <a:extLst>
                <a:ext uri="{FF2B5EF4-FFF2-40B4-BE49-F238E27FC236}">
                  <a16:creationId xmlns:a16="http://schemas.microsoft.com/office/drawing/2014/main" id="{89CDABF8-53E8-6E35-4A40-F6321667A3BE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2FAB908C-A075-7542-AFC3-E095505B3171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814685B4-4159-F66C-B9D2-F84E23086647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1AAFBC85-90AE-AC63-C6AF-19818675B626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B6477D79-DA6E-0273-BE57-DE865E589814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: 圆角 211">
              <a:extLst>
                <a:ext uri="{FF2B5EF4-FFF2-40B4-BE49-F238E27FC236}">
                  <a16:creationId xmlns:a16="http://schemas.microsoft.com/office/drawing/2014/main" id="{07AC82C5-5288-C86F-EF05-D6B38BE79870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28FDB670-3F0D-3434-EECC-3AC7CC7AD0B1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: 圆角 213">
              <a:extLst>
                <a:ext uri="{FF2B5EF4-FFF2-40B4-BE49-F238E27FC236}">
                  <a16:creationId xmlns:a16="http://schemas.microsoft.com/office/drawing/2014/main" id="{54F4BC24-C32C-9A9C-97ED-1C8B80A31111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: 圆角 214">
              <a:extLst>
                <a:ext uri="{FF2B5EF4-FFF2-40B4-BE49-F238E27FC236}">
                  <a16:creationId xmlns:a16="http://schemas.microsoft.com/office/drawing/2014/main" id="{E459E377-565B-4D39-F760-16D6AF3A0EC6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1DABCB85-35F6-C215-F06C-2CDDF7BB2317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: 圆角 216">
              <a:extLst>
                <a:ext uri="{FF2B5EF4-FFF2-40B4-BE49-F238E27FC236}">
                  <a16:creationId xmlns:a16="http://schemas.microsoft.com/office/drawing/2014/main" id="{9430DB1E-07D4-4AFB-7549-50FED5675D3D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282BD8EB-DCE1-786C-A1BD-9C6BCC953D16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0468D782-F081-C660-4AE6-0CCAA05E5AE0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CFACC21A-DE20-E485-CA01-6E2F2CAAAFDC}"/>
              </a:ext>
            </a:extLst>
          </p:cNvPr>
          <p:cNvGrpSpPr/>
          <p:nvPr/>
        </p:nvGrpSpPr>
        <p:grpSpPr>
          <a:xfrm>
            <a:off x="7181340" y="5348616"/>
            <a:ext cx="214933" cy="214933"/>
            <a:chOff x="4892460" y="2186404"/>
            <a:chExt cx="142638" cy="142638"/>
          </a:xfrm>
        </p:grpSpPr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6C8371D0-93AE-B1FC-A30D-6BDE8E95A860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543039D2-DF60-BE81-A13B-5962B6F5DF39}"/>
                </a:ext>
              </a:extLst>
            </p:cNvPr>
            <p:cNvCxnSpPr>
              <a:stCxn id="221" idx="1"/>
              <a:endCxn id="221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33FBF156-F60E-FF80-B97C-B198480DF208}"/>
                </a:ext>
              </a:extLst>
            </p:cNvPr>
            <p:cNvCxnSpPr>
              <a:cxnSpLocks/>
              <a:stCxn id="221" idx="3"/>
              <a:endCxn id="221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75348E40-C475-AF4E-0855-48B0D37B298A}"/>
              </a:ext>
            </a:extLst>
          </p:cNvPr>
          <p:cNvGrpSpPr/>
          <p:nvPr/>
        </p:nvGrpSpPr>
        <p:grpSpPr>
          <a:xfrm>
            <a:off x="7181340" y="3549243"/>
            <a:ext cx="214933" cy="214933"/>
            <a:chOff x="4892460" y="2186404"/>
            <a:chExt cx="142638" cy="142638"/>
          </a:xfrm>
        </p:grpSpPr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4B9FD0FC-F05E-FDC0-B60F-26B78A280707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27380419-D814-C058-0703-914962774C12}"/>
                </a:ext>
              </a:extLst>
            </p:cNvPr>
            <p:cNvCxnSpPr>
              <a:stCxn id="225" idx="1"/>
              <a:endCxn id="22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6C169B82-A5BD-7336-64F5-FC47553C745E}"/>
                </a:ext>
              </a:extLst>
            </p:cNvPr>
            <p:cNvCxnSpPr>
              <a:cxnSpLocks/>
              <a:stCxn id="225" idx="3"/>
              <a:endCxn id="22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8" name="连接符: 肘形 227">
            <a:extLst>
              <a:ext uri="{FF2B5EF4-FFF2-40B4-BE49-F238E27FC236}">
                <a16:creationId xmlns:a16="http://schemas.microsoft.com/office/drawing/2014/main" id="{95F582CC-C631-4B17-B01C-88AD7261A271}"/>
              </a:ext>
            </a:extLst>
          </p:cNvPr>
          <p:cNvCxnSpPr>
            <a:cxnSpLocks/>
            <a:stCxn id="262" idx="2"/>
            <a:endCxn id="221" idx="0"/>
          </p:cNvCxnSpPr>
          <p:nvPr/>
        </p:nvCxnSpPr>
        <p:spPr>
          <a:xfrm rot="10800000" flipV="1">
            <a:off x="7288808" y="4587120"/>
            <a:ext cx="397003" cy="76149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9FB43EFB-A6EA-63A8-0B50-67791E878D41}"/>
              </a:ext>
            </a:extLst>
          </p:cNvPr>
          <p:cNvCxnSpPr>
            <a:cxnSpLocks/>
            <a:stCxn id="262" idx="2"/>
            <a:endCxn id="225" idx="4"/>
          </p:cNvCxnSpPr>
          <p:nvPr/>
        </p:nvCxnSpPr>
        <p:spPr>
          <a:xfrm rot="10800000">
            <a:off x="7288808" y="3764177"/>
            <a:ext cx="397003" cy="82294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57F524AF-B106-03E7-C0A9-3DB507C0B866}"/>
              </a:ext>
            </a:extLst>
          </p:cNvPr>
          <p:cNvCxnSpPr>
            <a:cxnSpLocks/>
          </p:cNvCxnSpPr>
          <p:nvPr/>
        </p:nvCxnSpPr>
        <p:spPr>
          <a:xfrm>
            <a:off x="7400724" y="3657712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3B839C2D-AF96-93D0-8BD6-9B1F93AF0F6E}"/>
              </a:ext>
            </a:extLst>
          </p:cNvPr>
          <p:cNvCxnSpPr>
            <a:cxnSpLocks/>
          </p:cNvCxnSpPr>
          <p:nvPr/>
        </p:nvCxnSpPr>
        <p:spPr>
          <a:xfrm>
            <a:off x="7400724" y="5463518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立方体 231">
            <a:extLst>
              <a:ext uri="{FF2B5EF4-FFF2-40B4-BE49-F238E27FC236}">
                <a16:creationId xmlns:a16="http://schemas.microsoft.com/office/drawing/2014/main" id="{FF282F9E-826C-534C-385D-531AA9BA4910}"/>
              </a:ext>
            </a:extLst>
          </p:cNvPr>
          <p:cNvSpPr/>
          <p:nvPr/>
        </p:nvSpPr>
        <p:spPr>
          <a:xfrm>
            <a:off x="8761194" y="4975571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立方体 232">
            <a:extLst>
              <a:ext uri="{FF2B5EF4-FFF2-40B4-BE49-F238E27FC236}">
                <a16:creationId xmlns:a16="http://schemas.microsoft.com/office/drawing/2014/main" id="{24511360-0DC9-0050-0091-E4ECC4C1E3DE}"/>
              </a:ext>
            </a:extLst>
          </p:cNvPr>
          <p:cNvSpPr/>
          <p:nvPr/>
        </p:nvSpPr>
        <p:spPr>
          <a:xfrm>
            <a:off x="8659594" y="5168878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立方体 233">
            <a:extLst>
              <a:ext uri="{FF2B5EF4-FFF2-40B4-BE49-F238E27FC236}">
                <a16:creationId xmlns:a16="http://schemas.microsoft.com/office/drawing/2014/main" id="{4A2520F1-FC78-9560-06F4-9593F0823F61}"/>
              </a:ext>
            </a:extLst>
          </p:cNvPr>
          <p:cNvSpPr/>
          <p:nvPr/>
        </p:nvSpPr>
        <p:spPr>
          <a:xfrm>
            <a:off x="8557994" y="5362185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立方体 234">
            <a:extLst>
              <a:ext uri="{FF2B5EF4-FFF2-40B4-BE49-F238E27FC236}">
                <a16:creationId xmlns:a16="http://schemas.microsoft.com/office/drawing/2014/main" id="{9914EF5C-7D48-612F-2F2E-E4593D0A89F1}"/>
              </a:ext>
            </a:extLst>
          </p:cNvPr>
          <p:cNvSpPr/>
          <p:nvPr/>
        </p:nvSpPr>
        <p:spPr>
          <a:xfrm>
            <a:off x="8456394" y="5555492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立方体 235">
            <a:extLst>
              <a:ext uri="{FF2B5EF4-FFF2-40B4-BE49-F238E27FC236}">
                <a16:creationId xmlns:a16="http://schemas.microsoft.com/office/drawing/2014/main" id="{7B2FD251-CE14-FAAD-C548-196DF03A4D4C}"/>
              </a:ext>
            </a:extLst>
          </p:cNvPr>
          <p:cNvSpPr/>
          <p:nvPr/>
        </p:nvSpPr>
        <p:spPr>
          <a:xfrm>
            <a:off x="8354794" y="5748801"/>
            <a:ext cx="944880" cy="223520"/>
          </a:xfrm>
          <a:prstGeom prst="cube">
            <a:avLst/>
          </a:prstGeom>
          <a:pattFill prst="wdDn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立方体 236">
            <a:extLst>
              <a:ext uri="{FF2B5EF4-FFF2-40B4-BE49-F238E27FC236}">
                <a16:creationId xmlns:a16="http://schemas.microsoft.com/office/drawing/2014/main" id="{64047AE5-F94F-9118-7D76-C2AA3F62B673}"/>
              </a:ext>
            </a:extLst>
          </p:cNvPr>
          <p:cNvSpPr/>
          <p:nvPr/>
        </p:nvSpPr>
        <p:spPr>
          <a:xfrm>
            <a:off x="8354794" y="3198974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立方体 237">
            <a:extLst>
              <a:ext uri="{FF2B5EF4-FFF2-40B4-BE49-F238E27FC236}">
                <a16:creationId xmlns:a16="http://schemas.microsoft.com/office/drawing/2014/main" id="{D314877C-06CC-BBE3-FD2B-2FD419605E17}"/>
              </a:ext>
            </a:extLst>
          </p:cNvPr>
          <p:cNvSpPr/>
          <p:nvPr/>
        </p:nvSpPr>
        <p:spPr>
          <a:xfrm>
            <a:off x="8456394" y="3392281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立方体 238">
            <a:extLst>
              <a:ext uri="{FF2B5EF4-FFF2-40B4-BE49-F238E27FC236}">
                <a16:creationId xmlns:a16="http://schemas.microsoft.com/office/drawing/2014/main" id="{63974D01-B7C7-F337-84F9-E67DEA8780AF}"/>
              </a:ext>
            </a:extLst>
          </p:cNvPr>
          <p:cNvSpPr/>
          <p:nvPr/>
        </p:nvSpPr>
        <p:spPr>
          <a:xfrm>
            <a:off x="8557994" y="3585589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立方体 239">
            <a:extLst>
              <a:ext uri="{FF2B5EF4-FFF2-40B4-BE49-F238E27FC236}">
                <a16:creationId xmlns:a16="http://schemas.microsoft.com/office/drawing/2014/main" id="{0CED2A6A-90C3-441A-CD35-FDEFA0A5DAEB}"/>
              </a:ext>
            </a:extLst>
          </p:cNvPr>
          <p:cNvSpPr/>
          <p:nvPr/>
        </p:nvSpPr>
        <p:spPr>
          <a:xfrm>
            <a:off x="8659594" y="3778897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立方体 240">
            <a:extLst>
              <a:ext uri="{FF2B5EF4-FFF2-40B4-BE49-F238E27FC236}">
                <a16:creationId xmlns:a16="http://schemas.microsoft.com/office/drawing/2014/main" id="{BB799D71-E2A6-D59E-0BE9-A25E6F3B63E7}"/>
              </a:ext>
            </a:extLst>
          </p:cNvPr>
          <p:cNvSpPr/>
          <p:nvPr/>
        </p:nvSpPr>
        <p:spPr>
          <a:xfrm>
            <a:off x="8761194" y="3972204"/>
            <a:ext cx="944880" cy="223520"/>
          </a:xfrm>
          <a:prstGeom prst="cube">
            <a:avLst/>
          </a:prstGeom>
          <a:pattFill prst="wdUpDiag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0DB26FBD-735A-9C72-6E29-73CD8ACBC3D5}"/>
              </a:ext>
            </a:extLst>
          </p:cNvPr>
          <p:cNvGrpSpPr/>
          <p:nvPr/>
        </p:nvGrpSpPr>
        <p:grpSpPr>
          <a:xfrm rot="18905662">
            <a:off x="9794731" y="4435237"/>
            <a:ext cx="214933" cy="214933"/>
            <a:chOff x="4892460" y="2186404"/>
            <a:chExt cx="142638" cy="142638"/>
          </a:xfrm>
        </p:grpSpPr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9AF4E52E-65B5-001F-F9DD-A3B9AA3ACEBF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BF3A71EB-8FB0-7B03-F5BC-F2027B3E97EA}"/>
                </a:ext>
              </a:extLst>
            </p:cNvPr>
            <p:cNvCxnSpPr>
              <a:stCxn id="243" idx="1"/>
              <a:endCxn id="243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5076C327-08F6-F046-DC83-2E9B82F0B3A0}"/>
                </a:ext>
              </a:extLst>
            </p:cNvPr>
            <p:cNvCxnSpPr>
              <a:cxnSpLocks/>
              <a:stCxn id="243" idx="3"/>
              <a:endCxn id="243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6" name="立方体 245">
            <a:extLst>
              <a:ext uri="{FF2B5EF4-FFF2-40B4-BE49-F238E27FC236}">
                <a16:creationId xmlns:a16="http://schemas.microsoft.com/office/drawing/2014/main" id="{ECD702C3-165B-D47B-8272-7F824C7B0B22}"/>
              </a:ext>
            </a:extLst>
          </p:cNvPr>
          <p:cNvSpPr/>
          <p:nvPr/>
        </p:nvSpPr>
        <p:spPr>
          <a:xfrm>
            <a:off x="10534961" y="4071208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立方体 246">
            <a:extLst>
              <a:ext uri="{FF2B5EF4-FFF2-40B4-BE49-F238E27FC236}">
                <a16:creationId xmlns:a16="http://schemas.microsoft.com/office/drawing/2014/main" id="{41610534-AB38-5575-A463-9FE33972ADB9}"/>
              </a:ext>
            </a:extLst>
          </p:cNvPr>
          <p:cNvSpPr/>
          <p:nvPr/>
        </p:nvSpPr>
        <p:spPr>
          <a:xfrm>
            <a:off x="10433361" y="4264515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立方体 247">
            <a:extLst>
              <a:ext uri="{FF2B5EF4-FFF2-40B4-BE49-F238E27FC236}">
                <a16:creationId xmlns:a16="http://schemas.microsoft.com/office/drawing/2014/main" id="{0582B9B1-0AB6-94D3-0357-D8224375200E}"/>
              </a:ext>
            </a:extLst>
          </p:cNvPr>
          <p:cNvSpPr/>
          <p:nvPr/>
        </p:nvSpPr>
        <p:spPr>
          <a:xfrm>
            <a:off x="10331761" y="4457822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立方体 248">
            <a:extLst>
              <a:ext uri="{FF2B5EF4-FFF2-40B4-BE49-F238E27FC236}">
                <a16:creationId xmlns:a16="http://schemas.microsoft.com/office/drawing/2014/main" id="{86D4ACC5-CF6F-58FF-5A80-C35598919B24}"/>
              </a:ext>
            </a:extLst>
          </p:cNvPr>
          <p:cNvSpPr/>
          <p:nvPr/>
        </p:nvSpPr>
        <p:spPr>
          <a:xfrm>
            <a:off x="10230161" y="4651129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立方体 249">
            <a:extLst>
              <a:ext uri="{FF2B5EF4-FFF2-40B4-BE49-F238E27FC236}">
                <a16:creationId xmlns:a16="http://schemas.microsoft.com/office/drawing/2014/main" id="{67C2D535-EBC8-E353-9F8D-6FFCCB182050}"/>
              </a:ext>
            </a:extLst>
          </p:cNvPr>
          <p:cNvSpPr/>
          <p:nvPr/>
        </p:nvSpPr>
        <p:spPr>
          <a:xfrm>
            <a:off x="10128561" y="4844438"/>
            <a:ext cx="944880" cy="223520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1" name="连接符: 肘形 250">
            <a:extLst>
              <a:ext uri="{FF2B5EF4-FFF2-40B4-BE49-F238E27FC236}">
                <a16:creationId xmlns:a16="http://schemas.microsoft.com/office/drawing/2014/main" id="{9F4CF4EA-D26D-4124-F2B2-EAAC4EBE1BA6}"/>
              </a:ext>
            </a:extLst>
          </p:cNvPr>
          <p:cNvCxnSpPr>
            <a:cxnSpLocks/>
            <a:stCxn id="239" idx="5"/>
            <a:endCxn id="243" idx="7"/>
          </p:cNvCxnSpPr>
          <p:nvPr/>
        </p:nvCxnSpPr>
        <p:spPr>
          <a:xfrm>
            <a:off x="9502875" y="3669410"/>
            <a:ext cx="399499" cy="76582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连接符: 肘形 251">
            <a:extLst>
              <a:ext uri="{FF2B5EF4-FFF2-40B4-BE49-F238E27FC236}">
                <a16:creationId xmlns:a16="http://schemas.microsoft.com/office/drawing/2014/main" id="{D5ED797E-DDDA-69D9-669E-08CA19AFA645}"/>
              </a:ext>
            </a:extLst>
          </p:cNvPr>
          <p:cNvCxnSpPr>
            <a:cxnSpLocks/>
            <a:stCxn id="234" idx="5"/>
            <a:endCxn id="243" idx="3"/>
          </p:cNvCxnSpPr>
          <p:nvPr/>
        </p:nvCxnSpPr>
        <p:spPr>
          <a:xfrm flipV="1">
            <a:off x="9502874" y="4650169"/>
            <a:ext cx="399146" cy="795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4CB13E9E-7AF7-CE38-B5DB-53F8851F47C9}"/>
              </a:ext>
            </a:extLst>
          </p:cNvPr>
          <p:cNvCxnSpPr>
            <a:cxnSpLocks/>
            <a:stCxn id="243" idx="5"/>
          </p:cNvCxnSpPr>
          <p:nvPr/>
        </p:nvCxnSpPr>
        <p:spPr>
          <a:xfrm>
            <a:off x="10009664" y="4542880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A1EABA3F-FD77-2F3A-4607-BB4FA6CEF4BD}"/>
              </a:ext>
            </a:extLst>
          </p:cNvPr>
          <p:cNvSpPr/>
          <p:nvPr/>
        </p:nvSpPr>
        <p:spPr>
          <a:xfrm>
            <a:off x="9939888" y="5877340"/>
            <a:ext cx="220134" cy="220134"/>
          </a:xfrm>
          <a:prstGeom prst="roundRect">
            <a:avLst/>
          </a:prstGeom>
          <a:solidFill>
            <a:srgbClr val="387BB9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8ED650C8-B1D0-168E-8350-A62F6AC290BB}"/>
              </a:ext>
            </a:extLst>
          </p:cNvPr>
          <p:cNvSpPr/>
          <p:nvPr/>
        </p:nvSpPr>
        <p:spPr>
          <a:xfrm>
            <a:off x="9939887" y="5601519"/>
            <a:ext cx="220134" cy="220134"/>
          </a:xfrm>
          <a:prstGeom prst="roundRect">
            <a:avLst/>
          </a:prstGeom>
          <a:solidFill>
            <a:srgbClr val="D12A2F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A002C21B-5B4F-C6FA-396F-990AB41BEA40}"/>
              </a:ext>
            </a:extLst>
          </p:cNvPr>
          <p:cNvSpPr txBox="1"/>
          <p:nvPr/>
        </p:nvSpPr>
        <p:spPr>
          <a:xfrm>
            <a:off x="10113628" y="5566427"/>
            <a:ext cx="144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0613A83B-E6DD-3E56-BF72-61C5902E0DA5}"/>
              </a:ext>
            </a:extLst>
          </p:cNvPr>
          <p:cNvSpPr txBox="1"/>
          <p:nvPr/>
        </p:nvSpPr>
        <p:spPr>
          <a:xfrm>
            <a:off x="10145069" y="5828068"/>
            <a:ext cx="1446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E6D40B4F-D264-B83C-C616-6043840DDE72}"/>
                  </a:ext>
                </a:extLst>
              </p:cNvPr>
              <p:cNvSpPr txBox="1"/>
              <p:nvPr/>
            </p:nvSpPr>
            <p:spPr>
              <a:xfrm>
                <a:off x="9768098" y="3851019"/>
                <a:ext cx="382541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𝒑𝒐𝒔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E6D40B4F-D264-B83C-C616-6043840DD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98" y="3851019"/>
                <a:ext cx="382541" cy="215444"/>
              </a:xfrm>
              <a:prstGeom prst="rect">
                <a:avLst/>
              </a:prstGeom>
              <a:blipFill>
                <a:blip r:embed="rId7"/>
                <a:stretch>
                  <a:fillRect l="-6349" r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2852A52B-4189-B77F-48C2-E9E60AF552A2}"/>
                  </a:ext>
                </a:extLst>
              </p:cNvPr>
              <p:cNvSpPr txBox="1"/>
              <p:nvPr/>
            </p:nvSpPr>
            <p:spPr>
              <a:xfrm>
                <a:off x="9752223" y="5085258"/>
                <a:ext cx="40498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𝒏𝒆𝒈</m:t>
                          </m:r>
                        </m:sup>
                      </m:s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2852A52B-4189-B77F-48C2-E9E60AF5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223" y="5085258"/>
                <a:ext cx="404983" cy="215444"/>
              </a:xfrm>
              <a:prstGeom prst="rect">
                <a:avLst/>
              </a:prstGeom>
              <a:blipFill>
                <a:blip r:embed="rId8"/>
                <a:stretch>
                  <a:fillRect l="-6061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立方体 259">
            <a:extLst>
              <a:ext uri="{FF2B5EF4-FFF2-40B4-BE49-F238E27FC236}">
                <a16:creationId xmlns:a16="http://schemas.microsoft.com/office/drawing/2014/main" id="{C8356614-443A-AA94-3CE0-2D7EC3471D7F}"/>
              </a:ext>
            </a:extLst>
          </p:cNvPr>
          <p:cNvSpPr/>
          <p:nvPr/>
        </p:nvSpPr>
        <p:spPr>
          <a:xfrm>
            <a:off x="7889010" y="4060807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立方体 260">
            <a:extLst>
              <a:ext uri="{FF2B5EF4-FFF2-40B4-BE49-F238E27FC236}">
                <a16:creationId xmlns:a16="http://schemas.microsoft.com/office/drawing/2014/main" id="{BDB9636E-F8BA-D3AF-AF3D-F5160E91D628}"/>
              </a:ext>
            </a:extLst>
          </p:cNvPr>
          <p:cNvSpPr/>
          <p:nvPr/>
        </p:nvSpPr>
        <p:spPr>
          <a:xfrm>
            <a:off x="7787410" y="4254114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04250CA9-040C-80BA-A2F2-3CD5B300C87A}"/>
              </a:ext>
            </a:extLst>
          </p:cNvPr>
          <p:cNvSpPr/>
          <p:nvPr/>
        </p:nvSpPr>
        <p:spPr>
          <a:xfrm>
            <a:off x="7685810" y="4447421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立方体 262">
            <a:extLst>
              <a:ext uri="{FF2B5EF4-FFF2-40B4-BE49-F238E27FC236}">
                <a16:creationId xmlns:a16="http://schemas.microsoft.com/office/drawing/2014/main" id="{A48ADA7F-FA08-C89D-DCE5-FAF035B65F68}"/>
              </a:ext>
            </a:extLst>
          </p:cNvPr>
          <p:cNvSpPr/>
          <p:nvPr/>
        </p:nvSpPr>
        <p:spPr>
          <a:xfrm>
            <a:off x="7584210" y="4640728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立方体 263">
            <a:extLst>
              <a:ext uri="{FF2B5EF4-FFF2-40B4-BE49-F238E27FC236}">
                <a16:creationId xmlns:a16="http://schemas.microsoft.com/office/drawing/2014/main" id="{D4F70923-8045-D450-7AB0-3CA2942D9E28}"/>
              </a:ext>
            </a:extLst>
          </p:cNvPr>
          <p:cNvSpPr/>
          <p:nvPr/>
        </p:nvSpPr>
        <p:spPr>
          <a:xfrm>
            <a:off x="7482610" y="4834037"/>
            <a:ext cx="781964" cy="223520"/>
          </a:xfrm>
          <a:prstGeom prst="cub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0F4E15B4-E0C2-68CC-2783-5FF7FCA22672}"/>
              </a:ext>
            </a:extLst>
          </p:cNvPr>
          <p:cNvCxnSpPr>
            <a:cxnSpLocks/>
          </p:cNvCxnSpPr>
          <p:nvPr/>
        </p:nvCxnSpPr>
        <p:spPr>
          <a:xfrm flipV="1">
            <a:off x="6277852" y="2523067"/>
            <a:ext cx="1248884" cy="499754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111B7CF4-F733-9288-3F2F-B3FCA64438F4}"/>
              </a:ext>
            </a:extLst>
          </p:cNvPr>
          <p:cNvCxnSpPr>
            <a:cxnSpLocks/>
          </p:cNvCxnSpPr>
          <p:nvPr/>
        </p:nvCxnSpPr>
        <p:spPr>
          <a:xfrm flipH="1" flipV="1">
            <a:off x="11565467" y="2544459"/>
            <a:ext cx="93133" cy="703607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9FDA03E6-2F42-FBA6-48E1-3F49F76A93D6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5085357" y="3795802"/>
            <a:ext cx="6181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连接符: 肘形 267">
            <a:extLst>
              <a:ext uri="{FF2B5EF4-FFF2-40B4-BE49-F238E27FC236}">
                <a16:creationId xmlns:a16="http://schemas.microsoft.com/office/drawing/2014/main" id="{4B374E75-CDA9-A5AD-6F5C-8B0887ACCE23}"/>
              </a:ext>
            </a:extLst>
          </p:cNvPr>
          <p:cNvCxnSpPr>
            <a:cxnSpLocks/>
            <a:stCxn id="40" idx="3"/>
            <a:endCxn id="205" idx="1"/>
          </p:cNvCxnSpPr>
          <p:nvPr/>
        </p:nvCxnSpPr>
        <p:spPr>
          <a:xfrm>
            <a:off x="5085357" y="3795802"/>
            <a:ext cx="622793" cy="1397179"/>
          </a:xfrm>
          <a:prstGeom prst="bentConnector3">
            <a:avLst>
              <a:gd name="adj1" fmla="val 1941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矩形 268">
            <a:extLst>
              <a:ext uri="{FF2B5EF4-FFF2-40B4-BE49-F238E27FC236}">
                <a16:creationId xmlns:a16="http://schemas.microsoft.com/office/drawing/2014/main" id="{8B4D25CE-6115-F243-5684-71739A67FBBF}"/>
              </a:ext>
            </a:extLst>
          </p:cNvPr>
          <p:cNvSpPr/>
          <p:nvPr/>
        </p:nvSpPr>
        <p:spPr>
          <a:xfrm>
            <a:off x="12029748" y="3638632"/>
            <a:ext cx="1811050" cy="13103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8319452-B067-0199-7906-F732C191BC0F}"/>
              </a:ext>
            </a:extLst>
          </p:cNvPr>
          <p:cNvSpPr/>
          <p:nvPr/>
        </p:nvSpPr>
        <p:spPr>
          <a:xfrm>
            <a:off x="14073870" y="3638632"/>
            <a:ext cx="1811050" cy="13129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48F32037-2488-DB6B-AA75-DCB9EB45A04F}"/>
              </a:ext>
            </a:extLst>
          </p:cNvPr>
          <p:cNvSpPr/>
          <p:nvPr/>
        </p:nvSpPr>
        <p:spPr>
          <a:xfrm>
            <a:off x="14080605" y="2000558"/>
            <a:ext cx="1811050" cy="13129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8F67F9F9-0402-BFBB-0EFD-6C04C235E04E}"/>
              </a:ext>
            </a:extLst>
          </p:cNvPr>
          <p:cNvSpPr/>
          <p:nvPr/>
        </p:nvSpPr>
        <p:spPr>
          <a:xfrm>
            <a:off x="12018457" y="1998090"/>
            <a:ext cx="1811050" cy="13180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: 圆角 272">
            <a:extLst>
              <a:ext uri="{FF2B5EF4-FFF2-40B4-BE49-F238E27FC236}">
                <a16:creationId xmlns:a16="http://schemas.microsoft.com/office/drawing/2014/main" id="{FAD66143-D4A4-78CE-B217-BA30A0D81088}"/>
              </a:ext>
            </a:extLst>
          </p:cNvPr>
          <p:cNvSpPr/>
          <p:nvPr/>
        </p:nvSpPr>
        <p:spPr>
          <a:xfrm>
            <a:off x="11768575" y="1876473"/>
            <a:ext cx="4271525" cy="4282167"/>
          </a:xfrm>
          <a:prstGeom prst="roundRect">
            <a:avLst>
              <a:gd name="adj" fmla="val 7027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92C17B6D-C3A3-3B5B-583B-63984EBC1FE0}"/>
              </a:ext>
            </a:extLst>
          </p:cNvPr>
          <p:cNvSpPr/>
          <p:nvPr/>
        </p:nvSpPr>
        <p:spPr>
          <a:xfrm>
            <a:off x="12391207" y="2601793"/>
            <a:ext cx="385417" cy="71173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8024016D-A1E9-4B65-04B2-634C5324BA87}"/>
              </a:ext>
            </a:extLst>
          </p:cNvPr>
          <p:cNvSpPr/>
          <p:nvPr/>
        </p:nvSpPr>
        <p:spPr>
          <a:xfrm>
            <a:off x="13249481" y="2992518"/>
            <a:ext cx="283818" cy="32101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047F62DD-91B7-D2A3-BF6B-FFC226B82D63}"/>
              </a:ext>
            </a:extLst>
          </p:cNvPr>
          <p:cNvSpPr/>
          <p:nvPr/>
        </p:nvSpPr>
        <p:spPr>
          <a:xfrm>
            <a:off x="12373336" y="4409447"/>
            <a:ext cx="961663" cy="53812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32EE9ADE-46AA-8856-858E-D3EA84297D39}"/>
              </a:ext>
            </a:extLst>
          </p:cNvPr>
          <p:cNvSpPr/>
          <p:nvPr/>
        </p:nvSpPr>
        <p:spPr>
          <a:xfrm>
            <a:off x="12827000" y="4714248"/>
            <a:ext cx="792773" cy="232164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5AD6395-9582-4AF9-6B09-A9CA843DDCDD}"/>
              </a:ext>
            </a:extLst>
          </p:cNvPr>
          <p:cNvSpPr/>
          <p:nvPr/>
        </p:nvSpPr>
        <p:spPr>
          <a:xfrm>
            <a:off x="14091920" y="3939579"/>
            <a:ext cx="1270000" cy="100284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CC098BF9-C90E-6D2E-DABA-1E2AB6AFF0AD}"/>
              </a:ext>
            </a:extLst>
          </p:cNvPr>
          <p:cNvSpPr/>
          <p:nvPr/>
        </p:nvSpPr>
        <p:spPr>
          <a:xfrm>
            <a:off x="14884400" y="4714248"/>
            <a:ext cx="742359" cy="22336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FD021787-A2DB-14ED-9D69-11E74F6E9314}"/>
              </a:ext>
            </a:extLst>
          </p:cNvPr>
          <p:cNvSpPr/>
          <p:nvPr/>
        </p:nvSpPr>
        <p:spPr>
          <a:xfrm>
            <a:off x="14168086" y="2214742"/>
            <a:ext cx="1290354" cy="1096895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>
            <a:solidFill>
              <a:srgbClr val="2DC4FA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722C8258-E5F2-A856-0D55-55C952D18703}"/>
              </a:ext>
            </a:extLst>
          </p:cNvPr>
          <p:cNvSpPr/>
          <p:nvPr/>
        </p:nvSpPr>
        <p:spPr>
          <a:xfrm>
            <a:off x="14925321" y="3003282"/>
            <a:ext cx="839497" cy="30777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5757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540A6F99-A7CD-CAC6-DDC6-F40F044F458F}"/>
              </a:ext>
            </a:extLst>
          </p:cNvPr>
          <p:cNvSpPr txBox="1"/>
          <p:nvPr/>
        </p:nvSpPr>
        <p:spPr>
          <a:xfrm>
            <a:off x="11994497" y="3618311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Stage-1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1A69C131-2BC1-3697-CF8F-33BBA7E8236F}"/>
              </a:ext>
            </a:extLst>
          </p:cNvPr>
          <p:cNvSpPr txBox="1"/>
          <p:nvPr/>
        </p:nvSpPr>
        <p:spPr>
          <a:xfrm>
            <a:off x="14020738" y="3612173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Stage-2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624CE392-417C-C09E-FA0D-20DEFAD3CC97}"/>
              </a:ext>
            </a:extLst>
          </p:cNvPr>
          <p:cNvSpPr txBox="1"/>
          <p:nvPr/>
        </p:nvSpPr>
        <p:spPr>
          <a:xfrm>
            <a:off x="14027915" y="1951049"/>
            <a:ext cx="1034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C238EAD1-9100-B710-A65F-3F19867C5E6A}"/>
              </a:ext>
            </a:extLst>
          </p:cNvPr>
          <p:cNvSpPr txBox="1"/>
          <p:nvPr/>
        </p:nvSpPr>
        <p:spPr>
          <a:xfrm>
            <a:off x="11965325" y="1971633"/>
            <a:ext cx="17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w/o NCRL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89F42921-54F1-8B0B-6B2A-491DC0CCC597}"/>
              </a:ext>
            </a:extLst>
          </p:cNvPr>
          <p:cNvSpPr txBox="1"/>
          <p:nvPr/>
        </p:nvSpPr>
        <p:spPr>
          <a:xfrm>
            <a:off x="12610984" y="5369553"/>
            <a:ext cx="1130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 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3A407C85-F329-5879-DDD9-FFF52152D634}"/>
              </a:ext>
            </a:extLst>
          </p:cNvPr>
          <p:cNvSpPr txBox="1"/>
          <p:nvPr/>
        </p:nvSpPr>
        <p:spPr>
          <a:xfrm>
            <a:off x="14739507" y="5372885"/>
            <a:ext cx="1108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 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1508D3FE-F4DA-B826-35A2-80AE13F1A3A1}"/>
              </a:ext>
            </a:extLst>
          </p:cNvPr>
          <p:cNvSpPr/>
          <p:nvPr/>
        </p:nvSpPr>
        <p:spPr>
          <a:xfrm>
            <a:off x="12036425" y="5218063"/>
            <a:ext cx="3835634" cy="79419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6F1920A5-BC17-9FF7-2A85-575F01D6D743}"/>
              </a:ext>
            </a:extLst>
          </p:cNvPr>
          <p:cNvSpPr/>
          <p:nvPr/>
        </p:nvSpPr>
        <p:spPr>
          <a:xfrm>
            <a:off x="12150443" y="5316946"/>
            <a:ext cx="753125" cy="5891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D4C67410-CE3B-60CC-B45C-02F0BB1E3C8D}"/>
              </a:ext>
            </a:extLst>
          </p:cNvPr>
          <p:cNvSpPr/>
          <p:nvPr/>
        </p:nvSpPr>
        <p:spPr>
          <a:xfrm>
            <a:off x="14157772" y="5346619"/>
            <a:ext cx="753125" cy="55266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91096246-5680-4EEE-F09C-C4B4D1A07BA9}"/>
              </a:ext>
            </a:extLst>
          </p:cNvPr>
          <p:cNvSpPr txBox="1"/>
          <p:nvPr/>
        </p:nvSpPr>
        <p:spPr>
          <a:xfrm>
            <a:off x="12077789" y="3274237"/>
            <a:ext cx="1610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D73C4CA5-B8F1-2B4A-C138-C0474644B1B8}"/>
              </a:ext>
            </a:extLst>
          </p:cNvPr>
          <p:cNvSpPr txBox="1"/>
          <p:nvPr/>
        </p:nvSpPr>
        <p:spPr>
          <a:xfrm rot="16200000">
            <a:off x="11329187" y="2484037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60F74A64-1A12-EC5F-D613-2D56B5EB0C89}"/>
              </a:ext>
            </a:extLst>
          </p:cNvPr>
          <p:cNvSpPr txBox="1"/>
          <p:nvPr/>
        </p:nvSpPr>
        <p:spPr>
          <a:xfrm rot="16200000">
            <a:off x="11323469" y="4147726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37F99516-EE31-E176-7764-9C229B27414C}"/>
              </a:ext>
            </a:extLst>
          </p:cNvPr>
          <p:cNvSpPr txBox="1"/>
          <p:nvPr/>
        </p:nvSpPr>
        <p:spPr>
          <a:xfrm rot="16200000">
            <a:off x="13383686" y="4103100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186B117B-9B1B-A773-8D4C-8AF4BAC5346B}"/>
              </a:ext>
            </a:extLst>
          </p:cNvPr>
          <p:cNvSpPr txBox="1"/>
          <p:nvPr/>
        </p:nvSpPr>
        <p:spPr>
          <a:xfrm rot="16200000">
            <a:off x="13402287" y="2495833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723FD80E-A4EF-B39A-E4BC-BD7A0E3C358D}"/>
              </a:ext>
            </a:extLst>
          </p:cNvPr>
          <p:cNvSpPr txBox="1"/>
          <p:nvPr/>
        </p:nvSpPr>
        <p:spPr>
          <a:xfrm>
            <a:off x="12124295" y="4907119"/>
            <a:ext cx="1647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A0EB8BC7-2602-92D0-DC6B-A5BF9FF20E4F}"/>
              </a:ext>
            </a:extLst>
          </p:cNvPr>
          <p:cNvSpPr txBox="1"/>
          <p:nvPr/>
        </p:nvSpPr>
        <p:spPr>
          <a:xfrm>
            <a:off x="14133202" y="4934207"/>
            <a:ext cx="165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8DEB46E4-F63D-CE3E-A5A7-424CC83A3369}"/>
              </a:ext>
            </a:extLst>
          </p:cNvPr>
          <p:cNvSpPr txBox="1"/>
          <p:nvPr/>
        </p:nvSpPr>
        <p:spPr>
          <a:xfrm>
            <a:off x="14170168" y="3296133"/>
            <a:ext cx="1619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D17445CD-BEBC-13C1-2E65-2290CEA1065C}"/>
              </a:ext>
            </a:extLst>
          </p:cNvPr>
          <p:cNvSpPr txBox="1"/>
          <p:nvPr/>
        </p:nvSpPr>
        <p:spPr>
          <a:xfrm>
            <a:off x="12973529" y="3927662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570FAA66-3982-D761-8FF7-B507C3D37525}"/>
              </a:ext>
            </a:extLst>
          </p:cNvPr>
          <p:cNvCxnSpPr>
            <a:cxnSpLocks/>
          </p:cNvCxnSpPr>
          <p:nvPr/>
        </p:nvCxnSpPr>
        <p:spPr>
          <a:xfrm>
            <a:off x="13243226" y="2672347"/>
            <a:ext cx="0" cy="630893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文本框 300">
            <a:extLst>
              <a:ext uri="{FF2B5EF4-FFF2-40B4-BE49-F238E27FC236}">
                <a16:creationId xmlns:a16="http://schemas.microsoft.com/office/drawing/2014/main" id="{D0291C0C-825E-CD1F-4A96-54A6FD86FBFB}"/>
              </a:ext>
            </a:extLst>
          </p:cNvPr>
          <p:cNvSpPr txBox="1"/>
          <p:nvPr/>
        </p:nvSpPr>
        <p:spPr>
          <a:xfrm>
            <a:off x="12969472" y="2356619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46F887A0-2C4B-1033-DDE7-83248A4BD319}"/>
              </a:ext>
            </a:extLst>
          </p:cNvPr>
          <p:cNvSpPr txBox="1"/>
          <p:nvPr/>
        </p:nvSpPr>
        <p:spPr>
          <a:xfrm>
            <a:off x="15032567" y="3948428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D3C33252-8056-BBD8-BFCC-9F581D6A4CFA}"/>
              </a:ext>
            </a:extLst>
          </p:cNvPr>
          <p:cNvSpPr txBox="1"/>
          <p:nvPr/>
        </p:nvSpPr>
        <p:spPr>
          <a:xfrm>
            <a:off x="15027401" y="2334816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331A7F21-15C8-63D3-3FFA-AABC4C90D10A}"/>
              </a:ext>
            </a:extLst>
          </p:cNvPr>
          <p:cNvCxnSpPr>
            <a:cxnSpLocks/>
          </p:cNvCxnSpPr>
          <p:nvPr/>
        </p:nvCxnSpPr>
        <p:spPr>
          <a:xfrm>
            <a:off x="15069550" y="4267270"/>
            <a:ext cx="0" cy="670344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727F37A0-9046-9C5F-BB29-F0D11E2DA3AE}"/>
              </a:ext>
            </a:extLst>
          </p:cNvPr>
          <p:cNvCxnSpPr>
            <a:cxnSpLocks/>
          </p:cNvCxnSpPr>
          <p:nvPr/>
        </p:nvCxnSpPr>
        <p:spPr>
          <a:xfrm>
            <a:off x="15121716" y="2672087"/>
            <a:ext cx="0" cy="638968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961FA6CE-1CA4-0B6C-EDB5-69905731E790}"/>
              </a:ext>
            </a:extLst>
          </p:cNvPr>
          <p:cNvCxnSpPr>
            <a:cxnSpLocks/>
          </p:cNvCxnSpPr>
          <p:nvPr/>
        </p:nvCxnSpPr>
        <p:spPr>
          <a:xfrm>
            <a:off x="13070859" y="4267270"/>
            <a:ext cx="0" cy="67914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箭头连接符 306">
            <a:extLst>
              <a:ext uri="{FF2B5EF4-FFF2-40B4-BE49-F238E27FC236}">
                <a16:creationId xmlns:a16="http://schemas.microsoft.com/office/drawing/2014/main" id="{6616B0B5-516F-6B9E-21DE-D9B06673AD80}"/>
              </a:ext>
            </a:extLst>
          </p:cNvPr>
          <p:cNvCxnSpPr>
            <a:cxnSpLocks/>
          </p:cNvCxnSpPr>
          <p:nvPr/>
        </p:nvCxnSpPr>
        <p:spPr>
          <a:xfrm>
            <a:off x="13236646" y="2673780"/>
            <a:ext cx="484434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03855E53-7897-3B37-E2DC-BB42E9FAD4FB}"/>
              </a:ext>
            </a:extLst>
          </p:cNvPr>
          <p:cNvCxnSpPr>
            <a:cxnSpLocks/>
          </p:cNvCxnSpPr>
          <p:nvPr/>
        </p:nvCxnSpPr>
        <p:spPr>
          <a:xfrm>
            <a:off x="13065779" y="4267270"/>
            <a:ext cx="665461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CE03DE7E-CC7A-EA51-3BCC-5C0CC1118B1F}"/>
              </a:ext>
            </a:extLst>
          </p:cNvPr>
          <p:cNvCxnSpPr>
            <a:cxnSpLocks/>
          </p:cNvCxnSpPr>
          <p:nvPr/>
        </p:nvCxnSpPr>
        <p:spPr>
          <a:xfrm>
            <a:off x="15064470" y="4277430"/>
            <a:ext cx="708930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74855F15-3837-A995-D8F4-96A725846A4B}"/>
              </a:ext>
            </a:extLst>
          </p:cNvPr>
          <p:cNvCxnSpPr>
            <a:cxnSpLocks/>
          </p:cNvCxnSpPr>
          <p:nvPr/>
        </p:nvCxnSpPr>
        <p:spPr>
          <a:xfrm>
            <a:off x="15121716" y="2681116"/>
            <a:ext cx="621204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1F0ED4D3-F061-9976-62A5-EBBD7D921810}"/>
              </a:ext>
            </a:extLst>
          </p:cNvPr>
          <p:cNvCxnSpPr>
            <a:cxnSpLocks/>
          </p:cNvCxnSpPr>
          <p:nvPr/>
        </p:nvCxnSpPr>
        <p:spPr>
          <a:xfrm flipV="1">
            <a:off x="1420851" y="2267768"/>
            <a:ext cx="3251153" cy="744965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文本框 337">
            <a:extLst>
              <a:ext uri="{FF2B5EF4-FFF2-40B4-BE49-F238E27FC236}">
                <a16:creationId xmlns:a16="http://schemas.microsoft.com/office/drawing/2014/main" id="{BD36F5AB-5AE8-E4C2-B4C0-147027B7AA98}"/>
              </a:ext>
            </a:extLst>
          </p:cNvPr>
          <p:cNvSpPr txBox="1"/>
          <p:nvPr/>
        </p:nvSpPr>
        <p:spPr>
          <a:xfrm>
            <a:off x="1766073" y="2176997"/>
            <a:ext cx="957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1645E6BC-D5E1-C805-A040-7095A94551EF}"/>
              </a:ext>
            </a:extLst>
          </p:cNvPr>
          <p:cNvSpPr txBox="1"/>
          <p:nvPr/>
        </p:nvSpPr>
        <p:spPr>
          <a:xfrm>
            <a:off x="3741690" y="648109"/>
            <a:ext cx="134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61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2590C88-E64B-BBBC-BCE0-E28159863EE9}"/>
              </a:ext>
            </a:extLst>
          </p:cNvPr>
          <p:cNvSpPr txBox="1"/>
          <p:nvPr/>
        </p:nvSpPr>
        <p:spPr>
          <a:xfrm>
            <a:off x="2765839" y="2708438"/>
            <a:ext cx="231799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Second-order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C67677-CA64-9ED9-208F-9B998762697D}"/>
              </a:ext>
            </a:extLst>
          </p:cNvPr>
          <p:cNvSpPr txBox="1"/>
          <p:nvPr/>
        </p:nvSpPr>
        <p:spPr>
          <a:xfrm>
            <a:off x="7610093" y="2704057"/>
            <a:ext cx="319989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Negative-aware Relation (</a:t>
            </a:r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2D0044-2077-2E6E-8A45-2684137DEBBE}"/>
              </a:ext>
            </a:extLst>
          </p:cNvPr>
          <p:cNvSpPr txBox="1"/>
          <p:nvPr/>
        </p:nvSpPr>
        <p:spPr>
          <a:xfrm>
            <a:off x="12150725" y="1467345"/>
            <a:ext cx="371027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Curriculum Learning (NRCL)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BDF3E8-0C20-F1BD-F254-664AC54645D1}"/>
              </a:ext>
            </a:extLst>
          </p:cNvPr>
          <p:cNvSpPr/>
          <p:nvPr/>
        </p:nvSpPr>
        <p:spPr>
          <a:xfrm>
            <a:off x="12150725" y="5218063"/>
            <a:ext cx="3835634" cy="794190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E8CEE5-8AFD-4097-2295-C912EC72B9B2}"/>
              </a:ext>
            </a:extLst>
          </p:cNvPr>
          <p:cNvSpPr/>
          <p:nvPr/>
        </p:nvSpPr>
        <p:spPr>
          <a:xfrm>
            <a:off x="1386695" y="5093981"/>
            <a:ext cx="716280" cy="42237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435C8A2-46B9-56D4-68FE-4618ECD61455}"/>
              </a:ext>
            </a:extLst>
          </p:cNvPr>
          <p:cNvSpPr/>
          <p:nvPr/>
        </p:nvSpPr>
        <p:spPr>
          <a:xfrm>
            <a:off x="1421979" y="3109398"/>
            <a:ext cx="2258769" cy="1446658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立方体 9">
            <a:extLst>
              <a:ext uri="{FF2B5EF4-FFF2-40B4-BE49-F238E27FC236}">
                <a16:creationId xmlns:a16="http://schemas.microsoft.com/office/drawing/2014/main" id="{5D330FC1-EC00-B802-F08A-5AC1D5A53E71}"/>
              </a:ext>
            </a:extLst>
          </p:cNvPr>
          <p:cNvSpPr/>
          <p:nvPr/>
        </p:nvSpPr>
        <p:spPr>
          <a:xfrm>
            <a:off x="3991640" y="1231124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>
            <a:extLst>
              <a:ext uri="{FF2B5EF4-FFF2-40B4-BE49-F238E27FC236}">
                <a16:creationId xmlns:a16="http://schemas.microsoft.com/office/drawing/2014/main" id="{4EDC0F57-4889-A8CE-08DE-804A51E63D0D}"/>
              </a:ext>
            </a:extLst>
          </p:cNvPr>
          <p:cNvSpPr/>
          <p:nvPr/>
        </p:nvSpPr>
        <p:spPr>
          <a:xfrm>
            <a:off x="3890040" y="1424431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D6DC8101-E20E-686B-0D72-EF3B36946313}"/>
              </a:ext>
            </a:extLst>
          </p:cNvPr>
          <p:cNvSpPr/>
          <p:nvPr/>
        </p:nvSpPr>
        <p:spPr>
          <a:xfrm>
            <a:off x="3788440" y="1617738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>
            <a:extLst>
              <a:ext uri="{FF2B5EF4-FFF2-40B4-BE49-F238E27FC236}">
                <a16:creationId xmlns:a16="http://schemas.microsoft.com/office/drawing/2014/main" id="{4C97E4C3-2DA7-B5D5-9492-B31D59A13819}"/>
              </a:ext>
            </a:extLst>
          </p:cNvPr>
          <p:cNvSpPr/>
          <p:nvPr/>
        </p:nvSpPr>
        <p:spPr>
          <a:xfrm>
            <a:off x="3686840" y="1811045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立方体 13">
            <a:extLst>
              <a:ext uri="{FF2B5EF4-FFF2-40B4-BE49-F238E27FC236}">
                <a16:creationId xmlns:a16="http://schemas.microsoft.com/office/drawing/2014/main" id="{D0CDB650-AC89-A3E3-E287-FA939C775358}"/>
              </a:ext>
            </a:extLst>
          </p:cNvPr>
          <p:cNvSpPr/>
          <p:nvPr/>
        </p:nvSpPr>
        <p:spPr>
          <a:xfrm>
            <a:off x="3585240" y="2004354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BBA2F1-6B11-2B91-43E4-525B6D2958F1}"/>
              </a:ext>
            </a:extLst>
          </p:cNvPr>
          <p:cNvGrpSpPr/>
          <p:nvPr/>
        </p:nvGrpSpPr>
        <p:grpSpPr>
          <a:xfrm>
            <a:off x="1325424" y="977767"/>
            <a:ext cx="1034132" cy="1072309"/>
            <a:chOff x="1190851" y="1193921"/>
            <a:chExt cx="1034132" cy="1072309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92F5FD9-4D8A-0682-86A3-6C3323C2C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851" y="1193921"/>
              <a:ext cx="512363" cy="912616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988B0C2-CD16-03E7-7F19-786DD0D21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1293" y="123384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E2A1F79-3C8F-DC75-99A9-723E23E96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35" y="1273764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BEA4754-469C-9FB1-5B73-F56D7B7F1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177" y="1313687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DC912DB-FBA5-0616-767E-6B504ABBA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620" y="135361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6AA4391-01EF-3771-F109-E7D8FA96827B}"/>
              </a:ext>
            </a:extLst>
          </p:cNvPr>
          <p:cNvCxnSpPr>
            <a:cxnSpLocks/>
          </p:cNvCxnSpPr>
          <p:nvPr/>
        </p:nvCxnSpPr>
        <p:spPr>
          <a:xfrm>
            <a:off x="2345266" y="1679382"/>
            <a:ext cx="2728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D46D88E-21C6-AA39-AA9A-6070256B462D}"/>
              </a:ext>
            </a:extLst>
          </p:cNvPr>
          <p:cNvSpPr txBox="1"/>
          <p:nvPr/>
        </p:nvSpPr>
        <p:spPr>
          <a:xfrm>
            <a:off x="3259108" y="3318475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CF24F4-92E4-8B60-111E-45F5F199A61D}"/>
              </a:ext>
            </a:extLst>
          </p:cNvPr>
          <p:cNvSpPr txBox="1"/>
          <p:nvPr/>
        </p:nvSpPr>
        <p:spPr>
          <a:xfrm>
            <a:off x="3259108" y="372760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203A78-5B37-1260-0448-830CEF2499D4}"/>
              </a:ext>
            </a:extLst>
          </p:cNvPr>
          <p:cNvSpPr txBox="1"/>
          <p:nvPr/>
        </p:nvSpPr>
        <p:spPr>
          <a:xfrm rot="16200000">
            <a:off x="1358324" y="411359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301979F-E286-3C39-2CF5-3AD7F4354E85}"/>
              </a:ext>
            </a:extLst>
          </p:cNvPr>
          <p:cNvSpPr/>
          <p:nvPr/>
        </p:nvSpPr>
        <p:spPr>
          <a:xfrm>
            <a:off x="1209315" y="3022821"/>
            <a:ext cx="4145943" cy="3144285"/>
          </a:xfrm>
          <a:prstGeom prst="roundRect">
            <a:avLst>
              <a:gd name="adj" fmla="val 9024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376779D-2F5D-CAA2-EB9A-6DEF4B10E11D}"/>
              </a:ext>
            </a:extLst>
          </p:cNvPr>
          <p:cNvSpPr txBox="1"/>
          <p:nvPr/>
        </p:nvSpPr>
        <p:spPr>
          <a:xfrm>
            <a:off x="1897139" y="3094178"/>
            <a:ext cx="1288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List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01C609-C14F-958D-05AC-E1B2833F138A}"/>
              </a:ext>
            </a:extLst>
          </p:cNvPr>
          <p:cNvSpPr txBox="1"/>
          <p:nvPr/>
        </p:nvSpPr>
        <p:spPr>
          <a:xfrm>
            <a:off x="1342665" y="5859330"/>
            <a:ext cx="21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Information</a:t>
            </a:r>
          </a:p>
        </p:txBody>
      </p:sp>
      <p:sp>
        <p:nvSpPr>
          <p:cNvPr id="28" name="立方体 27">
            <a:extLst>
              <a:ext uri="{FF2B5EF4-FFF2-40B4-BE49-F238E27FC236}">
                <a16:creationId xmlns:a16="http://schemas.microsoft.com/office/drawing/2014/main" id="{14D57D4C-8BFA-81B5-F026-99CBA29BEFCE}"/>
              </a:ext>
            </a:extLst>
          </p:cNvPr>
          <p:cNvSpPr/>
          <p:nvPr/>
        </p:nvSpPr>
        <p:spPr>
          <a:xfrm>
            <a:off x="2632724" y="889453"/>
            <a:ext cx="602686" cy="1512669"/>
          </a:xfrm>
          <a:prstGeom prst="cube">
            <a:avLst>
              <a:gd name="adj" fmla="val 6759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立方体 28">
            <a:extLst>
              <a:ext uri="{FF2B5EF4-FFF2-40B4-BE49-F238E27FC236}">
                <a16:creationId xmlns:a16="http://schemas.microsoft.com/office/drawing/2014/main" id="{D37508E0-0616-BA40-B9A2-E7ACFF354EDD}"/>
              </a:ext>
            </a:extLst>
          </p:cNvPr>
          <p:cNvSpPr/>
          <p:nvPr/>
        </p:nvSpPr>
        <p:spPr>
          <a:xfrm>
            <a:off x="2900780" y="1117207"/>
            <a:ext cx="453223" cy="1087641"/>
          </a:xfrm>
          <a:prstGeom prst="cube">
            <a:avLst>
              <a:gd name="adj" fmla="val 5974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立方体 29">
            <a:extLst>
              <a:ext uri="{FF2B5EF4-FFF2-40B4-BE49-F238E27FC236}">
                <a16:creationId xmlns:a16="http://schemas.microsoft.com/office/drawing/2014/main" id="{2399F7E8-6D24-E116-7D8B-D08CB45010E4}"/>
              </a:ext>
            </a:extLst>
          </p:cNvPr>
          <p:cNvSpPr/>
          <p:nvPr/>
        </p:nvSpPr>
        <p:spPr>
          <a:xfrm>
            <a:off x="3144638" y="1283310"/>
            <a:ext cx="362063" cy="694899"/>
          </a:xfrm>
          <a:prstGeom prst="cube">
            <a:avLst>
              <a:gd name="adj" fmla="val 5914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815C531-51AE-AC0C-0E5F-6D05C3E4A927}"/>
              </a:ext>
            </a:extLst>
          </p:cNvPr>
          <p:cNvCxnSpPr>
            <a:cxnSpLocks/>
          </p:cNvCxnSpPr>
          <p:nvPr/>
        </p:nvCxnSpPr>
        <p:spPr>
          <a:xfrm>
            <a:off x="3420019" y="1679380"/>
            <a:ext cx="3345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CA1FABD4-4539-FFB0-3A03-F99F8F211AC4}"/>
              </a:ext>
            </a:extLst>
          </p:cNvPr>
          <p:cNvSpPr/>
          <p:nvPr/>
        </p:nvSpPr>
        <p:spPr>
          <a:xfrm rot="5400000">
            <a:off x="2484936" y="3651321"/>
            <a:ext cx="194611" cy="1232034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923D10C-2951-B8F0-1ADD-34FD259C781F}"/>
              </a:ext>
            </a:extLst>
          </p:cNvPr>
          <p:cNvSpPr txBox="1"/>
          <p:nvPr/>
        </p:nvSpPr>
        <p:spPr>
          <a:xfrm>
            <a:off x="1867809" y="4279970"/>
            <a:ext cx="14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Tok-K Neighbor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流程图: 数据 33">
            <a:extLst>
              <a:ext uri="{FF2B5EF4-FFF2-40B4-BE49-F238E27FC236}">
                <a16:creationId xmlns:a16="http://schemas.microsoft.com/office/drawing/2014/main" id="{9ABE7150-31DD-7E43-9522-1F5B4A156C0A}"/>
              </a:ext>
            </a:extLst>
          </p:cNvPr>
          <p:cNvSpPr/>
          <p:nvPr/>
        </p:nvSpPr>
        <p:spPr>
          <a:xfrm>
            <a:off x="4559229" y="1190625"/>
            <a:ext cx="3187770" cy="1258123"/>
          </a:xfrm>
          <a:prstGeom prst="flowChartInputOutpu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流程图: 数据 34">
            <a:extLst>
              <a:ext uri="{FF2B5EF4-FFF2-40B4-BE49-F238E27FC236}">
                <a16:creationId xmlns:a16="http://schemas.microsoft.com/office/drawing/2014/main" id="{F27D313D-E8AB-09F2-07E3-5E8462991156}"/>
              </a:ext>
            </a:extLst>
          </p:cNvPr>
          <p:cNvSpPr/>
          <p:nvPr/>
        </p:nvSpPr>
        <p:spPr>
          <a:xfrm>
            <a:off x="5155468" y="883254"/>
            <a:ext cx="2214477" cy="991205"/>
          </a:xfrm>
          <a:prstGeom prst="flowChartInputOutpu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75CF954-D8FE-56BF-6237-9842F622A4BA}"/>
              </a:ext>
            </a:extLst>
          </p:cNvPr>
          <p:cNvCxnSpPr>
            <a:cxnSpLocks/>
            <a:stCxn id="100" idx="7"/>
            <a:endCxn id="96" idx="2"/>
          </p:cNvCxnSpPr>
          <p:nvPr/>
        </p:nvCxnSpPr>
        <p:spPr>
          <a:xfrm flipV="1">
            <a:off x="5642239" y="1342497"/>
            <a:ext cx="448881" cy="19019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77902EA-7D08-05BB-4597-E5C5D2AECFC4}"/>
              </a:ext>
            </a:extLst>
          </p:cNvPr>
          <p:cNvCxnSpPr>
            <a:cxnSpLocks/>
            <a:stCxn id="99" idx="5"/>
            <a:endCxn id="96" idx="1"/>
          </p:cNvCxnSpPr>
          <p:nvPr/>
        </p:nvCxnSpPr>
        <p:spPr>
          <a:xfrm>
            <a:off x="5943037" y="1119491"/>
            <a:ext cx="179692" cy="17709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9C5C400-D9B2-AF50-D661-E8F311093393}"/>
              </a:ext>
            </a:extLst>
          </p:cNvPr>
          <p:cNvCxnSpPr>
            <a:cxnSpLocks/>
            <a:stCxn id="95" idx="3"/>
            <a:endCxn id="96" idx="0"/>
          </p:cNvCxnSpPr>
          <p:nvPr/>
        </p:nvCxnSpPr>
        <p:spPr>
          <a:xfrm flipH="1">
            <a:off x="6199042" y="1041548"/>
            <a:ext cx="216341" cy="236014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3914F56-7ECE-4259-7C16-C7BFE5C42B2B}"/>
              </a:ext>
            </a:extLst>
          </p:cNvPr>
          <p:cNvCxnSpPr>
            <a:cxnSpLocks/>
            <a:stCxn id="97" idx="2"/>
            <a:endCxn id="96" idx="6"/>
          </p:cNvCxnSpPr>
          <p:nvPr/>
        </p:nvCxnSpPr>
        <p:spPr>
          <a:xfrm flipH="1">
            <a:off x="6306964" y="1275956"/>
            <a:ext cx="503437" cy="6654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B90AAB-2BF5-D7DC-C1AB-0F1B21584674}"/>
              </a:ext>
            </a:extLst>
          </p:cNvPr>
          <p:cNvCxnSpPr>
            <a:cxnSpLocks/>
            <a:stCxn id="98" idx="1"/>
            <a:endCxn id="96" idx="4"/>
          </p:cNvCxnSpPr>
          <p:nvPr/>
        </p:nvCxnSpPr>
        <p:spPr>
          <a:xfrm flipH="1" flipV="1">
            <a:off x="6199042" y="1407430"/>
            <a:ext cx="157621" cy="303588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79F6FB9-368E-6F2C-E607-01CAA191C62D}"/>
              </a:ext>
            </a:extLst>
          </p:cNvPr>
          <p:cNvCxnSpPr>
            <a:cxnSpLocks/>
            <a:stCxn id="102" idx="0"/>
            <a:endCxn id="97" idx="5"/>
          </p:cNvCxnSpPr>
          <p:nvPr/>
        </p:nvCxnSpPr>
        <p:spPr>
          <a:xfrm flipH="1" flipV="1">
            <a:off x="6994635" y="1321872"/>
            <a:ext cx="81456" cy="67641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4C1A2-8B46-42DC-18A5-FBBDA0F198C7}"/>
              </a:ext>
            </a:extLst>
          </p:cNvPr>
          <p:cNvCxnSpPr>
            <a:cxnSpLocks/>
            <a:stCxn id="104" idx="7"/>
            <a:endCxn id="98" idx="3"/>
          </p:cNvCxnSpPr>
          <p:nvPr/>
        </p:nvCxnSpPr>
        <p:spPr>
          <a:xfrm flipV="1">
            <a:off x="6014870" y="1802849"/>
            <a:ext cx="341793" cy="239706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2577DCC-E29F-E336-5647-C3F2CAA0C3AD}"/>
              </a:ext>
            </a:extLst>
          </p:cNvPr>
          <p:cNvCxnSpPr>
            <a:cxnSpLocks/>
            <a:stCxn id="103" idx="0"/>
            <a:endCxn id="100" idx="2"/>
          </p:cNvCxnSpPr>
          <p:nvPr/>
        </p:nvCxnSpPr>
        <p:spPr>
          <a:xfrm flipV="1">
            <a:off x="5031676" y="1407431"/>
            <a:ext cx="426328" cy="35920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2FD4826-3860-F0CA-D6F0-D9EF8E39B8B6}"/>
              </a:ext>
            </a:extLst>
          </p:cNvPr>
          <p:cNvCxnSpPr>
            <a:cxnSpLocks/>
            <a:stCxn id="98" idx="5"/>
            <a:endCxn id="102" idx="2"/>
          </p:cNvCxnSpPr>
          <p:nvPr/>
        </p:nvCxnSpPr>
        <p:spPr>
          <a:xfrm>
            <a:off x="6509287" y="1802849"/>
            <a:ext cx="458882" cy="26037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7BEE241-83D2-ECFF-2B35-DB3D749E7999}"/>
              </a:ext>
            </a:extLst>
          </p:cNvPr>
          <p:cNvCxnSpPr>
            <a:cxnSpLocks/>
            <a:stCxn id="101" idx="0"/>
            <a:endCxn id="100" idx="4"/>
          </p:cNvCxnSpPr>
          <p:nvPr/>
        </p:nvCxnSpPr>
        <p:spPr>
          <a:xfrm flipV="1">
            <a:off x="5262480" y="1472365"/>
            <a:ext cx="303446" cy="79540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87FED80-7640-9EB5-C970-C58308828C56}"/>
              </a:ext>
            </a:extLst>
          </p:cNvPr>
          <p:cNvCxnSpPr>
            <a:cxnSpLocks/>
            <a:stCxn id="105" idx="0"/>
            <a:endCxn id="98" idx="4"/>
          </p:cNvCxnSpPr>
          <p:nvPr/>
        </p:nvCxnSpPr>
        <p:spPr>
          <a:xfrm flipH="1" flipV="1">
            <a:off x="6432975" y="1821868"/>
            <a:ext cx="27902" cy="414437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CF0F3989-AD44-7664-EB06-77F657BEE646}"/>
              </a:ext>
            </a:extLst>
          </p:cNvPr>
          <p:cNvSpPr/>
          <p:nvPr/>
        </p:nvSpPr>
        <p:spPr>
          <a:xfrm>
            <a:off x="1470145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8A4564C9-D7B5-0DB5-EB7B-CD60BE1E2C6F}"/>
              </a:ext>
            </a:extLst>
          </p:cNvPr>
          <p:cNvSpPr/>
          <p:nvPr/>
        </p:nvSpPr>
        <p:spPr>
          <a:xfrm>
            <a:off x="1480115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7542C64-08F3-5970-203C-59164A933E97}"/>
              </a:ext>
            </a:extLst>
          </p:cNvPr>
          <p:cNvSpPr/>
          <p:nvPr/>
        </p:nvSpPr>
        <p:spPr>
          <a:xfrm>
            <a:off x="1892530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08A6A7C-33E5-3A57-70DF-E2BBE96C1759}"/>
              </a:ext>
            </a:extLst>
          </p:cNvPr>
          <p:cNvSpPr/>
          <p:nvPr/>
        </p:nvSpPr>
        <p:spPr>
          <a:xfrm>
            <a:off x="2248222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850F1F7D-4E70-EC37-5383-DC2B5AE3A83C}"/>
              </a:ext>
            </a:extLst>
          </p:cNvPr>
          <p:cNvSpPr/>
          <p:nvPr/>
        </p:nvSpPr>
        <p:spPr>
          <a:xfrm>
            <a:off x="2603914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C39F0EE-6711-9A1F-B855-09CC67B77B8D}"/>
              </a:ext>
            </a:extLst>
          </p:cNvPr>
          <p:cNvSpPr/>
          <p:nvPr/>
        </p:nvSpPr>
        <p:spPr>
          <a:xfrm>
            <a:off x="2959606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60B4338A-5B33-BB8F-367D-CECF7266F1DE}"/>
              </a:ext>
            </a:extLst>
          </p:cNvPr>
          <p:cNvSpPr/>
          <p:nvPr/>
        </p:nvSpPr>
        <p:spPr>
          <a:xfrm>
            <a:off x="1893399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40AC6629-2433-0EA9-C31E-F057F44970CF}"/>
              </a:ext>
            </a:extLst>
          </p:cNvPr>
          <p:cNvSpPr/>
          <p:nvPr/>
        </p:nvSpPr>
        <p:spPr>
          <a:xfrm>
            <a:off x="2249091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356428FE-002D-35EB-53A4-1EFFA6B08BE4}"/>
              </a:ext>
            </a:extLst>
          </p:cNvPr>
          <p:cNvSpPr/>
          <p:nvPr/>
        </p:nvSpPr>
        <p:spPr>
          <a:xfrm>
            <a:off x="2604783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27E1B62A-42B9-C89E-124B-F027FCC8AFC2}"/>
              </a:ext>
            </a:extLst>
          </p:cNvPr>
          <p:cNvSpPr/>
          <p:nvPr/>
        </p:nvSpPr>
        <p:spPr>
          <a:xfrm>
            <a:off x="2960475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668C46F-8F91-6A59-91DB-11B842C94B6A}"/>
              </a:ext>
            </a:extLst>
          </p:cNvPr>
          <p:cNvCxnSpPr>
            <a:cxnSpLocks/>
            <a:stCxn id="116" idx="2"/>
            <a:endCxn id="59" idx="4"/>
          </p:cNvCxnSpPr>
          <p:nvPr/>
        </p:nvCxnSpPr>
        <p:spPr>
          <a:xfrm flipH="1" flipV="1">
            <a:off x="1568898" y="5441287"/>
            <a:ext cx="492370" cy="20158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9F2B499-D908-F4B1-87DD-DF436BF9DFDD}"/>
              </a:ext>
            </a:extLst>
          </p:cNvPr>
          <p:cNvCxnSpPr>
            <a:cxnSpLocks/>
            <a:stCxn id="117" idx="6"/>
            <a:endCxn id="61" idx="0"/>
          </p:cNvCxnSpPr>
          <p:nvPr/>
        </p:nvCxnSpPr>
        <p:spPr>
          <a:xfrm>
            <a:off x="2359718" y="4941258"/>
            <a:ext cx="475755" cy="201579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96EDEFA3-57EB-6584-D5C3-DA8B097A3FD2}"/>
              </a:ext>
            </a:extLst>
          </p:cNvPr>
          <p:cNvSpPr/>
          <p:nvPr/>
        </p:nvSpPr>
        <p:spPr>
          <a:xfrm>
            <a:off x="1419673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61172A5B-4B22-6D2A-A6E0-9A909C2B3497}"/>
              </a:ext>
            </a:extLst>
          </p:cNvPr>
          <p:cNvSpPr/>
          <p:nvPr/>
        </p:nvSpPr>
        <p:spPr>
          <a:xfrm>
            <a:off x="2337855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4696272C-060C-7BA4-4E39-3432D6CC025A}"/>
              </a:ext>
            </a:extLst>
          </p:cNvPr>
          <p:cNvSpPr/>
          <p:nvPr/>
        </p:nvSpPr>
        <p:spPr>
          <a:xfrm>
            <a:off x="2686248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64AE833-CEF3-6A77-08BB-8862C598E92B}"/>
              </a:ext>
            </a:extLst>
          </p:cNvPr>
          <p:cNvCxnSpPr>
            <a:cxnSpLocks/>
            <a:stCxn id="116" idx="6"/>
            <a:endCxn id="60" idx="4"/>
          </p:cNvCxnSpPr>
          <p:nvPr/>
        </p:nvCxnSpPr>
        <p:spPr>
          <a:xfrm flipV="1">
            <a:off x="2359718" y="5441287"/>
            <a:ext cx="127362" cy="2015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E7B716E0-AE97-12C4-3E06-F9D6E193A203}"/>
              </a:ext>
            </a:extLst>
          </p:cNvPr>
          <p:cNvCxnSpPr>
            <a:cxnSpLocks/>
            <a:stCxn id="117" idx="2"/>
            <a:endCxn id="115" idx="0"/>
          </p:cNvCxnSpPr>
          <p:nvPr/>
        </p:nvCxnSpPr>
        <p:spPr>
          <a:xfrm flipH="1">
            <a:off x="1917292" y="4941258"/>
            <a:ext cx="143976" cy="201579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BBED740-0308-4139-92D3-0B58BA71DBCA}"/>
              </a:ext>
            </a:extLst>
          </p:cNvPr>
          <p:cNvCxnSpPr>
            <a:cxnSpLocks/>
            <a:stCxn id="116" idx="2"/>
            <a:endCxn id="115" idx="4"/>
          </p:cNvCxnSpPr>
          <p:nvPr/>
        </p:nvCxnSpPr>
        <p:spPr>
          <a:xfrm flipH="1" flipV="1">
            <a:off x="1917292" y="5441287"/>
            <a:ext cx="143976" cy="20158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1F445EA3-FE83-A233-563A-FF7EAA774D03}"/>
              </a:ext>
            </a:extLst>
          </p:cNvPr>
          <p:cNvCxnSpPr>
            <a:cxnSpLocks/>
            <a:stCxn id="117" idx="2"/>
            <a:endCxn id="59" idx="0"/>
          </p:cNvCxnSpPr>
          <p:nvPr/>
        </p:nvCxnSpPr>
        <p:spPr>
          <a:xfrm flipH="1">
            <a:off x="1568898" y="4941258"/>
            <a:ext cx="492370" cy="201579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弧形 65">
            <a:extLst>
              <a:ext uri="{FF2B5EF4-FFF2-40B4-BE49-F238E27FC236}">
                <a16:creationId xmlns:a16="http://schemas.microsoft.com/office/drawing/2014/main" id="{457ABCFD-CFA3-3ECA-3E85-C244FB33378C}"/>
              </a:ext>
            </a:extLst>
          </p:cNvPr>
          <p:cNvSpPr/>
          <p:nvPr/>
        </p:nvSpPr>
        <p:spPr>
          <a:xfrm>
            <a:off x="1983856" y="4655731"/>
            <a:ext cx="287485" cy="302646"/>
          </a:xfrm>
          <a:prstGeom prst="arc">
            <a:avLst>
              <a:gd name="adj1" fmla="val 6936041"/>
              <a:gd name="adj2" fmla="val 21348724"/>
            </a:avLst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BD7D382-FF9A-88FE-C830-ACA084409FC2}"/>
              </a:ext>
            </a:extLst>
          </p:cNvPr>
          <p:cNvCxnSpPr>
            <a:cxnSpLocks/>
            <a:stCxn id="116" idx="0"/>
            <a:endCxn id="117" idx="4"/>
          </p:cNvCxnSpPr>
          <p:nvPr/>
        </p:nvCxnSpPr>
        <p:spPr>
          <a:xfrm flipV="1">
            <a:off x="2210493" y="5090483"/>
            <a:ext cx="0" cy="403159"/>
          </a:xfrm>
          <a:prstGeom prst="straightConnector1">
            <a:avLst/>
          </a:prstGeom>
          <a:ln w="19050">
            <a:solidFill>
              <a:srgbClr val="BF9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弧形 67">
            <a:extLst>
              <a:ext uri="{FF2B5EF4-FFF2-40B4-BE49-F238E27FC236}">
                <a16:creationId xmlns:a16="http://schemas.microsoft.com/office/drawing/2014/main" id="{8136F7BC-E6E4-D71D-5E71-F9EC630D0133}"/>
              </a:ext>
            </a:extLst>
          </p:cNvPr>
          <p:cNvSpPr/>
          <p:nvPr/>
        </p:nvSpPr>
        <p:spPr>
          <a:xfrm>
            <a:off x="1978374" y="5642867"/>
            <a:ext cx="287485" cy="302646"/>
          </a:xfrm>
          <a:prstGeom prst="arc">
            <a:avLst>
              <a:gd name="adj1" fmla="val 21095381"/>
              <a:gd name="adj2" fmla="val 14986908"/>
            </a:avLst>
          </a:prstGeom>
          <a:ln w="19050">
            <a:solidFill>
              <a:srgbClr val="BF9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B789697-33C9-8AB7-CD0E-65C95025C914}"/>
              </a:ext>
            </a:extLst>
          </p:cNvPr>
          <p:cNvCxnSpPr>
            <a:cxnSpLocks/>
          </p:cNvCxnSpPr>
          <p:nvPr/>
        </p:nvCxnSpPr>
        <p:spPr>
          <a:xfrm>
            <a:off x="4609427" y="1679380"/>
            <a:ext cx="3012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流程图: 数据 69">
            <a:extLst>
              <a:ext uri="{FF2B5EF4-FFF2-40B4-BE49-F238E27FC236}">
                <a16:creationId xmlns:a16="http://schemas.microsoft.com/office/drawing/2014/main" id="{FDE67D8E-58DD-D621-D8C6-5EFABEBF79A6}"/>
              </a:ext>
            </a:extLst>
          </p:cNvPr>
          <p:cNvSpPr/>
          <p:nvPr/>
        </p:nvSpPr>
        <p:spPr>
          <a:xfrm>
            <a:off x="9614783" y="1154125"/>
            <a:ext cx="2463587" cy="1009450"/>
          </a:xfrm>
          <a:prstGeom prst="flowChartInputOutpu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1DFE72EE-E98D-801E-EFD5-D80782D0904E}"/>
              </a:ext>
            </a:extLst>
          </p:cNvPr>
          <p:cNvCxnSpPr>
            <a:cxnSpLocks/>
            <a:stCxn id="80" idx="4"/>
            <a:endCxn id="77" idx="0"/>
          </p:cNvCxnSpPr>
          <p:nvPr/>
        </p:nvCxnSpPr>
        <p:spPr>
          <a:xfrm>
            <a:off x="10406052" y="1466307"/>
            <a:ext cx="369698" cy="131744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AFF099BE-AF65-C8FF-A074-3B30665697F1}"/>
              </a:ext>
            </a:extLst>
          </p:cNvPr>
          <p:cNvCxnSpPr>
            <a:cxnSpLocks/>
            <a:stCxn id="80" idx="7"/>
            <a:endCxn id="75" idx="2"/>
          </p:cNvCxnSpPr>
          <p:nvPr/>
        </p:nvCxnSpPr>
        <p:spPr>
          <a:xfrm flipV="1">
            <a:off x="10490949" y="1330941"/>
            <a:ext cx="490314" cy="30343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E6E97E7-D59C-F8EC-5FF7-46A4430CA83E}"/>
              </a:ext>
            </a:extLst>
          </p:cNvPr>
          <p:cNvCxnSpPr>
            <a:cxnSpLocks/>
            <a:stCxn id="76" idx="6"/>
            <a:endCxn id="77" idx="3"/>
          </p:cNvCxnSpPr>
          <p:nvPr/>
        </p:nvCxnSpPr>
        <p:spPr>
          <a:xfrm flipV="1">
            <a:off x="10191478" y="1703074"/>
            <a:ext cx="499374" cy="18020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B65D529-CBEE-7BC1-E73C-52ED357DCD23}"/>
              </a:ext>
            </a:extLst>
          </p:cNvPr>
          <p:cNvCxnSpPr>
            <a:cxnSpLocks/>
            <a:stCxn id="76" idx="4"/>
            <a:endCxn id="79" idx="2"/>
          </p:cNvCxnSpPr>
          <p:nvPr/>
        </p:nvCxnSpPr>
        <p:spPr>
          <a:xfrm>
            <a:off x="10071416" y="1782615"/>
            <a:ext cx="844520" cy="269611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FB330500-63E9-1750-97D8-819D9DE7BDD1}"/>
              </a:ext>
            </a:extLst>
          </p:cNvPr>
          <p:cNvSpPr/>
          <p:nvPr/>
        </p:nvSpPr>
        <p:spPr>
          <a:xfrm>
            <a:off x="10981262" y="1269420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6907715E-77DE-DE96-0B7F-981CBC0D852A}"/>
              </a:ext>
            </a:extLst>
          </p:cNvPr>
          <p:cNvSpPr/>
          <p:nvPr/>
        </p:nvSpPr>
        <p:spPr>
          <a:xfrm>
            <a:off x="9951353" y="1659573"/>
            <a:ext cx="240125" cy="123042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D7113633-E62D-FE40-5916-97FE58839307}"/>
              </a:ext>
            </a:extLst>
          </p:cNvPr>
          <p:cNvSpPr/>
          <p:nvPr/>
        </p:nvSpPr>
        <p:spPr>
          <a:xfrm>
            <a:off x="10655687" y="1598051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E66F1E28-3F5E-60DE-2325-A6A6B23DC162}"/>
              </a:ext>
            </a:extLst>
          </p:cNvPr>
          <p:cNvSpPr/>
          <p:nvPr/>
        </p:nvSpPr>
        <p:spPr>
          <a:xfrm>
            <a:off x="11455882" y="1535009"/>
            <a:ext cx="240125" cy="1230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30F18B1-5432-A226-57A7-2DF78F1CCBCD}"/>
              </a:ext>
            </a:extLst>
          </p:cNvPr>
          <p:cNvSpPr/>
          <p:nvPr/>
        </p:nvSpPr>
        <p:spPr>
          <a:xfrm>
            <a:off x="10915936" y="1990705"/>
            <a:ext cx="240125" cy="1230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4382A1F-92A2-625A-81F0-EAD551EDD713}"/>
              </a:ext>
            </a:extLst>
          </p:cNvPr>
          <p:cNvSpPr/>
          <p:nvPr/>
        </p:nvSpPr>
        <p:spPr>
          <a:xfrm>
            <a:off x="10285989" y="1343265"/>
            <a:ext cx="240125" cy="1230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流程图: 数据 80">
            <a:extLst>
              <a:ext uri="{FF2B5EF4-FFF2-40B4-BE49-F238E27FC236}">
                <a16:creationId xmlns:a16="http://schemas.microsoft.com/office/drawing/2014/main" id="{F29EC586-FF02-6831-21DC-D2ED4FD0F13B}"/>
              </a:ext>
            </a:extLst>
          </p:cNvPr>
          <p:cNvSpPr/>
          <p:nvPr/>
        </p:nvSpPr>
        <p:spPr>
          <a:xfrm>
            <a:off x="7526736" y="1169841"/>
            <a:ext cx="2463587" cy="991204"/>
          </a:xfrm>
          <a:prstGeom prst="flowChartInputOutput">
            <a:avLst/>
          </a:prstGeom>
          <a:solidFill>
            <a:srgbClr val="FBD3D5">
              <a:alpha val="60000"/>
            </a:srgbClr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5F0D6671-559F-A943-6894-EDD52F382A9A}"/>
              </a:ext>
            </a:extLst>
          </p:cNvPr>
          <p:cNvCxnSpPr>
            <a:cxnSpLocks/>
            <a:stCxn id="90" idx="1"/>
            <a:endCxn id="92" idx="4"/>
          </p:cNvCxnSpPr>
          <p:nvPr/>
        </p:nvCxnSpPr>
        <p:spPr>
          <a:xfrm flipH="1" flipV="1">
            <a:off x="8709173" y="1710655"/>
            <a:ext cx="175351" cy="28763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3C9124CF-07D0-5B80-D01F-199CB9B58EF0}"/>
              </a:ext>
            </a:extLst>
          </p:cNvPr>
          <p:cNvCxnSpPr>
            <a:cxnSpLocks/>
            <a:stCxn id="92" idx="0"/>
            <a:endCxn id="322" idx="3"/>
          </p:cNvCxnSpPr>
          <p:nvPr/>
        </p:nvCxnSpPr>
        <p:spPr>
          <a:xfrm flipV="1">
            <a:off x="8709173" y="1364005"/>
            <a:ext cx="240677" cy="22360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5FC11C25-7803-62DF-2AB8-B3DA4352040C}"/>
              </a:ext>
            </a:extLst>
          </p:cNvPr>
          <p:cNvCxnSpPr>
            <a:cxnSpLocks/>
            <a:stCxn id="92" idx="6"/>
            <a:endCxn id="89" idx="2"/>
          </p:cNvCxnSpPr>
          <p:nvPr/>
        </p:nvCxnSpPr>
        <p:spPr>
          <a:xfrm flipV="1">
            <a:off x="8829235" y="1586092"/>
            <a:ext cx="560070" cy="6304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526E0CF1-F402-35E9-784C-E4CBA7C46DF4}"/>
              </a:ext>
            </a:extLst>
          </p:cNvPr>
          <p:cNvCxnSpPr>
            <a:cxnSpLocks/>
            <a:stCxn id="88" idx="0"/>
            <a:endCxn id="91" idx="3"/>
          </p:cNvCxnSpPr>
          <p:nvPr/>
        </p:nvCxnSpPr>
        <p:spPr>
          <a:xfrm flipV="1">
            <a:off x="8004838" y="1437850"/>
            <a:ext cx="249739" cy="2112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F45AF36A-150A-8A70-DC17-2AB14DF219D1}"/>
              </a:ext>
            </a:extLst>
          </p:cNvPr>
          <p:cNvCxnSpPr>
            <a:cxnSpLocks/>
            <a:stCxn id="89" idx="0"/>
            <a:endCxn id="322" idx="6"/>
          </p:cNvCxnSpPr>
          <p:nvPr/>
        </p:nvCxnSpPr>
        <p:spPr>
          <a:xfrm flipH="1" flipV="1">
            <a:off x="9154810" y="1320502"/>
            <a:ext cx="354557" cy="20406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A8749455-81C6-C954-49BD-208AA6ED297C}"/>
              </a:ext>
            </a:extLst>
          </p:cNvPr>
          <p:cNvCxnSpPr>
            <a:cxnSpLocks/>
            <a:stCxn id="90" idx="7"/>
            <a:endCxn id="89" idx="4"/>
          </p:cNvCxnSpPr>
          <p:nvPr/>
        </p:nvCxnSpPr>
        <p:spPr>
          <a:xfrm flipV="1">
            <a:off x="9054318" y="1647612"/>
            <a:ext cx="455049" cy="35067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4FA7F9C8-A3A0-606D-2CB4-8A962B8FD4FC}"/>
              </a:ext>
            </a:extLst>
          </p:cNvPr>
          <p:cNvSpPr/>
          <p:nvPr/>
        </p:nvSpPr>
        <p:spPr>
          <a:xfrm>
            <a:off x="7884776" y="1649134"/>
            <a:ext cx="240125" cy="123042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18B4B63-EF1F-A8E9-7AEA-FA349605E974}"/>
              </a:ext>
            </a:extLst>
          </p:cNvPr>
          <p:cNvSpPr/>
          <p:nvPr/>
        </p:nvSpPr>
        <p:spPr>
          <a:xfrm>
            <a:off x="9389305" y="1524570"/>
            <a:ext cx="240125" cy="1230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1ABAA92-2CAE-A75C-414D-A04C12981135}"/>
              </a:ext>
            </a:extLst>
          </p:cNvPr>
          <p:cNvSpPr/>
          <p:nvPr/>
        </p:nvSpPr>
        <p:spPr>
          <a:xfrm>
            <a:off x="8849359" y="1980266"/>
            <a:ext cx="240125" cy="1230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F374936-0423-E60F-D7E7-36D64A480CE6}"/>
              </a:ext>
            </a:extLst>
          </p:cNvPr>
          <p:cNvSpPr/>
          <p:nvPr/>
        </p:nvSpPr>
        <p:spPr>
          <a:xfrm>
            <a:off x="8219412" y="1332826"/>
            <a:ext cx="240125" cy="1230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A788AFB-935B-6261-E61A-E5046636A4C6}"/>
              </a:ext>
            </a:extLst>
          </p:cNvPr>
          <p:cNvSpPr/>
          <p:nvPr/>
        </p:nvSpPr>
        <p:spPr>
          <a:xfrm>
            <a:off x="8589110" y="1587613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3F0C51D-E40C-5705-2070-3BB6502A6EF5}"/>
              </a:ext>
            </a:extLst>
          </p:cNvPr>
          <p:cNvSpPr txBox="1"/>
          <p:nvPr/>
        </p:nvSpPr>
        <p:spPr>
          <a:xfrm>
            <a:off x="7513735" y="2214501"/>
            <a:ext cx="1966431" cy="30777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4805318-676C-7A42-C05C-7F9AA2311E95}"/>
              </a:ext>
            </a:extLst>
          </p:cNvPr>
          <p:cNvSpPr txBox="1"/>
          <p:nvPr/>
        </p:nvSpPr>
        <p:spPr>
          <a:xfrm>
            <a:off x="9611497" y="2216703"/>
            <a:ext cx="1947971" cy="307777"/>
          </a:xfrm>
          <a:prstGeom prst="rect">
            <a:avLst/>
          </a:prstGeom>
          <a:noFill/>
          <a:ln w="28575"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9C297A37-2FA1-836B-3023-4848297DF1E3}"/>
              </a:ext>
            </a:extLst>
          </p:cNvPr>
          <p:cNvSpPr/>
          <p:nvPr/>
        </p:nvSpPr>
        <p:spPr>
          <a:xfrm>
            <a:off x="6383773" y="930700"/>
            <a:ext cx="215844" cy="129868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2398127-7497-0ADC-303E-50994386C117}"/>
              </a:ext>
            </a:extLst>
          </p:cNvPr>
          <p:cNvSpPr/>
          <p:nvPr/>
        </p:nvSpPr>
        <p:spPr>
          <a:xfrm>
            <a:off x="6091120" y="1277563"/>
            <a:ext cx="215844" cy="129868"/>
          </a:xfrm>
          <a:prstGeom prst="ellipse">
            <a:avLst/>
          </a:prstGeom>
          <a:solidFill>
            <a:srgbClr val="AFF8FF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610DE16E-42FB-40AE-0295-13581A2F1128}"/>
              </a:ext>
            </a:extLst>
          </p:cNvPr>
          <p:cNvSpPr/>
          <p:nvPr/>
        </p:nvSpPr>
        <p:spPr>
          <a:xfrm>
            <a:off x="6810401" y="1211023"/>
            <a:ext cx="215844" cy="1298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3AB12628-4CCD-27F4-D151-A7172F84D212}"/>
              </a:ext>
            </a:extLst>
          </p:cNvPr>
          <p:cNvSpPr/>
          <p:nvPr/>
        </p:nvSpPr>
        <p:spPr>
          <a:xfrm>
            <a:off x="6325053" y="1692000"/>
            <a:ext cx="215844" cy="12986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A8AB5C77-C891-167A-BD55-D16308B4733E}"/>
              </a:ext>
            </a:extLst>
          </p:cNvPr>
          <p:cNvSpPr/>
          <p:nvPr/>
        </p:nvSpPr>
        <p:spPr>
          <a:xfrm>
            <a:off x="5758804" y="1008642"/>
            <a:ext cx="215844" cy="1298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939578A-78F5-133C-3064-0551F259949E}"/>
              </a:ext>
            </a:extLst>
          </p:cNvPr>
          <p:cNvSpPr/>
          <p:nvPr/>
        </p:nvSpPr>
        <p:spPr>
          <a:xfrm>
            <a:off x="5458005" y="1342497"/>
            <a:ext cx="215844" cy="129868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8615429-09DA-8079-F5D1-FE9489F9466A}"/>
              </a:ext>
            </a:extLst>
          </p:cNvPr>
          <p:cNvSpPr/>
          <p:nvPr/>
        </p:nvSpPr>
        <p:spPr>
          <a:xfrm>
            <a:off x="5154559" y="2267767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7464E0A-458B-B119-F7A4-DDEBD443CBA8}"/>
              </a:ext>
            </a:extLst>
          </p:cNvPr>
          <p:cNvSpPr/>
          <p:nvPr/>
        </p:nvSpPr>
        <p:spPr>
          <a:xfrm>
            <a:off x="6968169" y="1998285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2E5E659B-8865-4C8F-4CC6-C84D6DD118A0}"/>
              </a:ext>
            </a:extLst>
          </p:cNvPr>
          <p:cNvSpPr/>
          <p:nvPr/>
        </p:nvSpPr>
        <p:spPr>
          <a:xfrm>
            <a:off x="4923755" y="1766633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09D9FC34-AFEB-08AF-38ED-1325549DC5F4}"/>
              </a:ext>
            </a:extLst>
          </p:cNvPr>
          <p:cNvSpPr/>
          <p:nvPr/>
        </p:nvSpPr>
        <p:spPr>
          <a:xfrm>
            <a:off x="5830636" y="2023536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B46C5EAF-47EF-4204-AC10-257A3EF97BDC}"/>
              </a:ext>
            </a:extLst>
          </p:cNvPr>
          <p:cNvSpPr/>
          <p:nvPr/>
        </p:nvSpPr>
        <p:spPr>
          <a:xfrm>
            <a:off x="6352955" y="2236305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1E187CB-6AA6-A02D-AC4B-C82C39153A34}"/>
              </a:ext>
            </a:extLst>
          </p:cNvPr>
          <p:cNvSpPr/>
          <p:nvPr/>
        </p:nvSpPr>
        <p:spPr>
          <a:xfrm>
            <a:off x="1482887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DBBC5467-CF70-43D6-F535-D831FADA3D1E}"/>
              </a:ext>
            </a:extLst>
          </p:cNvPr>
          <p:cNvSpPr/>
          <p:nvPr/>
        </p:nvSpPr>
        <p:spPr>
          <a:xfrm>
            <a:off x="1492857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5CA61FAA-18F6-6BCF-03AF-E3D51CB51969}"/>
              </a:ext>
            </a:extLst>
          </p:cNvPr>
          <p:cNvSpPr/>
          <p:nvPr/>
        </p:nvSpPr>
        <p:spPr>
          <a:xfrm>
            <a:off x="1905272" y="34653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8F9E3AA4-6FDF-1D9C-3460-87C18032BD3B}"/>
              </a:ext>
            </a:extLst>
          </p:cNvPr>
          <p:cNvSpPr/>
          <p:nvPr/>
        </p:nvSpPr>
        <p:spPr>
          <a:xfrm>
            <a:off x="1906141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12F7C5A0-AB50-54FF-CB76-11ABC0D7BFA7}"/>
              </a:ext>
            </a:extLst>
          </p:cNvPr>
          <p:cNvSpPr/>
          <p:nvPr/>
        </p:nvSpPr>
        <p:spPr>
          <a:xfrm>
            <a:off x="2261833" y="3848689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9F2290A4-DF09-3826-CDA6-E679E378FFA6}"/>
              </a:ext>
            </a:extLst>
          </p:cNvPr>
          <p:cNvCxnSpPr>
            <a:cxnSpLocks/>
          </p:cNvCxnSpPr>
          <p:nvPr/>
        </p:nvCxnSpPr>
        <p:spPr>
          <a:xfrm>
            <a:off x="1421978" y="3402826"/>
            <a:ext cx="22587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44DECF64-2AD5-459F-0C16-D88AE3FC9160}"/>
              </a:ext>
            </a:extLst>
          </p:cNvPr>
          <p:cNvCxnSpPr>
            <a:cxnSpLocks/>
          </p:cNvCxnSpPr>
          <p:nvPr/>
        </p:nvCxnSpPr>
        <p:spPr>
          <a:xfrm flipV="1">
            <a:off x="1855920" y="3401955"/>
            <a:ext cx="0" cy="11541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875CB518-CCD4-1761-6525-B261B38111AB}"/>
              </a:ext>
            </a:extLst>
          </p:cNvPr>
          <p:cNvSpPr txBox="1"/>
          <p:nvPr/>
        </p:nvSpPr>
        <p:spPr>
          <a:xfrm rot="16200000">
            <a:off x="3193951" y="4113597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D2B4526A-29A4-E73F-0C45-EA882A7BAB53}"/>
              </a:ext>
            </a:extLst>
          </p:cNvPr>
          <p:cNvCxnSpPr>
            <a:cxnSpLocks/>
          </p:cNvCxnSpPr>
          <p:nvPr/>
        </p:nvCxnSpPr>
        <p:spPr>
          <a:xfrm flipV="1">
            <a:off x="5131125" y="2477048"/>
            <a:ext cx="1971431" cy="545772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5DE3484B-1538-F563-2C51-5BC5C3C6AE19}"/>
              </a:ext>
            </a:extLst>
          </p:cNvPr>
          <p:cNvSpPr/>
          <p:nvPr/>
        </p:nvSpPr>
        <p:spPr>
          <a:xfrm>
            <a:off x="1768067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CF70ABE9-BBF4-727E-2E1F-015939B9FB3F}"/>
              </a:ext>
            </a:extLst>
          </p:cNvPr>
          <p:cNvSpPr/>
          <p:nvPr/>
        </p:nvSpPr>
        <p:spPr>
          <a:xfrm>
            <a:off x="2061268" y="549364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C5AC6278-E153-3099-48F1-742F18C1AA23}"/>
              </a:ext>
            </a:extLst>
          </p:cNvPr>
          <p:cNvSpPr/>
          <p:nvPr/>
        </p:nvSpPr>
        <p:spPr>
          <a:xfrm>
            <a:off x="2061268" y="479203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EF9D754C-2AED-6530-FD0E-FB79B2470560}"/>
              </a:ext>
            </a:extLst>
          </p:cNvPr>
          <p:cNvSpPr/>
          <p:nvPr/>
        </p:nvSpPr>
        <p:spPr>
          <a:xfrm>
            <a:off x="3279359" y="52914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F541A423-CEAC-EBC9-3B08-6F47EEF946EE}"/>
              </a:ext>
            </a:extLst>
          </p:cNvPr>
          <p:cNvSpPr/>
          <p:nvPr/>
        </p:nvSpPr>
        <p:spPr>
          <a:xfrm>
            <a:off x="3878884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76C97039-CC05-C800-80D5-150D60D02F24}"/>
              </a:ext>
            </a:extLst>
          </p:cNvPr>
          <p:cNvSpPr/>
          <p:nvPr/>
        </p:nvSpPr>
        <p:spPr>
          <a:xfrm>
            <a:off x="4507112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3E8C038E-7BE8-EA5F-6DFC-AACA8F8AB2A1}"/>
              </a:ext>
            </a:extLst>
          </p:cNvPr>
          <p:cNvSpPr/>
          <p:nvPr/>
        </p:nvSpPr>
        <p:spPr>
          <a:xfrm>
            <a:off x="3284071" y="569228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057C5042-D36F-FBB9-DFDA-5F81058A3594}"/>
              </a:ext>
            </a:extLst>
          </p:cNvPr>
          <p:cNvSpPr/>
          <p:nvPr/>
        </p:nvSpPr>
        <p:spPr>
          <a:xfrm>
            <a:off x="3883596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CC9B292D-94F5-5FF3-31F4-0A25D9E38EDA}"/>
              </a:ext>
            </a:extLst>
          </p:cNvPr>
          <p:cNvSpPr/>
          <p:nvPr/>
        </p:nvSpPr>
        <p:spPr>
          <a:xfrm>
            <a:off x="4511824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03726B26-CE36-E4D0-E185-237E1990348A}"/>
              </a:ext>
            </a:extLst>
          </p:cNvPr>
          <p:cNvCxnSpPr>
            <a:cxnSpLocks/>
            <a:stCxn id="118" idx="6"/>
            <a:endCxn id="119" idx="2"/>
          </p:cNvCxnSpPr>
          <p:nvPr/>
        </p:nvCxnSpPr>
        <p:spPr>
          <a:xfrm>
            <a:off x="3577809" y="5440630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F5C466D3-D070-0416-B112-0D2675D52492}"/>
              </a:ext>
            </a:extLst>
          </p:cNvPr>
          <p:cNvCxnSpPr>
            <a:cxnSpLocks/>
            <a:stCxn id="120" idx="2"/>
            <a:endCxn id="119" idx="6"/>
          </p:cNvCxnSpPr>
          <p:nvPr/>
        </p:nvCxnSpPr>
        <p:spPr>
          <a:xfrm flipH="1">
            <a:off x="4177334" y="5442538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C5450329-DC45-8417-5D21-4CCB6CD7D9B1}"/>
              </a:ext>
            </a:extLst>
          </p:cNvPr>
          <p:cNvCxnSpPr>
            <a:cxnSpLocks/>
            <a:stCxn id="123" idx="2"/>
            <a:endCxn id="122" idx="6"/>
          </p:cNvCxnSpPr>
          <p:nvPr/>
        </p:nvCxnSpPr>
        <p:spPr>
          <a:xfrm flipH="1">
            <a:off x="4182046" y="5843415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25814A4C-4210-A9BB-B004-D7762DBC0246}"/>
              </a:ext>
            </a:extLst>
          </p:cNvPr>
          <p:cNvCxnSpPr>
            <a:cxnSpLocks/>
            <a:stCxn id="121" idx="6"/>
            <a:endCxn id="122" idx="2"/>
          </p:cNvCxnSpPr>
          <p:nvPr/>
        </p:nvCxnSpPr>
        <p:spPr>
          <a:xfrm>
            <a:off x="3582521" y="5841507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右大括号 127">
            <a:extLst>
              <a:ext uri="{FF2B5EF4-FFF2-40B4-BE49-F238E27FC236}">
                <a16:creationId xmlns:a16="http://schemas.microsoft.com/office/drawing/2014/main" id="{1F36263E-9182-7F71-C5AA-90AF2BCC85B5}"/>
              </a:ext>
            </a:extLst>
          </p:cNvPr>
          <p:cNvSpPr/>
          <p:nvPr/>
        </p:nvSpPr>
        <p:spPr>
          <a:xfrm>
            <a:off x="4842617" y="4887825"/>
            <a:ext cx="194611" cy="1082638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DF5FD9CF-0B9F-4D38-A857-35DCC38B3B21}"/>
              </a:ext>
            </a:extLst>
          </p:cNvPr>
          <p:cNvSpPr/>
          <p:nvPr/>
        </p:nvSpPr>
        <p:spPr>
          <a:xfrm>
            <a:off x="3268474" y="488013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C25F3ACA-9518-E2AE-FEC5-0B69ADF9A537}"/>
              </a:ext>
            </a:extLst>
          </p:cNvPr>
          <p:cNvSpPr/>
          <p:nvPr/>
        </p:nvSpPr>
        <p:spPr>
          <a:xfrm>
            <a:off x="3867999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F2039FB-F95D-14BB-ACF4-66026C551FDC}"/>
              </a:ext>
            </a:extLst>
          </p:cNvPr>
          <p:cNvSpPr/>
          <p:nvPr/>
        </p:nvSpPr>
        <p:spPr>
          <a:xfrm>
            <a:off x="4496227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87DB363E-E7EF-06F6-27BF-EBBA88198FA0}"/>
              </a:ext>
            </a:extLst>
          </p:cNvPr>
          <p:cNvCxnSpPr>
            <a:cxnSpLocks/>
            <a:stCxn id="129" idx="6"/>
            <a:endCxn id="130" idx="2"/>
          </p:cNvCxnSpPr>
          <p:nvPr/>
        </p:nvCxnSpPr>
        <p:spPr>
          <a:xfrm>
            <a:off x="3566924" y="5029363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CAF2E1F8-1727-CD9E-5531-B2164F83B113}"/>
              </a:ext>
            </a:extLst>
          </p:cNvPr>
          <p:cNvCxnSpPr>
            <a:cxnSpLocks/>
            <a:stCxn id="131" idx="2"/>
            <a:endCxn id="130" idx="6"/>
          </p:cNvCxnSpPr>
          <p:nvPr/>
        </p:nvCxnSpPr>
        <p:spPr>
          <a:xfrm flipH="1">
            <a:off x="4166449" y="5031271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E76F546B-E557-F84B-5A18-029F975F19B9}"/>
              </a:ext>
            </a:extLst>
          </p:cNvPr>
          <p:cNvSpPr/>
          <p:nvPr/>
        </p:nvSpPr>
        <p:spPr>
          <a:xfrm>
            <a:off x="5064466" y="5307060"/>
            <a:ext cx="220134" cy="220134"/>
          </a:xfrm>
          <a:prstGeom prst="roundRect">
            <a:avLst/>
          </a:prstGeom>
          <a:solidFill>
            <a:srgbClr val="F4B487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箭头: 下 134">
            <a:extLst>
              <a:ext uri="{FF2B5EF4-FFF2-40B4-BE49-F238E27FC236}">
                <a16:creationId xmlns:a16="http://schemas.microsoft.com/office/drawing/2014/main" id="{65551B1D-16E8-54F4-5DA3-7009F61686A7}"/>
              </a:ext>
            </a:extLst>
          </p:cNvPr>
          <p:cNvSpPr/>
          <p:nvPr/>
        </p:nvSpPr>
        <p:spPr>
          <a:xfrm>
            <a:off x="2647427" y="4592436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箭头: 下 135">
            <a:extLst>
              <a:ext uri="{FF2B5EF4-FFF2-40B4-BE49-F238E27FC236}">
                <a16:creationId xmlns:a16="http://schemas.microsoft.com/office/drawing/2014/main" id="{2FEE1DE6-4D9A-0D2C-9902-52296F17D5BB}"/>
              </a:ext>
            </a:extLst>
          </p:cNvPr>
          <p:cNvSpPr/>
          <p:nvPr/>
        </p:nvSpPr>
        <p:spPr>
          <a:xfrm rot="16200000">
            <a:off x="2861306" y="5404631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箭头: 下 136">
            <a:extLst>
              <a:ext uri="{FF2B5EF4-FFF2-40B4-BE49-F238E27FC236}">
                <a16:creationId xmlns:a16="http://schemas.microsoft.com/office/drawing/2014/main" id="{1E0527ED-1F28-698C-D6CA-B4D217B9FB45}"/>
              </a:ext>
            </a:extLst>
          </p:cNvPr>
          <p:cNvSpPr/>
          <p:nvPr/>
        </p:nvSpPr>
        <p:spPr>
          <a:xfrm rot="10800000">
            <a:off x="4273326" y="4393535"/>
            <a:ext cx="329554" cy="4647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F8BC25A1-59B8-32D7-B2DF-FC0AB79EEECF}"/>
              </a:ext>
            </a:extLst>
          </p:cNvPr>
          <p:cNvSpPr/>
          <p:nvPr/>
        </p:nvSpPr>
        <p:spPr>
          <a:xfrm>
            <a:off x="5482619" y="3019863"/>
            <a:ext cx="6167514" cy="3156291"/>
          </a:xfrm>
          <a:prstGeom prst="roundRect">
            <a:avLst>
              <a:gd name="adj" fmla="val 9039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A3C73ADD-6815-6825-F90F-C51380557AB8}"/>
              </a:ext>
            </a:extLst>
          </p:cNvPr>
          <p:cNvCxnSpPr>
            <a:cxnSpLocks/>
          </p:cNvCxnSpPr>
          <p:nvPr/>
        </p:nvCxnSpPr>
        <p:spPr>
          <a:xfrm>
            <a:off x="6500992" y="3665317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D97E5CC5-63CB-92A2-DFD3-289CE927DA1E}"/>
              </a:ext>
            </a:extLst>
          </p:cNvPr>
          <p:cNvCxnSpPr>
            <a:cxnSpLocks/>
          </p:cNvCxnSpPr>
          <p:nvPr/>
        </p:nvCxnSpPr>
        <p:spPr>
          <a:xfrm>
            <a:off x="6517862" y="5464576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872D8D17-A971-7C9C-0D6F-A2742656AF8F}"/>
              </a:ext>
            </a:extLst>
          </p:cNvPr>
          <p:cNvGrpSpPr/>
          <p:nvPr/>
        </p:nvGrpSpPr>
        <p:grpSpPr>
          <a:xfrm>
            <a:off x="5708039" y="336635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A4F914E3-7BE4-D606-D6B7-DAB788F9F0FD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60828CE7-5D93-0C95-51D3-C6DEB4B2B7BD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ACCB4E96-BFDD-82D6-4D45-8C0C5CD1C056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B535F054-5EDB-BE9A-C292-79E96105B2D4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CC4AACB6-6135-CB50-3CBA-7BFCDD596536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460527DD-B756-AA38-CCDA-4B9DE7341820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FEF314F6-09BC-CCF3-42DB-0B1DFC10B1D9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3167F8B8-E485-2C85-694A-741780065FB7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CFB9FB5E-0AE3-FF2E-0415-B972719101D8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7872083C-6B0C-2775-93E8-4FFF466C7D1A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70FEF816-9D3D-9ED1-089A-12D0328C4648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A555B5A8-4C6D-3507-8133-7614410A4655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19CD77EB-B0C6-AAC4-5D2F-92A4334A939A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BB5DCDD9-32FF-3359-5ACF-778B6C5FD7F5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A363901D-C268-C4CD-3345-C608F146A491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0166E10F-6200-B59E-22E1-3C2E69F61A53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B03F5E06-B84B-83DA-BDBE-AF5034E2D6F1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C44311BE-B3F6-46D6-1B18-5D94B12B92AD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F1917E4C-8B46-BFF9-3CB2-FD30B0A0D831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411F73F0-B708-B986-F19D-D9E61A656BB5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02F357C8-BCE1-1949-DBB4-6E02514BBE86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F032DCB4-8A6A-34F6-625C-071B0AF10BED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68BE2261-800E-98B5-508E-FD08E5E1CAF0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41F222CC-3A81-78D7-DA9E-C1B8FC005A2E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27B4697E-CA1B-680C-DC21-A4283655E77D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9434A8B6-671F-F5E2-8932-1D04FBEB712D}"/>
              </a:ext>
            </a:extLst>
          </p:cNvPr>
          <p:cNvGrpSpPr/>
          <p:nvPr/>
        </p:nvGrpSpPr>
        <p:grpSpPr>
          <a:xfrm>
            <a:off x="5708150" y="4638956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4E476BE6-8BFC-D05A-AD5E-0281F403FE67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9F0DB876-DF79-47DB-3671-CAC9B2D0F44E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78EC3315-EFE1-D1E9-F2FD-1600AE18D575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22B8E498-3F4F-FC61-72C2-D6A6AC65CFE8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4419B0B6-FDA9-B448-674D-6C94B01D5470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E270E3B7-586B-E984-A9D2-19A1D8B0DED9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95C9ED5B-E955-7A01-9C0E-A543450BF49F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A138F91D-AEA2-AEDB-ABF1-345593049D6E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224D7B6A-E332-F0A2-1604-BE8C7AFB20BE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E604915D-8405-98D5-542F-D59F8DAD1238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B9E9392B-8F50-4E57-91C1-45825DEB6B36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FAE557F2-A5EC-8390-4B7E-381D4EBF9991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2BEACE4E-55D7-E033-1F63-07272216F7D6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8CC3C463-376A-9A82-12E9-B37D9973F90F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59F156E7-D808-5295-00CC-B5D6821E376C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BA18EB17-9C27-A766-0F04-9B3FA2E53B6C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92933BD8-560F-8FF4-A928-7307639EAB34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26DF0A29-5BFC-3814-49EE-C19D04EEB0D5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ABD851DC-9A2F-7AB2-8FB2-61D3C2644897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3511CC62-948C-3D00-B713-E90F7A9A5187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5089B346-2AAE-7385-88B0-442CEB3CC331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E404DD34-0800-EEA8-4877-4BA1F9EF71D4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5FF80EAF-BC8C-84C9-6297-2C72E24183B3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FF362348-8645-7DAB-B4F6-283820193C7D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5972E9FA-DF36-322D-C3DD-18E890858B05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D1B60270-912B-1780-1198-69A151E37DA3}"/>
              </a:ext>
            </a:extLst>
          </p:cNvPr>
          <p:cNvGrpSpPr/>
          <p:nvPr/>
        </p:nvGrpSpPr>
        <p:grpSpPr>
          <a:xfrm>
            <a:off x="7181340" y="5348616"/>
            <a:ext cx="214933" cy="214933"/>
            <a:chOff x="4892460" y="2186404"/>
            <a:chExt cx="142638" cy="142638"/>
          </a:xfrm>
        </p:grpSpPr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9BF8F8C0-17FD-92F9-F76C-7A460EF5D368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D6EBC773-90B8-37DD-5368-195C420EFDB3}"/>
                </a:ext>
              </a:extLst>
            </p:cNvPr>
            <p:cNvCxnSpPr>
              <a:stCxn id="194" idx="1"/>
              <a:endCxn id="19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E39C4299-D72D-B8C0-5310-A52C955A4CFD}"/>
                </a:ext>
              </a:extLst>
            </p:cNvPr>
            <p:cNvCxnSpPr>
              <a:cxnSpLocks/>
              <a:stCxn id="194" idx="3"/>
              <a:endCxn id="19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F83120FB-6F42-F0D7-25AA-2E35C616B73F}"/>
              </a:ext>
            </a:extLst>
          </p:cNvPr>
          <p:cNvGrpSpPr/>
          <p:nvPr/>
        </p:nvGrpSpPr>
        <p:grpSpPr>
          <a:xfrm>
            <a:off x="7181340" y="3549243"/>
            <a:ext cx="214933" cy="214933"/>
            <a:chOff x="4892460" y="2186404"/>
            <a:chExt cx="142638" cy="142638"/>
          </a:xfrm>
        </p:grpSpPr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A5F22BB7-428E-2B94-2D30-71DA138CCD21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2FB1EF51-BEE1-B753-BF4A-318EA932262B}"/>
                </a:ext>
              </a:extLst>
            </p:cNvPr>
            <p:cNvCxnSpPr>
              <a:stCxn id="198" idx="1"/>
              <a:endCxn id="19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F3A20B90-2173-DD20-956D-E0BEBB1974D1}"/>
                </a:ext>
              </a:extLst>
            </p:cNvPr>
            <p:cNvCxnSpPr>
              <a:cxnSpLocks/>
              <a:stCxn id="198" idx="3"/>
              <a:endCxn id="19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BED66D48-8B5F-3D34-3455-C4C9DBC06E27}"/>
              </a:ext>
            </a:extLst>
          </p:cNvPr>
          <p:cNvCxnSpPr>
            <a:cxnSpLocks/>
            <a:stCxn id="235" idx="2"/>
            <a:endCxn id="194" idx="0"/>
          </p:cNvCxnSpPr>
          <p:nvPr/>
        </p:nvCxnSpPr>
        <p:spPr>
          <a:xfrm rot="10800000" flipV="1">
            <a:off x="7288808" y="4587120"/>
            <a:ext cx="397003" cy="76149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连接符: 肘形 201">
            <a:extLst>
              <a:ext uri="{FF2B5EF4-FFF2-40B4-BE49-F238E27FC236}">
                <a16:creationId xmlns:a16="http://schemas.microsoft.com/office/drawing/2014/main" id="{D5717293-1207-2F1F-ECE1-CEEB8B9FB32D}"/>
              </a:ext>
            </a:extLst>
          </p:cNvPr>
          <p:cNvCxnSpPr>
            <a:cxnSpLocks/>
            <a:stCxn id="235" idx="2"/>
            <a:endCxn id="198" idx="4"/>
          </p:cNvCxnSpPr>
          <p:nvPr/>
        </p:nvCxnSpPr>
        <p:spPr>
          <a:xfrm rot="10800000">
            <a:off x="7288808" y="3764177"/>
            <a:ext cx="397003" cy="82294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B5236B1A-9A55-582B-73D6-4AB527DE8EC4}"/>
              </a:ext>
            </a:extLst>
          </p:cNvPr>
          <p:cNvCxnSpPr>
            <a:cxnSpLocks/>
          </p:cNvCxnSpPr>
          <p:nvPr/>
        </p:nvCxnSpPr>
        <p:spPr>
          <a:xfrm>
            <a:off x="7400724" y="3657712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D3F3D19B-5B66-CD22-2AF9-9342E971A46F}"/>
              </a:ext>
            </a:extLst>
          </p:cNvPr>
          <p:cNvCxnSpPr>
            <a:cxnSpLocks/>
          </p:cNvCxnSpPr>
          <p:nvPr/>
        </p:nvCxnSpPr>
        <p:spPr>
          <a:xfrm>
            <a:off x="7400724" y="5463518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立方体 204">
            <a:extLst>
              <a:ext uri="{FF2B5EF4-FFF2-40B4-BE49-F238E27FC236}">
                <a16:creationId xmlns:a16="http://schemas.microsoft.com/office/drawing/2014/main" id="{40069B77-F3F7-EA27-534F-F1339B2EFDC9}"/>
              </a:ext>
            </a:extLst>
          </p:cNvPr>
          <p:cNvSpPr/>
          <p:nvPr/>
        </p:nvSpPr>
        <p:spPr>
          <a:xfrm>
            <a:off x="8761194" y="4975571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立方体 205">
            <a:extLst>
              <a:ext uri="{FF2B5EF4-FFF2-40B4-BE49-F238E27FC236}">
                <a16:creationId xmlns:a16="http://schemas.microsoft.com/office/drawing/2014/main" id="{6549E95E-2DB9-1130-C94B-24FBCE8C8ADF}"/>
              </a:ext>
            </a:extLst>
          </p:cNvPr>
          <p:cNvSpPr/>
          <p:nvPr/>
        </p:nvSpPr>
        <p:spPr>
          <a:xfrm>
            <a:off x="8659594" y="5168878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立方体 206">
            <a:extLst>
              <a:ext uri="{FF2B5EF4-FFF2-40B4-BE49-F238E27FC236}">
                <a16:creationId xmlns:a16="http://schemas.microsoft.com/office/drawing/2014/main" id="{93B30D6A-4062-EE32-5F41-4DD9793E18B4}"/>
              </a:ext>
            </a:extLst>
          </p:cNvPr>
          <p:cNvSpPr/>
          <p:nvPr/>
        </p:nvSpPr>
        <p:spPr>
          <a:xfrm>
            <a:off x="8557994" y="5362185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立方体 207">
            <a:extLst>
              <a:ext uri="{FF2B5EF4-FFF2-40B4-BE49-F238E27FC236}">
                <a16:creationId xmlns:a16="http://schemas.microsoft.com/office/drawing/2014/main" id="{C0B43E3B-69B5-EF0D-56F1-76F27E258F73}"/>
              </a:ext>
            </a:extLst>
          </p:cNvPr>
          <p:cNvSpPr/>
          <p:nvPr/>
        </p:nvSpPr>
        <p:spPr>
          <a:xfrm>
            <a:off x="8456394" y="5555492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立方体 208">
            <a:extLst>
              <a:ext uri="{FF2B5EF4-FFF2-40B4-BE49-F238E27FC236}">
                <a16:creationId xmlns:a16="http://schemas.microsoft.com/office/drawing/2014/main" id="{E76C7978-01D8-2224-EA30-9A4FCF665F35}"/>
              </a:ext>
            </a:extLst>
          </p:cNvPr>
          <p:cNvSpPr/>
          <p:nvPr/>
        </p:nvSpPr>
        <p:spPr>
          <a:xfrm>
            <a:off x="8354794" y="5748801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立方体 209">
            <a:extLst>
              <a:ext uri="{FF2B5EF4-FFF2-40B4-BE49-F238E27FC236}">
                <a16:creationId xmlns:a16="http://schemas.microsoft.com/office/drawing/2014/main" id="{C9C92C3A-C8A3-5210-11CA-E601DA462A2D}"/>
              </a:ext>
            </a:extLst>
          </p:cNvPr>
          <p:cNvSpPr/>
          <p:nvPr/>
        </p:nvSpPr>
        <p:spPr>
          <a:xfrm>
            <a:off x="8354794" y="3198974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立方体 210">
            <a:extLst>
              <a:ext uri="{FF2B5EF4-FFF2-40B4-BE49-F238E27FC236}">
                <a16:creationId xmlns:a16="http://schemas.microsoft.com/office/drawing/2014/main" id="{84913463-731F-BEA8-C291-C63E48CF3EDD}"/>
              </a:ext>
            </a:extLst>
          </p:cNvPr>
          <p:cNvSpPr/>
          <p:nvPr/>
        </p:nvSpPr>
        <p:spPr>
          <a:xfrm>
            <a:off x="8456394" y="3392281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立方体 211">
            <a:extLst>
              <a:ext uri="{FF2B5EF4-FFF2-40B4-BE49-F238E27FC236}">
                <a16:creationId xmlns:a16="http://schemas.microsoft.com/office/drawing/2014/main" id="{8C5A7586-EAA8-EB63-53F8-43B1EC17D514}"/>
              </a:ext>
            </a:extLst>
          </p:cNvPr>
          <p:cNvSpPr/>
          <p:nvPr/>
        </p:nvSpPr>
        <p:spPr>
          <a:xfrm>
            <a:off x="8557994" y="3585589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立方体 212">
            <a:extLst>
              <a:ext uri="{FF2B5EF4-FFF2-40B4-BE49-F238E27FC236}">
                <a16:creationId xmlns:a16="http://schemas.microsoft.com/office/drawing/2014/main" id="{8D098BBB-5403-1C3D-70A2-C731FCD8C226}"/>
              </a:ext>
            </a:extLst>
          </p:cNvPr>
          <p:cNvSpPr/>
          <p:nvPr/>
        </p:nvSpPr>
        <p:spPr>
          <a:xfrm>
            <a:off x="8659594" y="3778897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立方体 213">
            <a:extLst>
              <a:ext uri="{FF2B5EF4-FFF2-40B4-BE49-F238E27FC236}">
                <a16:creationId xmlns:a16="http://schemas.microsoft.com/office/drawing/2014/main" id="{505CC148-0417-71DC-FAC4-A4617466A7F9}"/>
              </a:ext>
            </a:extLst>
          </p:cNvPr>
          <p:cNvSpPr/>
          <p:nvPr/>
        </p:nvSpPr>
        <p:spPr>
          <a:xfrm>
            <a:off x="8761194" y="3972204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0D8EB3E4-4005-3D41-155F-D4571A79F5BB}"/>
              </a:ext>
            </a:extLst>
          </p:cNvPr>
          <p:cNvGrpSpPr/>
          <p:nvPr/>
        </p:nvGrpSpPr>
        <p:grpSpPr>
          <a:xfrm rot="18905662">
            <a:off x="9794731" y="4435237"/>
            <a:ext cx="214933" cy="214933"/>
            <a:chOff x="4892460" y="2186404"/>
            <a:chExt cx="142638" cy="142638"/>
          </a:xfrm>
        </p:grpSpPr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C7377B83-7577-5B39-497C-CB0E2AE03A84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2860D5E5-BB97-2DE4-915D-EDDA79960C34}"/>
                </a:ext>
              </a:extLst>
            </p:cNvPr>
            <p:cNvCxnSpPr>
              <a:stCxn id="216" idx="1"/>
              <a:endCxn id="216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6556ED8F-D91D-089A-F0A9-9F805668968F}"/>
                </a:ext>
              </a:extLst>
            </p:cNvPr>
            <p:cNvCxnSpPr>
              <a:cxnSpLocks/>
              <a:stCxn id="216" idx="3"/>
              <a:endCxn id="216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9" name="立方体 218">
            <a:extLst>
              <a:ext uri="{FF2B5EF4-FFF2-40B4-BE49-F238E27FC236}">
                <a16:creationId xmlns:a16="http://schemas.microsoft.com/office/drawing/2014/main" id="{7522C5AC-FD67-0D3D-4F6B-5745C5525316}"/>
              </a:ext>
            </a:extLst>
          </p:cNvPr>
          <p:cNvSpPr/>
          <p:nvPr/>
        </p:nvSpPr>
        <p:spPr>
          <a:xfrm>
            <a:off x="10534961" y="4071208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46000">
                <a:srgbClr val="FACCCE"/>
              </a:gs>
              <a:gs pos="63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立方体 219">
            <a:extLst>
              <a:ext uri="{FF2B5EF4-FFF2-40B4-BE49-F238E27FC236}">
                <a16:creationId xmlns:a16="http://schemas.microsoft.com/office/drawing/2014/main" id="{33CC86A6-E155-1F3B-95A8-5ACBCB80D789}"/>
              </a:ext>
            </a:extLst>
          </p:cNvPr>
          <p:cNvSpPr/>
          <p:nvPr/>
        </p:nvSpPr>
        <p:spPr>
          <a:xfrm>
            <a:off x="10433361" y="4264515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31000">
                <a:srgbClr val="FACCCE"/>
              </a:gs>
              <a:gs pos="54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立方体 220">
            <a:extLst>
              <a:ext uri="{FF2B5EF4-FFF2-40B4-BE49-F238E27FC236}">
                <a16:creationId xmlns:a16="http://schemas.microsoft.com/office/drawing/2014/main" id="{523B2E1B-83E8-66F0-B70E-BDCF234C67BE}"/>
              </a:ext>
            </a:extLst>
          </p:cNvPr>
          <p:cNvSpPr/>
          <p:nvPr/>
        </p:nvSpPr>
        <p:spPr>
          <a:xfrm>
            <a:off x="10331761" y="4457822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57000">
                <a:srgbClr val="FACCCE"/>
              </a:gs>
              <a:gs pos="79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立方体 221">
            <a:extLst>
              <a:ext uri="{FF2B5EF4-FFF2-40B4-BE49-F238E27FC236}">
                <a16:creationId xmlns:a16="http://schemas.microsoft.com/office/drawing/2014/main" id="{B816CD3A-6968-5D72-EB68-B99585F37ADC}"/>
              </a:ext>
            </a:extLst>
          </p:cNvPr>
          <p:cNvSpPr/>
          <p:nvPr/>
        </p:nvSpPr>
        <p:spPr>
          <a:xfrm>
            <a:off x="10230161" y="4651129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35000">
                <a:srgbClr val="FACCCE"/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立方体 222">
            <a:extLst>
              <a:ext uri="{FF2B5EF4-FFF2-40B4-BE49-F238E27FC236}">
                <a16:creationId xmlns:a16="http://schemas.microsoft.com/office/drawing/2014/main" id="{6DDE3B26-E243-AB16-5F7D-D396272967CD}"/>
              </a:ext>
            </a:extLst>
          </p:cNvPr>
          <p:cNvSpPr/>
          <p:nvPr/>
        </p:nvSpPr>
        <p:spPr>
          <a:xfrm>
            <a:off x="10128561" y="4844438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26000">
                <a:srgbClr val="FACCCE"/>
              </a:gs>
              <a:gs pos="46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4" name="连接符: 肘形 223">
            <a:extLst>
              <a:ext uri="{FF2B5EF4-FFF2-40B4-BE49-F238E27FC236}">
                <a16:creationId xmlns:a16="http://schemas.microsoft.com/office/drawing/2014/main" id="{7E1E7C15-AE90-96BE-0A57-D0279A5BA718}"/>
              </a:ext>
            </a:extLst>
          </p:cNvPr>
          <p:cNvCxnSpPr>
            <a:cxnSpLocks/>
            <a:stCxn id="212" idx="5"/>
            <a:endCxn id="216" idx="7"/>
          </p:cNvCxnSpPr>
          <p:nvPr/>
        </p:nvCxnSpPr>
        <p:spPr>
          <a:xfrm>
            <a:off x="9502875" y="3669410"/>
            <a:ext cx="399499" cy="76582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连接符: 肘形 224">
            <a:extLst>
              <a:ext uri="{FF2B5EF4-FFF2-40B4-BE49-F238E27FC236}">
                <a16:creationId xmlns:a16="http://schemas.microsoft.com/office/drawing/2014/main" id="{D7B661A4-EC30-5E15-7BF7-D2FA8DD5922F}"/>
              </a:ext>
            </a:extLst>
          </p:cNvPr>
          <p:cNvCxnSpPr>
            <a:cxnSpLocks/>
            <a:stCxn id="207" idx="5"/>
            <a:endCxn id="216" idx="3"/>
          </p:cNvCxnSpPr>
          <p:nvPr/>
        </p:nvCxnSpPr>
        <p:spPr>
          <a:xfrm flipV="1">
            <a:off x="9502874" y="4650169"/>
            <a:ext cx="399146" cy="795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9EC9822A-C57F-C3CE-E159-38E455E8B968}"/>
              </a:ext>
            </a:extLst>
          </p:cNvPr>
          <p:cNvCxnSpPr>
            <a:cxnSpLocks/>
            <a:stCxn id="216" idx="5"/>
          </p:cNvCxnSpPr>
          <p:nvPr/>
        </p:nvCxnSpPr>
        <p:spPr>
          <a:xfrm>
            <a:off x="10009664" y="4542880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F6B0C88A-68B9-9BDE-B76E-BF8BFF9A8A53}"/>
              </a:ext>
            </a:extLst>
          </p:cNvPr>
          <p:cNvSpPr/>
          <p:nvPr/>
        </p:nvSpPr>
        <p:spPr>
          <a:xfrm>
            <a:off x="9695413" y="5877340"/>
            <a:ext cx="220134" cy="220134"/>
          </a:xfrm>
          <a:prstGeom prst="round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6C74C2C7-F87E-5678-16EB-08250A8E45F8}"/>
              </a:ext>
            </a:extLst>
          </p:cNvPr>
          <p:cNvSpPr/>
          <p:nvPr/>
        </p:nvSpPr>
        <p:spPr>
          <a:xfrm>
            <a:off x="9695412" y="5601519"/>
            <a:ext cx="220134" cy="220134"/>
          </a:xfrm>
          <a:prstGeom prst="round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6DC7ABA8-3D27-27C3-579A-FA3BF008187A}"/>
              </a:ext>
            </a:extLst>
          </p:cNvPr>
          <p:cNvSpPr txBox="1"/>
          <p:nvPr/>
        </p:nvSpPr>
        <p:spPr>
          <a:xfrm>
            <a:off x="9918700" y="5566427"/>
            <a:ext cx="1643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 &gt; 0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C1FE55EF-1FFC-C5B0-DBEB-40F8CF3F1D78}"/>
              </a:ext>
            </a:extLst>
          </p:cNvPr>
          <p:cNvSpPr txBox="1"/>
          <p:nvPr/>
        </p:nvSpPr>
        <p:spPr>
          <a:xfrm>
            <a:off x="9839325" y="5828068"/>
            <a:ext cx="1752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 &lt; 0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3C6A4172-7191-A19F-2D95-8FEF3BACAD12}"/>
                  </a:ext>
                </a:extLst>
              </p:cNvPr>
              <p:cNvSpPr txBox="1"/>
              <p:nvPr/>
            </p:nvSpPr>
            <p:spPr>
              <a:xfrm>
                <a:off x="9810428" y="3851019"/>
                <a:ext cx="241476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b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3C6A4172-7191-A19F-2D95-8FEF3BACA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428" y="3851019"/>
                <a:ext cx="241476" cy="215444"/>
              </a:xfrm>
              <a:prstGeom prst="rect">
                <a:avLst/>
              </a:prstGeom>
              <a:blipFill>
                <a:blip r:embed="rId7"/>
                <a:stretch>
                  <a:fillRect l="-10000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252E9B5-AC59-47C4-C294-B2A04B51F249}"/>
                  </a:ext>
                </a:extLst>
              </p:cNvPr>
              <p:cNvSpPr txBox="1"/>
              <p:nvPr/>
            </p:nvSpPr>
            <p:spPr>
              <a:xfrm>
                <a:off x="9794553" y="5085258"/>
                <a:ext cx="244682" cy="23525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252E9B5-AC59-47C4-C294-B2A04B51F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553" y="5085258"/>
                <a:ext cx="244682" cy="235257"/>
              </a:xfrm>
              <a:prstGeom prst="rect">
                <a:avLst/>
              </a:prstGeom>
              <a:blipFill>
                <a:blip r:embed="rId8"/>
                <a:stretch>
                  <a:fillRect l="-12500" t="-2564" r="-7500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立方体 232">
            <a:extLst>
              <a:ext uri="{FF2B5EF4-FFF2-40B4-BE49-F238E27FC236}">
                <a16:creationId xmlns:a16="http://schemas.microsoft.com/office/drawing/2014/main" id="{0C8B2AD3-8D90-6D27-62D4-AC520024E499}"/>
              </a:ext>
            </a:extLst>
          </p:cNvPr>
          <p:cNvSpPr/>
          <p:nvPr/>
        </p:nvSpPr>
        <p:spPr>
          <a:xfrm>
            <a:off x="7889010" y="4060807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立方体 233">
            <a:extLst>
              <a:ext uri="{FF2B5EF4-FFF2-40B4-BE49-F238E27FC236}">
                <a16:creationId xmlns:a16="http://schemas.microsoft.com/office/drawing/2014/main" id="{A9809654-5465-757A-F387-9EC9D71A7851}"/>
              </a:ext>
            </a:extLst>
          </p:cNvPr>
          <p:cNvSpPr/>
          <p:nvPr/>
        </p:nvSpPr>
        <p:spPr>
          <a:xfrm>
            <a:off x="7787410" y="4254114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立方体 234">
            <a:extLst>
              <a:ext uri="{FF2B5EF4-FFF2-40B4-BE49-F238E27FC236}">
                <a16:creationId xmlns:a16="http://schemas.microsoft.com/office/drawing/2014/main" id="{78393664-332D-6225-AB33-E4B550921E76}"/>
              </a:ext>
            </a:extLst>
          </p:cNvPr>
          <p:cNvSpPr/>
          <p:nvPr/>
        </p:nvSpPr>
        <p:spPr>
          <a:xfrm>
            <a:off x="7685810" y="4447421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立方体 235">
            <a:extLst>
              <a:ext uri="{FF2B5EF4-FFF2-40B4-BE49-F238E27FC236}">
                <a16:creationId xmlns:a16="http://schemas.microsoft.com/office/drawing/2014/main" id="{5FFC6772-7DDF-EF5E-4369-614A04608CDA}"/>
              </a:ext>
            </a:extLst>
          </p:cNvPr>
          <p:cNvSpPr/>
          <p:nvPr/>
        </p:nvSpPr>
        <p:spPr>
          <a:xfrm>
            <a:off x="7584210" y="4640728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立方体 236">
            <a:extLst>
              <a:ext uri="{FF2B5EF4-FFF2-40B4-BE49-F238E27FC236}">
                <a16:creationId xmlns:a16="http://schemas.microsoft.com/office/drawing/2014/main" id="{34260E21-3E46-1511-975C-37BB4E24B108}"/>
              </a:ext>
            </a:extLst>
          </p:cNvPr>
          <p:cNvSpPr/>
          <p:nvPr/>
        </p:nvSpPr>
        <p:spPr>
          <a:xfrm>
            <a:off x="7482610" y="4834037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F9F57A4E-C376-E81F-F209-53169AE2E1CF}"/>
              </a:ext>
            </a:extLst>
          </p:cNvPr>
          <p:cNvCxnSpPr>
            <a:cxnSpLocks/>
          </p:cNvCxnSpPr>
          <p:nvPr/>
        </p:nvCxnSpPr>
        <p:spPr>
          <a:xfrm flipV="1">
            <a:off x="7035363" y="2161045"/>
            <a:ext cx="491373" cy="850789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E7B875F-E0C8-0EDE-894D-2167B53DBCE6}"/>
              </a:ext>
            </a:extLst>
          </p:cNvPr>
          <p:cNvCxnSpPr>
            <a:cxnSpLocks/>
          </p:cNvCxnSpPr>
          <p:nvPr/>
        </p:nvCxnSpPr>
        <p:spPr>
          <a:xfrm flipH="1" flipV="1">
            <a:off x="11588817" y="2161045"/>
            <a:ext cx="69783" cy="1087021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C4F03DC5-49D3-D401-A678-A7DF4E2040B7}"/>
              </a:ext>
            </a:extLst>
          </p:cNvPr>
          <p:cNvCxnSpPr>
            <a:cxnSpLocks/>
          </p:cNvCxnSpPr>
          <p:nvPr/>
        </p:nvCxnSpPr>
        <p:spPr>
          <a:xfrm>
            <a:off x="5085357" y="3795802"/>
            <a:ext cx="6181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C56A74CA-7BE5-A3CD-626B-687543E5F51A}"/>
              </a:ext>
            </a:extLst>
          </p:cNvPr>
          <p:cNvCxnSpPr>
            <a:cxnSpLocks/>
            <a:endCxn id="178" idx="1"/>
          </p:cNvCxnSpPr>
          <p:nvPr/>
        </p:nvCxnSpPr>
        <p:spPr>
          <a:xfrm>
            <a:off x="5085357" y="3795802"/>
            <a:ext cx="622793" cy="1397179"/>
          </a:xfrm>
          <a:prstGeom prst="bentConnector3">
            <a:avLst>
              <a:gd name="adj1" fmla="val 1941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6FE32E46-5EC0-83D1-114E-8EE9A05223EA}"/>
              </a:ext>
            </a:extLst>
          </p:cNvPr>
          <p:cNvSpPr/>
          <p:nvPr/>
        </p:nvSpPr>
        <p:spPr>
          <a:xfrm>
            <a:off x="11768575" y="1782615"/>
            <a:ext cx="4468375" cy="4416706"/>
          </a:xfrm>
          <a:prstGeom prst="roundRect">
            <a:avLst>
              <a:gd name="adj" fmla="val 7027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48E66681-73A6-0DF7-6493-B34D8E15B45A}"/>
              </a:ext>
            </a:extLst>
          </p:cNvPr>
          <p:cNvSpPr/>
          <p:nvPr/>
        </p:nvSpPr>
        <p:spPr>
          <a:xfrm>
            <a:off x="12505507" y="2601793"/>
            <a:ext cx="385417" cy="71173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 w="19050">
            <a:solidFill>
              <a:srgbClr val="0070C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6247969B-E54C-4006-2550-28C381E765C9}"/>
              </a:ext>
            </a:extLst>
          </p:cNvPr>
          <p:cNvSpPr/>
          <p:nvPr/>
        </p:nvSpPr>
        <p:spPr>
          <a:xfrm>
            <a:off x="13363781" y="2992518"/>
            <a:ext cx="283818" cy="32101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 w="1905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AD0026CF-7D04-4E54-2C93-7563E049550B}"/>
              </a:ext>
            </a:extLst>
          </p:cNvPr>
          <p:cNvSpPr/>
          <p:nvPr/>
        </p:nvSpPr>
        <p:spPr>
          <a:xfrm>
            <a:off x="12487636" y="4409447"/>
            <a:ext cx="961663" cy="53812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 w="19050">
            <a:solidFill>
              <a:srgbClr val="0070C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5FFF41CA-3C61-866B-588F-87BBE9734619}"/>
              </a:ext>
            </a:extLst>
          </p:cNvPr>
          <p:cNvSpPr/>
          <p:nvPr/>
        </p:nvSpPr>
        <p:spPr>
          <a:xfrm>
            <a:off x="12941300" y="4714248"/>
            <a:ext cx="792773" cy="232164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 w="1905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3981BD18-2260-6A8E-9BE5-5321A5CEFE64}"/>
              </a:ext>
            </a:extLst>
          </p:cNvPr>
          <p:cNvSpPr/>
          <p:nvPr/>
        </p:nvSpPr>
        <p:spPr>
          <a:xfrm>
            <a:off x="14206220" y="3939579"/>
            <a:ext cx="1270000" cy="100284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 w="19050">
            <a:solidFill>
              <a:srgbClr val="0070C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F63DE23C-C433-1EFC-BBC1-ABBA41A6F36E}"/>
              </a:ext>
            </a:extLst>
          </p:cNvPr>
          <p:cNvSpPr/>
          <p:nvPr/>
        </p:nvSpPr>
        <p:spPr>
          <a:xfrm>
            <a:off x="14998700" y="4714248"/>
            <a:ext cx="742359" cy="223368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 w="1905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33D0E9FA-F901-E1E5-DDF5-C90F953347AB}"/>
              </a:ext>
            </a:extLst>
          </p:cNvPr>
          <p:cNvSpPr/>
          <p:nvPr/>
        </p:nvSpPr>
        <p:spPr>
          <a:xfrm>
            <a:off x="14282386" y="2214742"/>
            <a:ext cx="1290354" cy="1096895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2DC4FA">
              <a:alpha val="20000"/>
            </a:srgbClr>
          </a:solidFill>
          <a:ln w="19050">
            <a:solidFill>
              <a:srgbClr val="0070C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BCCCCFE8-3BBA-2F0A-D183-537BFC1C5DCC}"/>
              </a:ext>
            </a:extLst>
          </p:cNvPr>
          <p:cNvSpPr/>
          <p:nvPr/>
        </p:nvSpPr>
        <p:spPr>
          <a:xfrm>
            <a:off x="15039621" y="3003282"/>
            <a:ext cx="839497" cy="307776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 w="1905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59E29DDB-1B5E-BD1C-2AC5-62813FFCD47D}"/>
              </a:ext>
            </a:extLst>
          </p:cNvPr>
          <p:cNvSpPr txBox="1"/>
          <p:nvPr/>
        </p:nvSpPr>
        <p:spPr>
          <a:xfrm>
            <a:off x="12108797" y="3618311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Stage-1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6E0B34AA-BDA7-ADEF-AA3A-5898F2CBFBFB}"/>
              </a:ext>
            </a:extLst>
          </p:cNvPr>
          <p:cNvSpPr txBox="1"/>
          <p:nvPr/>
        </p:nvSpPr>
        <p:spPr>
          <a:xfrm>
            <a:off x="14135038" y="3612173"/>
            <a:ext cx="85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Stage-2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C9C14C2C-BEEF-8106-8809-44236106AF2F}"/>
              </a:ext>
            </a:extLst>
          </p:cNvPr>
          <p:cNvSpPr txBox="1"/>
          <p:nvPr/>
        </p:nvSpPr>
        <p:spPr>
          <a:xfrm>
            <a:off x="14142215" y="1951049"/>
            <a:ext cx="1034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E0B0D64A-ADAC-9873-D988-CBD0C50EC549}"/>
              </a:ext>
            </a:extLst>
          </p:cNvPr>
          <p:cNvSpPr txBox="1"/>
          <p:nvPr/>
        </p:nvSpPr>
        <p:spPr>
          <a:xfrm>
            <a:off x="12079625" y="1971633"/>
            <a:ext cx="17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w/o NCRL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9775E1C6-911B-BE19-96E7-4CE7FE760AB5}"/>
              </a:ext>
            </a:extLst>
          </p:cNvPr>
          <p:cNvSpPr txBox="1"/>
          <p:nvPr/>
        </p:nvSpPr>
        <p:spPr>
          <a:xfrm>
            <a:off x="12725284" y="5369553"/>
            <a:ext cx="1130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ECC45EC0-0887-B744-53DA-384BB8B0BABB}"/>
              </a:ext>
            </a:extLst>
          </p:cNvPr>
          <p:cNvSpPr txBox="1"/>
          <p:nvPr/>
        </p:nvSpPr>
        <p:spPr>
          <a:xfrm>
            <a:off x="14853807" y="5372885"/>
            <a:ext cx="1108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Samples 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6FAD1FC1-4A39-5501-1F72-7DDEDBEA5BBA}"/>
              </a:ext>
            </a:extLst>
          </p:cNvPr>
          <p:cNvSpPr/>
          <p:nvPr/>
        </p:nvSpPr>
        <p:spPr>
          <a:xfrm>
            <a:off x="12264743" y="5316946"/>
            <a:ext cx="753125" cy="58918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FF0000">
              <a:alpha val="20000"/>
            </a:srgbClr>
          </a:solidFill>
          <a:ln w="1905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1E8A8123-BB93-B476-A20D-C5A4475113F7}"/>
              </a:ext>
            </a:extLst>
          </p:cNvPr>
          <p:cNvSpPr/>
          <p:nvPr/>
        </p:nvSpPr>
        <p:spPr>
          <a:xfrm>
            <a:off x="14272072" y="5346619"/>
            <a:ext cx="753125" cy="552660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642471">
                <a:moveTo>
                  <a:pt x="0" y="642471"/>
                </a:moveTo>
                <a:cubicBezTo>
                  <a:pt x="52387" y="627654"/>
                  <a:pt x="104775" y="597149"/>
                  <a:pt x="149225" y="490071"/>
                </a:cubicBezTo>
                <a:cubicBezTo>
                  <a:pt x="193675" y="382993"/>
                  <a:pt x="225954" y="-528"/>
                  <a:pt x="266700" y="1"/>
                </a:cubicBezTo>
                <a:cubicBezTo>
                  <a:pt x="307446" y="530"/>
                  <a:pt x="349250" y="371008"/>
                  <a:pt x="393700" y="493246"/>
                </a:cubicBezTo>
                <a:cubicBezTo>
                  <a:pt x="438150" y="615483"/>
                  <a:pt x="485775" y="627389"/>
                  <a:pt x="533400" y="639296"/>
                </a:cubicBezTo>
              </a:path>
            </a:pathLst>
          </a:custGeom>
          <a:solidFill>
            <a:srgbClr val="00B0F0">
              <a:alpha val="20000"/>
            </a:srgbClr>
          </a:solidFill>
          <a:ln w="19050">
            <a:solidFill>
              <a:srgbClr val="0070C0"/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BE47E911-D3FC-A3FE-4CA2-EF7A83FA44BF}"/>
              </a:ext>
            </a:extLst>
          </p:cNvPr>
          <p:cNvSpPr txBox="1"/>
          <p:nvPr/>
        </p:nvSpPr>
        <p:spPr>
          <a:xfrm>
            <a:off x="12192089" y="3274237"/>
            <a:ext cx="1610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7C14298E-E346-69F2-4640-28BFEF488958}"/>
              </a:ext>
            </a:extLst>
          </p:cNvPr>
          <p:cNvSpPr txBox="1"/>
          <p:nvPr/>
        </p:nvSpPr>
        <p:spPr>
          <a:xfrm rot="16200000">
            <a:off x="11443487" y="2484037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41ADC0F0-921C-DA57-EC19-08DF783EA010}"/>
              </a:ext>
            </a:extLst>
          </p:cNvPr>
          <p:cNvSpPr txBox="1"/>
          <p:nvPr/>
        </p:nvSpPr>
        <p:spPr>
          <a:xfrm rot="16200000">
            <a:off x="11437769" y="4147726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D5A06646-54FC-E06C-55C8-6C5505C462E6}"/>
              </a:ext>
            </a:extLst>
          </p:cNvPr>
          <p:cNvSpPr txBox="1"/>
          <p:nvPr/>
        </p:nvSpPr>
        <p:spPr>
          <a:xfrm rot="16200000">
            <a:off x="13497986" y="4103100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EB5A726-51D2-DABB-47FE-0CBEC0328B07}"/>
              </a:ext>
            </a:extLst>
          </p:cNvPr>
          <p:cNvSpPr txBox="1"/>
          <p:nvPr/>
        </p:nvSpPr>
        <p:spPr>
          <a:xfrm rot="16200000">
            <a:off x="13516587" y="2495833"/>
            <a:ext cx="113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B27E0246-1F00-B3C0-0492-1D6592F3091A}"/>
              </a:ext>
            </a:extLst>
          </p:cNvPr>
          <p:cNvSpPr txBox="1"/>
          <p:nvPr/>
        </p:nvSpPr>
        <p:spPr>
          <a:xfrm>
            <a:off x="12238595" y="4907119"/>
            <a:ext cx="1647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862193D5-9E72-695C-F959-C7BAB45252FD}"/>
              </a:ext>
            </a:extLst>
          </p:cNvPr>
          <p:cNvSpPr txBox="1"/>
          <p:nvPr/>
        </p:nvSpPr>
        <p:spPr>
          <a:xfrm>
            <a:off x="14247502" y="4934207"/>
            <a:ext cx="165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41744223-5A99-8C6B-1864-CACAB9AD5CEC}"/>
              </a:ext>
            </a:extLst>
          </p:cNvPr>
          <p:cNvSpPr txBox="1"/>
          <p:nvPr/>
        </p:nvSpPr>
        <p:spPr>
          <a:xfrm>
            <a:off x="14284468" y="3296133"/>
            <a:ext cx="1619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AA94CC8E-CD1F-3936-5142-E5A107922583}"/>
              </a:ext>
            </a:extLst>
          </p:cNvPr>
          <p:cNvSpPr txBox="1"/>
          <p:nvPr/>
        </p:nvSpPr>
        <p:spPr>
          <a:xfrm>
            <a:off x="13087829" y="3927662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C6A8B7DC-18AE-E7C0-346B-B7CD7F1F15D8}"/>
              </a:ext>
            </a:extLst>
          </p:cNvPr>
          <p:cNvCxnSpPr>
            <a:cxnSpLocks/>
          </p:cNvCxnSpPr>
          <p:nvPr/>
        </p:nvCxnSpPr>
        <p:spPr>
          <a:xfrm>
            <a:off x="13357526" y="2672347"/>
            <a:ext cx="0" cy="63089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文本框 268">
            <a:extLst>
              <a:ext uri="{FF2B5EF4-FFF2-40B4-BE49-F238E27FC236}">
                <a16:creationId xmlns:a16="http://schemas.microsoft.com/office/drawing/2014/main" id="{A462BC0B-B2BE-6F5F-217D-4DAED6EE8F26}"/>
              </a:ext>
            </a:extLst>
          </p:cNvPr>
          <p:cNvSpPr txBox="1"/>
          <p:nvPr/>
        </p:nvSpPr>
        <p:spPr>
          <a:xfrm>
            <a:off x="13083772" y="2356619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3807DC88-B1AE-E2C0-91D1-92BAC3D40702}"/>
              </a:ext>
            </a:extLst>
          </p:cNvPr>
          <p:cNvSpPr txBox="1"/>
          <p:nvPr/>
        </p:nvSpPr>
        <p:spPr>
          <a:xfrm>
            <a:off x="15146867" y="3948428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341E959F-3206-E179-8585-8AB4340A8680}"/>
              </a:ext>
            </a:extLst>
          </p:cNvPr>
          <p:cNvSpPr txBox="1"/>
          <p:nvPr/>
        </p:nvSpPr>
        <p:spPr>
          <a:xfrm>
            <a:off x="15141701" y="2334816"/>
            <a:ext cx="936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725F6C62-11D5-B7DF-6B1E-3D55884EE79A}"/>
              </a:ext>
            </a:extLst>
          </p:cNvPr>
          <p:cNvCxnSpPr>
            <a:cxnSpLocks/>
          </p:cNvCxnSpPr>
          <p:nvPr/>
        </p:nvCxnSpPr>
        <p:spPr>
          <a:xfrm>
            <a:off x="15183850" y="4267270"/>
            <a:ext cx="0" cy="670344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A15AC7C7-5A60-C022-BFBD-185530F5624F}"/>
              </a:ext>
            </a:extLst>
          </p:cNvPr>
          <p:cNvCxnSpPr>
            <a:cxnSpLocks/>
          </p:cNvCxnSpPr>
          <p:nvPr/>
        </p:nvCxnSpPr>
        <p:spPr>
          <a:xfrm>
            <a:off x="15236016" y="2672087"/>
            <a:ext cx="0" cy="63896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11F56A01-9A04-B662-F0A7-8788B44C4361}"/>
              </a:ext>
            </a:extLst>
          </p:cNvPr>
          <p:cNvCxnSpPr>
            <a:cxnSpLocks/>
          </p:cNvCxnSpPr>
          <p:nvPr/>
        </p:nvCxnSpPr>
        <p:spPr>
          <a:xfrm>
            <a:off x="13185159" y="4267270"/>
            <a:ext cx="0" cy="67914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A40A169F-E354-3AA9-B92B-0417234171DF}"/>
              </a:ext>
            </a:extLst>
          </p:cNvPr>
          <p:cNvCxnSpPr>
            <a:cxnSpLocks/>
          </p:cNvCxnSpPr>
          <p:nvPr/>
        </p:nvCxnSpPr>
        <p:spPr>
          <a:xfrm>
            <a:off x="13350946" y="2673780"/>
            <a:ext cx="484434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箭头连接符 275">
            <a:extLst>
              <a:ext uri="{FF2B5EF4-FFF2-40B4-BE49-F238E27FC236}">
                <a16:creationId xmlns:a16="http://schemas.microsoft.com/office/drawing/2014/main" id="{60AA8227-44A2-5F39-6A48-42361FCFEAC8}"/>
              </a:ext>
            </a:extLst>
          </p:cNvPr>
          <p:cNvCxnSpPr>
            <a:cxnSpLocks/>
          </p:cNvCxnSpPr>
          <p:nvPr/>
        </p:nvCxnSpPr>
        <p:spPr>
          <a:xfrm>
            <a:off x="13180079" y="4267270"/>
            <a:ext cx="665461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327D79BD-2852-A27E-0A91-2993E929E83B}"/>
              </a:ext>
            </a:extLst>
          </p:cNvPr>
          <p:cNvCxnSpPr>
            <a:cxnSpLocks/>
          </p:cNvCxnSpPr>
          <p:nvPr/>
        </p:nvCxnSpPr>
        <p:spPr>
          <a:xfrm>
            <a:off x="15178770" y="4277430"/>
            <a:ext cx="708930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箭头连接符 277">
            <a:extLst>
              <a:ext uri="{FF2B5EF4-FFF2-40B4-BE49-F238E27FC236}">
                <a16:creationId xmlns:a16="http://schemas.microsoft.com/office/drawing/2014/main" id="{408E6D75-F528-459F-A058-BD4E0DB98773}"/>
              </a:ext>
            </a:extLst>
          </p:cNvPr>
          <p:cNvCxnSpPr>
            <a:cxnSpLocks/>
          </p:cNvCxnSpPr>
          <p:nvPr/>
        </p:nvCxnSpPr>
        <p:spPr>
          <a:xfrm>
            <a:off x="15236016" y="2681116"/>
            <a:ext cx="621204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8CAA80D7-DC8B-0B6E-0B62-AED89F900D40}"/>
              </a:ext>
            </a:extLst>
          </p:cNvPr>
          <p:cNvCxnSpPr>
            <a:cxnSpLocks/>
          </p:cNvCxnSpPr>
          <p:nvPr/>
        </p:nvCxnSpPr>
        <p:spPr>
          <a:xfrm flipV="1">
            <a:off x="1629340" y="2267768"/>
            <a:ext cx="3042664" cy="731919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B4A578B0-38FB-32E2-8D05-13D90B7BBCD8}"/>
              </a:ext>
            </a:extLst>
          </p:cNvPr>
          <p:cNvGrpSpPr/>
          <p:nvPr/>
        </p:nvGrpSpPr>
        <p:grpSpPr>
          <a:xfrm>
            <a:off x="3902614" y="323816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81" name="矩形: 圆角 280">
              <a:extLst>
                <a:ext uri="{FF2B5EF4-FFF2-40B4-BE49-F238E27FC236}">
                  <a16:creationId xmlns:a16="http://schemas.microsoft.com/office/drawing/2014/main" id="{B80B1070-9F9E-5BE8-8935-40372D9E75F9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矩形: 圆角 281">
              <a:extLst>
                <a:ext uri="{FF2B5EF4-FFF2-40B4-BE49-F238E27FC236}">
                  <a16:creationId xmlns:a16="http://schemas.microsoft.com/office/drawing/2014/main" id="{9A2A1520-41D1-3631-0FF0-5AB68EDF0F01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矩形: 圆角 282">
              <a:extLst>
                <a:ext uri="{FF2B5EF4-FFF2-40B4-BE49-F238E27FC236}">
                  <a16:creationId xmlns:a16="http://schemas.microsoft.com/office/drawing/2014/main" id="{6E6724C6-7DCF-DEBB-57EF-6B72C0D5508D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64A7E561-03DC-00B8-EB30-A399A5C1418E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矩形: 圆角 284">
              <a:extLst>
                <a:ext uri="{FF2B5EF4-FFF2-40B4-BE49-F238E27FC236}">
                  <a16:creationId xmlns:a16="http://schemas.microsoft.com/office/drawing/2014/main" id="{DCC554FA-D75A-AA9D-2B15-E1E5A4401A69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矩形: 圆角 285">
              <a:extLst>
                <a:ext uri="{FF2B5EF4-FFF2-40B4-BE49-F238E27FC236}">
                  <a16:creationId xmlns:a16="http://schemas.microsoft.com/office/drawing/2014/main" id="{B9D2D815-8433-A33B-30F1-B47BD4397544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矩形: 圆角 286">
              <a:extLst>
                <a:ext uri="{FF2B5EF4-FFF2-40B4-BE49-F238E27FC236}">
                  <a16:creationId xmlns:a16="http://schemas.microsoft.com/office/drawing/2014/main" id="{44DED8D1-1DB9-896C-2A1D-663A6C86D34E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矩形: 圆角 287">
              <a:extLst>
                <a:ext uri="{FF2B5EF4-FFF2-40B4-BE49-F238E27FC236}">
                  <a16:creationId xmlns:a16="http://schemas.microsoft.com/office/drawing/2014/main" id="{81221CCA-A58F-2EAF-A5CE-E881D264E7C6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矩形: 圆角 288">
              <a:extLst>
                <a:ext uri="{FF2B5EF4-FFF2-40B4-BE49-F238E27FC236}">
                  <a16:creationId xmlns:a16="http://schemas.microsoft.com/office/drawing/2014/main" id="{D68FFEDD-8E72-BD43-E594-06431770B4E0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矩形: 圆角 289">
              <a:extLst>
                <a:ext uri="{FF2B5EF4-FFF2-40B4-BE49-F238E27FC236}">
                  <a16:creationId xmlns:a16="http://schemas.microsoft.com/office/drawing/2014/main" id="{F10AD549-4FD0-45BA-E2F2-0AF47D44A7B7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矩形: 圆角 290">
              <a:extLst>
                <a:ext uri="{FF2B5EF4-FFF2-40B4-BE49-F238E27FC236}">
                  <a16:creationId xmlns:a16="http://schemas.microsoft.com/office/drawing/2014/main" id="{ACA261EA-7E54-CD3D-1105-33F6634DB990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矩形: 圆角 291">
              <a:extLst>
                <a:ext uri="{FF2B5EF4-FFF2-40B4-BE49-F238E27FC236}">
                  <a16:creationId xmlns:a16="http://schemas.microsoft.com/office/drawing/2014/main" id="{57451361-C77B-4EE8-E787-938D2DC5407E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: 圆角 292">
              <a:extLst>
                <a:ext uri="{FF2B5EF4-FFF2-40B4-BE49-F238E27FC236}">
                  <a16:creationId xmlns:a16="http://schemas.microsoft.com/office/drawing/2014/main" id="{4B98F2CA-6E94-C986-0F91-571502480158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矩形: 圆角 293">
              <a:extLst>
                <a:ext uri="{FF2B5EF4-FFF2-40B4-BE49-F238E27FC236}">
                  <a16:creationId xmlns:a16="http://schemas.microsoft.com/office/drawing/2014/main" id="{CC14F963-0B45-5EC3-D30E-847E0DC619B9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矩形: 圆角 294">
              <a:extLst>
                <a:ext uri="{FF2B5EF4-FFF2-40B4-BE49-F238E27FC236}">
                  <a16:creationId xmlns:a16="http://schemas.microsoft.com/office/drawing/2014/main" id="{50594610-4347-FCA8-91F9-B3928327C8BB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矩形: 圆角 295">
              <a:extLst>
                <a:ext uri="{FF2B5EF4-FFF2-40B4-BE49-F238E27FC236}">
                  <a16:creationId xmlns:a16="http://schemas.microsoft.com/office/drawing/2014/main" id="{9BE404B2-9912-1FFA-266D-E696AA102C8C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矩形: 圆角 296">
              <a:extLst>
                <a:ext uri="{FF2B5EF4-FFF2-40B4-BE49-F238E27FC236}">
                  <a16:creationId xmlns:a16="http://schemas.microsoft.com/office/drawing/2014/main" id="{2A61E72F-4659-8884-1679-6406D68DC71D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矩形: 圆角 297">
              <a:extLst>
                <a:ext uri="{FF2B5EF4-FFF2-40B4-BE49-F238E27FC236}">
                  <a16:creationId xmlns:a16="http://schemas.microsoft.com/office/drawing/2014/main" id="{F8905900-20FF-65F2-A946-5E28AF1FC7AF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: 圆角 298">
              <a:extLst>
                <a:ext uri="{FF2B5EF4-FFF2-40B4-BE49-F238E27FC236}">
                  <a16:creationId xmlns:a16="http://schemas.microsoft.com/office/drawing/2014/main" id="{4729D0B6-6FDD-CB48-2EF9-7B88AA47A7EC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矩形: 圆角 299">
              <a:extLst>
                <a:ext uri="{FF2B5EF4-FFF2-40B4-BE49-F238E27FC236}">
                  <a16:creationId xmlns:a16="http://schemas.microsoft.com/office/drawing/2014/main" id="{AA9B2A40-84D7-88F6-80E1-682D6C13CF8B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矩形: 圆角 300">
              <a:extLst>
                <a:ext uri="{FF2B5EF4-FFF2-40B4-BE49-F238E27FC236}">
                  <a16:creationId xmlns:a16="http://schemas.microsoft.com/office/drawing/2014/main" id="{E05F6237-3D17-D765-E88D-E70305073182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矩形: 圆角 301">
              <a:extLst>
                <a:ext uri="{FF2B5EF4-FFF2-40B4-BE49-F238E27FC236}">
                  <a16:creationId xmlns:a16="http://schemas.microsoft.com/office/drawing/2014/main" id="{CF4090C1-FA23-63B0-2BCB-FB8E7DF44048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: 圆角 302">
              <a:extLst>
                <a:ext uri="{FF2B5EF4-FFF2-40B4-BE49-F238E27FC236}">
                  <a16:creationId xmlns:a16="http://schemas.microsoft.com/office/drawing/2014/main" id="{FF9777C2-04C1-9E8C-C2E4-807CE5FB627A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矩形: 圆角 303">
              <a:extLst>
                <a:ext uri="{FF2B5EF4-FFF2-40B4-BE49-F238E27FC236}">
                  <a16:creationId xmlns:a16="http://schemas.microsoft.com/office/drawing/2014/main" id="{C609E156-00DC-52EF-025D-02157D36AD11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矩形: 圆角 304">
              <a:extLst>
                <a:ext uri="{FF2B5EF4-FFF2-40B4-BE49-F238E27FC236}">
                  <a16:creationId xmlns:a16="http://schemas.microsoft.com/office/drawing/2014/main" id="{AB7FA0F7-EB30-B88E-AA97-023FC8CCE074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6" name="文本框 305">
            <a:extLst>
              <a:ext uri="{FF2B5EF4-FFF2-40B4-BE49-F238E27FC236}">
                <a16:creationId xmlns:a16="http://schemas.microsoft.com/office/drawing/2014/main" id="{7C3C8D73-493D-8ECE-8278-F5537689AD40}"/>
              </a:ext>
            </a:extLst>
          </p:cNvPr>
          <p:cNvSpPr txBox="1"/>
          <p:nvPr/>
        </p:nvSpPr>
        <p:spPr>
          <a:xfrm>
            <a:off x="1746823" y="2071120"/>
            <a:ext cx="957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7A113F3C-EBDC-8994-0733-4EA7607EC74E}"/>
              </a:ext>
            </a:extLst>
          </p:cNvPr>
          <p:cNvSpPr txBox="1"/>
          <p:nvPr/>
        </p:nvSpPr>
        <p:spPr>
          <a:xfrm>
            <a:off x="3741690" y="696234"/>
            <a:ext cx="134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F8C4C4E5-AF1E-4374-9AAE-722A7B0EA17C}"/>
              </a:ext>
            </a:extLst>
          </p:cNvPr>
          <p:cNvSpPr txBox="1"/>
          <p:nvPr/>
        </p:nvSpPr>
        <p:spPr>
          <a:xfrm>
            <a:off x="5447385" y="2140971"/>
            <a:ext cx="765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2-order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E8C417F8-4B99-DCCA-DF01-2E31EAC1BF0F}"/>
              </a:ext>
            </a:extLst>
          </p:cNvPr>
          <p:cNvSpPr txBox="1"/>
          <p:nvPr/>
        </p:nvSpPr>
        <p:spPr>
          <a:xfrm>
            <a:off x="5586247" y="1575609"/>
            <a:ext cx="75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1-order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3764B544-429D-7C61-987E-E9BDFDE9F12D}"/>
              </a:ext>
            </a:extLst>
          </p:cNvPr>
          <p:cNvCxnSpPr>
            <a:cxnSpLocks/>
            <a:stCxn id="322" idx="1"/>
            <a:endCxn id="91" idx="7"/>
          </p:cNvCxnSpPr>
          <p:nvPr/>
        </p:nvCxnSpPr>
        <p:spPr>
          <a:xfrm flipH="1">
            <a:off x="8424372" y="1277000"/>
            <a:ext cx="525478" cy="7384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DA545B7B-BD1B-969D-183A-D5BAEDBCDEA9}"/>
              </a:ext>
            </a:extLst>
          </p:cNvPr>
          <p:cNvCxnSpPr>
            <a:cxnSpLocks/>
            <a:stCxn id="77" idx="6"/>
            <a:endCxn id="78" idx="2"/>
          </p:cNvCxnSpPr>
          <p:nvPr/>
        </p:nvCxnSpPr>
        <p:spPr>
          <a:xfrm flipV="1">
            <a:off x="10895812" y="1596530"/>
            <a:ext cx="560070" cy="63042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EB2DBF93-6BBB-5ED5-2530-6AD16CB1CBC6}"/>
                  </a:ext>
                </a:extLst>
              </p:cNvPr>
              <p:cNvSpPr txBox="1"/>
              <p:nvPr/>
            </p:nvSpPr>
            <p:spPr>
              <a:xfrm>
                <a:off x="1510284" y="1978258"/>
                <a:ext cx="2046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EB2DBF93-6BBB-5ED5-2530-6AD16CB1C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284" y="1978258"/>
                <a:ext cx="204608" cy="215444"/>
              </a:xfrm>
              <a:prstGeom prst="rect">
                <a:avLst/>
              </a:prstGeom>
              <a:blipFill>
                <a:blip r:embed="rId9"/>
                <a:stretch>
                  <a:fillRect l="-12121" r="-9091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78155CF9-84AB-8293-DC8D-19C350C5023E}"/>
                  </a:ext>
                </a:extLst>
              </p:cNvPr>
              <p:cNvSpPr txBox="1"/>
              <p:nvPr/>
            </p:nvSpPr>
            <p:spPr>
              <a:xfrm>
                <a:off x="3659566" y="2211465"/>
                <a:ext cx="1933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78155CF9-84AB-8293-DC8D-19C350C50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566" y="2211465"/>
                <a:ext cx="193386" cy="215444"/>
              </a:xfrm>
              <a:prstGeom prst="rect">
                <a:avLst/>
              </a:prstGeom>
              <a:blipFill>
                <a:blip r:embed="rId10"/>
                <a:stretch>
                  <a:fillRect l="-9375" r="-9375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B9238BF3-FE5B-6D00-4E73-BFB4374070F0}"/>
                  </a:ext>
                </a:extLst>
              </p:cNvPr>
              <p:cNvSpPr txBox="1"/>
              <p:nvPr/>
            </p:nvSpPr>
            <p:spPr>
              <a:xfrm>
                <a:off x="2919618" y="2253636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</m:oMath>
                </a14:m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B9238BF3-FE5B-6D00-4E73-BFB437407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618" y="2253636"/>
                <a:ext cx="274114" cy="215444"/>
              </a:xfrm>
              <a:prstGeom prst="rect">
                <a:avLst/>
              </a:prstGeom>
              <a:blipFill>
                <a:blip r:embed="rId11"/>
                <a:stretch>
                  <a:fillRect l="-40000" t="-28571" r="-40000" b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CBF71A8D-3768-CAFD-AE65-285CBC7EC523}"/>
                  </a:ext>
                </a:extLst>
              </p:cNvPr>
              <p:cNvSpPr txBox="1"/>
              <p:nvPr/>
            </p:nvSpPr>
            <p:spPr>
              <a:xfrm>
                <a:off x="9034072" y="4205930"/>
                <a:ext cx="244682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b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15" name="文本框 314">
                <a:extLst>
                  <a:ext uri="{FF2B5EF4-FFF2-40B4-BE49-F238E27FC236}">
                    <a16:creationId xmlns:a16="http://schemas.microsoft.com/office/drawing/2014/main" id="{CBF71A8D-3768-CAFD-AE65-285CBC7E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072" y="4205930"/>
                <a:ext cx="244682" cy="215444"/>
              </a:xfrm>
              <a:prstGeom prst="rect">
                <a:avLst/>
              </a:prstGeom>
              <a:blipFill>
                <a:blip r:embed="rId12"/>
                <a:stretch>
                  <a:fillRect l="-12500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58705173-4407-E573-D500-4E1F41D6FD2C}"/>
                  </a:ext>
                </a:extLst>
              </p:cNvPr>
              <p:cNvSpPr txBox="1"/>
              <p:nvPr/>
            </p:nvSpPr>
            <p:spPr>
              <a:xfrm>
                <a:off x="9032469" y="4725814"/>
                <a:ext cx="247888" cy="23525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58705173-4407-E573-D500-4E1F41D6F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469" y="4725814"/>
                <a:ext cx="247888" cy="235257"/>
              </a:xfrm>
              <a:prstGeom prst="rect">
                <a:avLst/>
              </a:prstGeom>
              <a:blipFill>
                <a:blip r:embed="rId13"/>
                <a:stretch>
                  <a:fillRect l="-12500" t="-2564" r="-10000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39F51334-BC13-71D8-4C78-34C44CCDAD4A}"/>
                  </a:ext>
                </a:extLst>
              </p:cNvPr>
              <p:cNvSpPr txBox="1"/>
              <p:nvPr/>
            </p:nvSpPr>
            <p:spPr>
              <a:xfrm>
                <a:off x="10514379" y="5021469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39F51334-BC13-71D8-4C78-34C44CCDA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4379" y="5021469"/>
                <a:ext cx="215828" cy="215444"/>
              </a:xfrm>
              <a:prstGeom prst="rect">
                <a:avLst/>
              </a:prstGeom>
              <a:blipFill>
                <a:blip r:embed="rId14"/>
                <a:stretch>
                  <a:fillRect l="-11429" r="-8571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" name="矩形 317">
            <a:extLst>
              <a:ext uri="{FF2B5EF4-FFF2-40B4-BE49-F238E27FC236}">
                <a16:creationId xmlns:a16="http://schemas.microsoft.com/office/drawing/2014/main" id="{EC3D8853-B720-0020-2EF5-634655D12F83}"/>
              </a:ext>
            </a:extLst>
          </p:cNvPr>
          <p:cNvSpPr/>
          <p:nvPr/>
        </p:nvSpPr>
        <p:spPr>
          <a:xfrm>
            <a:off x="12144048" y="3638632"/>
            <a:ext cx="1811050" cy="1310373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A686C7FB-E3D2-A3CD-109B-25CBE58E28FF}"/>
              </a:ext>
            </a:extLst>
          </p:cNvPr>
          <p:cNvSpPr/>
          <p:nvPr/>
        </p:nvSpPr>
        <p:spPr>
          <a:xfrm>
            <a:off x="14188170" y="3638632"/>
            <a:ext cx="1811050" cy="1312971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87261100-C56F-0A20-F479-4D80CA988F5E}"/>
              </a:ext>
            </a:extLst>
          </p:cNvPr>
          <p:cNvSpPr/>
          <p:nvPr/>
        </p:nvSpPr>
        <p:spPr>
          <a:xfrm>
            <a:off x="14194905" y="2000558"/>
            <a:ext cx="1811050" cy="1312971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0D28A66B-340E-8CD5-7A20-82F7E5AA6471}"/>
              </a:ext>
            </a:extLst>
          </p:cNvPr>
          <p:cNvSpPr/>
          <p:nvPr/>
        </p:nvSpPr>
        <p:spPr>
          <a:xfrm>
            <a:off x="12132757" y="1998090"/>
            <a:ext cx="1811050" cy="131803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41DED32B-46DC-88AA-75ED-E8428360DF65}"/>
              </a:ext>
            </a:extLst>
          </p:cNvPr>
          <p:cNvSpPr/>
          <p:nvPr/>
        </p:nvSpPr>
        <p:spPr>
          <a:xfrm>
            <a:off x="8914685" y="1258981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3" name="连接符: 肘形 322">
            <a:extLst>
              <a:ext uri="{FF2B5EF4-FFF2-40B4-BE49-F238E27FC236}">
                <a16:creationId xmlns:a16="http://schemas.microsoft.com/office/drawing/2014/main" id="{3F31452E-13A8-27B6-072F-A93440836C17}"/>
              </a:ext>
            </a:extLst>
          </p:cNvPr>
          <p:cNvCxnSpPr>
            <a:cxnSpLocks/>
            <a:stCxn id="35" idx="0"/>
          </p:cNvCxnSpPr>
          <p:nvPr/>
        </p:nvCxnSpPr>
        <p:spPr>
          <a:xfrm rot="16200000" flipH="1">
            <a:off x="8649239" y="-1281832"/>
            <a:ext cx="278607" cy="4608779"/>
          </a:xfrm>
          <a:prstGeom prst="bentConnector4">
            <a:avLst>
              <a:gd name="adj1" fmla="val -82051"/>
              <a:gd name="adj2" fmla="val 9993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连接符: 肘形 323">
            <a:extLst>
              <a:ext uri="{FF2B5EF4-FFF2-40B4-BE49-F238E27FC236}">
                <a16:creationId xmlns:a16="http://schemas.microsoft.com/office/drawing/2014/main" id="{A8D4935B-B815-FAAE-BA8B-01F760DBAA0B}"/>
              </a:ext>
            </a:extLst>
          </p:cNvPr>
          <p:cNvCxnSpPr>
            <a:cxnSpLocks/>
            <a:stCxn id="35" idx="0"/>
            <a:endCxn id="81" idx="0"/>
          </p:cNvCxnSpPr>
          <p:nvPr/>
        </p:nvCxnSpPr>
        <p:spPr>
          <a:xfrm rot="16200000" flipH="1">
            <a:off x="7601227" y="-233820"/>
            <a:ext cx="286587" cy="2520734"/>
          </a:xfrm>
          <a:prstGeom prst="bentConnector3">
            <a:avLst>
              <a:gd name="adj1" fmla="val -7976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20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42DA7C4-EFA7-3AD1-EC17-98D2D58B35DE}"/>
              </a:ext>
            </a:extLst>
          </p:cNvPr>
          <p:cNvSpPr txBox="1"/>
          <p:nvPr/>
        </p:nvSpPr>
        <p:spPr>
          <a:xfrm>
            <a:off x="2106909" y="6225384"/>
            <a:ext cx="2886010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Second-order Relation 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F7A8D3-7231-189B-B428-F443903FC12B}"/>
              </a:ext>
            </a:extLst>
          </p:cNvPr>
          <p:cNvSpPr txBox="1"/>
          <p:nvPr/>
        </p:nvSpPr>
        <p:spPr>
          <a:xfrm>
            <a:off x="7063759" y="6225384"/>
            <a:ext cx="387148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Negative-aware Relation 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B77798-57BA-FEF4-A864-F692E79EF124}"/>
              </a:ext>
            </a:extLst>
          </p:cNvPr>
          <p:cNvSpPr txBox="1"/>
          <p:nvPr/>
        </p:nvSpPr>
        <p:spPr>
          <a:xfrm>
            <a:off x="12051863" y="6225384"/>
            <a:ext cx="4780440" cy="33855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Curriculum Learning (NRCL)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立方体 6">
            <a:extLst>
              <a:ext uri="{FF2B5EF4-FFF2-40B4-BE49-F238E27FC236}">
                <a16:creationId xmlns:a16="http://schemas.microsoft.com/office/drawing/2014/main" id="{351E3651-DB7D-0711-1E16-7DA6EA1C5130}"/>
              </a:ext>
            </a:extLst>
          </p:cNvPr>
          <p:cNvSpPr/>
          <p:nvPr/>
        </p:nvSpPr>
        <p:spPr>
          <a:xfrm>
            <a:off x="3991640" y="1231124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立方体 7">
            <a:extLst>
              <a:ext uri="{FF2B5EF4-FFF2-40B4-BE49-F238E27FC236}">
                <a16:creationId xmlns:a16="http://schemas.microsoft.com/office/drawing/2014/main" id="{BA80B2E4-EFE5-4B27-B694-E779EDD72A1B}"/>
              </a:ext>
            </a:extLst>
          </p:cNvPr>
          <p:cNvSpPr/>
          <p:nvPr/>
        </p:nvSpPr>
        <p:spPr>
          <a:xfrm>
            <a:off x="3890040" y="1424431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立方体 8">
            <a:extLst>
              <a:ext uri="{FF2B5EF4-FFF2-40B4-BE49-F238E27FC236}">
                <a16:creationId xmlns:a16="http://schemas.microsoft.com/office/drawing/2014/main" id="{7FD9C019-BAE0-B454-B7A0-7CDFC9334914}"/>
              </a:ext>
            </a:extLst>
          </p:cNvPr>
          <p:cNvSpPr/>
          <p:nvPr/>
        </p:nvSpPr>
        <p:spPr>
          <a:xfrm>
            <a:off x="3788440" y="1617738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立方体 9">
            <a:extLst>
              <a:ext uri="{FF2B5EF4-FFF2-40B4-BE49-F238E27FC236}">
                <a16:creationId xmlns:a16="http://schemas.microsoft.com/office/drawing/2014/main" id="{88062F15-EB1B-2C3D-162F-C560CC04104B}"/>
              </a:ext>
            </a:extLst>
          </p:cNvPr>
          <p:cNvSpPr/>
          <p:nvPr/>
        </p:nvSpPr>
        <p:spPr>
          <a:xfrm>
            <a:off x="3686840" y="1811045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>
            <a:extLst>
              <a:ext uri="{FF2B5EF4-FFF2-40B4-BE49-F238E27FC236}">
                <a16:creationId xmlns:a16="http://schemas.microsoft.com/office/drawing/2014/main" id="{27DFCBCC-1D1C-B1E7-99E3-ACF41BE91F02}"/>
              </a:ext>
            </a:extLst>
          </p:cNvPr>
          <p:cNvSpPr/>
          <p:nvPr/>
        </p:nvSpPr>
        <p:spPr>
          <a:xfrm>
            <a:off x="3585240" y="2004354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BDFAA26-D21F-6B4E-D147-6F230EE26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24" y="977767"/>
            <a:ext cx="512363" cy="912616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5B9F495-023D-6AA1-4F39-44D68FE72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866" y="1017687"/>
            <a:ext cx="512363" cy="91261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AE4DA3A-CAF4-DEE2-8DE2-DD96C2F165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308" y="1057610"/>
            <a:ext cx="512363" cy="91261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04E63B7-0DAF-B161-C3C6-A8E866AB6E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750" y="1097533"/>
            <a:ext cx="512363" cy="91261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647FE2-A07A-EFE0-B835-9C3813578A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193" y="1137457"/>
            <a:ext cx="512363" cy="91261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978ED57-19AA-FAAE-1EA9-70FBB30117DD}"/>
              </a:ext>
            </a:extLst>
          </p:cNvPr>
          <p:cNvCxnSpPr>
            <a:cxnSpLocks/>
          </p:cNvCxnSpPr>
          <p:nvPr/>
        </p:nvCxnSpPr>
        <p:spPr>
          <a:xfrm>
            <a:off x="2345266" y="1679382"/>
            <a:ext cx="2728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6198E33-9839-2E7F-07FC-54131816454C}"/>
              </a:ext>
            </a:extLst>
          </p:cNvPr>
          <p:cNvGrpSpPr/>
          <p:nvPr/>
        </p:nvGrpSpPr>
        <p:grpSpPr>
          <a:xfrm>
            <a:off x="2632724" y="889453"/>
            <a:ext cx="873977" cy="1512669"/>
            <a:chOff x="2632724" y="889453"/>
            <a:chExt cx="873977" cy="151266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03448294-D724-3277-768F-4C65B64AA64B}"/>
                </a:ext>
              </a:extLst>
            </p:cNvPr>
            <p:cNvSpPr/>
            <p:nvPr/>
          </p:nvSpPr>
          <p:spPr>
            <a:xfrm>
              <a:off x="2632724" y="889453"/>
              <a:ext cx="602686" cy="1512669"/>
            </a:xfrm>
            <a:prstGeom prst="cube">
              <a:avLst>
                <a:gd name="adj" fmla="val 67592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立方体 19">
              <a:extLst>
                <a:ext uri="{FF2B5EF4-FFF2-40B4-BE49-F238E27FC236}">
                  <a16:creationId xmlns:a16="http://schemas.microsoft.com/office/drawing/2014/main" id="{8348F83B-50CA-4BD9-17E7-B09A1D45EFEC}"/>
                </a:ext>
              </a:extLst>
            </p:cNvPr>
            <p:cNvSpPr/>
            <p:nvPr/>
          </p:nvSpPr>
          <p:spPr>
            <a:xfrm>
              <a:off x="2900780" y="1117207"/>
              <a:ext cx="453223" cy="1087641"/>
            </a:xfrm>
            <a:prstGeom prst="cube">
              <a:avLst>
                <a:gd name="adj" fmla="val 59746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立方体 20">
              <a:extLst>
                <a:ext uri="{FF2B5EF4-FFF2-40B4-BE49-F238E27FC236}">
                  <a16:creationId xmlns:a16="http://schemas.microsoft.com/office/drawing/2014/main" id="{AF0D76DC-B04C-68B7-496B-E44A714EFFAF}"/>
                </a:ext>
              </a:extLst>
            </p:cNvPr>
            <p:cNvSpPr/>
            <p:nvPr/>
          </p:nvSpPr>
          <p:spPr>
            <a:xfrm>
              <a:off x="3144638" y="1283310"/>
              <a:ext cx="362063" cy="694899"/>
            </a:xfrm>
            <a:prstGeom prst="cube">
              <a:avLst>
                <a:gd name="adj" fmla="val 59143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A5DF2DB-C0B2-743A-9B3B-517CEFA3076C}"/>
              </a:ext>
            </a:extLst>
          </p:cNvPr>
          <p:cNvCxnSpPr>
            <a:cxnSpLocks/>
          </p:cNvCxnSpPr>
          <p:nvPr/>
        </p:nvCxnSpPr>
        <p:spPr>
          <a:xfrm>
            <a:off x="3420019" y="1679380"/>
            <a:ext cx="3345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流程图: 数据 22">
            <a:extLst>
              <a:ext uri="{FF2B5EF4-FFF2-40B4-BE49-F238E27FC236}">
                <a16:creationId xmlns:a16="http://schemas.microsoft.com/office/drawing/2014/main" id="{073D4B56-6608-6AE5-E2AB-2514A891C15F}"/>
              </a:ext>
            </a:extLst>
          </p:cNvPr>
          <p:cNvSpPr/>
          <p:nvPr/>
        </p:nvSpPr>
        <p:spPr>
          <a:xfrm>
            <a:off x="4559229" y="1190625"/>
            <a:ext cx="3187770" cy="1258123"/>
          </a:xfrm>
          <a:prstGeom prst="flowChartInputOutpu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数据 23">
            <a:extLst>
              <a:ext uri="{FF2B5EF4-FFF2-40B4-BE49-F238E27FC236}">
                <a16:creationId xmlns:a16="http://schemas.microsoft.com/office/drawing/2014/main" id="{6FAA6BC7-D36A-F1D8-A20B-E6C9F8E616F0}"/>
              </a:ext>
            </a:extLst>
          </p:cNvPr>
          <p:cNvSpPr/>
          <p:nvPr/>
        </p:nvSpPr>
        <p:spPr>
          <a:xfrm>
            <a:off x="5155468" y="883254"/>
            <a:ext cx="2214477" cy="991205"/>
          </a:xfrm>
          <a:prstGeom prst="flowChartInputOutpu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6C7034A-7AA6-2255-459B-D4AEEF344D6F}"/>
              </a:ext>
            </a:extLst>
          </p:cNvPr>
          <p:cNvCxnSpPr>
            <a:cxnSpLocks/>
            <a:stCxn id="67" idx="7"/>
            <a:endCxn id="63" idx="2"/>
          </p:cNvCxnSpPr>
          <p:nvPr/>
        </p:nvCxnSpPr>
        <p:spPr>
          <a:xfrm flipV="1">
            <a:off x="5642239" y="1342497"/>
            <a:ext cx="448881" cy="19019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E22AE2C-1C82-E463-BDD3-62DFA6744622}"/>
              </a:ext>
            </a:extLst>
          </p:cNvPr>
          <p:cNvCxnSpPr>
            <a:cxnSpLocks/>
            <a:stCxn id="66" idx="5"/>
            <a:endCxn id="63" idx="1"/>
          </p:cNvCxnSpPr>
          <p:nvPr/>
        </p:nvCxnSpPr>
        <p:spPr>
          <a:xfrm>
            <a:off x="5943037" y="1119491"/>
            <a:ext cx="179692" cy="17709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8D1F075-B8C7-D509-9A63-AA845610716C}"/>
              </a:ext>
            </a:extLst>
          </p:cNvPr>
          <p:cNvCxnSpPr>
            <a:cxnSpLocks/>
            <a:stCxn id="62" idx="3"/>
            <a:endCxn id="63" idx="0"/>
          </p:cNvCxnSpPr>
          <p:nvPr/>
        </p:nvCxnSpPr>
        <p:spPr>
          <a:xfrm flipH="1">
            <a:off x="6199042" y="1041548"/>
            <a:ext cx="216341" cy="236014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B273CBF-383A-DAA1-0AAD-62D3C1C8DF31}"/>
              </a:ext>
            </a:extLst>
          </p:cNvPr>
          <p:cNvCxnSpPr>
            <a:cxnSpLocks/>
            <a:stCxn id="64" idx="2"/>
            <a:endCxn id="63" idx="6"/>
          </p:cNvCxnSpPr>
          <p:nvPr/>
        </p:nvCxnSpPr>
        <p:spPr>
          <a:xfrm flipH="1">
            <a:off x="6306964" y="1275956"/>
            <a:ext cx="503437" cy="6654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402982D-2173-CF43-EBAD-62FA8806781E}"/>
              </a:ext>
            </a:extLst>
          </p:cNvPr>
          <p:cNvCxnSpPr>
            <a:cxnSpLocks/>
            <a:stCxn id="65" idx="1"/>
            <a:endCxn id="63" idx="4"/>
          </p:cNvCxnSpPr>
          <p:nvPr/>
        </p:nvCxnSpPr>
        <p:spPr>
          <a:xfrm flipH="1" flipV="1">
            <a:off x="6199042" y="1407430"/>
            <a:ext cx="157621" cy="303588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1728FD2-2842-7B38-C800-3FAEBA38EE5A}"/>
              </a:ext>
            </a:extLst>
          </p:cNvPr>
          <p:cNvCxnSpPr>
            <a:cxnSpLocks/>
            <a:stCxn id="69" idx="0"/>
            <a:endCxn id="64" idx="5"/>
          </p:cNvCxnSpPr>
          <p:nvPr/>
        </p:nvCxnSpPr>
        <p:spPr>
          <a:xfrm flipH="1" flipV="1">
            <a:off x="6994635" y="1321872"/>
            <a:ext cx="81456" cy="67641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B34952D-D1D2-59ED-DB42-4B10F4B84F43}"/>
              </a:ext>
            </a:extLst>
          </p:cNvPr>
          <p:cNvCxnSpPr>
            <a:cxnSpLocks/>
            <a:stCxn id="71" idx="7"/>
            <a:endCxn id="65" idx="3"/>
          </p:cNvCxnSpPr>
          <p:nvPr/>
        </p:nvCxnSpPr>
        <p:spPr>
          <a:xfrm flipV="1">
            <a:off x="6014870" y="1802849"/>
            <a:ext cx="341793" cy="239706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0420CFA-7AB2-1262-451F-E9972E196113}"/>
              </a:ext>
            </a:extLst>
          </p:cNvPr>
          <p:cNvCxnSpPr>
            <a:cxnSpLocks/>
            <a:stCxn id="70" idx="0"/>
            <a:endCxn id="67" idx="2"/>
          </p:cNvCxnSpPr>
          <p:nvPr/>
        </p:nvCxnSpPr>
        <p:spPr>
          <a:xfrm flipV="1">
            <a:off x="5031676" y="1407431"/>
            <a:ext cx="426328" cy="35920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F1842F7-5A9E-1A0B-B19C-00932CEAAF6A}"/>
              </a:ext>
            </a:extLst>
          </p:cNvPr>
          <p:cNvCxnSpPr>
            <a:cxnSpLocks/>
            <a:stCxn id="65" idx="5"/>
            <a:endCxn id="69" idx="2"/>
          </p:cNvCxnSpPr>
          <p:nvPr/>
        </p:nvCxnSpPr>
        <p:spPr>
          <a:xfrm>
            <a:off x="6509287" y="1802849"/>
            <a:ext cx="458882" cy="26037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EC5E379-09BC-DB81-DC6F-17944E70857B}"/>
              </a:ext>
            </a:extLst>
          </p:cNvPr>
          <p:cNvCxnSpPr>
            <a:cxnSpLocks/>
            <a:stCxn id="68" idx="0"/>
            <a:endCxn id="67" idx="4"/>
          </p:cNvCxnSpPr>
          <p:nvPr/>
        </p:nvCxnSpPr>
        <p:spPr>
          <a:xfrm flipV="1">
            <a:off x="5262480" y="1472365"/>
            <a:ext cx="303446" cy="79540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9C40D6E-BB46-D49C-3B84-108040A6A4AF}"/>
              </a:ext>
            </a:extLst>
          </p:cNvPr>
          <p:cNvCxnSpPr>
            <a:cxnSpLocks/>
            <a:stCxn id="72" idx="0"/>
            <a:endCxn id="65" idx="4"/>
          </p:cNvCxnSpPr>
          <p:nvPr/>
        </p:nvCxnSpPr>
        <p:spPr>
          <a:xfrm flipH="1" flipV="1">
            <a:off x="6432975" y="1821868"/>
            <a:ext cx="27902" cy="414437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AD2D90E-D019-300F-99C4-6240AA633D6C}"/>
              </a:ext>
            </a:extLst>
          </p:cNvPr>
          <p:cNvCxnSpPr>
            <a:cxnSpLocks/>
          </p:cNvCxnSpPr>
          <p:nvPr/>
        </p:nvCxnSpPr>
        <p:spPr>
          <a:xfrm>
            <a:off x="4609427" y="1679380"/>
            <a:ext cx="3012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流程图: 数据 36">
            <a:extLst>
              <a:ext uri="{FF2B5EF4-FFF2-40B4-BE49-F238E27FC236}">
                <a16:creationId xmlns:a16="http://schemas.microsoft.com/office/drawing/2014/main" id="{AC08D09C-4C7D-02CA-99EE-6D36A12114CA}"/>
              </a:ext>
            </a:extLst>
          </p:cNvPr>
          <p:cNvSpPr/>
          <p:nvPr/>
        </p:nvSpPr>
        <p:spPr>
          <a:xfrm>
            <a:off x="9614783" y="1154125"/>
            <a:ext cx="2463587" cy="1009450"/>
          </a:xfrm>
          <a:prstGeom prst="flowChartInputOutpu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99A9EBF-5F4F-7D8B-E32E-680C65E7DA80}"/>
              </a:ext>
            </a:extLst>
          </p:cNvPr>
          <p:cNvCxnSpPr>
            <a:cxnSpLocks/>
            <a:stCxn id="47" idx="4"/>
            <a:endCxn id="44" idx="0"/>
          </p:cNvCxnSpPr>
          <p:nvPr/>
        </p:nvCxnSpPr>
        <p:spPr>
          <a:xfrm>
            <a:off x="10406052" y="1466307"/>
            <a:ext cx="369698" cy="131744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D40D6BF-0AED-80C9-2C19-C6A7607BAA66}"/>
              </a:ext>
            </a:extLst>
          </p:cNvPr>
          <p:cNvCxnSpPr>
            <a:cxnSpLocks/>
            <a:stCxn id="47" idx="7"/>
            <a:endCxn id="42" idx="2"/>
          </p:cNvCxnSpPr>
          <p:nvPr/>
        </p:nvCxnSpPr>
        <p:spPr>
          <a:xfrm flipV="1">
            <a:off x="10490949" y="1330941"/>
            <a:ext cx="490314" cy="30343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571AF00-1311-CF06-2900-112D725132E9}"/>
              </a:ext>
            </a:extLst>
          </p:cNvPr>
          <p:cNvCxnSpPr>
            <a:cxnSpLocks/>
            <a:stCxn id="43" idx="6"/>
            <a:endCxn id="44" idx="3"/>
          </p:cNvCxnSpPr>
          <p:nvPr/>
        </p:nvCxnSpPr>
        <p:spPr>
          <a:xfrm flipV="1">
            <a:off x="10191478" y="1703074"/>
            <a:ext cx="499374" cy="18020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BFE51CE-070C-F948-4E03-79E675ADEA4A}"/>
              </a:ext>
            </a:extLst>
          </p:cNvPr>
          <p:cNvCxnSpPr>
            <a:cxnSpLocks/>
            <a:stCxn id="43" idx="4"/>
            <a:endCxn id="46" idx="2"/>
          </p:cNvCxnSpPr>
          <p:nvPr/>
        </p:nvCxnSpPr>
        <p:spPr>
          <a:xfrm>
            <a:off x="10071416" y="1782615"/>
            <a:ext cx="844520" cy="269611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B0A89921-0A9B-A0D8-A441-6A147B8B06BF}"/>
              </a:ext>
            </a:extLst>
          </p:cNvPr>
          <p:cNvSpPr/>
          <p:nvPr/>
        </p:nvSpPr>
        <p:spPr>
          <a:xfrm>
            <a:off x="10981262" y="1269420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D76A465F-75CD-3D44-C107-E3FB4F46617C}"/>
              </a:ext>
            </a:extLst>
          </p:cNvPr>
          <p:cNvSpPr/>
          <p:nvPr/>
        </p:nvSpPr>
        <p:spPr>
          <a:xfrm>
            <a:off x="9951353" y="1659573"/>
            <a:ext cx="240125" cy="123042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43B07A0-FBC5-0651-6B34-C5122F6EB959}"/>
              </a:ext>
            </a:extLst>
          </p:cNvPr>
          <p:cNvSpPr/>
          <p:nvPr/>
        </p:nvSpPr>
        <p:spPr>
          <a:xfrm>
            <a:off x="10655687" y="1598051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8C50CD63-CD71-70E8-A351-B423B2B0DC23}"/>
              </a:ext>
            </a:extLst>
          </p:cNvPr>
          <p:cNvSpPr/>
          <p:nvPr/>
        </p:nvSpPr>
        <p:spPr>
          <a:xfrm>
            <a:off x="11455882" y="1535009"/>
            <a:ext cx="240125" cy="1230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1F2B198C-CE4B-2AB2-BCFC-A80B0573C807}"/>
              </a:ext>
            </a:extLst>
          </p:cNvPr>
          <p:cNvSpPr/>
          <p:nvPr/>
        </p:nvSpPr>
        <p:spPr>
          <a:xfrm>
            <a:off x="10915936" y="1990705"/>
            <a:ext cx="240125" cy="1230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C4D844B3-AFEE-6C12-D31C-B6C178EEB75C}"/>
              </a:ext>
            </a:extLst>
          </p:cNvPr>
          <p:cNvSpPr/>
          <p:nvPr/>
        </p:nvSpPr>
        <p:spPr>
          <a:xfrm>
            <a:off x="10285989" y="1343265"/>
            <a:ext cx="240125" cy="1230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流程图: 数据 47">
            <a:extLst>
              <a:ext uri="{FF2B5EF4-FFF2-40B4-BE49-F238E27FC236}">
                <a16:creationId xmlns:a16="http://schemas.microsoft.com/office/drawing/2014/main" id="{9B79969C-544C-CF88-88A2-1DABE563B690}"/>
              </a:ext>
            </a:extLst>
          </p:cNvPr>
          <p:cNvSpPr/>
          <p:nvPr/>
        </p:nvSpPr>
        <p:spPr>
          <a:xfrm>
            <a:off x="7526736" y="1169841"/>
            <a:ext cx="2463587" cy="991204"/>
          </a:xfrm>
          <a:prstGeom prst="flowChartInputOutput">
            <a:avLst/>
          </a:prstGeom>
          <a:solidFill>
            <a:srgbClr val="FBD3D5">
              <a:alpha val="60000"/>
            </a:srgbClr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86E6069-2333-A5D4-9340-3C168E2E95B1}"/>
              </a:ext>
            </a:extLst>
          </p:cNvPr>
          <p:cNvCxnSpPr>
            <a:cxnSpLocks/>
            <a:stCxn id="57" idx="1"/>
            <a:endCxn id="59" idx="4"/>
          </p:cNvCxnSpPr>
          <p:nvPr/>
        </p:nvCxnSpPr>
        <p:spPr>
          <a:xfrm flipH="1" flipV="1">
            <a:off x="8709173" y="1710655"/>
            <a:ext cx="175351" cy="28763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C367334-7F4B-DB87-B906-82ADE952D269}"/>
              </a:ext>
            </a:extLst>
          </p:cNvPr>
          <p:cNvCxnSpPr>
            <a:cxnSpLocks/>
            <a:stCxn id="59" idx="0"/>
            <a:endCxn id="322" idx="3"/>
          </p:cNvCxnSpPr>
          <p:nvPr/>
        </p:nvCxnSpPr>
        <p:spPr>
          <a:xfrm flipV="1">
            <a:off x="8709173" y="1364005"/>
            <a:ext cx="240677" cy="22360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5D41D52-EDB9-ACF9-E5D5-43076F2231A4}"/>
              </a:ext>
            </a:extLst>
          </p:cNvPr>
          <p:cNvCxnSpPr>
            <a:cxnSpLocks/>
            <a:stCxn id="59" idx="6"/>
            <a:endCxn id="56" idx="2"/>
          </p:cNvCxnSpPr>
          <p:nvPr/>
        </p:nvCxnSpPr>
        <p:spPr>
          <a:xfrm flipV="1">
            <a:off x="8829235" y="1586092"/>
            <a:ext cx="560070" cy="6304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9971321-C91E-83BE-33DD-30CB1E0E70BF}"/>
              </a:ext>
            </a:extLst>
          </p:cNvPr>
          <p:cNvCxnSpPr>
            <a:cxnSpLocks/>
            <a:stCxn id="55" idx="0"/>
            <a:endCxn id="58" idx="3"/>
          </p:cNvCxnSpPr>
          <p:nvPr/>
        </p:nvCxnSpPr>
        <p:spPr>
          <a:xfrm flipV="1">
            <a:off x="8004838" y="1437850"/>
            <a:ext cx="249739" cy="2112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E3722C5-13B7-B7ED-25E1-B49926588B61}"/>
              </a:ext>
            </a:extLst>
          </p:cNvPr>
          <p:cNvCxnSpPr>
            <a:cxnSpLocks/>
            <a:stCxn id="56" idx="0"/>
            <a:endCxn id="322" idx="6"/>
          </p:cNvCxnSpPr>
          <p:nvPr/>
        </p:nvCxnSpPr>
        <p:spPr>
          <a:xfrm flipH="1" flipV="1">
            <a:off x="9154810" y="1320502"/>
            <a:ext cx="354557" cy="20406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878B0AE-7655-801E-8011-08B67377ECB0}"/>
              </a:ext>
            </a:extLst>
          </p:cNvPr>
          <p:cNvCxnSpPr>
            <a:cxnSpLocks/>
            <a:stCxn id="57" idx="7"/>
            <a:endCxn id="56" idx="4"/>
          </p:cNvCxnSpPr>
          <p:nvPr/>
        </p:nvCxnSpPr>
        <p:spPr>
          <a:xfrm flipV="1">
            <a:off x="9054318" y="1647612"/>
            <a:ext cx="455049" cy="35067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A847EE0F-03EC-42D3-0CB7-E8E7321D5BCC}"/>
              </a:ext>
            </a:extLst>
          </p:cNvPr>
          <p:cNvSpPr/>
          <p:nvPr/>
        </p:nvSpPr>
        <p:spPr>
          <a:xfrm>
            <a:off x="7884776" y="1649134"/>
            <a:ext cx="240125" cy="123042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32362E04-E89D-39B8-C05F-53A0081B4061}"/>
              </a:ext>
            </a:extLst>
          </p:cNvPr>
          <p:cNvSpPr/>
          <p:nvPr/>
        </p:nvSpPr>
        <p:spPr>
          <a:xfrm>
            <a:off x="9389305" y="1524570"/>
            <a:ext cx="240125" cy="1230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BD89B51-6B35-92E8-051C-440425232E7B}"/>
              </a:ext>
            </a:extLst>
          </p:cNvPr>
          <p:cNvSpPr/>
          <p:nvPr/>
        </p:nvSpPr>
        <p:spPr>
          <a:xfrm>
            <a:off x="8849359" y="1980266"/>
            <a:ext cx="240125" cy="1230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A8ACDCF5-6C9E-8909-E4CE-AA303C2AE75D}"/>
              </a:ext>
            </a:extLst>
          </p:cNvPr>
          <p:cNvSpPr/>
          <p:nvPr/>
        </p:nvSpPr>
        <p:spPr>
          <a:xfrm>
            <a:off x="8219412" y="1332826"/>
            <a:ext cx="240125" cy="12304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E89AAF8D-B408-F0E1-47A1-86A004EE13DB}"/>
              </a:ext>
            </a:extLst>
          </p:cNvPr>
          <p:cNvSpPr/>
          <p:nvPr/>
        </p:nvSpPr>
        <p:spPr>
          <a:xfrm>
            <a:off x="8589110" y="1587613"/>
            <a:ext cx="240125" cy="123042"/>
          </a:xfrm>
          <a:prstGeom prst="ellipse">
            <a:avLst/>
          </a:prstGeom>
          <a:solidFill>
            <a:srgbClr val="AFF8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899150C-96C3-263E-23E1-C76CD0A5B80D}"/>
              </a:ext>
            </a:extLst>
          </p:cNvPr>
          <p:cNvSpPr txBox="1"/>
          <p:nvPr/>
        </p:nvSpPr>
        <p:spPr>
          <a:xfrm>
            <a:off x="7513735" y="2214501"/>
            <a:ext cx="1966431" cy="30777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797DCD9-BE47-859D-8EE7-F9463B424C82}"/>
              </a:ext>
            </a:extLst>
          </p:cNvPr>
          <p:cNvSpPr txBox="1"/>
          <p:nvPr/>
        </p:nvSpPr>
        <p:spPr>
          <a:xfrm>
            <a:off x="9611497" y="2216703"/>
            <a:ext cx="1947971" cy="307777"/>
          </a:xfrm>
          <a:prstGeom prst="rect">
            <a:avLst/>
          </a:prstGeom>
          <a:noFill/>
          <a:ln w="28575"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Relation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A451C8A-D387-520A-DAF7-5A5602F15623}"/>
              </a:ext>
            </a:extLst>
          </p:cNvPr>
          <p:cNvSpPr/>
          <p:nvPr/>
        </p:nvSpPr>
        <p:spPr>
          <a:xfrm>
            <a:off x="6383773" y="930700"/>
            <a:ext cx="215844" cy="129868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93A46FEA-D5F2-5019-7025-CF11A5C3A1AA}"/>
              </a:ext>
            </a:extLst>
          </p:cNvPr>
          <p:cNvSpPr/>
          <p:nvPr/>
        </p:nvSpPr>
        <p:spPr>
          <a:xfrm>
            <a:off x="6091120" y="1277563"/>
            <a:ext cx="215844" cy="129868"/>
          </a:xfrm>
          <a:prstGeom prst="ellipse">
            <a:avLst/>
          </a:prstGeom>
          <a:solidFill>
            <a:srgbClr val="AFF8FF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466B4DEE-4D6E-405E-9C7D-2883D93DBE5C}"/>
              </a:ext>
            </a:extLst>
          </p:cNvPr>
          <p:cNvSpPr/>
          <p:nvPr/>
        </p:nvSpPr>
        <p:spPr>
          <a:xfrm>
            <a:off x="6810401" y="1211023"/>
            <a:ext cx="215844" cy="1298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9BDB588-396A-8E57-9FDC-CAB2CFC00C2B}"/>
              </a:ext>
            </a:extLst>
          </p:cNvPr>
          <p:cNvSpPr/>
          <p:nvPr/>
        </p:nvSpPr>
        <p:spPr>
          <a:xfrm>
            <a:off x="6325053" y="1692000"/>
            <a:ext cx="215844" cy="12986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910A0858-8BB1-32D3-BCE2-F853735DA1ED}"/>
              </a:ext>
            </a:extLst>
          </p:cNvPr>
          <p:cNvSpPr/>
          <p:nvPr/>
        </p:nvSpPr>
        <p:spPr>
          <a:xfrm>
            <a:off x="5758804" y="1008642"/>
            <a:ext cx="215844" cy="1298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D9F23D35-D005-B489-8B8D-AD72923F9F07}"/>
              </a:ext>
            </a:extLst>
          </p:cNvPr>
          <p:cNvSpPr/>
          <p:nvPr/>
        </p:nvSpPr>
        <p:spPr>
          <a:xfrm>
            <a:off x="5458005" y="1342497"/>
            <a:ext cx="215844" cy="129868"/>
          </a:xfrm>
          <a:prstGeom prst="ellipse">
            <a:avLst/>
          </a:prstGeom>
          <a:solidFill>
            <a:srgbClr val="D0A0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20A587A-5957-CC26-7FB2-BB1E214688D0}"/>
              </a:ext>
            </a:extLst>
          </p:cNvPr>
          <p:cNvSpPr/>
          <p:nvPr/>
        </p:nvSpPr>
        <p:spPr>
          <a:xfrm>
            <a:off x="5154559" y="2267767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3F22E66B-E65E-9308-192E-EAAC86C05FD3}"/>
              </a:ext>
            </a:extLst>
          </p:cNvPr>
          <p:cNvSpPr/>
          <p:nvPr/>
        </p:nvSpPr>
        <p:spPr>
          <a:xfrm>
            <a:off x="6968169" y="1998285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A3803787-5DB9-4110-34E4-78479CDE49F5}"/>
              </a:ext>
            </a:extLst>
          </p:cNvPr>
          <p:cNvSpPr/>
          <p:nvPr/>
        </p:nvSpPr>
        <p:spPr>
          <a:xfrm>
            <a:off x="4923755" y="1766633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42D9B9DC-432D-05C0-1F41-A858047C902E}"/>
              </a:ext>
            </a:extLst>
          </p:cNvPr>
          <p:cNvSpPr/>
          <p:nvPr/>
        </p:nvSpPr>
        <p:spPr>
          <a:xfrm>
            <a:off x="5830636" y="2023536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88D81E9B-215D-A2F2-6598-386A9BDB8C3A}"/>
              </a:ext>
            </a:extLst>
          </p:cNvPr>
          <p:cNvSpPr/>
          <p:nvPr/>
        </p:nvSpPr>
        <p:spPr>
          <a:xfrm>
            <a:off x="6352955" y="2236305"/>
            <a:ext cx="215844" cy="1298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343F25AE-31D0-DC8A-08B3-D2F59FC63524}"/>
              </a:ext>
            </a:extLst>
          </p:cNvPr>
          <p:cNvSpPr/>
          <p:nvPr/>
        </p:nvSpPr>
        <p:spPr>
          <a:xfrm>
            <a:off x="1603250" y="5093981"/>
            <a:ext cx="716280" cy="42237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27000">
              <a:schemeClr val="accent4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4D6E6690-01BA-5E4C-4297-4BDD3E2EB8C9}"/>
              </a:ext>
            </a:extLst>
          </p:cNvPr>
          <p:cNvSpPr/>
          <p:nvPr/>
        </p:nvSpPr>
        <p:spPr>
          <a:xfrm>
            <a:off x="1638534" y="3022771"/>
            <a:ext cx="2258769" cy="1446658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29571CC-55EF-9B4D-106B-7C1424C9D120}"/>
              </a:ext>
            </a:extLst>
          </p:cNvPr>
          <p:cNvSpPr txBox="1"/>
          <p:nvPr/>
        </p:nvSpPr>
        <p:spPr>
          <a:xfrm>
            <a:off x="3475663" y="3231848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9757AB6-7149-A054-25D1-AFE63992B509}"/>
              </a:ext>
            </a:extLst>
          </p:cNvPr>
          <p:cNvSpPr txBox="1"/>
          <p:nvPr/>
        </p:nvSpPr>
        <p:spPr>
          <a:xfrm>
            <a:off x="3475663" y="3640980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CB274DC-FE0E-BD66-F39B-7C76233B87AB}"/>
              </a:ext>
            </a:extLst>
          </p:cNvPr>
          <p:cNvSpPr txBox="1"/>
          <p:nvPr/>
        </p:nvSpPr>
        <p:spPr>
          <a:xfrm rot="16200000">
            <a:off x="1574879" y="4026970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B226981-8764-8F3C-B643-0A48922FD8E7}"/>
              </a:ext>
            </a:extLst>
          </p:cNvPr>
          <p:cNvSpPr txBox="1"/>
          <p:nvPr/>
        </p:nvSpPr>
        <p:spPr>
          <a:xfrm>
            <a:off x="2113694" y="3007551"/>
            <a:ext cx="1288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List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1A01717-9001-E83F-CDED-F083209C4A89}"/>
              </a:ext>
            </a:extLst>
          </p:cNvPr>
          <p:cNvSpPr txBox="1"/>
          <p:nvPr/>
        </p:nvSpPr>
        <p:spPr>
          <a:xfrm>
            <a:off x="1393904" y="5880400"/>
            <a:ext cx="21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Information</a:t>
            </a:r>
          </a:p>
        </p:txBody>
      </p:sp>
      <p:sp>
        <p:nvSpPr>
          <p:cNvPr id="80" name="右大括号 79">
            <a:extLst>
              <a:ext uri="{FF2B5EF4-FFF2-40B4-BE49-F238E27FC236}">
                <a16:creationId xmlns:a16="http://schemas.microsoft.com/office/drawing/2014/main" id="{2545E696-2591-FBE6-33FA-D19D03F97723}"/>
              </a:ext>
            </a:extLst>
          </p:cNvPr>
          <p:cNvSpPr/>
          <p:nvPr/>
        </p:nvSpPr>
        <p:spPr>
          <a:xfrm rot="5400000">
            <a:off x="2701491" y="3564694"/>
            <a:ext cx="194611" cy="1232034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79A4515-1B78-ACE3-C816-FF9DAD2294BB}"/>
              </a:ext>
            </a:extLst>
          </p:cNvPr>
          <p:cNvSpPr txBox="1"/>
          <p:nvPr/>
        </p:nvSpPr>
        <p:spPr>
          <a:xfrm>
            <a:off x="2084364" y="4193343"/>
            <a:ext cx="146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Top-K Neighbor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09B7F3EE-3A51-5481-6520-1172D391C732}"/>
              </a:ext>
            </a:extLst>
          </p:cNvPr>
          <p:cNvSpPr/>
          <p:nvPr/>
        </p:nvSpPr>
        <p:spPr>
          <a:xfrm>
            <a:off x="1686700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BAF5B7E2-C078-9213-4787-7CDB33376B04}"/>
              </a:ext>
            </a:extLst>
          </p:cNvPr>
          <p:cNvSpPr/>
          <p:nvPr/>
        </p:nvSpPr>
        <p:spPr>
          <a:xfrm>
            <a:off x="1696670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AA5CE1DE-9B18-CD51-7D15-476FBD98EA04}"/>
              </a:ext>
            </a:extLst>
          </p:cNvPr>
          <p:cNvSpPr/>
          <p:nvPr/>
        </p:nvSpPr>
        <p:spPr>
          <a:xfrm>
            <a:off x="2109085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24325AFD-DB6F-7D9A-78D7-44FFDA880953}"/>
              </a:ext>
            </a:extLst>
          </p:cNvPr>
          <p:cNvSpPr/>
          <p:nvPr/>
        </p:nvSpPr>
        <p:spPr>
          <a:xfrm>
            <a:off x="2464777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8093E1CF-3F80-23B6-31BC-516FD75868EA}"/>
              </a:ext>
            </a:extLst>
          </p:cNvPr>
          <p:cNvSpPr/>
          <p:nvPr/>
        </p:nvSpPr>
        <p:spPr>
          <a:xfrm>
            <a:off x="2820469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7F7AF732-E77A-917F-8B64-1C7696D1AE88}"/>
              </a:ext>
            </a:extLst>
          </p:cNvPr>
          <p:cNvSpPr/>
          <p:nvPr/>
        </p:nvSpPr>
        <p:spPr>
          <a:xfrm>
            <a:off x="3176161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7DD38567-CCDB-6C7E-18B7-9FED6E2D051E}"/>
              </a:ext>
            </a:extLst>
          </p:cNvPr>
          <p:cNvSpPr/>
          <p:nvPr/>
        </p:nvSpPr>
        <p:spPr>
          <a:xfrm>
            <a:off x="2109954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8EBC4C3-8E99-AE87-A638-00626A676C76}"/>
              </a:ext>
            </a:extLst>
          </p:cNvPr>
          <p:cNvSpPr/>
          <p:nvPr/>
        </p:nvSpPr>
        <p:spPr>
          <a:xfrm>
            <a:off x="2465646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88BD59D7-F85C-D5AF-6448-3729FC1AAE09}"/>
              </a:ext>
            </a:extLst>
          </p:cNvPr>
          <p:cNvSpPr/>
          <p:nvPr/>
        </p:nvSpPr>
        <p:spPr>
          <a:xfrm>
            <a:off x="2821338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4875919E-DEF1-452E-8DC3-68B19E37F6FB}"/>
              </a:ext>
            </a:extLst>
          </p:cNvPr>
          <p:cNvSpPr/>
          <p:nvPr/>
        </p:nvSpPr>
        <p:spPr>
          <a:xfrm>
            <a:off x="3177030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7607916B-672D-7586-E33A-D84DC7D05D13}"/>
              </a:ext>
            </a:extLst>
          </p:cNvPr>
          <p:cNvCxnSpPr>
            <a:cxnSpLocks/>
            <a:stCxn id="113" idx="2"/>
            <a:endCxn id="94" idx="4"/>
          </p:cNvCxnSpPr>
          <p:nvPr/>
        </p:nvCxnSpPr>
        <p:spPr>
          <a:xfrm flipH="1" flipV="1">
            <a:off x="1785453" y="5441287"/>
            <a:ext cx="492370" cy="20158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1FCA14B-0652-EEE5-1840-892447A2D08A}"/>
              </a:ext>
            </a:extLst>
          </p:cNvPr>
          <p:cNvCxnSpPr>
            <a:cxnSpLocks/>
            <a:stCxn id="114" idx="6"/>
            <a:endCxn id="96" idx="0"/>
          </p:cNvCxnSpPr>
          <p:nvPr/>
        </p:nvCxnSpPr>
        <p:spPr>
          <a:xfrm>
            <a:off x="2576273" y="4941258"/>
            <a:ext cx="475755" cy="201579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椭圆 93">
            <a:extLst>
              <a:ext uri="{FF2B5EF4-FFF2-40B4-BE49-F238E27FC236}">
                <a16:creationId xmlns:a16="http://schemas.microsoft.com/office/drawing/2014/main" id="{1BC882AD-3E38-A0D4-2FF7-7013BBAB7B42}"/>
              </a:ext>
            </a:extLst>
          </p:cNvPr>
          <p:cNvSpPr/>
          <p:nvPr/>
        </p:nvSpPr>
        <p:spPr>
          <a:xfrm>
            <a:off x="1636228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A0C25AD9-1C19-31E9-5654-9227135BC413}"/>
              </a:ext>
            </a:extLst>
          </p:cNvPr>
          <p:cNvSpPr/>
          <p:nvPr/>
        </p:nvSpPr>
        <p:spPr>
          <a:xfrm>
            <a:off x="2554410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32CC188-38F0-0E48-6C48-FFDA81679B95}"/>
              </a:ext>
            </a:extLst>
          </p:cNvPr>
          <p:cNvSpPr/>
          <p:nvPr/>
        </p:nvSpPr>
        <p:spPr>
          <a:xfrm>
            <a:off x="2902803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DC51361C-BF79-3171-C2D3-6F9EF5BC2EF4}"/>
              </a:ext>
            </a:extLst>
          </p:cNvPr>
          <p:cNvCxnSpPr>
            <a:cxnSpLocks/>
            <a:stCxn id="113" idx="6"/>
            <a:endCxn id="95" idx="4"/>
          </p:cNvCxnSpPr>
          <p:nvPr/>
        </p:nvCxnSpPr>
        <p:spPr>
          <a:xfrm flipV="1">
            <a:off x="2576273" y="5441287"/>
            <a:ext cx="127362" cy="20158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C9B2424A-3277-0680-2532-C8D30A294C4C}"/>
              </a:ext>
            </a:extLst>
          </p:cNvPr>
          <p:cNvCxnSpPr>
            <a:cxnSpLocks/>
            <a:stCxn id="114" idx="2"/>
            <a:endCxn id="112" idx="0"/>
          </p:cNvCxnSpPr>
          <p:nvPr/>
        </p:nvCxnSpPr>
        <p:spPr>
          <a:xfrm flipH="1">
            <a:off x="2133847" y="4941258"/>
            <a:ext cx="143976" cy="201579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413B4498-6549-D219-C665-4BDDFE007A8A}"/>
              </a:ext>
            </a:extLst>
          </p:cNvPr>
          <p:cNvCxnSpPr>
            <a:cxnSpLocks/>
            <a:stCxn id="113" idx="2"/>
            <a:endCxn id="112" idx="4"/>
          </p:cNvCxnSpPr>
          <p:nvPr/>
        </p:nvCxnSpPr>
        <p:spPr>
          <a:xfrm flipH="1" flipV="1">
            <a:off x="2133847" y="5441287"/>
            <a:ext cx="143976" cy="20158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EC5501F-B49C-983C-C7A0-1B5862C67CB5}"/>
              </a:ext>
            </a:extLst>
          </p:cNvPr>
          <p:cNvCxnSpPr>
            <a:cxnSpLocks/>
            <a:stCxn id="114" idx="2"/>
            <a:endCxn id="94" idx="0"/>
          </p:cNvCxnSpPr>
          <p:nvPr/>
        </p:nvCxnSpPr>
        <p:spPr>
          <a:xfrm flipH="1">
            <a:off x="1785453" y="4941258"/>
            <a:ext cx="492370" cy="201579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弧形 100">
            <a:extLst>
              <a:ext uri="{FF2B5EF4-FFF2-40B4-BE49-F238E27FC236}">
                <a16:creationId xmlns:a16="http://schemas.microsoft.com/office/drawing/2014/main" id="{01F73100-911A-6E20-4439-68364A534444}"/>
              </a:ext>
            </a:extLst>
          </p:cNvPr>
          <p:cNvSpPr/>
          <p:nvPr/>
        </p:nvSpPr>
        <p:spPr>
          <a:xfrm>
            <a:off x="2200411" y="4655731"/>
            <a:ext cx="287485" cy="302646"/>
          </a:xfrm>
          <a:prstGeom prst="arc">
            <a:avLst>
              <a:gd name="adj1" fmla="val 6936041"/>
              <a:gd name="adj2" fmla="val 21348724"/>
            </a:avLst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9E08E0EF-9105-119D-FF8F-B4435A17544D}"/>
              </a:ext>
            </a:extLst>
          </p:cNvPr>
          <p:cNvCxnSpPr>
            <a:cxnSpLocks/>
            <a:stCxn id="113" idx="0"/>
            <a:endCxn id="114" idx="4"/>
          </p:cNvCxnSpPr>
          <p:nvPr/>
        </p:nvCxnSpPr>
        <p:spPr>
          <a:xfrm flipV="1">
            <a:off x="2427048" y="5090483"/>
            <a:ext cx="0" cy="403159"/>
          </a:xfrm>
          <a:prstGeom prst="straightConnector1">
            <a:avLst/>
          </a:prstGeom>
          <a:ln w="19050">
            <a:solidFill>
              <a:srgbClr val="BF9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弧形 102">
            <a:extLst>
              <a:ext uri="{FF2B5EF4-FFF2-40B4-BE49-F238E27FC236}">
                <a16:creationId xmlns:a16="http://schemas.microsoft.com/office/drawing/2014/main" id="{932729D4-13A9-C49E-BA32-35A358D06B82}"/>
              </a:ext>
            </a:extLst>
          </p:cNvPr>
          <p:cNvSpPr/>
          <p:nvPr/>
        </p:nvSpPr>
        <p:spPr>
          <a:xfrm>
            <a:off x="2194929" y="5642867"/>
            <a:ext cx="287485" cy="302646"/>
          </a:xfrm>
          <a:prstGeom prst="arc">
            <a:avLst>
              <a:gd name="adj1" fmla="val 21095381"/>
              <a:gd name="adj2" fmla="val 14986908"/>
            </a:avLst>
          </a:prstGeom>
          <a:ln w="19050">
            <a:solidFill>
              <a:srgbClr val="BF9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B58F5E7-0333-29EA-0FAD-CE582C026551}"/>
              </a:ext>
            </a:extLst>
          </p:cNvPr>
          <p:cNvSpPr/>
          <p:nvPr/>
        </p:nvSpPr>
        <p:spPr>
          <a:xfrm>
            <a:off x="1699442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F621EBEF-E078-EAA7-F692-A3DDE4554120}"/>
              </a:ext>
            </a:extLst>
          </p:cNvPr>
          <p:cNvSpPr/>
          <p:nvPr/>
        </p:nvSpPr>
        <p:spPr>
          <a:xfrm>
            <a:off x="1709412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94067F2B-A248-3D3F-B621-2F78C9501C71}"/>
              </a:ext>
            </a:extLst>
          </p:cNvPr>
          <p:cNvSpPr/>
          <p:nvPr/>
        </p:nvSpPr>
        <p:spPr>
          <a:xfrm>
            <a:off x="2121827" y="337867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76D9762A-A93D-1C37-1742-C04B16FB37BE}"/>
              </a:ext>
            </a:extLst>
          </p:cNvPr>
          <p:cNvSpPr/>
          <p:nvPr/>
        </p:nvSpPr>
        <p:spPr>
          <a:xfrm>
            <a:off x="2122696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E204ACC5-73C6-4478-FAF5-AF6BAFD91319}"/>
              </a:ext>
            </a:extLst>
          </p:cNvPr>
          <p:cNvSpPr/>
          <p:nvPr/>
        </p:nvSpPr>
        <p:spPr>
          <a:xfrm>
            <a:off x="2478388" y="376206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A8A5FFB4-8EFA-B34A-3998-E6801A8FFC41}"/>
              </a:ext>
            </a:extLst>
          </p:cNvPr>
          <p:cNvCxnSpPr>
            <a:cxnSpLocks/>
          </p:cNvCxnSpPr>
          <p:nvPr/>
        </p:nvCxnSpPr>
        <p:spPr>
          <a:xfrm>
            <a:off x="1638533" y="3316199"/>
            <a:ext cx="22587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43C62C0-4D35-7932-6548-25AB083A3521}"/>
              </a:ext>
            </a:extLst>
          </p:cNvPr>
          <p:cNvCxnSpPr>
            <a:cxnSpLocks/>
          </p:cNvCxnSpPr>
          <p:nvPr/>
        </p:nvCxnSpPr>
        <p:spPr>
          <a:xfrm flipV="1">
            <a:off x="2072475" y="3315328"/>
            <a:ext cx="0" cy="11541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A9F6C2E-110D-018B-00F7-E79854FAA8AB}"/>
              </a:ext>
            </a:extLst>
          </p:cNvPr>
          <p:cNvSpPr txBox="1"/>
          <p:nvPr/>
        </p:nvSpPr>
        <p:spPr>
          <a:xfrm rot="16200000">
            <a:off x="3410506" y="4026970"/>
            <a:ext cx="421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8C3689F6-B08A-7C0B-E614-1833CECCFB2F}"/>
              </a:ext>
            </a:extLst>
          </p:cNvPr>
          <p:cNvSpPr/>
          <p:nvPr/>
        </p:nvSpPr>
        <p:spPr>
          <a:xfrm>
            <a:off x="1984622" y="5142837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B76978B2-70BD-C31C-FFBA-4E06108E36DF}"/>
              </a:ext>
            </a:extLst>
          </p:cNvPr>
          <p:cNvSpPr/>
          <p:nvPr/>
        </p:nvSpPr>
        <p:spPr>
          <a:xfrm>
            <a:off x="2277823" y="549364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ABB9D4F3-256B-321B-CE21-768AF604AFCB}"/>
              </a:ext>
            </a:extLst>
          </p:cNvPr>
          <p:cNvSpPr/>
          <p:nvPr/>
        </p:nvSpPr>
        <p:spPr>
          <a:xfrm>
            <a:off x="2277823" y="479203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A0E023C7-E22F-81D9-2A2A-4D496C907BBE}"/>
              </a:ext>
            </a:extLst>
          </p:cNvPr>
          <p:cNvSpPr/>
          <p:nvPr/>
        </p:nvSpPr>
        <p:spPr>
          <a:xfrm>
            <a:off x="3707670" y="5291405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407EDFFB-AB36-0CA0-18E0-0EBAB4BCFCB9}"/>
              </a:ext>
            </a:extLst>
          </p:cNvPr>
          <p:cNvSpPr/>
          <p:nvPr/>
        </p:nvSpPr>
        <p:spPr>
          <a:xfrm>
            <a:off x="4307195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9A5208D6-1BB7-D4A7-9F22-024EB98D06DB}"/>
              </a:ext>
            </a:extLst>
          </p:cNvPr>
          <p:cNvSpPr/>
          <p:nvPr/>
        </p:nvSpPr>
        <p:spPr>
          <a:xfrm>
            <a:off x="4935423" y="5293313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4253C5F5-CD30-F6F4-C01E-F775D503202C}"/>
              </a:ext>
            </a:extLst>
          </p:cNvPr>
          <p:cNvSpPr/>
          <p:nvPr/>
        </p:nvSpPr>
        <p:spPr>
          <a:xfrm>
            <a:off x="3712382" y="5692282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870FF055-F3C6-A861-7A49-4C71CE19F30A}"/>
              </a:ext>
            </a:extLst>
          </p:cNvPr>
          <p:cNvSpPr/>
          <p:nvPr/>
        </p:nvSpPr>
        <p:spPr>
          <a:xfrm>
            <a:off x="4311907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B72FDD7F-69DF-9C77-B056-0AFAA06E36A1}"/>
              </a:ext>
            </a:extLst>
          </p:cNvPr>
          <p:cNvSpPr/>
          <p:nvPr/>
        </p:nvSpPr>
        <p:spPr>
          <a:xfrm>
            <a:off x="4940135" y="5694190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875B76AD-45CC-E904-ABC1-9A06096689FE}"/>
              </a:ext>
            </a:extLst>
          </p:cNvPr>
          <p:cNvCxnSpPr>
            <a:cxnSpLocks/>
            <a:stCxn id="115" idx="6"/>
            <a:endCxn id="116" idx="2"/>
          </p:cNvCxnSpPr>
          <p:nvPr/>
        </p:nvCxnSpPr>
        <p:spPr>
          <a:xfrm>
            <a:off x="4006120" y="5440630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ABD6E4CA-913E-E145-CDA6-ACC55561CEF3}"/>
              </a:ext>
            </a:extLst>
          </p:cNvPr>
          <p:cNvCxnSpPr>
            <a:cxnSpLocks/>
            <a:stCxn id="117" idx="2"/>
            <a:endCxn id="116" idx="6"/>
          </p:cNvCxnSpPr>
          <p:nvPr/>
        </p:nvCxnSpPr>
        <p:spPr>
          <a:xfrm flipH="1">
            <a:off x="4605645" y="5442538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D61C981E-5914-E68D-9D90-AEAD2F83F0EA}"/>
              </a:ext>
            </a:extLst>
          </p:cNvPr>
          <p:cNvCxnSpPr>
            <a:cxnSpLocks/>
            <a:stCxn id="120" idx="2"/>
            <a:endCxn id="119" idx="6"/>
          </p:cNvCxnSpPr>
          <p:nvPr/>
        </p:nvCxnSpPr>
        <p:spPr>
          <a:xfrm flipH="1">
            <a:off x="4610357" y="5843415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7BC50E9F-940C-E2A9-EBD7-E3EC73CF0A51}"/>
              </a:ext>
            </a:extLst>
          </p:cNvPr>
          <p:cNvCxnSpPr>
            <a:cxnSpLocks/>
            <a:stCxn id="118" idx="6"/>
            <a:endCxn id="119" idx="2"/>
          </p:cNvCxnSpPr>
          <p:nvPr/>
        </p:nvCxnSpPr>
        <p:spPr>
          <a:xfrm>
            <a:off x="4010832" y="5841507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右大括号 124">
            <a:extLst>
              <a:ext uri="{FF2B5EF4-FFF2-40B4-BE49-F238E27FC236}">
                <a16:creationId xmlns:a16="http://schemas.microsoft.com/office/drawing/2014/main" id="{0FD768C8-9325-8454-2F8B-575E88243CF8}"/>
              </a:ext>
            </a:extLst>
          </p:cNvPr>
          <p:cNvSpPr/>
          <p:nvPr/>
        </p:nvSpPr>
        <p:spPr>
          <a:xfrm>
            <a:off x="5270928" y="4887825"/>
            <a:ext cx="194611" cy="1082638"/>
          </a:xfrm>
          <a:prstGeom prst="rightBrace">
            <a:avLst>
              <a:gd name="adj1" fmla="val 4068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9FDEFD42-6213-050C-938D-7FEAE53117B4}"/>
              </a:ext>
            </a:extLst>
          </p:cNvPr>
          <p:cNvSpPr/>
          <p:nvPr/>
        </p:nvSpPr>
        <p:spPr>
          <a:xfrm>
            <a:off x="3696785" y="4880138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F87267BB-7BFB-AD16-20E8-86DF2B5D224E}"/>
              </a:ext>
            </a:extLst>
          </p:cNvPr>
          <p:cNvSpPr/>
          <p:nvPr/>
        </p:nvSpPr>
        <p:spPr>
          <a:xfrm>
            <a:off x="4296310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68EA8C40-D5B8-FE2C-DE41-94C0211BE4DB}"/>
              </a:ext>
            </a:extLst>
          </p:cNvPr>
          <p:cNvSpPr/>
          <p:nvPr/>
        </p:nvSpPr>
        <p:spPr>
          <a:xfrm>
            <a:off x="4924538" y="4882046"/>
            <a:ext cx="298450" cy="298450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2AD37118-1B3D-DDCF-9057-FE4BC16B0F01}"/>
              </a:ext>
            </a:extLst>
          </p:cNvPr>
          <p:cNvCxnSpPr>
            <a:cxnSpLocks/>
            <a:stCxn id="126" idx="6"/>
            <a:endCxn id="127" idx="2"/>
          </p:cNvCxnSpPr>
          <p:nvPr/>
        </p:nvCxnSpPr>
        <p:spPr>
          <a:xfrm>
            <a:off x="3995235" y="5029363"/>
            <a:ext cx="301075" cy="1908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EA25C73C-F488-7DF4-395F-876701F2F9C7}"/>
              </a:ext>
            </a:extLst>
          </p:cNvPr>
          <p:cNvCxnSpPr>
            <a:cxnSpLocks/>
            <a:stCxn id="128" idx="2"/>
            <a:endCxn id="127" idx="6"/>
          </p:cNvCxnSpPr>
          <p:nvPr/>
        </p:nvCxnSpPr>
        <p:spPr>
          <a:xfrm flipH="1">
            <a:off x="4594760" y="5031271"/>
            <a:ext cx="329778" cy="0"/>
          </a:xfrm>
          <a:prstGeom prst="straightConnector1">
            <a:avLst/>
          </a:prstGeom>
          <a:ln w="19050">
            <a:solidFill>
              <a:srgbClr val="BF9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F416B981-E313-F92C-D02B-D96F8996BE7E}"/>
              </a:ext>
            </a:extLst>
          </p:cNvPr>
          <p:cNvSpPr/>
          <p:nvPr/>
        </p:nvSpPr>
        <p:spPr>
          <a:xfrm>
            <a:off x="5492777" y="5326310"/>
            <a:ext cx="220134" cy="220134"/>
          </a:xfrm>
          <a:prstGeom prst="roundRect">
            <a:avLst/>
          </a:prstGeom>
          <a:solidFill>
            <a:srgbClr val="F8CCAF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箭头: 下 131">
            <a:extLst>
              <a:ext uri="{FF2B5EF4-FFF2-40B4-BE49-F238E27FC236}">
                <a16:creationId xmlns:a16="http://schemas.microsoft.com/office/drawing/2014/main" id="{EEF5513D-02C4-4D4A-AB2E-A8030A8AECC3}"/>
              </a:ext>
            </a:extLst>
          </p:cNvPr>
          <p:cNvSpPr/>
          <p:nvPr/>
        </p:nvSpPr>
        <p:spPr>
          <a:xfrm>
            <a:off x="1564204" y="4533543"/>
            <a:ext cx="329554" cy="464740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箭头: 下 132">
            <a:extLst>
              <a:ext uri="{FF2B5EF4-FFF2-40B4-BE49-F238E27FC236}">
                <a16:creationId xmlns:a16="http://schemas.microsoft.com/office/drawing/2014/main" id="{C3FDAFFD-EE09-4751-DA83-2B759C8504A5}"/>
              </a:ext>
            </a:extLst>
          </p:cNvPr>
          <p:cNvSpPr/>
          <p:nvPr/>
        </p:nvSpPr>
        <p:spPr>
          <a:xfrm rot="16200000">
            <a:off x="3119931" y="5589704"/>
            <a:ext cx="329554" cy="464740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箭头: 下 133">
            <a:extLst>
              <a:ext uri="{FF2B5EF4-FFF2-40B4-BE49-F238E27FC236}">
                <a16:creationId xmlns:a16="http://schemas.microsoft.com/office/drawing/2014/main" id="{4C05FD76-222B-DD95-8343-D8D543391F49}"/>
              </a:ext>
            </a:extLst>
          </p:cNvPr>
          <p:cNvSpPr/>
          <p:nvPr/>
        </p:nvSpPr>
        <p:spPr>
          <a:xfrm rot="10800000">
            <a:off x="5128450" y="4352660"/>
            <a:ext cx="329554" cy="464740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411244EA-BA41-E307-7630-F664432D277E}"/>
              </a:ext>
            </a:extLst>
          </p:cNvPr>
          <p:cNvGrpSpPr/>
          <p:nvPr/>
        </p:nvGrpSpPr>
        <p:grpSpPr>
          <a:xfrm>
            <a:off x="4330925" y="3151534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D48560B9-5D74-ECD3-ECE9-BC637C30414C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8F1621DE-3C27-513A-A4DD-A67AEEC80143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9414C86D-0FCC-2744-8AD4-3E1F0AD7F1DC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99266C6D-4A2F-99B5-DD86-7597E2B5C146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694A8A39-B8C0-47CD-EF49-E1BCAEC9847E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0924503-4058-626D-5476-139389CC88E5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96E67636-431A-3738-9224-53B0C0A57E75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B1D5C283-BED2-FE81-7445-16077E324A13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5EC6717B-69C6-BA67-3EB5-6D1C24884C8A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CB50C403-4D5C-615D-DB7B-7B131BB664B2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B65B477B-1920-E66F-6773-04EDA3184822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95505EC5-EC38-1BB0-F107-09319F4D4763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DB78BC5F-799E-73BB-CDA6-2AB08779A409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27B65545-F961-423A-251E-7CC0C06FFD9A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A2B8EBD2-CCBE-0456-3A83-F6C48D61CFB8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F8C5CEE5-3FA4-1FA2-C573-BC997845BE23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46157F8F-1725-211F-9233-8F42AF3DF544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7A4ABAD1-8C35-48E1-8A71-056A4E285D5C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3E2B1B9C-D074-EBA6-52BC-86F0D1E72597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CE703C64-ECDE-0CB6-CBC5-F5C30230E070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AB6CDF61-47D7-6DAA-8C13-B9ECC5EC8F0F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4F81216C-8DB5-849A-7AC9-49D6E6EF5554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9A1CF7DD-6005-0DDC-3220-D9FE373359FA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436A578B-1599-3C76-A4B9-C04681C1A392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2250CE07-1F49-6B86-84E1-B27FA410E448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1" name="文本框 160">
            <a:extLst>
              <a:ext uri="{FF2B5EF4-FFF2-40B4-BE49-F238E27FC236}">
                <a16:creationId xmlns:a16="http://schemas.microsoft.com/office/drawing/2014/main" id="{BD59CC3C-7FD3-5525-7D39-38253E85B3FA}"/>
              </a:ext>
            </a:extLst>
          </p:cNvPr>
          <p:cNvSpPr txBox="1"/>
          <p:nvPr/>
        </p:nvSpPr>
        <p:spPr>
          <a:xfrm>
            <a:off x="2044468" y="2332701"/>
            <a:ext cx="1801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Network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43EFF649-10BA-A7D4-8E56-B7787C7DC018}"/>
              </a:ext>
            </a:extLst>
          </p:cNvPr>
          <p:cNvSpPr txBox="1"/>
          <p:nvPr/>
        </p:nvSpPr>
        <p:spPr>
          <a:xfrm>
            <a:off x="3741690" y="696234"/>
            <a:ext cx="134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Single-image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EE0DE23-3CBF-CB11-6899-180EACADCD30}"/>
              </a:ext>
            </a:extLst>
          </p:cNvPr>
          <p:cNvSpPr txBox="1"/>
          <p:nvPr/>
        </p:nvSpPr>
        <p:spPr>
          <a:xfrm>
            <a:off x="5447385" y="2140971"/>
            <a:ext cx="765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2-order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7429BEC-C0E8-89B9-5F53-0DB437F30F75}"/>
              </a:ext>
            </a:extLst>
          </p:cNvPr>
          <p:cNvSpPr txBox="1"/>
          <p:nvPr/>
        </p:nvSpPr>
        <p:spPr>
          <a:xfrm>
            <a:off x="5586247" y="1575609"/>
            <a:ext cx="75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1-order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B6F32F2A-9970-C681-527E-12EEAC8FF159}"/>
              </a:ext>
            </a:extLst>
          </p:cNvPr>
          <p:cNvCxnSpPr>
            <a:cxnSpLocks/>
            <a:stCxn id="322" idx="1"/>
            <a:endCxn id="58" idx="7"/>
          </p:cNvCxnSpPr>
          <p:nvPr/>
        </p:nvCxnSpPr>
        <p:spPr>
          <a:xfrm flipH="1">
            <a:off x="8424372" y="1277000"/>
            <a:ext cx="525478" cy="7384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14A14FDC-7000-9442-7241-FD35431D6A10}"/>
              </a:ext>
            </a:extLst>
          </p:cNvPr>
          <p:cNvCxnSpPr>
            <a:cxnSpLocks/>
            <a:stCxn id="44" idx="6"/>
            <a:endCxn id="45" idx="2"/>
          </p:cNvCxnSpPr>
          <p:nvPr/>
        </p:nvCxnSpPr>
        <p:spPr>
          <a:xfrm flipV="1">
            <a:off x="10895812" y="1596530"/>
            <a:ext cx="560070" cy="63042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98677E5-82F0-029B-E08F-B5C97E842328}"/>
                  </a:ext>
                </a:extLst>
              </p:cNvPr>
              <p:cNvSpPr txBox="1"/>
              <p:nvPr/>
            </p:nvSpPr>
            <p:spPr>
              <a:xfrm>
                <a:off x="1676604" y="2055529"/>
                <a:ext cx="23455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98677E5-82F0-029B-E08F-B5C97E842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604" y="2055529"/>
                <a:ext cx="234551" cy="246221"/>
              </a:xfrm>
              <a:prstGeom prst="rect">
                <a:avLst/>
              </a:prstGeom>
              <a:blipFill>
                <a:blip r:embed="rId7"/>
                <a:stretch>
                  <a:fillRect l="-10256" r="-5128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E4364863-AA43-BAC9-0B97-1B0B46DD8D5E}"/>
                  </a:ext>
                </a:extLst>
              </p:cNvPr>
              <p:cNvSpPr txBox="1"/>
              <p:nvPr/>
            </p:nvSpPr>
            <p:spPr>
              <a:xfrm>
                <a:off x="8192990" y="4915136"/>
                <a:ext cx="26654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E4364863-AA43-BAC9-0B97-1B0B46DD8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990" y="4915136"/>
                <a:ext cx="266547" cy="246221"/>
              </a:xfrm>
              <a:prstGeom prst="rect">
                <a:avLst/>
              </a:prstGeom>
              <a:blipFill>
                <a:blip r:embed="rId8"/>
                <a:stretch>
                  <a:fillRect l="-2273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0730B026-F53B-FBFC-7364-F6136F0B90A9}"/>
              </a:ext>
            </a:extLst>
          </p:cNvPr>
          <p:cNvCxnSpPr>
            <a:cxnSpLocks/>
          </p:cNvCxnSpPr>
          <p:nvPr/>
        </p:nvCxnSpPr>
        <p:spPr>
          <a:xfrm>
            <a:off x="6934118" y="3530567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2A8C2290-56D4-E46F-9EC7-6F79EFC24FCA}"/>
              </a:ext>
            </a:extLst>
          </p:cNvPr>
          <p:cNvCxnSpPr>
            <a:cxnSpLocks/>
          </p:cNvCxnSpPr>
          <p:nvPr/>
        </p:nvCxnSpPr>
        <p:spPr>
          <a:xfrm>
            <a:off x="6950988" y="5329826"/>
            <a:ext cx="675897" cy="1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4671FAA5-03DC-0510-FE1E-9B636A91EA40}"/>
              </a:ext>
            </a:extLst>
          </p:cNvPr>
          <p:cNvGrpSpPr/>
          <p:nvPr/>
        </p:nvGrpSpPr>
        <p:grpSpPr>
          <a:xfrm>
            <a:off x="6141165" y="323160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0EB8B449-6918-E760-93A1-C55C95D17604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872D9B3C-F1F5-8E31-A029-2BCEDB64B5F3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DA51D7C4-9E5A-5145-3C0E-AFFE4715368D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C51610AE-AEDF-2125-4AB7-B65F9C0D5E13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C635462D-18AC-DFE2-F402-6E890F3303CF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78041835-3440-680C-9EE4-44D1AA167F78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5E00B80F-827A-1EF8-9B76-AC11924C92C0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062FFD6C-6B29-8EAD-1641-F1A538CFFED3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A4BAAEAA-F4D1-A0E7-914E-BC7059025EC5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50600D8E-52B1-BF3B-BC4F-1EA7380DBFA2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DF841896-B1BF-BC94-0FAD-81EF9219EADA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CB6A5790-333B-BF70-1F7C-E5E75F311EA3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579E2915-AB88-3A00-739C-E7B83DACEFB3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96F093C4-C8CE-AD2A-B3C5-0A6E3B5FC0DA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CC30D8F3-36AF-D5BC-1743-84C83DA2FDBD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4EB4457D-BB8D-1BFF-7A7A-67EFD5864C9C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29F8D149-5631-CB14-2AAE-39ECBEA9392E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EF53A222-202B-0DDD-861E-A15A4A44C205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5CC24891-A17C-4268-299F-C3D0FBBEB234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3B1FC006-BCDF-8435-9C3F-E59D78B95922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A521003D-336C-D0E0-1E5B-44099681FDF6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7B68FCE3-A45C-DB0B-2EE6-0A2A71E1233C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F75B2674-993E-6652-FFF7-D8AA532D5606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2B46BC11-3144-8D78-9F91-2B4CBCE9843A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3A052FBC-23EA-5032-BC78-DB71456070F5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15DCF28E-9068-7D26-070B-A3F0B050CDC8}"/>
              </a:ext>
            </a:extLst>
          </p:cNvPr>
          <p:cNvGrpSpPr/>
          <p:nvPr/>
        </p:nvGrpSpPr>
        <p:grpSpPr>
          <a:xfrm>
            <a:off x="6141276" y="4504206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1308B46B-A585-6D5C-E607-A1A0689A6CBC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20CFF096-0046-B13D-0183-8939B7337418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8C62A961-5F85-9C83-DFC2-BE20506F92B7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D6802793-1847-EE0E-2316-5976068BF069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55569449-93FD-B88E-BB86-26EB36ECBA3A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20AA4970-BC16-5CD0-5F0C-345E03B915EA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: 圆角 203">
              <a:extLst>
                <a:ext uri="{FF2B5EF4-FFF2-40B4-BE49-F238E27FC236}">
                  <a16:creationId xmlns:a16="http://schemas.microsoft.com/office/drawing/2014/main" id="{B4CC2C68-EFCC-D936-5ECA-359A5D9C8BB0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9E6061C6-9E8A-A1B8-C34A-3D8E9EDF08E5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: 圆角 205">
              <a:extLst>
                <a:ext uri="{FF2B5EF4-FFF2-40B4-BE49-F238E27FC236}">
                  <a16:creationId xmlns:a16="http://schemas.microsoft.com/office/drawing/2014/main" id="{CEBF46FD-7C2C-C6A2-472C-B4C854195E7F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: 圆角 206">
              <a:extLst>
                <a:ext uri="{FF2B5EF4-FFF2-40B4-BE49-F238E27FC236}">
                  <a16:creationId xmlns:a16="http://schemas.microsoft.com/office/drawing/2014/main" id="{C63F04DA-408D-1B08-1CA3-1D82EB0E8A65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373B78DD-44EF-5343-66BE-1A006C6CE1F1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8A2BF3D6-7E79-F653-2306-249A3BBA5F0B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979939BE-0D3F-007D-F5C3-14381D5E781E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7432C169-9FE2-C94A-C04F-2B331D8417CD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: 圆角 211">
              <a:extLst>
                <a:ext uri="{FF2B5EF4-FFF2-40B4-BE49-F238E27FC236}">
                  <a16:creationId xmlns:a16="http://schemas.microsoft.com/office/drawing/2014/main" id="{7FB25B72-FF8B-AF86-FDEF-4BDD1D326DAC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9FBC279B-54A6-69C5-4451-0F66C5C8532C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: 圆角 213">
              <a:extLst>
                <a:ext uri="{FF2B5EF4-FFF2-40B4-BE49-F238E27FC236}">
                  <a16:creationId xmlns:a16="http://schemas.microsoft.com/office/drawing/2014/main" id="{6365CA2D-1CBE-8A1B-E38B-AF242728894B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: 圆角 214">
              <a:extLst>
                <a:ext uri="{FF2B5EF4-FFF2-40B4-BE49-F238E27FC236}">
                  <a16:creationId xmlns:a16="http://schemas.microsoft.com/office/drawing/2014/main" id="{5D855E48-CC3C-D8AA-3309-3978D2480B7E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A025CFE4-62E0-421C-0B8B-D5CE72BE5557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: 圆角 216">
              <a:extLst>
                <a:ext uri="{FF2B5EF4-FFF2-40B4-BE49-F238E27FC236}">
                  <a16:creationId xmlns:a16="http://schemas.microsoft.com/office/drawing/2014/main" id="{72FFA09D-F84A-4880-06D7-AD3E08A0F2A6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9312B8FE-FDE2-A686-D819-60E2E047A2EA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2F59DB2C-A2B5-9540-4152-A6C80857F096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: 圆角 219">
              <a:extLst>
                <a:ext uri="{FF2B5EF4-FFF2-40B4-BE49-F238E27FC236}">
                  <a16:creationId xmlns:a16="http://schemas.microsoft.com/office/drawing/2014/main" id="{13A62ADE-604E-718A-7FC0-0710A60699AA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矩形: 圆角 220">
              <a:extLst>
                <a:ext uri="{FF2B5EF4-FFF2-40B4-BE49-F238E27FC236}">
                  <a16:creationId xmlns:a16="http://schemas.microsoft.com/office/drawing/2014/main" id="{991CDE48-7766-253F-BF7A-323ADD57B91C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9F1F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: 圆角 221">
              <a:extLst>
                <a:ext uri="{FF2B5EF4-FFF2-40B4-BE49-F238E27FC236}">
                  <a16:creationId xmlns:a16="http://schemas.microsoft.com/office/drawing/2014/main" id="{10768900-E5E1-C160-1AA7-770BB89597CF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09548D2A-BAC7-EEED-AC8B-DC1749233469}"/>
              </a:ext>
            </a:extLst>
          </p:cNvPr>
          <p:cNvGrpSpPr/>
          <p:nvPr/>
        </p:nvGrpSpPr>
        <p:grpSpPr>
          <a:xfrm>
            <a:off x="7614466" y="5213866"/>
            <a:ext cx="214933" cy="214933"/>
            <a:chOff x="4892460" y="2186404"/>
            <a:chExt cx="142638" cy="142638"/>
          </a:xfrm>
        </p:grpSpPr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E9E30049-0F1E-A572-CA32-88CC6150154F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3B355BC1-A055-3045-0E01-9FFD6FC67E37}"/>
                </a:ext>
              </a:extLst>
            </p:cNvPr>
            <p:cNvCxnSpPr>
              <a:stCxn id="224" idx="1"/>
              <a:endCxn id="22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E6EA34CA-28DD-2D1F-9ED5-5F1AD5456DFA}"/>
                </a:ext>
              </a:extLst>
            </p:cNvPr>
            <p:cNvCxnSpPr>
              <a:cxnSpLocks/>
              <a:stCxn id="224" idx="3"/>
              <a:endCxn id="22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87980653-3945-A104-B5A6-A18FA43C03B3}"/>
              </a:ext>
            </a:extLst>
          </p:cNvPr>
          <p:cNvGrpSpPr/>
          <p:nvPr/>
        </p:nvGrpSpPr>
        <p:grpSpPr>
          <a:xfrm>
            <a:off x="7614466" y="3414493"/>
            <a:ext cx="214933" cy="214933"/>
            <a:chOff x="4892460" y="2186404"/>
            <a:chExt cx="142638" cy="142638"/>
          </a:xfrm>
        </p:grpSpPr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5E7F26A6-E94E-4A95-7921-3273667AB16F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DEEBD89B-6166-DF86-DE5F-834259EAA57E}"/>
                </a:ext>
              </a:extLst>
            </p:cNvPr>
            <p:cNvCxnSpPr>
              <a:stCxn id="228" idx="1"/>
              <a:endCxn id="22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79F8D775-CA1C-EFDA-183E-F301CC5BA7AB}"/>
                </a:ext>
              </a:extLst>
            </p:cNvPr>
            <p:cNvCxnSpPr>
              <a:cxnSpLocks/>
              <a:stCxn id="228" idx="3"/>
              <a:endCxn id="22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1" name="连接符: 肘形 230">
            <a:extLst>
              <a:ext uri="{FF2B5EF4-FFF2-40B4-BE49-F238E27FC236}">
                <a16:creationId xmlns:a16="http://schemas.microsoft.com/office/drawing/2014/main" id="{1119EBF8-9207-5526-A9C6-3CFED3F9C525}"/>
              </a:ext>
            </a:extLst>
          </p:cNvPr>
          <p:cNvCxnSpPr>
            <a:cxnSpLocks/>
            <a:stCxn id="265" idx="2"/>
            <a:endCxn id="224" idx="0"/>
          </p:cNvCxnSpPr>
          <p:nvPr/>
        </p:nvCxnSpPr>
        <p:spPr>
          <a:xfrm rot="10800000" flipV="1">
            <a:off x="7721934" y="4452370"/>
            <a:ext cx="397003" cy="76149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E8EA2CC1-7820-467D-D720-E61E015C66DD}"/>
              </a:ext>
            </a:extLst>
          </p:cNvPr>
          <p:cNvCxnSpPr>
            <a:cxnSpLocks/>
            <a:stCxn id="265" idx="2"/>
            <a:endCxn id="228" idx="4"/>
          </p:cNvCxnSpPr>
          <p:nvPr/>
        </p:nvCxnSpPr>
        <p:spPr>
          <a:xfrm rot="10800000">
            <a:off x="7721934" y="3629427"/>
            <a:ext cx="397003" cy="82294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AC51E940-79CF-5A7D-4110-04B422DE8ACD}"/>
              </a:ext>
            </a:extLst>
          </p:cNvPr>
          <p:cNvCxnSpPr>
            <a:cxnSpLocks/>
          </p:cNvCxnSpPr>
          <p:nvPr/>
        </p:nvCxnSpPr>
        <p:spPr>
          <a:xfrm>
            <a:off x="7833850" y="3522962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7919B955-2511-5A92-5A95-6CA8427CB45A}"/>
              </a:ext>
            </a:extLst>
          </p:cNvPr>
          <p:cNvCxnSpPr>
            <a:cxnSpLocks/>
          </p:cNvCxnSpPr>
          <p:nvPr/>
        </p:nvCxnSpPr>
        <p:spPr>
          <a:xfrm>
            <a:off x="7833850" y="5328768"/>
            <a:ext cx="10767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立方体 234">
            <a:extLst>
              <a:ext uri="{FF2B5EF4-FFF2-40B4-BE49-F238E27FC236}">
                <a16:creationId xmlns:a16="http://schemas.microsoft.com/office/drawing/2014/main" id="{9B66575C-15D2-6EDD-4C27-56C1BE2C7DB7}"/>
              </a:ext>
            </a:extLst>
          </p:cNvPr>
          <p:cNvSpPr/>
          <p:nvPr/>
        </p:nvSpPr>
        <p:spPr>
          <a:xfrm>
            <a:off x="9194320" y="4840821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立方体 235">
            <a:extLst>
              <a:ext uri="{FF2B5EF4-FFF2-40B4-BE49-F238E27FC236}">
                <a16:creationId xmlns:a16="http://schemas.microsoft.com/office/drawing/2014/main" id="{947CF399-6166-545C-C071-8222AEC08BA3}"/>
              </a:ext>
            </a:extLst>
          </p:cNvPr>
          <p:cNvSpPr/>
          <p:nvPr/>
        </p:nvSpPr>
        <p:spPr>
          <a:xfrm>
            <a:off x="9092720" y="5034128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立方体 236">
            <a:extLst>
              <a:ext uri="{FF2B5EF4-FFF2-40B4-BE49-F238E27FC236}">
                <a16:creationId xmlns:a16="http://schemas.microsoft.com/office/drawing/2014/main" id="{F5CCD76A-F917-AD39-2079-2DAC46F0F1AC}"/>
              </a:ext>
            </a:extLst>
          </p:cNvPr>
          <p:cNvSpPr/>
          <p:nvPr/>
        </p:nvSpPr>
        <p:spPr>
          <a:xfrm>
            <a:off x="8991120" y="5227435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立方体 237">
            <a:extLst>
              <a:ext uri="{FF2B5EF4-FFF2-40B4-BE49-F238E27FC236}">
                <a16:creationId xmlns:a16="http://schemas.microsoft.com/office/drawing/2014/main" id="{320C7583-EA28-4DE1-432A-E89EBB0E6A7D}"/>
              </a:ext>
            </a:extLst>
          </p:cNvPr>
          <p:cNvSpPr/>
          <p:nvPr/>
        </p:nvSpPr>
        <p:spPr>
          <a:xfrm>
            <a:off x="8889520" y="5420742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立方体 238">
            <a:extLst>
              <a:ext uri="{FF2B5EF4-FFF2-40B4-BE49-F238E27FC236}">
                <a16:creationId xmlns:a16="http://schemas.microsoft.com/office/drawing/2014/main" id="{0E6E822C-E519-9900-2161-5D20F80882D9}"/>
              </a:ext>
            </a:extLst>
          </p:cNvPr>
          <p:cNvSpPr/>
          <p:nvPr/>
        </p:nvSpPr>
        <p:spPr>
          <a:xfrm>
            <a:off x="8787920" y="5614051"/>
            <a:ext cx="944880" cy="223520"/>
          </a:xfrm>
          <a:prstGeom prst="cube">
            <a:avLst/>
          </a:prstGeom>
          <a:pattFill prst="wdDnDiag">
            <a:fgClr>
              <a:srgbClr val="0070C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立方体 239">
            <a:extLst>
              <a:ext uri="{FF2B5EF4-FFF2-40B4-BE49-F238E27FC236}">
                <a16:creationId xmlns:a16="http://schemas.microsoft.com/office/drawing/2014/main" id="{1C7FC894-1893-D958-0C18-EC3BBB5BF722}"/>
              </a:ext>
            </a:extLst>
          </p:cNvPr>
          <p:cNvSpPr/>
          <p:nvPr/>
        </p:nvSpPr>
        <p:spPr>
          <a:xfrm>
            <a:off x="8787920" y="3064224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立方体 240">
            <a:extLst>
              <a:ext uri="{FF2B5EF4-FFF2-40B4-BE49-F238E27FC236}">
                <a16:creationId xmlns:a16="http://schemas.microsoft.com/office/drawing/2014/main" id="{E178A2CB-D8DB-BC53-6C39-4B2A635FA42B}"/>
              </a:ext>
            </a:extLst>
          </p:cNvPr>
          <p:cNvSpPr/>
          <p:nvPr/>
        </p:nvSpPr>
        <p:spPr>
          <a:xfrm>
            <a:off x="8889520" y="3257531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立方体 241">
            <a:extLst>
              <a:ext uri="{FF2B5EF4-FFF2-40B4-BE49-F238E27FC236}">
                <a16:creationId xmlns:a16="http://schemas.microsoft.com/office/drawing/2014/main" id="{FD098E1F-710F-177F-ABF4-5CC74461C961}"/>
              </a:ext>
            </a:extLst>
          </p:cNvPr>
          <p:cNvSpPr/>
          <p:nvPr/>
        </p:nvSpPr>
        <p:spPr>
          <a:xfrm>
            <a:off x="8991120" y="3450839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立方体 242">
            <a:extLst>
              <a:ext uri="{FF2B5EF4-FFF2-40B4-BE49-F238E27FC236}">
                <a16:creationId xmlns:a16="http://schemas.microsoft.com/office/drawing/2014/main" id="{B4BCFF9C-4E2F-9BA5-059B-691B27C36A9C}"/>
              </a:ext>
            </a:extLst>
          </p:cNvPr>
          <p:cNvSpPr/>
          <p:nvPr/>
        </p:nvSpPr>
        <p:spPr>
          <a:xfrm>
            <a:off x="9092720" y="3644147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立方体 243">
            <a:extLst>
              <a:ext uri="{FF2B5EF4-FFF2-40B4-BE49-F238E27FC236}">
                <a16:creationId xmlns:a16="http://schemas.microsoft.com/office/drawing/2014/main" id="{44E2F1B5-FCE3-7F65-41E5-CCB9B3C4F7AC}"/>
              </a:ext>
            </a:extLst>
          </p:cNvPr>
          <p:cNvSpPr/>
          <p:nvPr/>
        </p:nvSpPr>
        <p:spPr>
          <a:xfrm>
            <a:off x="9194320" y="3837454"/>
            <a:ext cx="944880" cy="223520"/>
          </a:xfrm>
          <a:prstGeom prst="cube">
            <a:avLst/>
          </a:prstGeom>
          <a:pattFill prst="wdUpDiag">
            <a:fgClr>
              <a:srgbClr val="C00000"/>
            </a:fgClr>
            <a:bgClr>
              <a:schemeClr val="bg1">
                <a:lumMod val="95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92F3EF05-7FD2-01D3-7543-434F9B99E403}"/>
              </a:ext>
            </a:extLst>
          </p:cNvPr>
          <p:cNvGrpSpPr/>
          <p:nvPr/>
        </p:nvGrpSpPr>
        <p:grpSpPr>
          <a:xfrm rot="18905662">
            <a:off x="10227857" y="4300487"/>
            <a:ext cx="214933" cy="214933"/>
            <a:chOff x="4892460" y="2186404"/>
            <a:chExt cx="142638" cy="142638"/>
          </a:xfrm>
        </p:grpSpPr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9C91DA3D-66AF-9C1B-370D-829EDB35F49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88A5E36A-9867-5899-1BF8-A6310260171C}"/>
                </a:ext>
              </a:extLst>
            </p:cNvPr>
            <p:cNvCxnSpPr>
              <a:stCxn id="246" idx="1"/>
              <a:endCxn id="246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157E1F3B-2F5E-B35D-A84D-4203F75E8694}"/>
                </a:ext>
              </a:extLst>
            </p:cNvPr>
            <p:cNvCxnSpPr>
              <a:cxnSpLocks/>
              <a:stCxn id="246" idx="3"/>
              <a:endCxn id="246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9" name="立方体 248">
            <a:extLst>
              <a:ext uri="{FF2B5EF4-FFF2-40B4-BE49-F238E27FC236}">
                <a16:creationId xmlns:a16="http://schemas.microsoft.com/office/drawing/2014/main" id="{150EB8FE-ECE4-1163-3058-877D1675D0A5}"/>
              </a:ext>
            </a:extLst>
          </p:cNvPr>
          <p:cNvSpPr/>
          <p:nvPr/>
        </p:nvSpPr>
        <p:spPr>
          <a:xfrm>
            <a:off x="10968087" y="3936458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46000">
                <a:srgbClr val="FACCCE"/>
              </a:gs>
              <a:gs pos="63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立方体 249">
            <a:extLst>
              <a:ext uri="{FF2B5EF4-FFF2-40B4-BE49-F238E27FC236}">
                <a16:creationId xmlns:a16="http://schemas.microsoft.com/office/drawing/2014/main" id="{C4DE212D-3F04-674B-E74C-33DC44564967}"/>
              </a:ext>
            </a:extLst>
          </p:cNvPr>
          <p:cNvSpPr/>
          <p:nvPr/>
        </p:nvSpPr>
        <p:spPr>
          <a:xfrm>
            <a:off x="10866487" y="4129765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31000">
                <a:srgbClr val="FACCCE"/>
              </a:gs>
              <a:gs pos="54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立方体 250">
            <a:extLst>
              <a:ext uri="{FF2B5EF4-FFF2-40B4-BE49-F238E27FC236}">
                <a16:creationId xmlns:a16="http://schemas.microsoft.com/office/drawing/2014/main" id="{A042A0D1-E00A-CBC4-2F46-73FCBD690919}"/>
              </a:ext>
            </a:extLst>
          </p:cNvPr>
          <p:cNvSpPr/>
          <p:nvPr/>
        </p:nvSpPr>
        <p:spPr>
          <a:xfrm>
            <a:off x="10764887" y="4323072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57000">
                <a:srgbClr val="FACCCE"/>
              </a:gs>
              <a:gs pos="79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立方体 251">
            <a:extLst>
              <a:ext uri="{FF2B5EF4-FFF2-40B4-BE49-F238E27FC236}">
                <a16:creationId xmlns:a16="http://schemas.microsoft.com/office/drawing/2014/main" id="{B628E084-E0D3-5775-E089-A5A98795D18B}"/>
              </a:ext>
            </a:extLst>
          </p:cNvPr>
          <p:cNvSpPr/>
          <p:nvPr/>
        </p:nvSpPr>
        <p:spPr>
          <a:xfrm>
            <a:off x="10663287" y="4516379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35000">
                <a:srgbClr val="FACCCE"/>
              </a:gs>
              <a:gs pos="73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立方体 252">
            <a:extLst>
              <a:ext uri="{FF2B5EF4-FFF2-40B4-BE49-F238E27FC236}">
                <a16:creationId xmlns:a16="http://schemas.microsoft.com/office/drawing/2014/main" id="{113C1868-B164-B839-1D82-CCCBC4EF48E4}"/>
              </a:ext>
            </a:extLst>
          </p:cNvPr>
          <p:cNvSpPr/>
          <p:nvPr/>
        </p:nvSpPr>
        <p:spPr>
          <a:xfrm>
            <a:off x="10561687" y="4709688"/>
            <a:ext cx="944880" cy="223520"/>
          </a:xfrm>
          <a:prstGeom prst="cube">
            <a:avLst/>
          </a:prstGeom>
          <a:gradFill>
            <a:gsLst>
              <a:gs pos="0">
                <a:srgbClr val="C00000"/>
              </a:gs>
              <a:gs pos="26000">
                <a:srgbClr val="FACCCE"/>
              </a:gs>
              <a:gs pos="46000">
                <a:schemeClr val="accent5">
                  <a:lumMod val="40000"/>
                  <a:lumOff val="60000"/>
                </a:schemeClr>
              </a:gs>
              <a:gs pos="100000">
                <a:srgbClr val="0070C0"/>
              </a:gs>
            </a:gsLst>
            <a:lin ang="0" scaled="0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4" name="连接符: 肘形 253">
            <a:extLst>
              <a:ext uri="{FF2B5EF4-FFF2-40B4-BE49-F238E27FC236}">
                <a16:creationId xmlns:a16="http://schemas.microsoft.com/office/drawing/2014/main" id="{9B609B8D-0955-1DBD-3AFD-1430906F7AB6}"/>
              </a:ext>
            </a:extLst>
          </p:cNvPr>
          <p:cNvCxnSpPr>
            <a:cxnSpLocks/>
            <a:stCxn id="242" idx="5"/>
            <a:endCxn id="246" idx="7"/>
          </p:cNvCxnSpPr>
          <p:nvPr/>
        </p:nvCxnSpPr>
        <p:spPr>
          <a:xfrm>
            <a:off x="9936001" y="3534660"/>
            <a:ext cx="399499" cy="76582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连接符: 肘形 254">
            <a:extLst>
              <a:ext uri="{FF2B5EF4-FFF2-40B4-BE49-F238E27FC236}">
                <a16:creationId xmlns:a16="http://schemas.microsoft.com/office/drawing/2014/main" id="{D009380F-5A54-F5D2-02A8-ACB84260123E}"/>
              </a:ext>
            </a:extLst>
          </p:cNvPr>
          <p:cNvCxnSpPr>
            <a:cxnSpLocks/>
            <a:stCxn id="237" idx="5"/>
            <a:endCxn id="246" idx="3"/>
          </p:cNvCxnSpPr>
          <p:nvPr/>
        </p:nvCxnSpPr>
        <p:spPr>
          <a:xfrm flipV="1">
            <a:off x="9936000" y="4515419"/>
            <a:ext cx="399146" cy="79583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4BA162C0-5F58-209D-0B4D-DC933678BF37}"/>
              </a:ext>
            </a:extLst>
          </p:cNvPr>
          <p:cNvCxnSpPr>
            <a:cxnSpLocks/>
            <a:stCxn id="246" idx="5"/>
          </p:cNvCxnSpPr>
          <p:nvPr/>
        </p:nvCxnSpPr>
        <p:spPr>
          <a:xfrm>
            <a:off x="10442790" y="4408130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A5B34ACF-D8A6-497F-A705-7C46F6FE57E6}"/>
              </a:ext>
            </a:extLst>
          </p:cNvPr>
          <p:cNvSpPr/>
          <p:nvPr/>
        </p:nvSpPr>
        <p:spPr>
          <a:xfrm>
            <a:off x="10099663" y="5829219"/>
            <a:ext cx="220134" cy="220134"/>
          </a:xfrm>
          <a:prstGeom prst="round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F2A45DC2-C4B3-9DEC-6248-88E5122F22FD}"/>
              </a:ext>
            </a:extLst>
          </p:cNvPr>
          <p:cNvSpPr/>
          <p:nvPr/>
        </p:nvSpPr>
        <p:spPr>
          <a:xfrm>
            <a:off x="10099662" y="5553398"/>
            <a:ext cx="220134" cy="220134"/>
          </a:xfrm>
          <a:prstGeom prst="round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DA672DC3-72CD-1A85-6B92-FCD09EECBCD1}"/>
              </a:ext>
            </a:extLst>
          </p:cNvPr>
          <p:cNvSpPr txBox="1"/>
          <p:nvPr/>
        </p:nvSpPr>
        <p:spPr>
          <a:xfrm>
            <a:off x="10322950" y="5518306"/>
            <a:ext cx="1643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 &gt; 0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FE31EFF3-C46A-0DDB-31BC-EFC5BE95405E}"/>
              </a:ext>
            </a:extLst>
          </p:cNvPr>
          <p:cNvSpPr txBox="1"/>
          <p:nvPr/>
        </p:nvSpPr>
        <p:spPr>
          <a:xfrm>
            <a:off x="10243575" y="5779947"/>
            <a:ext cx="1752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 &lt; 0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85D704E8-F49B-D842-635C-0A3EC8631ED2}"/>
                  </a:ext>
                </a:extLst>
              </p:cNvPr>
              <p:cNvSpPr txBox="1"/>
              <p:nvPr/>
            </p:nvSpPr>
            <p:spPr>
              <a:xfrm>
                <a:off x="10243554" y="3675629"/>
                <a:ext cx="276229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b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85D704E8-F49B-D842-635C-0A3EC8631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554" y="3675629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8696" r="-217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03A3A273-31AA-AD43-5D2D-130E8BA91DC8}"/>
                  </a:ext>
                </a:extLst>
              </p:cNvPr>
              <p:cNvSpPr txBox="1"/>
              <p:nvPr/>
            </p:nvSpPr>
            <p:spPr>
              <a:xfrm>
                <a:off x="10227679" y="4914948"/>
                <a:ext cx="279435" cy="268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03A3A273-31AA-AD43-5D2D-130E8BA91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679" y="4914948"/>
                <a:ext cx="279435" cy="268984"/>
              </a:xfrm>
              <a:prstGeom prst="rect">
                <a:avLst/>
              </a:prstGeom>
              <a:blipFill>
                <a:blip r:embed="rId10"/>
                <a:stretch>
                  <a:fillRect l="-10870" t="-2273" r="-6522" b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立方体 262">
            <a:extLst>
              <a:ext uri="{FF2B5EF4-FFF2-40B4-BE49-F238E27FC236}">
                <a16:creationId xmlns:a16="http://schemas.microsoft.com/office/drawing/2014/main" id="{95151611-5BC8-E7A2-956C-8A1AB52452B4}"/>
              </a:ext>
            </a:extLst>
          </p:cNvPr>
          <p:cNvSpPr/>
          <p:nvPr/>
        </p:nvSpPr>
        <p:spPr>
          <a:xfrm>
            <a:off x="8322136" y="3926057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立方体 263">
            <a:extLst>
              <a:ext uri="{FF2B5EF4-FFF2-40B4-BE49-F238E27FC236}">
                <a16:creationId xmlns:a16="http://schemas.microsoft.com/office/drawing/2014/main" id="{8C748762-124F-6E4A-088B-2DABC8B00331}"/>
              </a:ext>
            </a:extLst>
          </p:cNvPr>
          <p:cNvSpPr/>
          <p:nvPr/>
        </p:nvSpPr>
        <p:spPr>
          <a:xfrm>
            <a:off x="8220536" y="4119364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立方体 264">
            <a:extLst>
              <a:ext uri="{FF2B5EF4-FFF2-40B4-BE49-F238E27FC236}">
                <a16:creationId xmlns:a16="http://schemas.microsoft.com/office/drawing/2014/main" id="{66536D79-31DC-CE7B-471D-D6F06E7D96D0}"/>
              </a:ext>
            </a:extLst>
          </p:cNvPr>
          <p:cNvSpPr/>
          <p:nvPr/>
        </p:nvSpPr>
        <p:spPr>
          <a:xfrm>
            <a:off x="8118936" y="4312671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立方体 265">
            <a:extLst>
              <a:ext uri="{FF2B5EF4-FFF2-40B4-BE49-F238E27FC236}">
                <a16:creationId xmlns:a16="http://schemas.microsoft.com/office/drawing/2014/main" id="{5666B14B-CAAC-847E-60C0-773FCB9CD535}"/>
              </a:ext>
            </a:extLst>
          </p:cNvPr>
          <p:cNvSpPr/>
          <p:nvPr/>
        </p:nvSpPr>
        <p:spPr>
          <a:xfrm>
            <a:off x="8017336" y="4505978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立方体 266">
            <a:extLst>
              <a:ext uri="{FF2B5EF4-FFF2-40B4-BE49-F238E27FC236}">
                <a16:creationId xmlns:a16="http://schemas.microsoft.com/office/drawing/2014/main" id="{4854AB7F-F755-7452-B2C4-9948A7949DCF}"/>
              </a:ext>
            </a:extLst>
          </p:cNvPr>
          <p:cNvSpPr/>
          <p:nvPr/>
        </p:nvSpPr>
        <p:spPr>
          <a:xfrm>
            <a:off x="7915736" y="4699287"/>
            <a:ext cx="781964" cy="223520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BC652504-3285-64EA-E95D-A06E045318BA}"/>
                  </a:ext>
                </a:extLst>
              </p:cNvPr>
              <p:cNvSpPr txBox="1"/>
              <p:nvPr/>
            </p:nvSpPr>
            <p:spPr>
              <a:xfrm>
                <a:off x="9498948" y="4077530"/>
                <a:ext cx="281039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b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BC652504-3285-64EA-E95D-A06E04531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948" y="4077530"/>
                <a:ext cx="281039" cy="246221"/>
              </a:xfrm>
              <a:prstGeom prst="rect">
                <a:avLst/>
              </a:prstGeom>
              <a:blipFill>
                <a:blip r:embed="rId11"/>
                <a:stretch>
                  <a:fillRect l="-8696" r="-217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63C2DDC2-9C4D-5902-3231-AE6DE8A79817}"/>
                  </a:ext>
                </a:extLst>
              </p:cNvPr>
              <p:cNvSpPr txBox="1"/>
              <p:nvPr/>
            </p:nvSpPr>
            <p:spPr>
              <a:xfrm>
                <a:off x="9503695" y="4552964"/>
                <a:ext cx="284245" cy="268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</m:sSubSup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63C2DDC2-9C4D-5902-3231-AE6DE8A79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695" y="4552964"/>
                <a:ext cx="284245" cy="268984"/>
              </a:xfrm>
              <a:prstGeom prst="rect">
                <a:avLst/>
              </a:prstGeom>
              <a:blipFill>
                <a:blip r:embed="rId12"/>
                <a:stretch>
                  <a:fillRect l="-8511" t="-2273" r="-6383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6279E41F-B5AC-A6A1-A1CE-A6797E663593}"/>
                  </a:ext>
                </a:extLst>
              </p:cNvPr>
              <p:cNvSpPr txBox="1"/>
              <p:nvPr/>
            </p:nvSpPr>
            <p:spPr>
              <a:xfrm>
                <a:off x="10928455" y="4931169"/>
                <a:ext cx="2489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6279E41F-B5AC-A6A1-A1CE-A6797E663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455" y="4931169"/>
                <a:ext cx="248979" cy="246221"/>
              </a:xfrm>
              <a:prstGeom prst="rect">
                <a:avLst/>
              </a:prstGeom>
              <a:blipFill>
                <a:blip r:embed="rId13"/>
                <a:stretch>
                  <a:fillRect l="-12195" r="-2439"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37BCEB40-18B2-94C3-8EC8-81C0AB49365B}"/>
              </a:ext>
            </a:extLst>
          </p:cNvPr>
          <p:cNvGrpSpPr/>
          <p:nvPr/>
        </p:nvGrpSpPr>
        <p:grpSpPr>
          <a:xfrm>
            <a:off x="1311443" y="1163173"/>
            <a:ext cx="15361580" cy="5012981"/>
            <a:chOff x="1311443" y="1163173"/>
            <a:chExt cx="15361580" cy="5012981"/>
          </a:xfrm>
        </p:grpSpPr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3D60D7F6-D385-9336-D79D-EAA9A8F51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0305" y="2448748"/>
              <a:ext cx="1529693" cy="451031"/>
            </a:xfrm>
            <a:prstGeom prst="line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9B0EFB95-51AD-780E-D4DC-9E92D167CD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6091" y="2161045"/>
              <a:ext cx="450645" cy="729832"/>
            </a:xfrm>
            <a:prstGeom prst="line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67159895-163B-88DF-E7DC-4F358CF0E3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324" y="2160463"/>
              <a:ext cx="240125" cy="739316"/>
            </a:xfrm>
            <a:prstGeom prst="line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33367D36-EEAE-0031-5B1D-82458F8CBF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0363" y="2448748"/>
              <a:ext cx="2886010" cy="426696"/>
            </a:xfrm>
            <a:prstGeom prst="line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矩形: 圆角 275">
              <a:extLst>
                <a:ext uri="{FF2B5EF4-FFF2-40B4-BE49-F238E27FC236}">
                  <a16:creationId xmlns:a16="http://schemas.microsoft.com/office/drawing/2014/main" id="{BCFD9FEA-99E6-145E-F0B0-C99E6F0C021D}"/>
                </a:ext>
              </a:extLst>
            </p:cNvPr>
            <p:cNvSpPr/>
            <p:nvPr/>
          </p:nvSpPr>
          <p:spPr>
            <a:xfrm>
              <a:off x="1311443" y="2899925"/>
              <a:ext cx="4476942" cy="3276229"/>
            </a:xfrm>
            <a:prstGeom prst="roundRect">
              <a:avLst>
                <a:gd name="adj" fmla="val 10199"/>
              </a:avLst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矩形: 圆角 276">
              <a:extLst>
                <a:ext uri="{FF2B5EF4-FFF2-40B4-BE49-F238E27FC236}">
                  <a16:creationId xmlns:a16="http://schemas.microsoft.com/office/drawing/2014/main" id="{21735704-C95D-0D58-2A72-9F47422E6293}"/>
                </a:ext>
              </a:extLst>
            </p:cNvPr>
            <p:cNvSpPr/>
            <p:nvPr/>
          </p:nvSpPr>
          <p:spPr>
            <a:xfrm>
              <a:off x="5915745" y="2890081"/>
              <a:ext cx="6167514" cy="3286073"/>
            </a:xfrm>
            <a:prstGeom prst="roundRect">
              <a:avLst>
                <a:gd name="adj" fmla="val 10211"/>
              </a:avLst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8" name="矩形: 圆角 277">
              <a:extLst>
                <a:ext uri="{FF2B5EF4-FFF2-40B4-BE49-F238E27FC236}">
                  <a16:creationId xmlns:a16="http://schemas.microsoft.com/office/drawing/2014/main" id="{D3EA64DF-D337-9E3A-83CD-8DED45CD2EBA}"/>
                </a:ext>
              </a:extLst>
            </p:cNvPr>
            <p:cNvSpPr/>
            <p:nvPr/>
          </p:nvSpPr>
          <p:spPr>
            <a:xfrm>
              <a:off x="12211144" y="1163173"/>
              <a:ext cx="4461879" cy="5012981"/>
            </a:xfrm>
            <a:prstGeom prst="roundRect">
              <a:avLst>
                <a:gd name="adj" fmla="val 5948"/>
              </a:avLst>
            </a:pr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4FCB56F1-7966-7CB5-860E-31F31296D4ED}"/>
              </a:ext>
            </a:extLst>
          </p:cNvPr>
          <p:cNvGrpSpPr/>
          <p:nvPr/>
        </p:nvGrpSpPr>
        <p:grpSpPr>
          <a:xfrm>
            <a:off x="12537336" y="5230473"/>
            <a:ext cx="3926873" cy="794190"/>
            <a:chOff x="12511033" y="1342496"/>
            <a:chExt cx="3926873" cy="794190"/>
          </a:xfrm>
        </p:grpSpPr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6B9E7F5F-BAAD-7A52-B7B4-80038E6736B1}"/>
                </a:ext>
              </a:extLst>
            </p:cNvPr>
            <p:cNvSpPr/>
            <p:nvPr/>
          </p:nvSpPr>
          <p:spPr>
            <a:xfrm>
              <a:off x="12511033" y="1342496"/>
              <a:ext cx="3881297" cy="794190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904EE57C-727C-A116-AC57-8BC6F266B0A4}"/>
                </a:ext>
              </a:extLst>
            </p:cNvPr>
            <p:cNvSpPr txBox="1"/>
            <p:nvPr/>
          </p:nvSpPr>
          <p:spPr>
            <a:xfrm>
              <a:off x="13201254" y="1493986"/>
              <a:ext cx="11301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Positive</a:t>
              </a:r>
            </a:p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Samples 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D1D69394-63E1-C9A0-25E9-8EA717A023F0}"/>
                </a:ext>
              </a:extLst>
            </p:cNvPr>
            <p:cNvSpPr txBox="1"/>
            <p:nvPr/>
          </p:nvSpPr>
          <p:spPr>
            <a:xfrm>
              <a:off x="15329777" y="1497318"/>
              <a:ext cx="1108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Samples  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3" name="任意多边形: 形状 282">
              <a:extLst>
                <a:ext uri="{FF2B5EF4-FFF2-40B4-BE49-F238E27FC236}">
                  <a16:creationId xmlns:a16="http://schemas.microsoft.com/office/drawing/2014/main" id="{23507A9F-1C7A-F401-5527-0EE0B5262AD2}"/>
                </a:ext>
              </a:extLst>
            </p:cNvPr>
            <p:cNvSpPr/>
            <p:nvPr/>
          </p:nvSpPr>
          <p:spPr>
            <a:xfrm>
              <a:off x="12740713" y="1441379"/>
              <a:ext cx="753125" cy="589181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solidFill>
                <a:srgbClr val="C0000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任意多边形: 形状 283">
              <a:extLst>
                <a:ext uri="{FF2B5EF4-FFF2-40B4-BE49-F238E27FC236}">
                  <a16:creationId xmlns:a16="http://schemas.microsoft.com/office/drawing/2014/main" id="{02EE13D8-AD7C-BB39-51D7-93CA4B569E00}"/>
                </a:ext>
              </a:extLst>
            </p:cNvPr>
            <p:cNvSpPr/>
            <p:nvPr/>
          </p:nvSpPr>
          <p:spPr>
            <a:xfrm>
              <a:off x="14748042" y="1471052"/>
              <a:ext cx="753125" cy="552660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6CB6767C-3838-2D05-A068-E779F4DAE52D}"/>
              </a:ext>
            </a:extLst>
          </p:cNvPr>
          <p:cNvGrpSpPr/>
          <p:nvPr/>
        </p:nvGrpSpPr>
        <p:grpSpPr>
          <a:xfrm>
            <a:off x="12237239" y="1289333"/>
            <a:ext cx="4233473" cy="3929799"/>
            <a:chOff x="12239855" y="2837361"/>
            <a:chExt cx="4233473" cy="3296263"/>
          </a:xfrm>
        </p:grpSpPr>
        <p:sp>
          <p:nvSpPr>
            <p:cNvPr id="286" name="任意多边形: 形状 285">
              <a:extLst>
                <a:ext uri="{FF2B5EF4-FFF2-40B4-BE49-F238E27FC236}">
                  <a16:creationId xmlns:a16="http://schemas.microsoft.com/office/drawing/2014/main" id="{327937D8-9AE6-0E78-F1D6-9B7C6513D628}"/>
                </a:ext>
              </a:extLst>
            </p:cNvPr>
            <p:cNvSpPr/>
            <p:nvPr/>
          </p:nvSpPr>
          <p:spPr>
            <a:xfrm>
              <a:off x="12895433" y="3488105"/>
              <a:ext cx="385417" cy="711736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任意多边形: 形状 286">
              <a:extLst>
                <a:ext uri="{FF2B5EF4-FFF2-40B4-BE49-F238E27FC236}">
                  <a16:creationId xmlns:a16="http://schemas.microsoft.com/office/drawing/2014/main" id="{5B4B21CD-AE5D-3286-52A2-76FEEB3F06B6}"/>
                </a:ext>
              </a:extLst>
            </p:cNvPr>
            <p:cNvSpPr/>
            <p:nvPr/>
          </p:nvSpPr>
          <p:spPr>
            <a:xfrm>
              <a:off x="13753707" y="3878830"/>
              <a:ext cx="283818" cy="321011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solidFill>
                <a:srgbClr val="C0000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任意多边形: 形状 287">
              <a:extLst>
                <a:ext uri="{FF2B5EF4-FFF2-40B4-BE49-F238E27FC236}">
                  <a16:creationId xmlns:a16="http://schemas.microsoft.com/office/drawing/2014/main" id="{19B3226E-7C56-884B-E8FC-A99593092103}"/>
                </a:ext>
              </a:extLst>
            </p:cNvPr>
            <p:cNvSpPr/>
            <p:nvPr/>
          </p:nvSpPr>
          <p:spPr>
            <a:xfrm>
              <a:off x="12877562" y="5292208"/>
              <a:ext cx="961663" cy="538120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任意多边形: 形状 288">
              <a:extLst>
                <a:ext uri="{FF2B5EF4-FFF2-40B4-BE49-F238E27FC236}">
                  <a16:creationId xmlns:a16="http://schemas.microsoft.com/office/drawing/2014/main" id="{2A11CB64-6F2C-391B-CA93-B5DC7AFB2474}"/>
                </a:ext>
              </a:extLst>
            </p:cNvPr>
            <p:cNvSpPr/>
            <p:nvPr/>
          </p:nvSpPr>
          <p:spPr>
            <a:xfrm>
              <a:off x="13331226" y="5597008"/>
              <a:ext cx="792773" cy="232164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solidFill>
                <a:srgbClr val="C0000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任意多边形: 形状 289">
              <a:extLst>
                <a:ext uri="{FF2B5EF4-FFF2-40B4-BE49-F238E27FC236}">
                  <a16:creationId xmlns:a16="http://schemas.microsoft.com/office/drawing/2014/main" id="{88586947-8DA4-67A3-B608-508BE4BA2503}"/>
                </a:ext>
              </a:extLst>
            </p:cNvPr>
            <p:cNvSpPr/>
            <p:nvPr/>
          </p:nvSpPr>
          <p:spPr>
            <a:xfrm>
              <a:off x="14596146" y="4825891"/>
              <a:ext cx="1270000" cy="1002848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任意多边形: 形状 290">
              <a:extLst>
                <a:ext uri="{FF2B5EF4-FFF2-40B4-BE49-F238E27FC236}">
                  <a16:creationId xmlns:a16="http://schemas.microsoft.com/office/drawing/2014/main" id="{CD40C128-F83F-7E33-660F-3019946F1B9D}"/>
                </a:ext>
              </a:extLst>
            </p:cNvPr>
            <p:cNvSpPr/>
            <p:nvPr/>
          </p:nvSpPr>
          <p:spPr>
            <a:xfrm>
              <a:off x="15388626" y="5600560"/>
              <a:ext cx="742359" cy="223368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solidFill>
                <a:srgbClr val="C0000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任意多边形: 形状 291">
              <a:extLst>
                <a:ext uri="{FF2B5EF4-FFF2-40B4-BE49-F238E27FC236}">
                  <a16:creationId xmlns:a16="http://schemas.microsoft.com/office/drawing/2014/main" id="{C401DE11-CBE1-EF3A-4424-A193F7287454}"/>
                </a:ext>
              </a:extLst>
            </p:cNvPr>
            <p:cNvSpPr/>
            <p:nvPr/>
          </p:nvSpPr>
          <p:spPr>
            <a:xfrm>
              <a:off x="14672312" y="3098391"/>
              <a:ext cx="1290354" cy="1096895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任意多边形: 形状 292">
              <a:extLst>
                <a:ext uri="{FF2B5EF4-FFF2-40B4-BE49-F238E27FC236}">
                  <a16:creationId xmlns:a16="http://schemas.microsoft.com/office/drawing/2014/main" id="{403E94C5-6F6F-7AF2-8E3B-2D2280CCC5A9}"/>
                </a:ext>
              </a:extLst>
            </p:cNvPr>
            <p:cNvSpPr/>
            <p:nvPr/>
          </p:nvSpPr>
          <p:spPr>
            <a:xfrm>
              <a:off x="15429547" y="3886931"/>
              <a:ext cx="839497" cy="307776"/>
            </a:xfrm>
            <a:custGeom>
              <a:avLst/>
              <a:gdLst>
                <a:gd name="connsiteX0" fmla="*/ 0 w 533400"/>
                <a:gd name="connsiteY0" fmla="*/ 736600 h 736600"/>
                <a:gd name="connsiteX1" fmla="*/ 149225 w 533400"/>
                <a:gd name="connsiteY1" fmla="*/ 584200 h 736600"/>
                <a:gd name="connsiteX2" fmla="*/ 266700 w 533400"/>
                <a:gd name="connsiteY2" fmla="*/ 0 h 736600"/>
                <a:gd name="connsiteX3" fmla="*/ 393700 w 533400"/>
                <a:gd name="connsiteY3" fmla="*/ 587375 h 736600"/>
                <a:gd name="connsiteX4" fmla="*/ 533400 w 533400"/>
                <a:gd name="connsiteY4" fmla="*/ 733425 h 736600"/>
                <a:gd name="connsiteX0" fmla="*/ 0 w 533400"/>
                <a:gd name="connsiteY0" fmla="*/ 642471 h 642471"/>
                <a:gd name="connsiteX1" fmla="*/ 149225 w 533400"/>
                <a:gd name="connsiteY1" fmla="*/ 490071 h 642471"/>
                <a:gd name="connsiteX2" fmla="*/ 266700 w 533400"/>
                <a:gd name="connsiteY2" fmla="*/ 1 h 642471"/>
                <a:gd name="connsiteX3" fmla="*/ 393700 w 533400"/>
                <a:gd name="connsiteY3" fmla="*/ 493246 h 642471"/>
                <a:gd name="connsiteX4" fmla="*/ 533400 w 533400"/>
                <a:gd name="connsiteY4" fmla="*/ 639296 h 6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642471">
                  <a:moveTo>
                    <a:pt x="0" y="642471"/>
                  </a:moveTo>
                  <a:cubicBezTo>
                    <a:pt x="52387" y="627654"/>
                    <a:pt x="104775" y="597149"/>
                    <a:pt x="149225" y="490071"/>
                  </a:cubicBezTo>
                  <a:cubicBezTo>
                    <a:pt x="193675" y="382993"/>
                    <a:pt x="225954" y="-528"/>
                    <a:pt x="266700" y="1"/>
                  </a:cubicBezTo>
                  <a:cubicBezTo>
                    <a:pt x="307446" y="530"/>
                    <a:pt x="349250" y="371008"/>
                    <a:pt x="393700" y="493246"/>
                  </a:cubicBezTo>
                  <a:cubicBezTo>
                    <a:pt x="438150" y="615483"/>
                    <a:pt x="485775" y="627389"/>
                    <a:pt x="533400" y="639296"/>
                  </a:cubicBezTo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solidFill>
                <a:srgbClr val="C00000"/>
              </a:solidFill>
            </a:ln>
            <a:effectLst/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文本框 293">
              <a:extLst>
                <a:ext uri="{FF2B5EF4-FFF2-40B4-BE49-F238E27FC236}">
                  <a16:creationId xmlns:a16="http://schemas.microsoft.com/office/drawing/2014/main" id="{35A27B40-90D2-BC0B-DFDE-A6D449F8A852}"/>
                </a:ext>
              </a:extLst>
            </p:cNvPr>
            <p:cNvSpPr txBox="1"/>
            <p:nvPr/>
          </p:nvSpPr>
          <p:spPr>
            <a:xfrm>
              <a:off x="12498723" y="4504623"/>
              <a:ext cx="850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Stage-1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5" name="文本框 294">
              <a:extLst>
                <a:ext uri="{FF2B5EF4-FFF2-40B4-BE49-F238E27FC236}">
                  <a16:creationId xmlns:a16="http://schemas.microsoft.com/office/drawing/2014/main" id="{E23AF719-9847-2003-4E60-9505AE379F83}"/>
                </a:ext>
              </a:extLst>
            </p:cNvPr>
            <p:cNvSpPr txBox="1"/>
            <p:nvPr/>
          </p:nvSpPr>
          <p:spPr>
            <a:xfrm>
              <a:off x="14524964" y="4498485"/>
              <a:ext cx="850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Stage-2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1FAAA943-D3DF-9601-4C79-970152F108F9}"/>
                </a:ext>
              </a:extLst>
            </p:cNvPr>
            <p:cNvSpPr txBox="1"/>
            <p:nvPr/>
          </p:nvSpPr>
          <p:spPr>
            <a:xfrm>
              <a:off x="14650891" y="2837361"/>
              <a:ext cx="1034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5EDEA80B-CAFB-A68C-8F81-98F9A4C5917C}"/>
                </a:ext>
              </a:extLst>
            </p:cNvPr>
            <p:cNvSpPr txBox="1"/>
            <p:nvPr/>
          </p:nvSpPr>
          <p:spPr>
            <a:xfrm>
              <a:off x="12469551" y="2857945"/>
              <a:ext cx="17854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w/o NCRL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13A704E9-43EE-239F-332C-DEC02FFED420}"/>
                </a:ext>
              </a:extLst>
            </p:cNvPr>
            <p:cNvSpPr txBox="1"/>
            <p:nvPr/>
          </p:nvSpPr>
          <p:spPr>
            <a:xfrm>
              <a:off x="12582015" y="4197833"/>
              <a:ext cx="16101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pairwise</a:t>
              </a:r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</a:t>
              </a:r>
            </a:p>
          </p:txBody>
        </p:sp>
        <p:sp>
          <p:nvSpPr>
            <p:cNvPr id="299" name="文本框 298">
              <a:extLst>
                <a:ext uri="{FF2B5EF4-FFF2-40B4-BE49-F238E27FC236}">
                  <a16:creationId xmlns:a16="http://schemas.microsoft.com/office/drawing/2014/main" id="{C9805929-D86A-1C0B-A1D1-3E06AA172145}"/>
                </a:ext>
              </a:extLst>
            </p:cNvPr>
            <p:cNvSpPr txBox="1"/>
            <p:nvPr/>
          </p:nvSpPr>
          <p:spPr>
            <a:xfrm rot="16200000">
              <a:off x="11833413" y="3370349"/>
              <a:ext cx="1132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</a:p>
          </p:txBody>
        </p: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99CADB83-5DF9-1CDA-8DEA-E63DC09A2F59}"/>
                </a:ext>
              </a:extLst>
            </p:cNvPr>
            <p:cNvSpPr txBox="1"/>
            <p:nvPr/>
          </p:nvSpPr>
          <p:spPr>
            <a:xfrm rot="16200000">
              <a:off x="11827695" y="5034038"/>
              <a:ext cx="1132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</a:p>
          </p:txBody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D64F5872-426B-3F7C-86E2-274F8942070C}"/>
                </a:ext>
              </a:extLst>
            </p:cNvPr>
            <p:cNvSpPr txBox="1"/>
            <p:nvPr/>
          </p:nvSpPr>
          <p:spPr>
            <a:xfrm rot="16200000">
              <a:off x="13887912" y="4989412"/>
              <a:ext cx="1132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8ABB3BFC-AADC-249C-407E-757D45540E21}"/>
                </a:ext>
              </a:extLst>
            </p:cNvPr>
            <p:cNvSpPr txBox="1"/>
            <p:nvPr/>
          </p:nvSpPr>
          <p:spPr>
            <a:xfrm rot="16200000">
              <a:off x="13906513" y="3382145"/>
              <a:ext cx="1132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</a:p>
          </p:txBody>
        </p:sp>
        <p:sp>
          <p:nvSpPr>
            <p:cNvPr id="303" name="文本框 302">
              <a:extLst>
                <a:ext uri="{FF2B5EF4-FFF2-40B4-BE49-F238E27FC236}">
                  <a16:creationId xmlns:a16="http://schemas.microsoft.com/office/drawing/2014/main" id="{87ED0594-90E2-14F8-DF30-B4BBF0965B98}"/>
                </a:ext>
              </a:extLst>
            </p:cNvPr>
            <p:cNvSpPr txBox="1"/>
            <p:nvPr/>
          </p:nvSpPr>
          <p:spPr>
            <a:xfrm>
              <a:off x="12628521" y="5825389"/>
              <a:ext cx="16474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pairwise</a:t>
              </a:r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</a:t>
              </a: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7ADABAD8-C1BB-B421-5EC0-F12CD3564196}"/>
                </a:ext>
              </a:extLst>
            </p:cNvPr>
            <p:cNvSpPr txBox="1"/>
            <p:nvPr/>
          </p:nvSpPr>
          <p:spPr>
            <a:xfrm>
              <a:off x="14637428" y="5825847"/>
              <a:ext cx="16501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pairwise</a:t>
              </a:r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</a:t>
              </a:r>
            </a:p>
          </p:txBody>
        </p:sp>
        <p:sp>
          <p:nvSpPr>
            <p:cNvPr id="305" name="文本框 304">
              <a:extLst>
                <a:ext uri="{FF2B5EF4-FFF2-40B4-BE49-F238E27FC236}">
                  <a16:creationId xmlns:a16="http://schemas.microsoft.com/office/drawing/2014/main" id="{673812F7-2F6E-4D8E-A688-741311DD5D0D}"/>
                </a:ext>
              </a:extLst>
            </p:cNvPr>
            <p:cNvSpPr txBox="1"/>
            <p:nvPr/>
          </p:nvSpPr>
          <p:spPr>
            <a:xfrm>
              <a:off x="14674394" y="4193099"/>
              <a:ext cx="161928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pairwise</a:t>
              </a:r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</a:t>
              </a:r>
            </a:p>
          </p:txBody>
        </p:sp>
        <p:sp>
          <p:nvSpPr>
            <p:cNvPr id="306" name="文本框 305">
              <a:extLst>
                <a:ext uri="{FF2B5EF4-FFF2-40B4-BE49-F238E27FC236}">
                  <a16:creationId xmlns:a16="http://schemas.microsoft.com/office/drawing/2014/main" id="{8C417B87-E9A2-D5EA-3D98-D3A717993AD5}"/>
                </a:ext>
              </a:extLst>
            </p:cNvPr>
            <p:cNvSpPr txBox="1"/>
            <p:nvPr/>
          </p:nvSpPr>
          <p:spPr>
            <a:xfrm>
              <a:off x="13477755" y="4813974"/>
              <a:ext cx="9365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Neighbor</a:t>
              </a:r>
              <a:endParaRPr lang="zh-CN" altLang="en-US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D30177BD-B2AF-F0CA-B8FB-94D23A1B3533}"/>
                </a:ext>
              </a:extLst>
            </p:cNvPr>
            <p:cNvCxnSpPr>
              <a:cxnSpLocks/>
            </p:cNvCxnSpPr>
            <p:nvPr/>
          </p:nvCxnSpPr>
          <p:spPr>
            <a:xfrm>
              <a:off x="13747452" y="3558659"/>
              <a:ext cx="0" cy="630893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1B42E6B2-0234-CF62-38CE-993BD06748B4}"/>
                </a:ext>
              </a:extLst>
            </p:cNvPr>
            <p:cNvSpPr txBox="1"/>
            <p:nvPr/>
          </p:nvSpPr>
          <p:spPr>
            <a:xfrm>
              <a:off x="13473698" y="3242931"/>
              <a:ext cx="9365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Neighbor</a:t>
              </a:r>
              <a:endParaRPr lang="zh-CN" altLang="en-US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FA707852-1A68-9BD0-778D-B3FE2D119585}"/>
                </a:ext>
              </a:extLst>
            </p:cNvPr>
            <p:cNvSpPr txBox="1"/>
            <p:nvPr/>
          </p:nvSpPr>
          <p:spPr>
            <a:xfrm>
              <a:off x="15536793" y="4834740"/>
              <a:ext cx="9365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Neighbor</a:t>
              </a:r>
              <a:endParaRPr lang="zh-CN" altLang="en-US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EDF68F60-8CB0-611B-7023-D398A512C098}"/>
                </a:ext>
              </a:extLst>
            </p:cNvPr>
            <p:cNvSpPr txBox="1"/>
            <p:nvPr/>
          </p:nvSpPr>
          <p:spPr>
            <a:xfrm>
              <a:off x="15531627" y="3221128"/>
              <a:ext cx="9365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Neighbor</a:t>
              </a:r>
              <a:endParaRPr lang="zh-CN" altLang="en-US" sz="1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168B8197-C1FD-C73F-DDCB-80FA77388F37}"/>
                </a:ext>
              </a:extLst>
            </p:cNvPr>
            <p:cNvCxnSpPr>
              <a:cxnSpLocks/>
            </p:cNvCxnSpPr>
            <p:nvPr/>
          </p:nvCxnSpPr>
          <p:spPr>
            <a:xfrm>
              <a:off x="15573776" y="5153582"/>
              <a:ext cx="0" cy="670344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899E0C79-D2B6-76CF-45E0-B0AF618D1F9E}"/>
                </a:ext>
              </a:extLst>
            </p:cNvPr>
            <p:cNvCxnSpPr>
              <a:cxnSpLocks/>
            </p:cNvCxnSpPr>
            <p:nvPr/>
          </p:nvCxnSpPr>
          <p:spPr>
            <a:xfrm>
              <a:off x="15625942" y="3558399"/>
              <a:ext cx="0" cy="638968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73E0A274-92E5-914E-5563-985D7867125E}"/>
                </a:ext>
              </a:extLst>
            </p:cNvPr>
            <p:cNvCxnSpPr>
              <a:cxnSpLocks/>
            </p:cNvCxnSpPr>
            <p:nvPr/>
          </p:nvCxnSpPr>
          <p:spPr>
            <a:xfrm>
              <a:off x="13575085" y="5153582"/>
              <a:ext cx="0" cy="67914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13C9E279-05FF-90DF-BF3B-6F1DD38B52D4}"/>
                </a:ext>
              </a:extLst>
            </p:cNvPr>
            <p:cNvCxnSpPr>
              <a:cxnSpLocks/>
            </p:cNvCxnSpPr>
            <p:nvPr/>
          </p:nvCxnSpPr>
          <p:spPr>
            <a:xfrm>
              <a:off x="13740872" y="3560092"/>
              <a:ext cx="484434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CA3D8E61-15F7-5A64-988E-432B413AE894}"/>
                </a:ext>
              </a:extLst>
            </p:cNvPr>
            <p:cNvCxnSpPr>
              <a:cxnSpLocks/>
            </p:cNvCxnSpPr>
            <p:nvPr/>
          </p:nvCxnSpPr>
          <p:spPr>
            <a:xfrm>
              <a:off x="13570005" y="5153582"/>
              <a:ext cx="665461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F3756360-7481-109B-726D-C85D6BEF9115}"/>
                </a:ext>
              </a:extLst>
            </p:cNvPr>
            <p:cNvCxnSpPr>
              <a:cxnSpLocks/>
            </p:cNvCxnSpPr>
            <p:nvPr/>
          </p:nvCxnSpPr>
          <p:spPr>
            <a:xfrm>
              <a:off x="15568696" y="5163742"/>
              <a:ext cx="708930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051C56B5-B254-7D21-FCFE-2A3E0317F1D8}"/>
                </a:ext>
              </a:extLst>
            </p:cNvPr>
            <p:cNvCxnSpPr>
              <a:cxnSpLocks/>
            </p:cNvCxnSpPr>
            <p:nvPr/>
          </p:nvCxnSpPr>
          <p:spPr>
            <a:xfrm>
              <a:off x="15625942" y="3567428"/>
              <a:ext cx="621204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7A8A6A87-1823-1E7D-3236-03A6731B2B72}"/>
                </a:ext>
              </a:extLst>
            </p:cNvPr>
            <p:cNvSpPr/>
            <p:nvPr/>
          </p:nvSpPr>
          <p:spPr>
            <a:xfrm>
              <a:off x="12514584" y="4522758"/>
              <a:ext cx="1811050" cy="1310373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46FD1166-973E-5849-C481-332A9617AF1A}"/>
                </a:ext>
              </a:extLst>
            </p:cNvPr>
            <p:cNvSpPr/>
            <p:nvPr/>
          </p:nvSpPr>
          <p:spPr>
            <a:xfrm>
              <a:off x="14584831" y="4516478"/>
              <a:ext cx="1811050" cy="1312971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0FF235A5-7B8E-73ED-CCB3-09106373C160}"/>
                </a:ext>
              </a:extLst>
            </p:cNvPr>
            <p:cNvSpPr/>
            <p:nvPr/>
          </p:nvSpPr>
          <p:spPr>
            <a:xfrm>
              <a:off x="14584831" y="2884402"/>
              <a:ext cx="1811050" cy="1312971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矩形 320">
              <a:extLst>
                <a:ext uri="{FF2B5EF4-FFF2-40B4-BE49-F238E27FC236}">
                  <a16:creationId xmlns:a16="http://schemas.microsoft.com/office/drawing/2014/main" id="{64D5612C-D2F5-963D-5BE3-9292D4807B4A}"/>
                </a:ext>
              </a:extLst>
            </p:cNvPr>
            <p:cNvSpPr/>
            <p:nvPr/>
          </p:nvSpPr>
          <p:spPr>
            <a:xfrm>
              <a:off x="12514584" y="2884402"/>
              <a:ext cx="1811050" cy="1318032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2" name="椭圆 321">
            <a:extLst>
              <a:ext uri="{FF2B5EF4-FFF2-40B4-BE49-F238E27FC236}">
                <a16:creationId xmlns:a16="http://schemas.microsoft.com/office/drawing/2014/main" id="{4B6A2E2C-8436-1CF5-B5DB-FA9B345A4025}"/>
              </a:ext>
            </a:extLst>
          </p:cNvPr>
          <p:cNvSpPr/>
          <p:nvPr/>
        </p:nvSpPr>
        <p:spPr>
          <a:xfrm>
            <a:off x="8914685" y="1258981"/>
            <a:ext cx="240125" cy="123042"/>
          </a:xfrm>
          <a:prstGeom prst="ellipse">
            <a:avLst/>
          </a:prstGeom>
          <a:solidFill>
            <a:srgbClr val="F7D8E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3" name="连接符: 肘形 322">
            <a:extLst>
              <a:ext uri="{FF2B5EF4-FFF2-40B4-BE49-F238E27FC236}">
                <a16:creationId xmlns:a16="http://schemas.microsoft.com/office/drawing/2014/main" id="{CF8744BD-C391-B786-5D9F-B67ECC8123EC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H="1">
            <a:off x="8649239" y="-1281832"/>
            <a:ext cx="278607" cy="4608779"/>
          </a:xfrm>
          <a:prstGeom prst="bentConnector4">
            <a:avLst>
              <a:gd name="adj1" fmla="val -82051"/>
              <a:gd name="adj2" fmla="val 9993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连接符: 肘形 323">
            <a:extLst>
              <a:ext uri="{FF2B5EF4-FFF2-40B4-BE49-F238E27FC236}">
                <a16:creationId xmlns:a16="http://schemas.microsoft.com/office/drawing/2014/main" id="{E47B987A-D197-D707-82B2-D36307066712}"/>
              </a:ext>
            </a:extLst>
          </p:cNvPr>
          <p:cNvCxnSpPr>
            <a:cxnSpLocks/>
            <a:stCxn id="24" idx="0"/>
            <a:endCxn id="48" idx="0"/>
          </p:cNvCxnSpPr>
          <p:nvPr/>
        </p:nvCxnSpPr>
        <p:spPr>
          <a:xfrm rot="16200000" flipH="1">
            <a:off x="7601227" y="-233820"/>
            <a:ext cx="286587" cy="2520734"/>
          </a:xfrm>
          <a:prstGeom prst="bentConnector3">
            <a:avLst>
              <a:gd name="adj1" fmla="val -7976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12E9D957-408C-9229-7A2B-5C74219C6C34}"/>
              </a:ext>
            </a:extLst>
          </p:cNvPr>
          <p:cNvCxnSpPr>
            <a:cxnSpLocks/>
          </p:cNvCxnSpPr>
          <p:nvPr/>
        </p:nvCxnSpPr>
        <p:spPr>
          <a:xfrm>
            <a:off x="5503724" y="3702528"/>
            <a:ext cx="6181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连接符: 肘形 325">
            <a:extLst>
              <a:ext uri="{FF2B5EF4-FFF2-40B4-BE49-F238E27FC236}">
                <a16:creationId xmlns:a16="http://schemas.microsoft.com/office/drawing/2014/main" id="{3BFE5579-CE90-4DF2-1BC7-BB482647162E}"/>
              </a:ext>
            </a:extLst>
          </p:cNvPr>
          <p:cNvCxnSpPr>
            <a:cxnSpLocks/>
            <a:stCxn id="150" idx="3"/>
            <a:endCxn id="208" idx="1"/>
          </p:cNvCxnSpPr>
          <p:nvPr/>
        </p:nvCxnSpPr>
        <p:spPr>
          <a:xfrm>
            <a:off x="5439962" y="3705559"/>
            <a:ext cx="701314" cy="1352672"/>
          </a:xfrm>
          <a:prstGeom prst="bentConnector3">
            <a:avLst>
              <a:gd name="adj1" fmla="val 2804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110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01EBFF-A71B-80E1-D5A3-716BBD9E2360}"/>
              </a:ext>
            </a:extLst>
          </p:cNvPr>
          <p:cNvSpPr txBox="1"/>
          <p:nvPr/>
        </p:nvSpPr>
        <p:spPr>
          <a:xfrm>
            <a:off x="2534234" y="2698950"/>
            <a:ext cx="427511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 Structural Encoding (NSE)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4DB494-9FC9-B141-5015-252D6FC5568C}"/>
              </a:ext>
            </a:extLst>
          </p:cNvPr>
          <p:cNvSpPr txBox="1"/>
          <p:nvPr/>
        </p:nvSpPr>
        <p:spPr>
          <a:xfrm>
            <a:off x="2534234" y="468395"/>
            <a:ext cx="427511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Network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155F15-1EA5-8D26-3BCA-AAC67E934D68}"/>
              </a:ext>
            </a:extLst>
          </p:cNvPr>
          <p:cNvSpPr txBox="1"/>
          <p:nvPr/>
        </p:nvSpPr>
        <p:spPr>
          <a:xfrm>
            <a:off x="7600950" y="2698950"/>
            <a:ext cx="7272906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Negative-aware Relation 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module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224126-88E4-E765-C7E5-39FB914A3603}"/>
              </a:ext>
            </a:extLst>
          </p:cNvPr>
          <p:cNvSpPr txBox="1"/>
          <p:nvPr/>
        </p:nvSpPr>
        <p:spPr>
          <a:xfrm>
            <a:off x="7600950" y="468395"/>
            <a:ext cx="7272906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Learning (NRL)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B5A0B9-E9E7-7031-1F1B-A0BAF5E6CF7A}"/>
              </a:ext>
            </a:extLst>
          </p:cNvPr>
          <p:cNvSpPr/>
          <p:nvPr/>
        </p:nvSpPr>
        <p:spPr>
          <a:xfrm>
            <a:off x="2263106" y="3045048"/>
            <a:ext cx="4841645" cy="3389619"/>
          </a:xfrm>
          <a:prstGeom prst="roundRect">
            <a:avLst>
              <a:gd name="adj" fmla="val 9024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702A5F1-3EEE-A721-3B0A-5B7D85EE80DD}"/>
              </a:ext>
            </a:extLst>
          </p:cNvPr>
          <p:cNvSpPr/>
          <p:nvPr/>
        </p:nvSpPr>
        <p:spPr>
          <a:xfrm>
            <a:off x="7309436" y="811462"/>
            <a:ext cx="7795631" cy="1747588"/>
          </a:xfrm>
          <a:prstGeom prst="roundRect">
            <a:avLst>
              <a:gd name="adj" fmla="val 1302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CBD6AF5-B216-A2E9-04FB-008DD86B1E2D}"/>
              </a:ext>
            </a:extLst>
          </p:cNvPr>
          <p:cNvCxnSpPr>
            <a:cxnSpLocks/>
          </p:cNvCxnSpPr>
          <p:nvPr/>
        </p:nvCxnSpPr>
        <p:spPr>
          <a:xfrm>
            <a:off x="9485394" y="1706804"/>
            <a:ext cx="16852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57F3352-3D71-03B9-6BF0-6519D2F870A1}"/>
              </a:ext>
            </a:extLst>
          </p:cNvPr>
          <p:cNvSpPr/>
          <p:nvPr/>
        </p:nvSpPr>
        <p:spPr>
          <a:xfrm>
            <a:off x="7337823" y="3063786"/>
            <a:ext cx="7767244" cy="3389619"/>
          </a:xfrm>
          <a:prstGeom prst="roundRect">
            <a:avLst>
              <a:gd name="adj" fmla="val 9024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E680E8-D0C0-8BCF-C64C-BEAAF64140E9}"/>
              </a:ext>
            </a:extLst>
          </p:cNvPr>
          <p:cNvSpPr txBox="1"/>
          <p:nvPr/>
        </p:nvSpPr>
        <p:spPr>
          <a:xfrm>
            <a:off x="8880595" y="4233126"/>
            <a:ext cx="197624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 Relations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EB8551-795C-623E-76A1-ACFC4E270108}"/>
              </a:ext>
            </a:extLst>
          </p:cNvPr>
          <p:cNvSpPr txBox="1"/>
          <p:nvPr/>
        </p:nvSpPr>
        <p:spPr>
          <a:xfrm>
            <a:off x="8720979" y="6044445"/>
            <a:ext cx="226264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Relations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7EB5920-8BF4-85B4-CAA2-998E2F0A0E69}"/>
              </a:ext>
            </a:extLst>
          </p:cNvPr>
          <p:cNvGrpSpPr/>
          <p:nvPr/>
        </p:nvGrpSpPr>
        <p:grpSpPr>
          <a:xfrm>
            <a:off x="2391403" y="1190588"/>
            <a:ext cx="1034132" cy="1072309"/>
            <a:chOff x="1190851" y="1193921"/>
            <a:chExt cx="1034132" cy="107230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AB87BB5-BE4C-32F7-774D-C3580FE37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851" y="1193921"/>
              <a:ext cx="512363" cy="912616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D6D3A85-E6D4-0AF8-9B2B-BB5041FF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1293" y="123384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40673D1-9B0C-9F74-773C-AA481CECC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35" y="1273764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604E8A8-4111-4B75-21A2-729769AD9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177" y="1313687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CE564FF-A423-427F-366D-6EE49E1F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620" y="135361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334104C-4004-96F3-732A-76A665BDA63E}"/>
              </a:ext>
            </a:extLst>
          </p:cNvPr>
          <p:cNvSpPr/>
          <p:nvPr/>
        </p:nvSpPr>
        <p:spPr>
          <a:xfrm>
            <a:off x="2263106" y="811462"/>
            <a:ext cx="4841645" cy="1747588"/>
          </a:xfrm>
          <a:prstGeom prst="roundRect">
            <a:avLst>
              <a:gd name="adj" fmla="val 14353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BE0FA6-4AD1-1BDD-4AB9-401BD4325FD7}"/>
              </a:ext>
            </a:extLst>
          </p:cNvPr>
          <p:cNvSpPr txBox="1"/>
          <p:nvPr/>
        </p:nvSpPr>
        <p:spPr>
          <a:xfrm>
            <a:off x="5166206" y="5002647"/>
            <a:ext cx="21417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  Matrix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FCDB2B0-A298-BE81-6FBA-4852F98886C5}"/>
              </a:ext>
            </a:extLst>
          </p:cNvPr>
          <p:cNvCxnSpPr>
            <a:cxnSpLocks/>
          </p:cNvCxnSpPr>
          <p:nvPr/>
        </p:nvCxnSpPr>
        <p:spPr>
          <a:xfrm>
            <a:off x="3439160" y="1727505"/>
            <a:ext cx="4575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A66E8DD-235A-88AE-6754-2D6C933D20DA}"/>
              </a:ext>
            </a:extLst>
          </p:cNvPr>
          <p:cNvCxnSpPr>
            <a:cxnSpLocks/>
          </p:cNvCxnSpPr>
          <p:nvPr/>
        </p:nvCxnSpPr>
        <p:spPr>
          <a:xfrm>
            <a:off x="4610953" y="1727505"/>
            <a:ext cx="555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AE0EB32-C906-289F-4E34-A0C08507431D}"/>
              </a:ext>
            </a:extLst>
          </p:cNvPr>
          <p:cNvGrpSpPr/>
          <p:nvPr/>
        </p:nvGrpSpPr>
        <p:grpSpPr>
          <a:xfrm rot="18905662">
            <a:off x="13310422" y="4456641"/>
            <a:ext cx="214933" cy="214933"/>
            <a:chOff x="4892460" y="2186404"/>
            <a:chExt cx="142638" cy="142638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2DF5815-7034-7040-0359-D01D35EA866A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6467F0D-A5AA-4914-126F-B4EECB4877E0}"/>
                </a:ext>
              </a:extLst>
            </p:cNvPr>
            <p:cNvCxnSpPr>
              <a:stCxn id="25" idx="1"/>
              <a:endCxn id="2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741F459-631F-7DE6-891F-00DE878287E5}"/>
                </a:ext>
              </a:extLst>
            </p:cNvPr>
            <p:cNvCxnSpPr>
              <a:cxnSpLocks/>
              <a:stCxn id="25" idx="3"/>
              <a:endCxn id="2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6CEB5338-EC1D-5862-DD19-6EED539E9CE7}"/>
              </a:ext>
            </a:extLst>
          </p:cNvPr>
          <p:cNvCxnSpPr>
            <a:cxnSpLocks/>
            <a:endCxn id="25" idx="7"/>
          </p:cNvCxnSpPr>
          <p:nvPr/>
        </p:nvCxnSpPr>
        <p:spPr>
          <a:xfrm rot="16200000" flipH="1">
            <a:off x="12895609" y="3934184"/>
            <a:ext cx="712087" cy="332825"/>
          </a:xfrm>
          <a:prstGeom prst="bentConnector3">
            <a:avLst>
              <a:gd name="adj1" fmla="val -26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0D758627-158C-B010-3C2A-4AF0FB6F4134}"/>
              </a:ext>
            </a:extLst>
          </p:cNvPr>
          <p:cNvCxnSpPr>
            <a:cxnSpLocks/>
            <a:endCxn id="25" idx="3"/>
          </p:cNvCxnSpPr>
          <p:nvPr/>
        </p:nvCxnSpPr>
        <p:spPr>
          <a:xfrm rot="5400000" flipH="1" flipV="1">
            <a:off x="12788706" y="4947713"/>
            <a:ext cx="905144" cy="352867"/>
          </a:xfrm>
          <a:prstGeom prst="bentConnector3">
            <a:avLst>
              <a:gd name="adj1" fmla="val 15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3D31EAA-3189-9DE0-A66C-F9E4174157AF}"/>
              </a:ext>
            </a:extLst>
          </p:cNvPr>
          <p:cNvCxnSpPr>
            <a:cxnSpLocks/>
            <a:stCxn id="25" idx="5"/>
          </p:cNvCxnSpPr>
          <p:nvPr/>
        </p:nvCxnSpPr>
        <p:spPr>
          <a:xfrm>
            <a:off x="13525355" y="4564284"/>
            <a:ext cx="343593" cy="4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6922B65-9292-E127-B5E1-CC47AC085969}"/>
                  </a:ext>
                </a:extLst>
              </p:cNvPr>
              <p:cNvSpPr txBox="1"/>
              <p:nvPr/>
            </p:nvSpPr>
            <p:spPr>
              <a:xfrm>
                <a:off x="13101951" y="4170881"/>
                <a:ext cx="208390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6922B65-9292-E127-B5E1-CC47AC085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951" y="4170881"/>
                <a:ext cx="208390" cy="246221"/>
              </a:xfrm>
              <a:prstGeom prst="rect">
                <a:avLst/>
              </a:prstGeom>
              <a:blipFill>
                <a:blip r:embed="rId7"/>
                <a:stretch>
                  <a:fillRect l="-11765" r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AF5AC10-936C-E77B-F61B-4CABF9A5E3A6}"/>
                  </a:ext>
                </a:extLst>
              </p:cNvPr>
              <p:cNvSpPr txBox="1"/>
              <p:nvPr/>
            </p:nvSpPr>
            <p:spPr>
              <a:xfrm>
                <a:off x="12806036" y="4832846"/>
                <a:ext cx="576889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AF5AC10-936C-E77B-F61B-4CABF9A5E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036" y="4832846"/>
                <a:ext cx="576889" cy="246221"/>
              </a:xfrm>
              <a:prstGeom prst="rect">
                <a:avLst/>
              </a:prstGeom>
              <a:blipFill>
                <a:blip r:embed="rId8"/>
                <a:stretch>
                  <a:fillRect l="-8511" r="-4255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3082498D-B936-CFFF-CD34-B9D2FAFA1423}"/>
              </a:ext>
            </a:extLst>
          </p:cNvPr>
          <p:cNvGrpSpPr/>
          <p:nvPr/>
        </p:nvGrpSpPr>
        <p:grpSpPr>
          <a:xfrm>
            <a:off x="4185116" y="4718705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1BE24113-E104-99AA-D57F-934F5A03B9C6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BBDB53E-6D1A-5D19-BE6C-1156BFFDB3C2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D9277A9-861A-AF09-5460-FC327F567ABC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1D0F248E-E9C7-DAEA-3503-0832C6D4AF67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6560FE94-B0BE-28AC-7034-C1F568F8898A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0F09B96-50B2-7582-7979-14D455AC705C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664C858B-E38F-299E-0235-7C18B6C11F3A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91F00BE-A01F-A92C-1B7A-55C8045F2652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B3231DC0-F1C3-782A-14A4-124FDF473F51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C7A9ECD8-356D-8C08-BD6B-2EEC2946DBC0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09A05362-5FA8-0A36-86A6-32DC74D74F7E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678B939C-EA14-F550-E074-818EB3FB2753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D3E248C4-B0EF-7E19-7838-08FC1CD0236B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5C7BDB3B-3060-D7EB-A0AA-F27EE999B4E0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6A543AA6-DC4B-67F2-7E68-F7AFED5BAA10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FD36BAF2-DAC7-4DB9-55DD-CCF4E06149EA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271B64C7-FCC2-D696-9000-E73D6175C0DB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F99899E9-BDEA-3F07-D80D-3C2F36FBFE64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CBA7695-E449-D88C-B4FE-5C76D4E59D31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AE76556A-4C79-F5CC-288D-273E1E3CF67B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91BAB391-3AD9-D757-1057-9903D33BC539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3E1F3A7E-9F70-04F2-55EE-E2D5822FA7C8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710C7DCE-A3D7-F3DE-55C4-C2AB8CD15E40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82EDFDBA-4C59-6CAB-26C4-B4A07DFC4D87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14F2FF8A-01DB-B683-A003-092D3DE65EDB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AC6E867-471A-1BF1-8BF5-A3A3E8CA3337}"/>
              </a:ext>
            </a:extLst>
          </p:cNvPr>
          <p:cNvGrpSpPr/>
          <p:nvPr/>
        </p:nvGrpSpPr>
        <p:grpSpPr>
          <a:xfrm>
            <a:off x="5799640" y="3925402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370C46C-9901-E3E4-5E08-7D52622DD1C4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1BAF1E86-4399-B8EE-4DC3-B7ABE5BA3259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70C7FD12-051A-D216-4A82-1087914B82C6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D862BD26-2E58-1E6C-E52C-8AD780C0FBF6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4CAFF48B-5FB2-63CE-DB78-29EF4E18F2B4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37E87A5-C723-984E-75A1-684C3643008E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726C29E6-554E-6C50-8307-444EF5FE52AA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8E2C64D5-9A9D-DC3E-D04A-E24EBF17A605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9E01F722-5B3D-68F8-3702-08718AB93404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C1D1E935-F0F5-B042-5447-CA789F7B705E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8CC9A486-A559-7152-5DC6-B5FF79AA9067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CFC3AAFE-9C06-158C-FBC1-F948E2595891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5AB1D347-0023-CE9E-151E-BCDB1A5CD70C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D9C4B622-8873-66BF-456F-17F6E7C218EB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9B65EA7F-C8D0-EA10-B33D-B46146373D4F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E8C1F12B-837F-405A-CD4C-9018D720B03E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04A63DDB-350B-0233-C8FC-FB13C24DDBCB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295FAFF9-A7BA-147F-8EC1-3C3801C03BD3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F7B39B40-468E-2D0D-7710-388D4CB14AA6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8B874148-13E6-EF4C-9EA0-318025D72727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BF8AC704-DF1A-64EE-D7B9-DDFB6F688F99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4DAA3812-C001-103C-5A9F-292182EC1BDE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C0744CF8-8F09-F250-D94B-5D3DC2307FD3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3CBBBE8F-DFF2-A3CE-9110-B17BF98A6B72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680187CD-EF20-094D-AB3B-1DE2F17E3525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C22F892A-2429-4610-00A5-B7CE2F31EF0F}"/>
              </a:ext>
            </a:extLst>
          </p:cNvPr>
          <p:cNvGrpSpPr/>
          <p:nvPr/>
        </p:nvGrpSpPr>
        <p:grpSpPr>
          <a:xfrm>
            <a:off x="3727389" y="1269724"/>
            <a:ext cx="1188364" cy="1012625"/>
            <a:chOff x="3727389" y="1269724"/>
            <a:chExt cx="1188364" cy="1012625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86" name="立方体 85">
              <a:extLst>
                <a:ext uri="{FF2B5EF4-FFF2-40B4-BE49-F238E27FC236}">
                  <a16:creationId xmlns:a16="http://schemas.microsoft.com/office/drawing/2014/main" id="{EC7F76AB-BB84-96CC-6922-F02BB44DC92C}"/>
                </a:ext>
              </a:extLst>
            </p:cNvPr>
            <p:cNvSpPr/>
            <p:nvPr/>
          </p:nvSpPr>
          <p:spPr>
            <a:xfrm>
              <a:off x="4133789" y="1269724"/>
              <a:ext cx="781964" cy="223520"/>
            </a:xfrm>
            <a:prstGeom prst="cub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立方体 86">
              <a:extLst>
                <a:ext uri="{FF2B5EF4-FFF2-40B4-BE49-F238E27FC236}">
                  <a16:creationId xmlns:a16="http://schemas.microsoft.com/office/drawing/2014/main" id="{E7A199DD-83EE-8C8B-E6B5-645C7F9EE9C2}"/>
                </a:ext>
              </a:extLst>
            </p:cNvPr>
            <p:cNvSpPr/>
            <p:nvPr/>
          </p:nvSpPr>
          <p:spPr>
            <a:xfrm>
              <a:off x="3857864" y="1791795"/>
              <a:ext cx="781964" cy="223520"/>
            </a:xfrm>
            <a:prstGeom prst="cub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立方体 87">
              <a:extLst>
                <a:ext uri="{FF2B5EF4-FFF2-40B4-BE49-F238E27FC236}">
                  <a16:creationId xmlns:a16="http://schemas.microsoft.com/office/drawing/2014/main" id="{A780ABC0-DCA4-ADA2-78BE-11E1208E814A}"/>
                </a:ext>
              </a:extLst>
            </p:cNvPr>
            <p:cNvSpPr/>
            <p:nvPr/>
          </p:nvSpPr>
          <p:spPr>
            <a:xfrm>
              <a:off x="3727389" y="2058829"/>
              <a:ext cx="781964" cy="223520"/>
            </a:xfrm>
            <a:prstGeom prst="cub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E2D3F79-C58E-2EA1-F14E-46C41ECC6892}"/>
                </a:ext>
              </a:extLst>
            </p:cNvPr>
            <p:cNvSpPr txBox="1"/>
            <p:nvPr/>
          </p:nvSpPr>
          <p:spPr>
            <a:xfrm rot="17750123">
              <a:off x="4138952" y="1426569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E65A9A5-8868-5408-E6E0-0FE9E593AA28}"/>
              </a:ext>
            </a:extLst>
          </p:cNvPr>
          <p:cNvGrpSpPr/>
          <p:nvPr/>
        </p:nvGrpSpPr>
        <p:grpSpPr>
          <a:xfrm>
            <a:off x="8889748" y="5037587"/>
            <a:ext cx="2463587" cy="1009450"/>
            <a:chOff x="9841071" y="3556409"/>
            <a:chExt cx="2463587" cy="100945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91" name="流程图: 数据 90">
              <a:extLst>
                <a:ext uri="{FF2B5EF4-FFF2-40B4-BE49-F238E27FC236}">
                  <a16:creationId xmlns:a16="http://schemas.microsoft.com/office/drawing/2014/main" id="{4E32C487-A884-DE3D-347B-8469C4CD1577}"/>
                </a:ext>
              </a:extLst>
            </p:cNvPr>
            <p:cNvSpPr/>
            <p:nvPr/>
          </p:nvSpPr>
          <p:spPr>
            <a:xfrm>
              <a:off x="9841071" y="3556409"/>
              <a:ext cx="2463587" cy="1009450"/>
            </a:xfrm>
            <a:prstGeom prst="flowChartInputOutput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E1EBE24-EA7F-BCC5-C74F-E4801AAA7CFB}"/>
                </a:ext>
              </a:extLst>
            </p:cNvPr>
            <p:cNvGrpSpPr/>
            <p:nvPr/>
          </p:nvGrpSpPr>
          <p:grpSpPr>
            <a:xfrm>
              <a:off x="10223142" y="3645258"/>
              <a:ext cx="1744654" cy="844327"/>
              <a:chOff x="7766241" y="1284382"/>
              <a:chExt cx="1744654" cy="844327"/>
            </a:xfrm>
          </p:grpSpPr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0570F06D-D1A0-7815-411C-79114805E322}"/>
                  </a:ext>
                </a:extLst>
              </p:cNvPr>
              <p:cNvCxnSpPr>
                <a:cxnSpLocks/>
                <a:stCxn id="99" idx="1"/>
                <a:endCxn id="103" idx="4"/>
              </p:cNvCxnSpPr>
              <p:nvPr/>
            </p:nvCxnSpPr>
            <p:spPr>
              <a:xfrm flipH="1" flipV="1">
                <a:off x="8590638" y="1736056"/>
                <a:ext cx="175351" cy="287631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6D82DA4B-5BA0-B5F6-0781-7B1CDBDA292E}"/>
                  </a:ext>
                </a:extLst>
              </p:cNvPr>
              <p:cNvCxnSpPr>
                <a:cxnSpLocks/>
                <a:stCxn id="103" idx="1"/>
                <a:endCxn id="101" idx="5"/>
              </p:cNvCxnSpPr>
              <p:nvPr/>
            </p:nvCxnSpPr>
            <p:spPr>
              <a:xfrm flipH="1" flipV="1">
                <a:off x="8305837" y="1463250"/>
                <a:ext cx="199903" cy="167783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7EE2426F-ED39-5BF4-4DC8-02B2741BF4B5}"/>
                  </a:ext>
                </a:extLst>
              </p:cNvPr>
              <p:cNvCxnSpPr>
                <a:cxnSpLocks/>
                <a:stCxn id="103" idx="6"/>
                <a:endCxn id="98" idx="2"/>
              </p:cNvCxnSpPr>
              <p:nvPr/>
            </p:nvCxnSpPr>
            <p:spPr>
              <a:xfrm flipV="1">
                <a:off x="8710700" y="1611493"/>
                <a:ext cx="560070" cy="63042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0E3057CE-9B8F-B3AC-7DFE-6664E3201FAD}"/>
                  </a:ext>
                </a:extLst>
              </p:cNvPr>
              <p:cNvCxnSpPr>
                <a:cxnSpLocks/>
                <a:stCxn id="97" idx="6"/>
                <a:endCxn id="103" idx="2"/>
              </p:cNvCxnSpPr>
              <p:nvPr/>
            </p:nvCxnSpPr>
            <p:spPr>
              <a:xfrm flipV="1">
                <a:off x="8006366" y="1674535"/>
                <a:ext cx="464209" cy="61521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031D5B39-FED4-35D3-F205-59A82683CACB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EF6827AA-B5F6-5052-8E06-92A966958C14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4F496F79-3256-2635-DB13-D6EA341BFBAC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9239AD4E-D60B-6DAB-7EAE-A2F635B2B434}"/>
                  </a:ext>
                </a:extLst>
              </p:cNvPr>
              <p:cNvCxnSpPr>
                <a:cxnSpLocks/>
                <a:stCxn id="103" idx="0"/>
                <a:endCxn id="102" idx="3"/>
              </p:cNvCxnSpPr>
              <p:nvPr/>
            </p:nvCxnSpPr>
            <p:spPr>
              <a:xfrm flipV="1">
                <a:off x="8590638" y="1389405"/>
                <a:ext cx="240677" cy="223609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D019AD38-BC3C-300D-2291-C9F882A770A9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B155550D-0458-642C-CC0B-46DD7EA1C54A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5FCFFB3E-B5F3-B3AF-A151-B1CE4CAA0EDE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E0B210A3-D2BA-F24E-A3A3-D289D9A87DB1}"/>
              </a:ext>
            </a:extLst>
          </p:cNvPr>
          <p:cNvGrpSpPr/>
          <p:nvPr/>
        </p:nvGrpSpPr>
        <p:grpSpPr>
          <a:xfrm>
            <a:off x="8889748" y="3242513"/>
            <a:ext cx="2463587" cy="991204"/>
            <a:chOff x="8404742" y="4756051"/>
            <a:chExt cx="2463587" cy="991204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105" name="流程图: 数据 104">
              <a:extLst>
                <a:ext uri="{FF2B5EF4-FFF2-40B4-BE49-F238E27FC236}">
                  <a16:creationId xmlns:a16="http://schemas.microsoft.com/office/drawing/2014/main" id="{D655C684-4773-44C9-83F2-A56EEE3C7E14}"/>
                </a:ext>
              </a:extLst>
            </p:cNvPr>
            <p:cNvSpPr/>
            <p:nvPr/>
          </p:nvSpPr>
          <p:spPr>
            <a:xfrm>
              <a:off x="8404742" y="4756051"/>
              <a:ext cx="2463587" cy="991204"/>
            </a:xfrm>
            <a:prstGeom prst="flowChartInputOutput">
              <a:avLst/>
            </a:prstGeom>
            <a:solidFill>
              <a:srgbClr val="FBD3D5">
                <a:alpha val="60000"/>
              </a:srgbClr>
            </a:solidFill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353970B4-00CB-DBF3-A71A-1B80392258E4}"/>
                </a:ext>
              </a:extLst>
            </p:cNvPr>
            <p:cNvGrpSpPr/>
            <p:nvPr/>
          </p:nvGrpSpPr>
          <p:grpSpPr>
            <a:xfrm>
              <a:off x="8837416" y="4829489"/>
              <a:ext cx="1744654" cy="844327"/>
              <a:chOff x="7766241" y="1284382"/>
              <a:chExt cx="1744654" cy="844327"/>
            </a:xfrm>
          </p:grpSpPr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C1751392-E4A4-CF1F-6075-532442B8B6C1}"/>
                  </a:ext>
                </a:extLst>
              </p:cNvPr>
              <p:cNvCxnSpPr>
                <a:cxnSpLocks/>
                <a:stCxn id="113" idx="1"/>
                <a:endCxn id="117" idx="4"/>
              </p:cNvCxnSpPr>
              <p:nvPr/>
            </p:nvCxnSpPr>
            <p:spPr>
              <a:xfrm flipH="1" flipV="1">
                <a:off x="8590638" y="1736056"/>
                <a:ext cx="175351" cy="287631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5E9F7EA8-3A52-E4CA-0ADB-1340C5A08765}"/>
                  </a:ext>
                </a:extLst>
              </p:cNvPr>
              <p:cNvCxnSpPr>
                <a:cxnSpLocks/>
                <a:stCxn id="117" idx="1"/>
                <a:endCxn id="115" idx="5"/>
              </p:cNvCxnSpPr>
              <p:nvPr/>
            </p:nvCxnSpPr>
            <p:spPr>
              <a:xfrm flipH="1" flipV="1">
                <a:off x="8305837" y="1463250"/>
                <a:ext cx="199903" cy="167783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A906B7CC-E06F-B2E3-8229-9BB8CE18131B}"/>
                  </a:ext>
                </a:extLst>
              </p:cNvPr>
              <p:cNvCxnSpPr>
                <a:cxnSpLocks/>
                <a:stCxn id="117" idx="6"/>
                <a:endCxn id="112" idx="2"/>
              </p:cNvCxnSpPr>
              <p:nvPr/>
            </p:nvCxnSpPr>
            <p:spPr>
              <a:xfrm flipV="1">
                <a:off x="8710700" y="1611493"/>
                <a:ext cx="560070" cy="63042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2AC62927-C01A-9F90-5B0B-FF1325A7B2A9}"/>
                  </a:ext>
                </a:extLst>
              </p:cNvPr>
              <p:cNvCxnSpPr>
                <a:cxnSpLocks/>
                <a:stCxn id="111" idx="6"/>
                <a:endCxn id="117" idx="2"/>
              </p:cNvCxnSpPr>
              <p:nvPr/>
            </p:nvCxnSpPr>
            <p:spPr>
              <a:xfrm flipV="1">
                <a:off x="8006366" y="1674535"/>
                <a:ext cx="464209" cy="61521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867EBFC8-8FD2-C560-3444-0766DB5D5353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5A8CF039-90FE-A877-0D4B-728B9E0EDFB8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ACC247D0-A6C7-B684-D2B6-28FE7050DD01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1C13B5F8-60BC-1B84-A36A-C14FB0436F8F}"/>
                  </a:ext>
                </a:extLst>
              </p:cNvPr>
              <p:cNvCxnSpPr>
                <a:cxnSpLocks/>
                <a:stCxn id="117" idx="0"/>
                <a:endCxn id="116" idx="3"/>
              </p:cNvCxnSpPr>
              <p:nvPr/>
            </p:nvCxnSpPr>
            <p:spPr>
              <a:xfrm flipV="1">
                <a:off x="8590638" y="1389405"/>
                <a:ext cx="240677" cy="223609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08BE43B3-3E0B-71A8-7630-DF83BB0CAC84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91481434-C7C9-C1A3-7EA6-92D1918BC2DD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B2A033DB-BB1E-DCFE-24FD-3CF3021342CF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625D66C-5445-AA1D-BCD3-0F0EFC121A8D}"/>
              </a:ext>
            </a:extLst>
          </p:cNvPr>
          <p:cNvGrpSpPr/>
          <p:nvPr/>
        </p:nvGrpSpPr>
        <p:grpSpPr>
          <a:xfrm>
            <a:off x="7394376" y="1138968"/>
            <a:ext cx="2214477" cy="991205"/>
            <a:chOff x="6099113" y="3574654"/>
            <a:chExt cx="2214477" cy="991205"/>
          </a:xfrm>
        </p:grpSpPr>
        <p:sp>
          <p:nvSpPr>
            <p:cNvPr id="119" name="流程图: 数据 118">
              <a:extLst>
                <a:ext uri="{FF2B5EF4-FFF2-40B4-BE49-F238E27FC236}">
                  <a16:creationId xmlns:a16="http://schemas.microsoft.com/office/drawing/2014/main" id="{BFAD1955-FF02-5A5C-F2EB-DCEE37F0A1A0}"/>
                </a:ext>
              </a:extLst>
            </p:cNvPr>
            <p:cNvSpPr/>
            <p:nvPr/>
          </p:nvSpPr>
          <p:spPr>
            <a:xfrm>
              <a:off x="6099113" y="3574654"/>
              <a:ext cx="2214477" cy="991205"/>
            </a:xfrm>
            <a:prstGeom prst="flowChartInputOutpu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92C9D16F-8156-26BA-F1B0-E04039338B2F}"/>
                </a:ext>
              </a:extLst>
            </p:cNvPr>
            <p:cNvGrpSpPr/>
            <p:nvPr/>
          </p:nvGrpSpPr>
          <p:grpSpPr>
            <a:xfrm>
              <a:off x="6359481" y="3654629"/>
              <a:ext cx="1744654" cy="844327"/>
              <a:chOff x="7766241" y="1284382"/>
              <a:chExt cx="1744654" cy="844327"/>
            </a:xfrm>
          </p:grpSpPr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49017F55-2C26-76D5-673D-11B265D3F7F2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884CFDBE-0F0F-FD49-708B-DEDCCA64A414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CAA1D7CA-A065-FED6-AB02-BD72F03ACAEA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BA3D326B-154E-9550-5B47-152A7437DC84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81276195-5928-5EFE-648F-6CBDAD4B30CE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F7499A17-7E2E-886F-A6B7-47FF3376DC4E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EE353AB4-8AD7-579B-FAB4-6437764268DA}"/>
              </a:ext>
            </a:extLst>
          </p:cNvPr>
          <p:cNvGrpSpPr/>
          <p:nvPr/>
        </p:nvGrpSpPr>
        <p:grpSpPr>
          <a:xfrm>
            <a:off x="5064562" y="1159937"/>
            <a:ext cx="2214477" cy="991205"/>
            <a:chOff x="7409551" y="4938277"/>
            <a:chExt cx="2214477" cy="991205"/>
          </a:xfrm>
        </p:grpSpPr>
        <p:sp>
          <p:nvSpPr>
            <p:cNvPr id="128" name="流程图: 数据 127">
              <a:extLst>
                <a:ext uri="{FF2B5EF4-FFF2-40B4-BE49-F238E27FC236}">
                  <a16:creationId xmlns:a16="http://schemas.microsoft.com/office/drawing/2014/main" id="{80B65C23-6C05-460D-1D63-EF2E572D1B6C}"/>
                </a:ext>
              </a:extLst>
            </p:cNvPr>
            <p:cNvSpPr/>
            <p:nvPr/>
          </p:nvSpPr>
          <p:spPr>
            <a:xfrm>
              <a:off x="7409551" y="4938277"/>
              <a:ext cx="2214477" cy="991205"/>
            </a:xfrm>
            <a:prstGeom prst="flowChartInputOutpu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CC4FA8FC-03FC-7C58-9E1F-476C0F6AC57C}"/>
                </a:ext>
              </a:extLst>
            </p:cNvPr>
            <p:cNvGrpSpPr/>
            <p:nvPr/>
          </p:nvGrpSpPr>
          <p:grpSpPr>
            <a:xfrm>
              <a:off x="7646590" y="5040001"/>
              <a:ext cx="1805612" cy="779833"/>
              <a:chOff x="7742912" y="1306131"/>
              <a:chExt cx="1805612" cy="779833"/>
            </a:xfrm>
          </p:grpSpPr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007F57E1-B4D4-C00E-D19B-9A406ECC52D0}"/>
                  </a:ext>
                </a:extLst>
              </p:cNvPr>
              <p:cNvSpPr/>
              <p:nvPr/>
            </p:nvSpPr>
            <p:spPr>
              <a:xfrm>
                <a:off x="7742912" y="1962922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B1913E3F-10F1-7A11-CCB8-44CEB133C599}"/>
                  </a:ext>
                </a:extLst>
              </p:cNvPr>
              <p:cNvSpPr/>
              <p:nvPr/>
            </p:nvSpPr>
            <p:spPr>
              <a:xfrm>
                <a:off x="9308399" y="130613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8E11B334-421C-58DC-9091-5FDB6006AAF0}"/>
                  </a:ext>
                </a:extLst>
              </p:cNvPr>
              <p:cNvSpPr/>
              <p:nvPr/>
            </p:nvSpPr>
            <p:spPr>
              <a:xfrm>
                <a:off x="8748897" y="196292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EB8BE202-BDEE-A04D-5604-CB35120C6BA0}"/>
                  </a:ext>
                </a:extLst>
              </p:cNvPr>
              <p:cNvSpPr/>
              <p:nvPr/>
            </p:nvSpPr>
            <p:spPr>
              <a:xfrm>
                <a:off x="8032587" y="131250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37D80C51-7B0E-4589-1EC4-1A59E27665DE}"/>
                  </a:ext>
                </a:extLst>
              </p:cNvPr>
              <p:cNvSpPr/>
              <p:nvPr/>
            </p:nvSpPr>
            <p:spPr>
              <a:xfrm>
                <a:off x="8981212" y="18020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82D745C6-21CA-A060-4221-642CCFBBD989}"/>
                  </a:ext>
                </a:extLst>
              </p:cNvPr>
              <p:cNvSpPr/>
              <p:nvPr/>
            </p:nvSpPr>
            <p:spPr>
              <a:xfrm>
                <a:off x="8676412" y="1762289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1064784-034F-1E3F-8039-F2CAB41C1058}"/>
              </a:ext>
            </a:extLst>
          </p:cNvPr>
          <p:cNvSpPr txBox="1"/>
          <p:nvPr/>
        </p:nvSpPr>
        <p:spPr>
          <a:xfrm>
            <a:off x="4943342" y="2194547"/>
            <a:ext cx="2314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Neighbors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52FEDE7-8979-75A2-1737-B4AEE91293F7}"/>
              </a:ext>
            </a:extLst>
          </p:cNvPr>
          <p:cNvSpPr txBox="1"/>
          <p:nvPr/>
        </p:nvSpPr>
        <p:spPr>
          <a:xfrm>
            <a:off x="6922115" y="816783"/>
            <a:ext cx="2796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Simulation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7996D85-EE33-8923-CADE-FB1BAA5B51AE}"/>
              </a:ext>
            </a:extLst>
          </p:cNvPr>
          <p:cNvSpPr txBox="1"/>
          <p:nvPr/>
        </p:nvSpPr>
        <p:spPr>
          <a:xfrm>
            <a:off x="7170586" y="2164315"/>
            <a:ext cx="2314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Neighbors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2B208317-4578-43E4-294C-882764245C2A}"/>
              </a:ext>
            </a:extLst>
          </p:cNvPr>
          <p:cNvCxnSpPr>
            <a:cxnSpLocks/>
          </p:cNvCxnSpPr>
          <p:nvPr/>
        </p:nvCxnSpPr>
        <p:spPr>
          <a:xfrm flipV="1">
            <a:off x="5238549" y="1176748"/>
            <a:ext cx="1511783" cy="594827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5BE5FADB-526B-9648-9C92-9F77C16C57D7}"/>
              </a:ext>
            </a:extLst>
          </p:cNvPr>
          <p:cNvCxnSpPr>
            <a:cxnSpLocks/>
            <a:endCxn id="128" idx="5"/>
          </p:cNvCxnSpPr>
          <p:nvPr/>
        </p:nvCxnSpPr>
        <p:spPr>
          <a:xfrm>
            <a:off x="5987802" y="1498600"/>
            <a:ext cx="1069789" cy="156940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A7326359-F8C8-CB66-B10F-5D26336FD76E}"/>
              </a:ext>
            </a:extLst>
          </p:cNvPr>
          <p:cNvCxnSpPr>
            <a:cxnSpLocks/>
            <a:endCxn id="128" idx="3"/>
          </p:cNvCxnSpPr>
          <p:nvPr/>
        </p:nvCxnSpPr>
        <p:spPr>
          <a:xfrm flipH="1">
            <a:off x="5950353" y="1493520"/>
            <a:ext cx="39900" cy="657622"/>
          </a:xfrm>
          <a:prstGeom prst="line">
            <a:avLst/>
          </a:prstGeom>
          <a:ln w="28575">
            <a:solidFill>
              <a:srgbClr val="A6A6A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11B57871-CA37-6E88-CA86-3495B918E50A}"/>
              </a:ext>
            </a:extLst>
          </p:cNvPr>
          <p:cNvSpPr/>
          <p:nvPr/>
        </p:nvSpPr>
        <p:spPr>
          <a:xfrm rot="16200000">
            <a:off x="9386499" y="1498484"/>
            <a:ext cx="1371030" cy="4007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56C1C145-6306-E2CE-C532-D276A350302D}"/>
              </a:ext>
            </a:extLst>
          </p:cNvPr>
          <p:cNvSpPr/>
          <p:nvPr/>
        </p:nvSpPr>
        <p:spPr>
          <a:xfrm rot="16200000">
            <a:off x="9999129" y="1498484"/>
            <a:ext cx="1371030" cy="4007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C5B5491-482D-2D1A-BBB0-75008A73DF76}"/>
              </a:ext>
            </a:extLst>
          </p:cNvPr>
          <p:cNvSpPr txBox="1"/>
          <p:nvPr/>
        </p:nvSpPr>
        <p:spPr>
          <a:xfrm>
            <a:off x="12212320" y="878491"/>
            <a:ext cx="17005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elationship 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egularization</a:t>
            </a:r>
          </a:p>
        </p:txBody>
      </p:sp>
      <p:sp>
        <p:nvSpPr>
          <p:cNvPr id="145" name="流程图: 数据 144">
            <a:extLst>
              <a:ext uri="{FF2B5EF4-FFF2-40B4-BE49-F238E27FC236}">
                <a16:creationId xmlns:a16="http://schemas.microsoft.com/office/drawing/2014/main" id="{94050537-194E-A5AB-1743-1BFFD650984F}"/>
              </a:ext>
            </a:extLst>
          </p:cNvPr>
          <p:cNvSpPr/>
          <p:nvPr/>
        </p:nvSpPr>
        <p:spPr>
          <a:xfrm>
            <a:off x="13010254" y="1426810"/>
            <a:ext cx="2214477" cy="991205"/>
          </a:xfrm>
          <a:prstGeom prst="flowChartInputOutpu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F0AED1D5-2F24-B2EA-130C-BBFC2B6DA1B4}"/>
              </a:ext>
            </a:extLst>
          </p:cNvPr>
          <p:cNvGrpSpPr/>
          <p:nvPr/>
        </p:nvGrpSpPr>
        <p:grpSpPr>
          <a:xfrm>
            <a:off x="13258085" y="1489473"/>
            <a:ext cx="1744654" cy="844327"/>
            <a:chOff x="7766241" y="1284382"/>
            <a:chExt cx="1744654" cy="844327"/>
          </a:xfrm>
        </p:grpSpPr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92D036DA-2F92-42AD-AC5A-379FC0417E7D}"/>
                </a:ext>
              </a:extLst>
            </p:cNvPr>
            <p:cNvCxnSpPr>
              <a:cxnSpLocks/>
              <a:stCxn id="153" idx="1"/>
              <a:endCxn id="157" idx="4"/>
            </p:cNvCxnSpPr>
            <p:nvPr/>
          </p:nvCxnSpPr>
          <p:spPr>
            <a:xfrm flipH="1" flipV="1">
              <a:off x="8590638" y="1736056"/>
              <a:ext cx="175351" cy="287631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9AAFFA70-0172-9D61-7A2D-41DD748D0786}"/>
                </a:ext>
              </a:extLst>
            </p:cNvPr>
            <p:cNvCxnSpPr>
              <a:cxnSpLocks/>
              <a:stCxn id="157" idx="1"/>
              <a:endCxn id="155" idx="5"/>
            </p:cNvCxnSpPr>
            <p:nvPr/>
          </p:nvCxnSpPr>
          <p:spPr>
            <a:xfrm flipH="1" flipV="1">
              <a:off x="8305837" y="1463250"/>
              <a:ext cx="199903" cy="167783"/>
            </a:xfrm>
            <a:prstGeom prst="line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BF05C087-AAA7-CA08-1C04-73C7E513DA19}"/>
                </a:ext>
              </a:extLst>
            </p:cNvPr>
            <p:cNvCxnSpPr>
              <a:cxnSpLocks/>
              <a:stCxn id="157" idx="6"/>
              <a:endCxn id="152" idx="2"/>
            </p:cNvCxnSpPr>
            <p:nvPr/>
          </p:nvCxnSpPr>
          <p:spPr>
            <a:xfrm flipV="1">
              <a:off x="8710700" y="1611493"/>
              <a:ext cx="560070" cy="63042"/>
            </a:xfrm>
            <a:prstGeom prst="line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B0838CC1-8F4A-A16D-D0BF-DBB608F7CDD7}"/>
                </a:ext>
              </a:extLst>
            </p:cNvPr>
            <p:cNvCxnSpPr>
              <a:cxnSpLocks/>
              <a:stCxn id="151" idx="6"/>
              <a:endCxn id="157" idx="2"/>
            </p:cNvCxnSpPr>
            <p:nvPr/>
          </p:nvCxnSpPr>
          <p:spPr>
            <a:xfrm flipV="1">
              <a:off x="8006366" y="1674535"/>
              <a:ext cx="464209" cy="61521"/>
            </a:xfrm>
            <a:prstGeom prst="line">
              <a:avLst/>
            </a:prstGeom>
            <a:ln w="28575">
              <a:solidFill>
                <a:srgbClr val="0070C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29A104F1-16A3-6FE6-ED8D-2FC21A9A079B}"/>
                </a:ext>
              </a:extLst>
            </p:cNvPr>
            <p:cNvSpPr/>
            <p:nvPr/>
          </p:nvSpPr>
          <p:spPr>
            <a:xfrm>
              <a:off x="7766241" y="1674535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61E63891-3AA5-EB39-9B95-A06DD7A26B57}"/>
                </a:ext>
              </a:extLst>
            </p:cNvPr>
            <p:cNvSpPr/>
            <p:nvPr/>
          </p:nvSpPr>
          <p:spPr>
            <a:xfrm>
              <a:off x="9270770" y="1549971"/>
              <a:ext cx="240125" cy="123042"/>
            </a:xfrm>
            <a:prstGeom prst="ellipse">
              <a:avLst/>
            </a:prstGeom>
            <a:solidFill>
              <a:srgbClr val="F7D8E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F3B2E4D1-F119-EC28-B979-0B49E997967B}"/>
                </a:ext>
              </a:extLst>
            </p:cNvPr>
            <p:cNvSpPr/>
            <p:nvPr/>
          </p:nvSpPr>
          <p:spPr>
            <a:xfrm>
              <a:off x="8730824" y="2005667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02EAC53B-1BA5-02F9-9DC5-04F97E5FA947}"/>
                </a:ext>
              </a:extLst>
            </p:cNvPr>
            <p:cNvCxnSpPr>
              <a:cxnSpLocks/>
              <a:stCxn id="157" idx="0"/>
              <a:endCxn id="156" idx="3"/>
            </p:cNvCxnSpPr>
            <p:nvPr/>
          </p:nvCxnSpPr>
          <p:spPr>
            <a:xfrm flipV="1">
              <a:off x="8590638" y="1389405"/>
              <a:ext cx="240677" cy="223609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BF8C314D-54FA-6E19-2620-EAA4994274DE}"/>
                </a:ext>
              </a:extLst>
            </p:cNvPr>
            <p:cNvSpPr/>
            <p:nvPr/>
          </p:nvSpPr>
          <p:spPr>
            <a:xfrm>
              <a:off x="8100877" y="1358227"/>
              <a:ext cx="240125" cy="12304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F2525BB7-DF7A-5C76-F98F-7BB0D98A9F0F}"/>
                </a:ext>
              </a:extLst>
            </p:cNvPr>
            <p:cNvSpPr/>
            <p:nvPr/>
          </p:nvSpPr>
          <p:spPr>
            <a:xfrm>
              <a:off x="8796150" y="1284382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FCEDFF4B-7A68-2B34-49BC-E7DEA983A4C8}"/>
                </a:ext>
              </a:extLst>
            </p:cNvPr>
            <p:cNvSpPr/>
            <p:nvPr/>
          </p:nvSpPr>
          <p:spPr>
            <a:xfrm>
              <a:off x="8470575" y="1613014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F1652FF1-D7F2-49EC-5196-563030CD1D2F}"/>
              </a:ext>
            </a:extLst>
          </p:cNvPr>
          <p:cNvGrpSpPr/>
          <p:nvPr/>
        </p:nvGrpSpPr>
        <p:grpSpPr>
          <a:xfrm>
            <a:off x="2575814" y="4697388"/>
            <a:ext cx="904885" cy="675495"/>
            <a:chOff x="2508196" y="4717199"/>
            <a:chExt cx="904885" cy="675495"/>
          </a:xfrm>
        </p:grpSpPr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E59D0419-D9A4-4CE4-B283-2AFD3B1EFB49}"/>
                </a:ext>
              </a:extLst>
            </p:cNvPr>
            <p:cNvCxnSpPr>
              <a:cxnSpLocks/>
              <a:stCxn id="165" idx="6"/>
              <a:endCxn id="164" idx="2"/>
            </p:cNvCxnSpPr>
            <p:nvPr/>
          </p:nvCxnSpPr>
          <p:spPr>
            <a:xfrm>
              <a:off x="2748321" y="5108920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E093ABB8-5C11-3FDF-E646-89AF5A70D79E}"/>
                </a:ext>
              </a:extLst>
            </p:cNvPr>
            <p:cNvCxnSpPr>
              <a:cxnSpLocks/>
              <a:stCxn id="165" idx="0"/>
              <a:endCxn id="166" idx="3"/>
            </p:cNvCxnSpPr>
            <p:nvPr/>
          </p:nvCxnSpPr>
          <p:spPr>
            <a:xfrm flipV="1">
              <a:off x="2628259" y="4822222"/>
              <a:ext cx="250382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165E244A-E33C-C738-A72D-97E5A2E12E38}"/>
                </a:ext>
              </a:extLst>
            </p:cNvPr>
            <p:cNvCxnSpPr>
              <a:cxnSpLocks/>
              <a:stCxn id="164" idx="0"/>
              <a:endCxn id="166" idx="5"/>
            </p:cNvCxnSpPr>
            <p:nvPr/>
          </p:nvCxnSpPr>
          <p:spPr>
            <a:xfrm flipH="1" flipV="1">
              <a:off x="3048436" y="4822222"/>
              <a:ext cx="244583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025ABB66-FEAE-8C47-15D4-E7EE41F4FAFE}"/>
                </a:ext>
              </a:extLst>
            </p:cNvPr>
            <p:cNvCxnSpPr>
              <a:cxnSpLocks/>
              <a:stCxn id="165" idx="4"/>
              <a:endCxn id="167" idx="2"/>
            </p:cNvCxnSpPr>
            <p:nvPr/>
          </p:nvCxnSpPr>
          <p:spPr>
            <a:xfrm>
              <a:off x="2628259" y="5170441"/>
              <a:ext cx="215217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ECB827A0-08F9-492E-D53D-6B7BAB9DA8D1}"/>
                </a:ext>
              </a:extLst>
            </p:cNvPr>
            <p:cNvCxnSpPr>
              <a:cxnSpLocks/>
              <a:stCxn id="164" idx="4"/>
              <a:endCxn id="167" idx="6"/>
            </p:cNvCxnSpPr>
            <p:nvPr/>
          </p:nvCxnSpPr>
          <p:spPr>
            <a:xfrm flipH="1">
              <a:off x="3083601" y="5170441"/>
              <a:ext cx="209418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44CBA4AC-CDB5-3846-71A2-9C0E20E2ACA7}"/>
                </a:ext>
              </a:extLst>
            </p:cNvPr>
            <p:cNvSpPr/>
            <p:nvPr/>
          </p:nvSpPr>
          <p:spPr>
            <a:xfrm>
              <a:off x="3172956" y="5047399"/>
              <a:ext cx="240125" cy="123042"/>
            </a:xfrm>
            <a:prstGeom prst="ellipse">
              <a:avLst/>
            </a:prstGeom>
            <a:solidFill>
              <a:srgbClr val="E2F0D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3E4317BB-6023-8D81-641E-D63099744434}"/>
                </a:ext>
              </a:extLst>
            </p:cNvPr>
            <p:cNvSpPr/>
            <p:nvPr/>
          </p:nvSpPr>
          <p:spPr>
            <a:xfrm>
              <a:off x="2508196" y="5047399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D89AC269-9AB6-CC4D-A38E-8894C859C29D}"/>
                </a:ext>
              </a:extLst>
            </p:cNvPr>
            <p:cNvSpPr/>
            <p:nvPr/>
          </p:nvSpPr>
          <p:spPr>
            <a:xfrm>
              <a:off x="2843476" y="4717199"/>
              <a:ext cx="240125" cy="123042"/>
            </a:xfrm>
            <a:prstGeom prst="ellipse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3352A343-D3A0-0589-5A51-4E1BA573036F}"/>
                </a:ext>
              </a:extLst>
            </p:cNvPr>
            <p:cNvSpPr/>
            <p:nvPr/>
          </p:nvSpPr>
          <p:spPr>
            <a:xfrm>
              <a:off x="2843476" y="5269652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7D1F3A8C-165B-AB70-18C7-5D45E2E24E6C}"/>
              </a:ext>
            </a:extLst>
          </p:cNvPr>
          <p:cNvGrpSpPr/>
          <p:nvPr/>
        </p:nvGrpSpPr>
        <p:grpSpPr>
          <a:xfrm>
            <a:off x="7524016" y="3242513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8EA25C9C-5F6C-B080-2B2E-CA626AB92F15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D59B6A30-722C-711B-A646-7C29D80504B5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82398F33-CAD9-B225-E0C9-6309A882504C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A40AF49B-F7EF-FE2A-2351-4D7D158941C9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9BE48F80-1553-01C1-8870-C722528C1485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95D94DF1-207C-2EDD-11AE-DD9A8DF6B6B0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A22C73BD-D027-3285-2A70-325C2209F5AC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A77B2C1C-B875-44A6-D592-E5D1B1764440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9EA9F132-29CE-A908-9157-E4668FBB5646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26F00A5B-4499-E12A-C9E3-0C0171914B0C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C0C8E3B7-29C1-A142-8978-D2771315D61F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426EA0F8-569E-D574-419F-C3D49429CE8D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7655D69F-E8A9-BDD5-EC4B-08D6B63BE633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CC0BCAC6-66EF-B1AC-AED9-3E6053CA4936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4B556037-DC4F-6DEB-35B7-DF81B298FF07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0DA8128A-9BDB-5E9E-BEC8-A5F0626B45A0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5D3793B3-2BCD-C9A0-D1AC-2D71B3C7E3EF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FBBA179B-DC99-AF26-D47B-31F6BBBBA503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D417E31E-7798-FBD5-0F10-0A8C64960A14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F01B4BF0-2A45-E0FE-5A84-AA26FF9D9A76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780EEE43-5C79-8783-A3AF-4978FD05D5E8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145E7205-323B-370D-38EC-AF76BE305FE2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F5808B65-0FAD-883D-B2CD-043571AB17DA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D18CDB66-F1DD-4079-7498-624E6FF7F630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68877860-5C66-C78F-7E4D-8C8AF5A9DB80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742D0A8B-8262-3CC8-0119-316328DAD36A}"/>
              </a:ext>
            </a:extLst>
          </p:cNvPr>
          <p:cNvGrpSpPr/>
          <p:nvPr/>
        </p:nvGrpSpPr>
        <p:grpSpPr>
          <a:xfrm>
            <a:off x="7524016" y="4961384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4DA5AB4C-386D-D827-D83B-DCCBCFD8E18F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216D34D8-78C5-6E36-6876-09346BEB8729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AB59147E-2F5A-FF5E-763A-226280E842D6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9AE45DB2-D19E-D319-B622-F4E46B8BEBFA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C1930FDC-4D8A-F027-DC09-C07AE77BE1A0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DF306A96-237D-DB5F-EE1F-5E4B01A52313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7C9F5646-EAF8-3A42-9B06-06E2349AE731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39EFF3D6-BAB1-C5AA-4558-57D4C4550FA3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A58C3BC0-6019-1043-5995-C2A564513B74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: 圆角 203">
              <a:extLst>
                <a:ext uri="{FF2B5EF4-FFF2-40B4-BE49-F238E27FC236}">
                  <a16:creationId xmlns:a16="http://schemas.microsoft.com/office/drawing/2014/main" id="{350F96AD-267A-1AB9-9F01-9EDB1A2B8B4C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6B87A994-FF25-CEE2-F8C4-97C1BE471FB4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: 圆角 205">
              <a:extLst>
                <a:ext uri="{FF2B5EF4-FFF2-40B4-BE49-F238E27FC236}">
                  <a16:creationId xmlns:a16="http://schemas.microsoft.com/office/drawing/2014/main" id="{14806EF3-0AF9-8DC8-8C18-76FB3EC53B64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: 圆角 206">
              <a:extLst>
                <a:ext uri="{FF2B5EF4-FFF2-40B4-BE49-F238E27FC236}">
                  <a16:creationId xmlns:a16="http://schemas.microsoft.com/office/drawing/2014/main" id="{059335A9-EB56-82F1-B912-7B8EAA6479B2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6331359C-CE23-959B-360B-F9A4F5538EF6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26744AEA-7BE9-0B67-078A-1BB3274D581E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45FD3434-8592-6377-3425-CFC882411F9D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0CCCE70C-8F7E-7147-6211-EA09F6874318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: 圆角 211">
              <a:extLst>
                <a:ext uri="{FF2B5EF4-FFF2-40B4-BE49-F238E27FC236}">
                  <a16:creationId xmlns:a16="http://schemas.microsoft.com/office/drawing/2014/main" id="{FB205E63-9E50-71A9-CA92-FFE0A9370306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0DC35A9E-9243-0250-53BC-3AF7F586A57F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: 圆角 213">
              <a:extLst>
                <a:ext uri="{FF2B5EF4-FFF2-40B4-BE49-F238E27FC236}">
                  <a16:creationId xmlns:a16="http://schemas.microsoft.com/office/drawing/2014/main" id="{35F1ABA8-A3A5-5228-1DF0-3C875D5E1228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: 圆角 214">
              <a:extLst>
                <a:ext uri="{FF2B5EF4-FFF2-40B4-BE49-F238E27FC236}">
                  <a16:creationId xmlns:a16="http://schemas.microsoft.com/office/drawing/2014/main" id="{DE9AF0B2-C04E-0AC8-7303-8DA4E4AB3538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5468C1D1-7CE3-439C-D43F-A2F30CACA055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: 圆角 216">
              <a:extLst>
                <a:ext uri="{FF2B5EF4-FFF2-40B4-BE49-F238E27FC236}">
                  <a16:creationId xmlns:a16="http://schemas.microsoft.com/office/drawing/2014/main" id="{CF3456EC-3AEA-51E7-CD35-931EE7879A46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E17CD11D-08A4-EC83-2FB2-47C4EE76C33C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12F434E7-A883-0E4D-A3FC-FD7A86B749F2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0" name="文本框 219">
            <a:extLst>
              <a:ext uri="{FF2B5EF4-FFF2-40B4-BE49-F238E27FC236}">
                <a16:creationId xmlns:a16="http://schemas.microsoft.com/office/drawing/2014/main" id="{43D64B17-8172-3CB8-0C4A-CBDA074DF317}"/>
              </a:ext>
            </a:extLst>
          </p:cNvPr>
          <p:cNvSpPr txBox="1"/>
          <p:nvPr/>
        </p:nvSpPr>
        <p:spPr>
          <a:xfrm>
            <a:off x="3653527" y="5848095"/>
            <a:ext cx="2141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 Structural Encoding</a:t>
            </a:r>
          </a:p>
        </p:txBody>
      </p: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45DBCC85-E7A4-8578-C781-5B389E9E8EDB}"/>
              </a:ext>
            </a:extLst>
          </p:cNvPr>
          <p:cNvGrpSpPr/>
          <p:nvPr/>
        </p:nvGrpSpPr>
        <p:grpSpPr>
          <a:xfrm>
            <a:off x="4185116" y="315103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22" name="矩形: 圆角 221">
              <a:extLst>
                <a:ext uri="{FF2B5EF4-FFF2-40B4-BE49-F238E27FC236}">
                  <a16:creationId xmlns:a16="http://schemas.microsoft.com/office/drawing/2014/main" id="{836B43BF-53F5-E910-BBAF-11DDBCA1D6BC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3" name="矩形: 圆角 222">
              <a:extLst>
                <a:ext uri="{FF2B5EF4-FFF2-40B4-BE49-F238E27FC236}">
                  <a16:creationId xmlns:a16="http://schemas.microsoft.com/office/drawing/2014/main" id="{8493038B-95AC-497F-7DCA-90431E45F92F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F2C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: 圆角 223">
              <a:extLst>
                <a:ext uri="{FF2B5EF4-FFF2-40B4-BE49-F238E27FC236}">
                  <a16:creationId xmlns:a16="http://schemas.microsoft.com/office/drawing/2014/main" id="{268819AB-D993-061F-A318-5FCAEEAD71D0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: 圆角 224">
              <a:extLst>
                <a:ext uri="{FF2B5EF4-FFF2-40B4-BE49-F238E27FC236}">
                  <a16:creationId xmlns:a16="http://schemas.microsoft.com/office/drawing/2014/main" id="{74C61DD4-0A31-8A51-254A-069639BA8C83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: 圆角 225">
              <a:extLst>
                <a:ext uri="{FF2B5EF4-FFF2-40B4-BE49-F238E27FC236}">
                  <a16:creationId xmlns:a16="http://schemas.microsoft.com/office/drawing/2014/main" id="{78D72C90-B663-FDB7-2607-3B8B86ACDBA6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矩形: 圆角 226">
              <a:extLst>
                <a:ext uri="{FF2B5EF4-FFF2-40B4-BE49-F238E27FC236}">
                  <a16:creationId xmlns:a16="http://schemas.microsoft.com/office/drawing/2014/main" id="{E24FFFEA-9F38-39EE-2D71-60EDA905DF38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3D7E33E5-EA2B-B69D-C2BF-67E16E7F3A36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: 圆角 228">
              <a:extLst>
                <a:ext uri="{FF2B5EF4-FFF2-40B4-BE49-F238E27FC236}">
                  <a16:creationId xmlns:a16="http://schemas.microsoft.com/office/drawing/2014/main" id="{9E1AFBCF-3003-7E1A-4E46-E49C32F3478A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BE5D7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: 圆角 229">
              <a:extLst>
                <a:ext uri="{FF2B5EF4-FFF2-40B4-BE49-F238E27FC236}">
                  <a16:creationId xmlns:a16="http://schemas.microsoft.com/office/drawing/2014/main" id="{BC9C8905-4D72-7484-973C-2B803B1C301F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: 圆角 230">
              <a:extLst>
                <a:ext uri="{FF2B5EF4-FFF2-40B4-BE49-F238E27FC236}">
                  <a16:creationId xmlns:a16="http://schemas.microsoft.com/office/drawing/2014/main" id="{B94C14E4-E6CF-21BE-0E6D-2A77130E23DE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BE7D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矩形: 圆角 231">
              <a:extLst>
                <a:ext uri="{FF2B5EF4-FFF2-40B4-BE49-F238E27FC236}">
                  <a16:creationId xmlns:a16="http://schemas.microsoft.com/office/drawing/2014/main" id="{8E4A246D-541B-EF04-A494-3861C4FFDC29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BE7D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矩形: 圆角 232">
              <a:extLst>
                <a:ext uri="{FF2B5EF4-FFF2-40B4-BE49-F238E27FC236}">
                  <a16:creationId xmlns:a16="http://schemas.microsoft.com/office/drawing/2014/main" id="{93218EA6-BD25-3919-483F-A5A4BFF1AB76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665860D5-AA64-047F-3A0F-E728D064FA53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B4337118-386D-CA33-739B-50EA2BC600B1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FF2C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47B799FD-2104-0257-B296-D7AAFC7129CC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0F73569A-C5A1-F143-1654-7AE59B60F378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FF3D1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矩形: 圆角 237">
              <a:extLst>
                <a:ext uri="{FF2B5EF4-FFF2-40B4-BE49-F238E27FC236}">
                  <a16:creationId xmlns:a16="http://schemas.microsoft.com/office/drawing/2014/main" id="{DC53D13F-FBEE-ABEF-5BA7-3EDBD28EC13D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E988301B-41AF-1916-D62E-DDA4D23B4AE9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: 圆角 239">
              <a:extLst>
                <a:ext uri="{FF2B5EF4-FFF2-40B4-BE49-F238E27FC236}">
                  <a16:creationId xmlns:a16="http://schemas.microsoft.com/office/drawing/2014/main" id="{3A174A53-7275-53B9-61B1-3992191CBD60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矩形: 圆角 240">
              <a:extLst>
                <a:ext uri="{FF2B5EF4-FFF2-40B4-BE49-F238E27FC236}">
                  <a16:creationId xmlns:a16="http://schemas.microsoft.com/office/drawing/2014/main" id="{747B19BD-26F8-ED82-E1C3-D8589198FBBC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F2C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519A6AC9-0B92-074E-7B03-5A3806E15B4E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9B33D357-C660-CF4E-D4B4-2B51230238F7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BE7D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矩形: 圆角 243">
              <a:extLst>
                <a:ext uri="{FF2B5EF4-FFF2-40B4-BE49-F238E27FC236}">
                  <a16:creationId xmlns:a16="http://schemas.microsoft.com/office/drawing/2014/main" id="{2714AE6E-06A0-51F5-2579-3BF52739A5BE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矩形: 圆角 244">
              <a:extLst>
                <a:ext uri="{FF2B5EF4-FFF2-40B4-BE49-F238E27FC236}">
                  <a16:creationId xmlns:a16="http://schemas.microsoft.com/office/drawing/2014/main" id="{E6974EC3-DF0D-CFCF-C088-D45C2E7F3035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矩形: 圆角 245">
              <a:extLst>
                <a:ext uri="{FF2B5EF4-FFF2-40B4-BE49-F238E27FC236}">
                  <a16:creationId xmlns:a16="http://schemas.microsoft.com/office/drawing/2014/main" id="{439625AE-C7FE-627B-9130-E1BED1B68533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084552AD-380B-75F7-6A17-FD97CDF3909D}"/>
              </a:ext>
            </a:extLst>
          </p:cNvPr>
          <p:cNvGrpSpPr/>
          <p:nvPr/>
        </p:nvGrpSpPr>
        <p:grpSpPr>
          <a:xfrm>
            <a:off x="2522479" y="3270286"/>
            <a:ext cx="1041401" cy="331393"/>
            <a:chOff x="2455332" y="3416299"/>
            <a:chExt cx="1041401" cy="331393"/>
          </a:xfrm>
        </p:grpSpPr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333C6575-F4D3-AC71-7B0F-84465138E81F}"/>
                </a:ext>
              </a:extLst>
            </p:cNvPr>
            <p:cNvCxnSpPr>
              <a:cxnSpLocks/>
              <a:stCxn id="250" idx="6"/>
              <a:endCxn id="249" idx="2"/>
            </p:cNvCxnSpPr>
            <p:nvPr/>
          </p:nvCxnSpPr>
          <p:spPr>
            <a:xfrm>
              <a:off x="2753826" y="3580842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F0063CF7-D599-250F-12EA-834422DCA068}"/>
                </a:ext>
              </a:extLst>
            </p:cNvPr>
            <p:cNvSpPr/>
            <p:nvPr/>
          </p:nvSpPr>
          <p:spPr>
            <a:xfrm>
              <a:off x="3178461" y="3519321"/>
              <a:ext cx="240125" cy="123042"/>
            </a:xfrm>
            <a:prstGeom prst="ellipse">
              <a:avLst/>
            </a:prstGeom>
            <a:solidFill>
              <a:srgbClr val="E2F0D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DA6047B7-6B1E-13AE-CE8B-F1C6C19B5A2A}"/>
                </a:ext>
              </a:extLst>
            </p:cNvPr>
            <p:cNvSpPr/>
            <p:nvPr/>
          </p:nvSpPr>
          <p:spPr>
            <a:xfrm>
              <a:off x="2513701" y="3519321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1" name="矩形: 圆角 250">
              <a:extLst>
                <a:ext uri="{FF2B5EF4-FFF2-40B4-BE49-F238E27FC236}">
                  <a16:creationId xmlns:a16="http://schemas.microsoft.com/office/drawing/2014/main" id="{83920A58-2006-2639-AF77-AEB27DA3F58F}"/>
                </a:ext>
              </a:extLst>
            </p:cNvPr>
            <p:cNvSpPr/>
            <p:nvPr/>
          </p:nvSpPr>
          <p:spPr>
            <a:xfrm>
              <a:off x="2455332" y="3416299"/>
              <a:ext cx="1041401" cy="33139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7D2CFA35-669E-546A-AB09-BEEA2DE4878C}"/>
              </a:ext>
            </a:extLst>
          </p:cNvPr>
          <p:cNvGrpSpPr/>
          <p:nvPr/>
        </p:nvGrpSpPr>
        <p:grpSpPr>
          <a:xfrm>
            <a:off x="2524045" y="3892157"/>
            <a:ext cx="1041401" cy="331393"/>
            <a:chOff x="2455332" y="3416299"/>
            <a:chExt cx="1041401" cy="331393"/>
          </a:xfrm>
        </p:grpSpPr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B082A782-D619-A791-D8B8-9C2A21BE7907}"/>
                </a:ext>
              </a:extLst>
            </p:cNvPr>
            <p:cNvCxnSpPr>
              <a:cxnSpLocks/>
              <a:stCxn id="255" idx="6"/>
              <a:endCxn id="254" idx="2"/>
            </p:cNvCxnSpPr>
            <p:nvPr/>
          </p:nvCxnSpPr>
          <p:spPr>
            <a:xfrm>
              <a:off x="2753826" y="3580842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138AD803-F246-29D6-5FA2-0A02878B7646}"/>
                </a:ext>
              </a:extLst>
            </p:cNvPr>
            <p:cNvSpPr/>
            <p:nvPr/>
          </p:nvSpPr>
          <p:spPr>
            <a:xfrm>
              <a:off x="3178461" y="3519321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34786A49-C9EE-B458-6148-79FB0FD0CFAD}"/>
                </a:ext>
              </a:extLst>
            </p:cNvPr>
            <p:cNvSpPr/>
            <p:nvPr/>
          </p:nvSpPr>
          <p:spPr>
            <a:xfrm>
              <a:off x="2513701" y="3519321"/>
              <a:ext cx="240125" cy="123042"/>
            </a:xfrm>
            <a:prstGeom prst="ellipse">
              <a:avLst/>
            </a:prstGeom>
            <a:solidFill>
              <a:srgbClr val="F7D8E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6" name="矩形: 圆角 255">
              <a:extLst>
                <a:ext uri="{FF2B5EF4-FFF2-40B4-BE49-F238E27FC236}">
                  <a16:creationId xmlns:a16="http://schemas.microsoft.com/office/drawing/2014/main" id="{5C087F56-125C-BC2C-1D46-FCB7D731A3DA}"/>
                </a:ext>
              </a:extLst>
            </p:cNvPr>
            <p:cNvSpPr/>
            <p:nvPr/>
          </p:nvSpPr>
          <p:spPr>
            <a:xfrm>
              <a:off x="2455332" y="3416299"/>
              <a:ext cx="1041401" cy="33139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8E0FFDDD-4B81-930E-983E-2B3DF94566FE}"/>
              </a:ext>
            </a:extLst>
          </p:cNvPr>
          <p:cNvCxnSpPr>
            <a:cxnSpLocks/>
          </p:cNvCxnSpPr>
          <p:nvPr/>
        </p:nvCxnSpPr>
        <p:spPr>
          <a:xfrm>
            <a:off x="3563880" y="3265490"/>
            <a:ext cx="742421" cy="211466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6D078E92-DBA4-3F90-51C0-752F7B436DF3}"/>
              </a:ext>
            </a:extLst>
          </p:cNvPr>
          <p:cNvCxnSpPr>
            <a:cxnSpLocks/>
          </p:cNvCxnSpPr>
          <p:nvPr/>
        </p:nvCxnSpPr>
        <p:spPr>
          <a:xfrm flipV="1">
            <a:off x="3536950" y="3483077"/>
            <a:ext cx="773311" cy="118602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35350FF5-586F-56C0-692E-FC6E40E3A296}"/>
              </a:ext>
            </a:extLst>
          </p:cNvPr>
          <p:cNvCxnSpPr>
            <a:cxnSpLocks/>
          </p:cNvCxnSpPr>
          <p:nvPr/>
        </p:nvCxnSpPr>
        <p:spPr>
          <a:xfrm>
            <a:off x="3563880" y="3898902"/>
            <a:ext cx="953528" cy="35905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03F9DDBB-CAA4-DA46-8C0A-D44CB1E2B906}"/>
              </a:ext>
            </a:extLst>
          </p:cNvPr>
          <p:cNvCxnSpPr>
            <a:cxnSpLocks/>
          </p:cNvCxnSpPr>
          <p:nvPr/>
        </p:nvCxnSpPr>
        <p:spPr>
          <a:xfrm flipV="1">
            <a:off x="3571240" y="3926340"/>
            <a:ext cx="953528" cy="290062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矩形: 圆角 260">
            <a:extLst>
              <a:ext uri="{FF2B5EF4-FFF2-40B4-BE49-F238E27FC236}">
                <a16:creationId xmlns:a16="http://schemas.microsoft.com/office/drawing/2014/main" id="{EFF7249B-02DD-591E-1186-E5BC3E12469D}"/>
              </a:ext>
            </a:extLst>
          </p:cNvPr>
          <p:cNvSpPr/>
          <p:nvPr/>
        </p:nvSpPr>
        <p:spPr>
          <a:xfrm>
            <a:off x="2522479" y="4642920"/>
            <a:ext cx="1041401" cy="81808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7075D68C-D21B-EBF2-1E05-5C1B8A91A6B6}"/>
              </a:ext>
            </a:extLst>
          </p:cNvPr>
          <p:cNvGrpSpPr/>
          <p:nvPr/>
        </p:nvGrpSpPr>
        <p:grpSpPr>
          <a:xfrm>
            <a:off x="2577380" y="5607555"/>
            <a:ext cx="904885" cy="675495"/>
            <a:chOff x="2508196" y="4717199"/>
            <a:chExt cx="904885" cy="675495"/>
          </a:xfrm>
        </p:grpSpPr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A698094A-4250-2DDD-6947-1F37FDDA89C6}"/>
                </a:ext>
              </a:extLst>
            </p:cNvPr>
            <p:cNvCxnSpPr>
              <a:cxnSpLocks/>
              <a:stCxn id="269" idx="6"/>
              <a:endCxn id="268" idx="2"/>
            </p:cNvCxnSpPr>
            <p:nvPr/>
          </p:nvCxnSpPr>
          <p:spPr>
            <a:xfrm>
              <a:off x="2748321" y="5108920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E520ED67-6A15-25CD-0048-5C1ED02CAC67}"/>
                </a:ext>
              </a:extLst>
            </p:cNvPr>
            <p:cNvCxnSpPr>
              <a:cxnSpLocks/>
              <a:stCxn id="269" idx="0"/>
              <a:endCxn id="270" idx="3"/>
            </p:cNvCxnSpPr>
            <p:nvPr/>
          </p:nvCxnSpPr>
          <p:spPr>
            <a:xfrm flipV="1">
              <a:off x="2628259" y="4822222"/>
              <a:ext cx="250382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356416C4-3460-8F59-D7AC-F9A0CB5E75E5}"/>
                </a:ext>
              </a:extLst>
            </p:cNvPr>
            <p:cNvCxnSpPr>
              <a:cxnSpLocks/>
              <a:stCxn id="268" idx="0"/>
              <a:endCxn id="270" idx="5"/>
            </p:cNvCxnSpPr>
            <p:nvPr/>
          </p:nvCxnSpPr>
          <p:spPr>
            <a:xfrm flipH="1" flipV="1">
              <a:off x="3048436" y="4822222"/>
              <a:ext cx="244583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64B629D0-10AA-2114-FC34-7CD26F172D54}"/>
                </a:ext>
              </a:extLst>
            </p:cNvPr>
            <p:cNvCxnSpPr>
              <a:cxnSpLocks/>
              <a:stCxn id="269" idx="4"/>
              <a:endCxn id="271" idx="2"/>
            </p:cNvCxnSpPr>
            <p:nvPr/>
          </p:nvCxnSpPr>
          <p:spPr>
            <a:xfrm>
              <a:off x="2628259" y="5170441"/>
              <a:ext cx="215217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0DE0F9FF-5AC4-1FDB-32F1-5570F1425EAC}"/>
                </a:ext>
              </a:extLst>
            </p:cNvPr>
            <p:cNvCxnSpPr>
              <a:cxnSpLocks/>
              <a:stCxn id="268" idx="4"/>
              <a:endCxn id="271" idx="6"/>
            </p:cNvCxnSpPr>
            <p:nvPr/>
          </p:nvCxnSpPr>
          <p:spPr>
            <a:xfrm flipH="1">
              <a:off x="3083601" y="5170441"/>
              <a:ext cx="209418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FE9CC625-24A6-C37D-05C1-A0C65F165FB0}"/>
                </a:ext>
              </a:extLst>
            </p:cNvPr>
            <p:cNvSpPr/>
            <p:nvPr/>
          </p:nvSpPr>
          <p:spPr>
            <a:xfrm>
              <a:off x="3172956" y="5047399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D612AFD2-C39F-1F28-8530-1C947F684BE1}"/>
                </a:ext>
              </a:extLst>
            </p:cNvPr>
            <p:cNvSpPr/>
            <p:nvPr/>
          </p:nvSpPr>
          <p:spPr>
            <a:xfrm>
              <a:off x="2508196" y="5047399"/>
              <a:ext cx="240125" cy="123042"/>
            </a:xfrm>
            <a:prstGeom prst="ellipse">
              <a:avLst/>
            </a:prstGeom>
            <a:solidFill>
              <a:srgbClr val="F7D8E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5FF42CAA-803F-AA2F-7970-31066390F6DA}"/>
                </a:ext>
              </a:extLst>
            </p:cNvPr>
            <p:cNvSpPr/>
            <p:nvPr/>
          </p:nvSpPr>
          <p:spPr>
            <a:xfrm>
              <a:off x="2843476" y="4717199"/>
              <a:ext cx="240125" cy="123042"/>
            </a:xfrm>
            <a:prstGeom prst="ellipse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AD2F651A-7E23-8EC1-DB12-7CFCD4C9BE41}"/>
                </a:ext>
              </a:extLst>
            </p:cNvPr>
            <p:cNvSpPr/>
            <p:nvPr/>
          </p:nvSpPr>
          <p:spPr>
            <a:xfrm>
              <a:off x="2843476" y="5269652"/>
              <a:ext cx="240125" cy="123042"/>
            </a:xfrm>
            <a:prstGeom prst="ellipse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620776E2-FF6F-8FBC-03CD-0999FF7FCB1D}"/>
              </a:ext>
            </a:extLst>
          </p:cNvPr>
          <p:cNvSpPr/>
          <p:nvPr/>
        </p:nvSpPr>
        <p:spPr>
          <a:xfrm>
            <a:off x="2524045" y="5553087"/>
            <a:ext cx="1041401" cy="81808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9029A472-AD29-AD5A-4504-A0F97664517A}"/>
              </a:ext>
            </a:extLst>
          </p:cNvPr>
          <p:cNvCxnSpPr>
            <a:cxnSpLocks/>
          </p:cNvCxnSpPr>
          <p:nvPr/>
        </p:nvCxnSpPr>
        <p:spPr>
          <a:xfrm>
            <a:off x="3563880" y="4667252"/>
            <a:ext cx="722960" cy="386197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ADE66527-41AA-1954-EC35-ABE99696FB9A}"/>
              </a:ext>
            </a:extLst>
          </p:cNvPr>
          <p:cNvCxnSpPr>
            <a:cxnSpLocks/>
          </p:cNvCxnSpPr>
          <p:nvPr/>
        </p:nvCxnSpPr>
        <p:spPr>
          <a:xfrm flipV="1">
            <a:off x="3563880" y="5058646"/>
            <a:ext cx="731742" cy="386481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CA1A7E3F-C03B-45E2-3170-5E98E4F8CADE}"/>
              </a:ext>
            </a:extLst>
          </p:cNvPr>
          <p:cNvCxnSpPr>
            <a:cxnSpLocks/>
          </p:cNvCxnSpPr>
          <p:nvPr/>
        </p:nvCxnSpPr>
        <p:spPr>
          <a:xfrm flipV="1">
            <a:off x="3563880" y="5493911"/>
            <a:ext cx="970747" cy="77158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D6AF1F5B-1EA8-A6A5-737F-FBAF793247D9}"/>
              </a:ext>
            </a:extLst>
          </p:cNvPr>
          <p:cNvCxnSpPr>
            <a:cxnSpLocks/>
          </p:cNvCxnSpPr>
          <p:nvPr/>
        </p:nvCxnSpPr>
        <p:spPr>
          <a:xfrm flipV="1">
            <a:off x="3563880" y="5489677"/>
            <a:ext cx="970747" cy="868792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文本框 276">
            <a:extLst>
              <a:ext uri="{FF2B5EF4-FFF2-40B4-BE49-F238E27FC236}">
                <a16:creationId xmlns:a16="http://schemas.microsoft.com/office/drawing/2014/main" id="{F6E24505-B2AB-F65C-3C26-20808C98F5B8}"/>
              </a:ext>
            </a:extLst>
          </p:cNvPr>
          <p:cNvSpPr txBox="1"/>
          <p:nvPr/>
        </p:nvSpPr>
        <p:spPr>
          <a:xfrm>
            <a:off x="3663152" y="4262877"/>
            <a:ext cx="21417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</a:t>
            </a:r>
          </a:p>
        </p:txBody>
      </p:sp>
      <p:cxnSp>
        <p:nvCxnSpPr>
          <p:cNvPr id="278" name="直接箭头连接符 277">
            <a:extLst>
              <a:ext uri="{FF2B5EF4-FFF2-40B4-BE49-F238E27FC236}">
                <a16:creationId xmlns:a16="http://schemas.microsoft.com/office/drawing/2014/main" id="{6532122D-F205-D978-4105-0E0413F0407E}"/>
              </a:ext>
            </a:extLst>
          </p:cNvPr>
          <p:cNvCxnSpPr>
            <a:cxnSpLocks/>
            <a:endCxn id="280" idx="2"/>
          </p:cNvCxnSpPr>
          <p:nvPr/>
        </p:nvCxnSpPr>
        <p:spPr>
          <a:xfrm>
            <a:off x="5305705" y="3443299"/>
            <a:ext cx="9389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500CC267-1AB9-288C-E45B-C9AE073990AA}"/>
              </a:ext>
            </a:extLst>
          </p:cNvPr>
          <p:cNvGrpSpPr/>
          <p:nvPr/>
        </p:nvGrpSpPr>
        <p:grpSpPr>
          <a:xfrm>
            <a:off x="6244651" y="3335832"/>
            <a:ext cx="214933" cy="214933"/>
            <a:chOff x="4892460" y="2186404"/>
            <a:chExt cx="142638" cy="142638"/>
          </a:xfrm>
        </p:grpSpPr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F686F3C2-39AB-6650-B81E-E80E749E1154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BD2A14C6-D0FA-E7C6-EDDC-37FFF25C4753}"/>
                </a:ext>
              </a:extLst>
            </p:cNvPr>
            <p:cNvCxnSpPr>
              <a:stCxn id="280" idx="1"/>
              <a:endCxn id="280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D165DC37-3DAC-08F2-0F13-163BD7AFE67B}"/>
                </a:ext>
              </a:extLst>
            </p:cNvPr>
            <p:cNvCxnSpPr>
              <a:cxnSpLocks/>
              <a:stCxn id="280" idx="3"/>
              <a:endCxn id="280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407FB128-10A5-3ED3-2B7A-46404598DCBF}"/>
              </a:ext>
            </a:extLst>
          </p:cNvPr>
          <p:cNvCxnSpPr>
            <a:cxnSpLocks/>
            <a:stCxn id="62" idx="0"/>
            <a:endCxn id="280" idx="4"/>
          </p:cNvCxnSpPr>
          <p:nvPr/>
        </p:nvCxnSpPr>
        <p:spPr>
          <a:xfrm flipH="1" flipV="1">
            <a:off x="6352118" y="3550765"/>
            <a:ext cx="2041" cy="3746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EC06335F-B200-B773-DBF7-10F8E0FA9DB3}"/>
              </a:ext>
            </a:extLst>
          </p:cNvPr>
          <p:cNvCxnSpPr>
            <a:cxnSpLocks/>
            <a:endCxn id="286" idx="2"/>
          </p:cNvCxnSpPr>
          <p:nvPr/>
        </p:nvCxnSpPr>
        <p:spPr>
          <a:xfrm>
            <a:off x="5305705" y="5627007"/>
            <a:ext cx="9389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4BEA6DC6-A27E-FDB0-B464-3C13E36C82B6}"/>
              </a:ext>
            </a:extLst>
          </p:cNvPr>
          <p:cNvGrpSpPr/>
          <p:nvPr/>
        </p:nvGrpSpPr>
        <p:grpSpPr>
          <a:xfrm>
            <a:off x="6244651" y="5519540"/>
            <a:ext cx="214933" cy="214933"/>
            <a:chOff x="4892460" y="2186404"/>
            <a:chExt cx="142638" cy="142638"/>
          </a:xfrm>
        </p:grpSpPr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250ED708-A352-06D0-0F58-01A02BA20E1C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5828BDE1-B0C2-4A6F-2B52-04D410299DC8}"/>
                </a:ext>
              </a:extLst>
            </p:cNvPr>
            <p:cNvCxnSpPr>
              <a:stCxn id="286" idx="1"/>
              <a:endCxn id="286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1986CCF7-2B72-1731-4757-7D50684943CD}"/>
                </a:ext>
              </a:extLst>
            </p:cNvPr>
            <p:cNvCxnSpPr>
              <a:cxnSpLocks/>
              <a:stCxn id="286" idx="3"/>
              <a:endCxn id="286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DF4AFE42-43D2-68EB-5D68-8D6DF6333D4E}"/>
              </a:ext>
            </a:extLst>
          </p:cNvPr>
          <p:cNvCxnSpPr>
            <a:cxnSpLocks/>
            <a:stCxn id="82" idx="2"/>
            <a:endCxn id="286" idx="0"/>
          </p:cNvCxnSpPr>
          <p:nvPr/>
        </p:nvCxnSpPr>
        <p:spPr>
          <a:xfrm flipH="1">
            <a:off x="6352118" y="5033451"/>
            <a:ext cx="2041" cy="4860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E485859B-3984-2269-17D7-9434710ECD4D}"/>
              </a:ext>
            </a:extLst>
          </p:cNvPr>
          <p:cNvCxnSpPr>
            <a:cxnSpLocks/>
          </p:cNvCxnSpPr>
          <p:nvPr/>
        </p:nvCxnSpPr>
        <p:spPr>
          <a:xfrm>
            <a:off x="6451669" y="3454401"/>
            <a:ext cx="469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EEAED159-7571-E506-1418-FBA8426BA4F3}"/>
              </a:ext>
            </a:extLst>
          </p:cNvPr>
          <p:cNvCxnSpPr>
            <a:cxnSpLocks/>
          </p:cNvCxnSpPr>
          <p:nvPr/>
        </p:nvCxnSpPr>
        <p:spPr>
          <a:xfrm>
            <a:off x="6463049" y="5634568"/>
            <a:ext cx="4582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EC7C9780-CA88-E4FB-BABB-464954FCB25F}"/>
              </a:ext>
            </a:extLst>
          </p:cNvPr>
          <p:cNvCxnSpPr>
            <a:cxnSpLocks/>
          </p:cNvCxnSpPr>
          <p:nvPr/>
        </p:nvCxnSpPr>
        <p:spPr>
          <a:xfrm>
            <a:off x="8652064" y="3708401"/>
            <a:ext cx="469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292">
            <a:extLst>
              <a:ext uri="{FF2B5EF4-FFF2-40B4-BE49-F238E27FC236}">
                <a16:creationId xmlns:a16="http://schemas.microsoft.com/office/drawing/2014/main" id="{6FDB0035-8832-8ECB-A119-E3A1CDAEA126}"/>
              </a:ext>
            </a:extLst>
          </p:cNvPr>
          <p:cNvCxnSpPr>
            <a:cxnSpLocks/>
          </p:cNvCxnSpPr>
          <p:nvPr/>
        </p:nvCxnSpPr>
        <p:spPr>
          <a:xfrm>
            <a:off x="8645797" y="5525003"/>
            <a:ext cx="469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4" name="组合 293">
            <a:extLst>
              <a:ext uri="{FF2B5EF4-FFF2-40B4-BE49-F238E27FC236}">
                <a16:creationId xmlns:a16="http://schemas.microsoft.com/office/drawing/2014/main" id="{5F94566F-9A12-EAD6-1786-E48C0B7803B0}"/>
              </a:ext>
            </a:extLst>
          </p:cNvPr>
          <p:cNvGrpSpPr/>
          <p:nvPr/>
        </p:nvGrpSpPr>
        <p:grpSpPr>
          <a:xfrm>
            <a:off x="11029574" y="1267405"/>
            <a:ext cx="1188364" cy="1012625"/>
            <a:chOff x="11029574" y="1267405"/>
            <a:chExt cx="1188364" cy="1012625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95" name="立方体 294">
              <a:extLst>
                <a:ext uri="{FF2B5EF4-FFF2-40B4-BE49-F238E27FC236}">
                  <a16:creationId xmlns:a16="http://schemas.microsoft.com/office/drawing/2014/main" id="{0BCA4924-CA46-80EB-9DB8-0D596552F330}"/>
                </a:ext>
              </a:extLst>
            </p:cNvPr>
            <p:cNvSpPr/>
            <p:nvPr/>
          </p:nvSpPr>
          <p:spPr>
            <a:xfrm>
              <a:off x="11435974" y="1267405"/>
              <a:ext cx="781964" cy="22352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立方体 295">
              <a:extLst>
                <a:ext uri="{FF2B5EF4-FFF2-40B4-BE49-F238E27FC236}">
                  <a16:creationId xmlns:a16="http://schemas.microsoft.com/office/drawing/2014/main" id="{845A060E-BC0E-4D03-CEB6-A0B893502578}"/>
                </a:ext>
              </a:extLst>
            </p:cNvPr>
            <p:cNvSpPr/>
            <p:nvPr/>
          </p:nvSpPr>
          <p:spPr>
            <a:xfrm>
              <a:off x="11160049" y="1789476"/>
              <a:ext cx="781964" cy="22352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立方体 296">
              <a:extLst>
                <a:ext uri="{FF2B5EF4-FFF2-40B4-BE49-F238E27FC236}">
                  <a16:creationId xmlns:a16="http://schemas.microsoft.com/office/drawing/2014/main" id="{BED3822B-4055-B928-0C51-AB4755678732}"/>
                </a:ext>
              </a:extLst>
            </p:cNvPr>
            <p:cNvSpPr/>
            <p:nvPr/>
          </p:nvSpPr>
          <p:spPr>
            <a:xfrm>
              <a:off x="11029574" y="2056510"/>
              <a:ext cx="781964" cy="22352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D70B7930-E947-0208-8130-84AA0CB343BE}"/>
                </a:ext>
              </a:extLst>
            </p:cNvPr>
            <p:cNvSpPr txBox="1"/>
            <p:nvPr/>
          </p:nvSpPr>
          <p:spPr>
            <a:xfrm rot="17750123">
              <a:off x="11441137" y="1424250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9" name="箭头: 右 298">
            <a:extLst>
              <a:ext uri="{FF2B5EF4-FFF2-40B4-BE49-F238E27FC236}">
                <a16:creationId xmlns:a16="http://schemas.microsoft.com/office/drawing/2014/main" id="{3FBDF2F3-6552-8590-0211-1EF986CF6573}"/>
              </a:ext>
            </a:extLst>
          </p:cNvPr>
          <p:cNvSpPr/>
          <p:nvPr/>
        </p:nvSpPr>
        <p:spPr>
          <a:xfrm flipH="1">
            <a:off x="12289584" y="1621175"/>
            <a:ext cx="748031" cy="416311"/>
          </a:xfrm>
          <a:prstGeom prst="rightArrow">
            <a:avLst>
              <a:gd name="adj1" fmla="val 46949"/>
              <a:gd name="adj2" fmla="val 56126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scene3d>
            <a:camera prst="orthographicFront">
              <a:rot lat="0" lon="2159996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0" name="组合 299">
            <a:extLst>
              <a:ext uri="{FF2B5EF4-FFF2-40B4-BE49-F238E27FC236}">
                <a16:creationId xmlns:a16="http://schemas.microsoft.com/office/drawing/2014/main" id="{166F20CA-31BB-C117-50DA-A963B6E3A32C}"/>
              </a:ext>
            </a:extLst>
          </p:cNvPr>
          <p:cNvGrpSpPr/>
          <p:nvPr/>
        </p:nvGrpSpPr>
        <p:grpSpPr>
          <a:xfrm>
            <a:off x="12081146" y="3312520"/>
            <a:ext cx="1351280" cy="996750"/>
            <a:chOff x="12081146" y="3312520"/>
            <a:chExt cx="1351280" cy="99675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301" name="立方体 300">
              <a:extLst>
                <a:ext uri="{FF2B5EF4-FFF2-40B4-BE49-F238E27FC236}">
                  <a16:creationId xmlns:a16="http://schemas.microsoft.com/office/drawing/2014/main" id="{3BA6D135-A2EC-09BE-3A1C-87713184ECA3}"/>
                </a:ext>
              </a:extLst>
            </p:cNvPr>
            <p:cNvSpPr/>
            <p:nvPr/>
          </p:nvSpPr>
          <p:spPr>
            <a:xfrm>
              <a:off x="12487546" y="3312520"/>
              <a:ext cx="944880" cy="223520"/>
            </a:xfrm>
            <a:prstGeom prst="cube">
              <a:avLst/>
            </a:prstGeom>
            <a:pattFill prst="wdUp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立方体 301">
              <a:extLst>
                <a:ext uri="{FF2B5EF4-FFF2-40B4-BE49-F238E27FC236}">
                  <a16:creationId xmlns:a16="http://schemas.microsoft.com/office/drawing/2014/main" id="{5335A066-FF7F-1B86-6A72-68305B7275D9}"/>
                </a:ext>
              </a:extLst>
            </p:cNvPr>
            <p:cNvSpPr/>
            <p:nvPr/>
          </p:nvSpPr>
          <p:spPr>
            <a:xfrm>
              <a:off x="12182746" y="3892441"/>
              <a:ext cx="944880" cy="223520"/>
            </a:xfrm>
            <a:prstGeom prst="cube">
              <a:avLst/>
            </a:prstGeom>
            <a:pattFill prst="wdUp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立方体 302">
              <a:extLst>
                <a:ext uri="{FF2B5EF4-FFF2-40B4-BE49-F238E27FC236}">
                  <a16:creationId xmlns:a16="http://schemas.microsoft.com/office/drawing/2014/main" id="{68799497-85EE-9BA9-563B-7821DCFF5A3E}"/>
                </a:ext>
              </a:extLst>
            </p:cNvPr>
            <p:cNvSpPr/>
            <p:nvPr/>
          </p:nvSpPr>
          <p:spPr>
            <a:xfrm>
              <a:off x="12081146" y="4085750"/>
              <a:ext cx="944880" cy="223520"/>
            </a:xfrm>
            <a:prstGeom prst="cube">
              <a:avLst/>
            </a:prstGeom>
            <a:pattFill prst="wdUp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29127101-FFF1-14A8-AB46-F73B8A821AA6}"/>
                </a:ext>
              </a:extLst>
            </p:cNvPr>
            <p:cNvSpPr txBox="1"/>
            <p:nvPr/>
          </p:nvSpPr>
          <p:spPr>
            <a:xfrm rot="17750123">
              <a:off x="12528794" y="3508084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F5EC6B02-FE1F-2C26-6F27-46CCFBBF61ED}"/>
              </a:ext>
            </a:extLst>
          </p:cNvPr>
          <p:cNvGrpSpPr/>
          <p:nvPr/>
        </p:nvGrpSpPr>
        <p:grpSpPr>
          <a:xfrm>
            <a:off x="13550418" y="4070967"/>
            <a:ext cx="1351280" cy="996750"/>
            <a:chOff x="13550418" y="4070967"/>
            <a:chExt cx="1351280" cy="99675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306" name="立方体 305">
              <a:extLst>
                <a:ext uri="{FF2B5EF4-FFF2-40B4-BE49-F238E27FC236}">
                  <a16:creationId xmlns:a16="http://schemas.microsoft.com/office/drawing/2014/main" id="{C9BD47A8-0117-5EF1-442F-2AC613B3E079}"/>
                </a:ext>
              </a:extLst>
            </p:cNvPr>
            <p:cNvSpPr/>
            <p:nvPr/>
          </p:nvSpPr>
          <p:spPr>
            <a:xfrm>
              <a:off x="13956818" y="4070967"/>
              <a:ext cx="944880" cy="22352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立方体 306">
              <a:extLst>
                <a:ext uri="{FF2B5EF4-FFF2-40B4-BE49-F238E27FC236}">
                  <a16:creationId xmlns:a16="http://schemas.microsoft.com/office/drawing/2014/main" id="{7D74F8CB-79C4-C973-E914-F33E6CC8AF02}"/>
                </a:ext>
              </a:extLst>
            </p:cNvPr>
            <p:cNvSpPr/>
            <p:nvPr/>
          </p:nvSpPr>
          <p:spPr>
            <a:xfrm>
              <a:off x="13652018" y="4650888"/>
              <a:ext cx="944880" cy="22352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立方体 307">
              <a:extLst>
                <a:ext uri="{FF2B5EF4-FFF2-40B4-BE49-F238E27FC236}">
                  <a16:creationId xmlns:a16="http://schemas.microsoft.com/office/drawing/2014/main" id="{CC94921E-D9E2-E8EB-B3A2-48DA78A58093}"/>
                </a:ext>
              </a:extLst>
            </p:cNvPr>
            <p:cNvSpPr/>
            <p:nvPr/>
          </p:nvSpPr>
          <p:spPr>
            <a:xfrm>
              <a:off x="13550418" y="4844197"/>
              <a:ext cx="944880" cy="22352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A85E7A13-7C9A-C472-B16C-35EC284BC569}"/>
                </a:ext>
              </a:extLst>
            </p:cNvPr>
            <p:cNvSpPr txBox="1"/>
            <p:nvPr/>
          </p:nvSpPr>
          <p:spPr>
            <a:xfrm rot="17750123">
              <a:off x="13978145" y="4259803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7CEDD22D-4747-6F97-0727-3115CFD19ED4}"/>
              </a:ext>
            </a:extLst>
          </p:cNvPr>
          <p:cNvGrpSpPr/>
          <p:nvPr/>
        </p:nvGrpSpPr>
        <p:grpSpPr>
          <a:xfrm>
            <a:off x="11991135" y="5168425"/>
            <a:ext cx="1351280" cy="996750"/>
            <a:chOff x="11991135" y="5168425"/>
            <a:chExt cx="1351280" cy="99675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311" name="立方体 310">
              <a:extLst>
                <a:ext uri="{FF2B5EF4-FFF2-40B4-BE49-F238E27FC236}">
                  <a16:creationId xmlns:a16="http://schemas.microsoft.com/office/drawing/2014/main" id="{D4EA88C4-9AF9-A4D0-4F53-306BDA674FFC}"/>
                </a:ext>
              </a:extLst>
            </p:cNvPr>
            <p:cNvSpPr/>
            <p:nvPr/>
          </p:nvSpPr>
          <p:spPr>
            <a:xfrm>
              <a:off x="12397535" y="5168425"/>
              <a:ext cx="944880" cy="223520"/>
            </a:xfrm>
            <a:prstGeom prst="cube">
              <a:avLst/>
            </a:prstGeom>
            <a:pattFill prst="wd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立方体 311">
              <a:extLst>
                <a:ext uri="{FF2B5EF4-FFF2-40B4-BE49-F238E27FC236}">
                  <a16:creationId xmlns:a16="http://schemas.microsoft.com/office/drawing/2014/main" id="{8F9BF4DE-FCC9-DCF7-13B4-48C4CAA28AAD}"/>
                </a:ext>
              </a:extLst>
            </p:cNvPr>
            <p:cNvSpPr/>
            <p:nvPr/>
          </p:nvSpPr>
          <p:spPr>
            <a:xfrm>
              <a:off x="12092735" y="5748346"/>
              <a:ext cx="944880" cy="223520"/>
            </a:xfrm>
            <a:prstGeom prst="cube">
              <a:avLst/>
            </a:prstGeom>
            <a:pattFill prst="wd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立方体 312">
              <a:extLst>
                <a:ext uri="{FF2B5EF4-FFF2-40B4-BE49-F238E27FC236}">
                  <a16:creationId xmlns:a16="http://schemas.microsoft.com/office/drawing/2014/main" id="{7862D853-C85A-D763-EB60-C3867F0391AA}"/>
                </a:ext>
              </a:extLst>
            </p:cNvPr>
            <p:cNvSpPr/>
            <p:nvPr/>
          </p:nvSpPr>
          <p:spPr>
            <a:xfrm>
              <a:off x="11991135" y="5941655"/>
              <a:ext cx="944880" cy="223520"/>
            </a:xfrm>
            <a:prstGeom prst="cube">
              <a:avLst/>
            </a:prstGeom>
            <a:pattFill prst="wd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文本框 313">
              <a:extLst>
                <a:ext uri="{FF2B5EF4-FFF2-40B4-BE49-F238E27FC236}">
                  <a16:creationId xmlns:a16="http://schemas.microsoft.com/office/drawing/2014/main" id="{C5C7408C-EB58-905C-7A53-1D96D9D7A396}"/>
                </a:ext>
              </a:extLst>
            </p:cNvPr>
            <p:cNvSpPr txBox="1"/>
            <p:nvPr/>
          </p:nvSpPr>
          <p:spPr>
            <a:xfrm rot="17750123">
              <a:off x="12361457" y="5370090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4B3C060C-98B0-B9F2-985F-EDFC73564174}"/>
              </a:ext>
            </a:extLst>
          </p:cNvPr>
          <p:cNvCxnSpPr>
            <a:cxnSpLocks/>
          </p:cNvCxnSpPr>
          <p:nvPr/>
        </p:nvCxnSpPr>
        <p:spPr>
          <a:xfrm>
            <a:off x="11128564" y="3709997"/>
            <a:ext cx="13638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37BFF73F-7F04-B99D-F6DE-8FCAAFE6D947}"/>
              </a:ext>
            </a:extLst>
          </p:cNvPr>
          <p:cNvCxnSpPr>
            <a:cxnSpLocks/>
          </p:cNvCxnSpPr>
          <p:nvPr/>
        </p:nvCxnSpPr>
        <p:spPr>
          <a:xfrm>
            <a:off x="11122297" y="5526599"/>
            <a:ext cx="12752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矩形: 圆角 316">
            <a:extLst>
              <a:ext uri="{FF2B5EF4-FFF2-40B4-BE49-F238E27FC236}">
                <a16:creationId xmlns:a16="http://schemas.microsoft.com/office/drawing/2014/main" id="{1FACF075-132D-9FFD-1858-A76D9891102A}"/>
              </a:ext>
            </a:extLst>
          </p:cNvPr>
          <p:cNvSpPr/>
          <p:nvPr/>
        </p:nvSpPr>
        <p:spPr>
          <a:xfrm rot="16200000">
            <a:off x="10598617" y="4394346"/>
            <a:ext cx="2297741" cy="40073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Propagation</a:t>
            </a:r>
          </a:p>
        </p:txBody>
      </p: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1468FB42-0622-78E4-46A6-57463934F9A0}"/>
              </a:ext>
            </a:extLst>
          </p:cNvPr>
          <p:cNvSpPr/>
          <p:nvPr/>
        </p:nvSpPr>
        <p:spPr>
          <a:xfrm flipH="1">
            <a:off x="13472296" y="5463288"/>
            <a:ext cx="1782423" cy="1016960"/>
          </a:xfrm>
          <a:prstGeom prst="roundRect">
            <a:avLst>
              <a:gd name="adj" fmla="val 9024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矩形: 圆角 318">
            <a:extLst>
              <a:ext uri="{FF2B5EF4-FFF2-40B4-BE49-F238E27FC236}">
                <a16:creationId xmlns:a16="http://schemas.microsoft.com/office/drawing/2014/main" id="{676876DA-DCB2-BC1B-224E-1FB3244F44B0}"/>
              </a:ext>
            </a:extLst>
          </p:cNvPr>
          <p:cNvSpPr/>
          <p:nvPr/>
        </p:nvSpPr>
        <p:spPr>
          <a:xfrm>
            <a:off x="13602705" y="5843148"/>
            <a:ext cx="220134" cy="220134"/>
          </a:xfrm>
          <a:prstGeom prst="roundRect">
            <a:avLst/>
          </a:prstGeom>
          <a:solidFill>
            <a:srgbClr val="387BB9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矩形: 圆角 319">
            <a:extLst>
              <a:ext uri="{FF2B5EF4-FFF2-40B4-BE49-F238E27FC236}">
                <a16:creationId xmlns:a16="http://schemas.microsoft.com/office/drawing/2014/main" id="{1F99E420-3570-7BFC-2F5E-8AF133EFEBEA}"/>
              </a:ext>
            </a:extLst>
          </p:cNvPr>
          <p:cNvSpPr/>
          <p:nvPr/>
        </p:nvSpPr>
        <p:spPr>
          <a:xfrm>
            <a:off x="13602704" y="5567327"/>
            <a:ext cx="220134" cy="220134"/>
          </a:xfrm>
          <a:prstGeom prst="roundRect">
            <a:avLst/>
          </a:prstGeom>
          <a:solidFill>
            <a:srgbClr val="D12A2F"/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B3181981-E0D4-A73A-4711-9A70A1F33B63}"/>
              </a:ext>
            </a:extLst>
          </p:cNvPr>
          <p:cNvSpPr txBox="1"/>
          <p:nvPr/>
        </p:nvSpPr>
        <p:spPr>
          <a:xfrm>
            <a:off x="13776445" y="5532235"/>
            <a:ext cx="1448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文本框 321">
            <a:extLst>
              <a:ext uri="{FF2B5EF4-FFF2-40B4-BE49-F238E27FC236}">
                <a16:creationId xmlns:a16="http://schemas.microsoft.com/office/drawing/2014/main" id="{DF51148F-AE82-E81C-6BC7-006C8A912F5E}"/>
              </a:ext>
            </a:extLst>
          </p:cNvPr>
          <p:cNvSpPr txBox="1"/>
          <p:nvPr/>
        </p:nvSpPr>
        <p:spPr>
          <a:xfrm>
            <a:off x="13776445" y="5808062"/>
            <a:ext cx="1446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矩形: 圆角 322">
            <a:extLst>
              <a:ext uri="{FF2B5EF4-FFF2-40B4-BE49-F238E27FC236}">
                <a16:creationId xmlns:a16="http://schemas.microsoft.com/office/drawing/2014/main" id="{A917D7F5-0300-660D-6B97-F234E2987806}"/>
              </a:ext>
            </a:extLst>
          </p:cNvPr>
          <p:cNvSpPr/>
          <p:nvPr/>
        </p:nvSpPr>
        <p:spPr>
          <a:xfrm>
            <a:off x="13602705" y="6133160"/>
            <a:ext cx="220134" cy="22013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5400">
            <a:solidFill>
              <a:schemeClr val="bg1"/>
            </a:solidFill>
          </a:ln>
          <a:effectLst>
            <a:glow rad="101600">
              <a:schemeClr val="bg1">
                <a:alpha val="3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89D5EB15-395F-DEA8-DECA-37AE9C005815}"/>
              </a:ext>
            </a:extLst>
          </p:cNvPr>
          <p:cNvSpPr txBox="1"/>
          <p:nvPr/>
        </p:nvSpPr>
        <p:spPr>
          <a:xfrm>
            <a:off x="13776445" y="6083888"/>
            <a:ext cx="1446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Weight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C45D3E33-8B33-8E0A-4E7A-F217B919E24A}"/>
                  </a:ext>
                </a:extLst>
              </p:cNvPr>
              <p:cNvSpPr txBox="1"/>
              <p:nvPr/>
            </p:nvSpPr>
            <p:spPr>
              <a:xfrm>
                <a:off x="7963410" y="4402403"/>
                <a:ext cx="182742" cy="253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C45D3E33-8B33-8E0A-4E7A-F217B919E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410" y="4402403"/>
                <a:ext cx="182742" cy="253596"/>
              </a:xfrm>
              <a:prstGeom prst="rect">
                <a:avLst/>
              </a:prstGeom>
              <a:blipFill>
                <a:blip r:embed="rId9"/>
                <a:stretch>
                  <a:fillRect l="-23333" t="-16667" r="-56667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8FE55A5B-43BC-95E8-4ECA-E948EE79A3FF}"/>
                  </a:ext>
                </a:extLst>
              </p:cNvPr>
              <p:cNvSpPr txBox="1"/>
              <p:nvPr/>
            </p:nvSpPr>
            <p:spPr>
              <a:xfrm>
                <a:off x="7833759" y="6125749"/>
                <a:ext cx="619080" cy="25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8FE55A5B-43BC-95E8-4ECA-E948EE79A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759" y="6125749"/>
                <a:ext cx="619080" cy="257250"/>
              </a:xfrm>
              <a:prstGeom prst="rect">
                <a:avLst/>
              </a:prstGeom>
              <a:blipFill>
                <a:blip r:embed="rId10"/>
                <a:stretch>
                  <a:fillRect l="-6863" t="-19048" r="-45098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弧形 326">
            <a:extLst>
              <a:ext uri="{FF2B5EF4-FFF2-40B4-BE49-F238E27FC236}">
                <a16:creationId xmlns:a16="http://schemas.microsoft.com/office/drawing/2014/main" id="{B172AA59-CD94-71E3-DABF-4C21B9374986}"/>
              </a:ext>
            </a:extLst>
          </p:cNvPr>
          <p:cNvSpPr/>
          <p:nvPr/>
        </p:nvSpPr>
        <p:spPr>
          <a:xfrm>
            <a:off x="9902358" y="5550218"/>
            <a:ext cx="190500" cy="190500"/>
          </a:xfrm>
          <a:prstGeom prst="arc">
            <a:avLst>
              <a:gd name="adj1" fmla="val 19416622"/>
              <a:gd name="adj2" fmla="val 15595741"/>
            </a:avLst>
          </a:prstGeom>
          <a:ln w="28575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弧形 327">
            <a:extLst>
              <a:ext uri="{FF2B5EF4-FFF2-40B4-BE49-F238E27FC236}">
                <a16:creationId xmlns:a16="http://schemas.microsoft.com/office/drawing/2014/main" id="{CFDF12DA-CC3A-1667-D4C1-8A3AAC6ADBE9}"/>
              </a:ext>
            </a:extLst>
          </p:cNvPr>
          <p:cNvSpPr/>
          <p:nvPr/>
        </p:nvSpPr>
        <p:spPr>
          <a:xfrm>
            <a:off x="9966445" y="3737958"/>
            <a:ext cx="190500" cy="190500"/>
          </a:xfrm>
          <a:prstGeom prst="arc">
            <a:avLst>
              <a:gd name="adj1" fmla="val 19416622"/>
              <a:gd name="adj2" fmla="val 15448464"/>
            </a:avLst>
          </a:prstGeom>
          <a:ln w="28575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弧形 328">
            <a:extLst>
              <a:ext uri="{FF2B5EF4-FFF2-40B4-BE49-F238E27FC236}">
                <a16:creationId xmlns:a16="http://schemas.microsoft.com/office/drawing/2014/main" id="{5904119B-1806-FED3-F580-5A179EDF6BF7}"/>
              </a:ext>
            </a:extLst>
          </p:cNvPr>
          <p:cNvSpPr/>
          <p:nvPr/>
        </p:nvSpPr>
        <p:spPr>
          <a:xfrm>
            <a:off x="13894938" y="1915908"/>
            <a:ext cx="190500" cy="190500"/>
          </a:xfrm>
          <a:prstGeom prst="arc">
            <a:avLst>
              <a:gd name="adj1" fmla="val 19416622"/>
              <a:gd name="adj2" fmla="val 15595741"/>
            </a:avLst>
          </a:prstGeom>
          <a:ln w="28575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FE30A0F7-E96E-0D81-FB58-415D14BE3ACA}"/>
              </a:ext>
            </a:extLst>
          </p:cNvPr>
          <p:cNvSpPr txBox="1"/>
          <p:nvPr/>
        </p:nvSpPr>
        <p:spPr>
          <a:xfrm>
            <a:off x="11826956" y="4404672"/>
            <a:ext cx="226264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040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431C45-AB9C-D347-BB20-2271ECD11FEC}"/>
              </a:ext>
            </a:extLst>
          </p:cNvPr>
          <p:cNvSpPr/>
          <p:nvPr/>
        </p:nvSpPr>
        <p:spPr>
          <a:xfrm>
            <a:off x="2672723" y="5328705"/>
            <a:ext cx="5497611" cy="1991384"/>
          </a:xfrm>
          <a:prstGeom prst="roundRect">
            <a:avLst>
              <a:gd name="adj" fmla="val 14353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0353978-297F-9468-F7D7-B5E17F69C13A}"/>
              </a:ext>
            </a:extLst>
          </p:cNvPr>
          <p:cNvSpPr/>
          <p:nvPr/>
        </p:nvSpPr>
        <p:spPr>
          <a:xfrm>
            <a:off x="8414575" y="5328705"/>
            <a:ext cx="8102377" cy="1991384"/>
          </a:xfrm>
          <a:prstGeom prst="roundRect">
            <a:avLst>
              <a:gd name="adj" fmla="val 13020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5AF97F-10C4-A980-B4D1-D63381290FA0}"/>
              </a:ext>
            </a:extLst>
          </p:cNvPr>
          <p:cNvSpPr/>
          <p:nvPr/>
        </p:nvSpPr>
        <p:spPr>
          <a:xfrm flipH="1">
            <a:off x="2672722" y="7571941"/>
            <a:ext cx="13844229" cy="3655439"/>
          </a:xfrm>
          <a:prstGeom prst="roundRect">
            <a:avLst>
              <a:gd name="adj" fmla="val 9024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FBD047-4791-E2B1-869D-C2A1027D6276}"/>
              </a:ext>
            </a:extLst>
          </p:cNvPr>
          <p:cNvSpPr txBox="1"/>
          <p:nvPr/>
        </p:nvSpPr>
        <p:spPr>
          <a:xfrm>
            <a:off x="9694869" y="8756650"/>
            <a:ext cx="197624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Affinity Relations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9DDC7D-871D-47B5-30CC-0A1D021A5C58}"/>
              </a:ext>
            </a:extLst>
          </p:cNvPr>
          <p:cNvSpPr txBox="1"/>
          <p:nvPr/>
        </p:nvSpPr>
        <p:spPr>
          <a:xfrm>
            <a:off x="9535254" y="10567969"/>
            <a:ext cx="2262645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Relations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A99D82-6B66-52F6-63B8-90E01E44AAD8}"/>
              </a:ext>
            </a:extLst>
          </p:cNvPr>
          <p:cNvGrpSpPr/>
          <p:nvPr/>
        </p:nvGrpSpPr>
        <p:grpSpPr>
          <a:xfrm>
            <a:off x="2801019" y="5807781"/>
            <a:ext cx="1034132" cy="1072309"/>
            <a:chOff x="1190851" y="1193921"/>
            <a:chExt cx="1034132" cy="107230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D0EA800-85D1-0ED2-1D73-8EDAD241D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851" y="1193921"/>
              <a:ext cx="512363" cy="912616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11C8E04-7EC1-C8FB-0107-68AB07C20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1293" y="123384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DF21C1D-FB97-1F6E-66C6-5A9E538EE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35" y="1273764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8A7592C-59A6-5DE0-8792-256282137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177" y="1313687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CA651F9-AE98-B7BD-0B1E-96F50C4E4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620" y="1353611"/>
              <a:ext cx="512363" cy="912619"/>
            </a:xfrm>
            <a:prstGeom prst="rect">
              <a:avLst/>
            </a:prstGeom>
            <a:scene3d>
              <a:camera prst="isometricOffAxis1Right"/>
              <a:lightRig rig="threePt" dir="t"/>
            </a:scene3d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3B55330E-115D-B440-4130-34CBA8BACF42}"/>
              </a:ext>
            </a:extLst>
          </p:cNvPr>
          <p:cNvSpPr txBox="1"/>
          <p:nvPr/>
        </p:nvSpPr>
        <p:spPr>
          <a:xfrm>
            <a:off x="6084003" y="9678182"/>
            <a:ext cx="11292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   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02B0D19-ADFC-D70F-26D1-60141651F70C}"/>
              </a:ext>
            </a:extLst>
          </p:cNvPr>
          <p:cNvCxnSpPr>
            <a:cxnSpLocks/>
          </p:cNvCxnSpPr>
          <p:nvPr/>
        </p:nvCxnSpPr>
        <p:spPr>
          <a:xfrm>
            <a:off x="3848777" y="6344697"/>
            <a:ext cx="4575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B6BBF8B-D455-7230-7CEE-B4563AEEF813}"/>
              </a:ext>
            </a:extLst>
          </p:cNvPr>
          <p:cNvGrpSpPr/>
          <p:nvPr/>
        </p:nvGrpSpPr>
        <p:grpSpPr>
          <a:xfrm rot="18905662">
            <a:off x="14341162" y="8985141"/>
            <a:ext cx="214933" cy="214933"/>
            <a:chOff x="4892460" y="2186404"/>
            <a:chExt cx="142638" cy="142638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6845B4F-22BD-737D-FA09-4CA2D4136C1C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4A967E2-96A1-ADFB-A8FD-D84D330C66F0}"/>
                </a:ext>
              </a:extLst>
            </p:cNvPr>
            <p:cNvCxnSpPr>
              <a:stCxn id="18" idx="1"/>
              <a:endCxn id="1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9806890-D9A7-C37F-7938-B3E683C6373B}"/>
                </a:ext>
              </a:extLst>
            </p:cNvPr>
            <p:cNvCxnSpPr>
              <a:cxnSpLocks/>
              <a:stCxn id="18" idx="3"/>
              <a:endCxn id="1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BDD34BDA-8B81-1D55-A076-A62F5C92BE34}"/>
              </a:ext>
            </a:extLst>
          </p:cNvPr>
          <p:cNvCxnSpPr>
            <a:cxnSpLocks/>
            <a:endCxn id="18" idx="7"/>
          </p:cNvCxnSpPr>
          <p:nvPr/>
        </p:nvCxnSpPr>
        <p:spPr>
          <a:xfrm rot="16200000" flipH="1">
            <a:off x="13926349" y="8462684"/>
            <a:ext cx="712087" cy="332825"/>
          </a:xfrm>
          <a:prstGeom prst="bentConnector3">
            <a:avLst>
              <a:gd name="adj1" fmla="val -26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553D8269-17F9-B21D-ADFC-BE0E22444E87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 flipH="1" flipV="1">
            <a:off x="13819445" y="9476213"/>
            <a:ext cx="905144" cy="352867"/>
          </a:xfrm>
          <a:prstGeom prst="bentConnector3">
            <a:avLst>
              <a:gd name="adj1" fmla="val 15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7176645-3DDE-E0A3-C672-4EEE16BE33A3}"/>
              </a:ext>
            </a:extLst>
          </p:cNvPr>
          <p:cNvCxnSpPr>
            <a:cxnSpLocks/>
          </p:cNvCxnSpPr>
          <p:nvPr/>
        </p:nvCxnSpPr>
        <p:spPr>
          <a:xfrm>
            <a:off x="14354175" y="9080958"/>
            <a:ext cx="7761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0E3FC14-046A-BD63-ED5B-5026EF22CD09}"/>
                  </a:ext>
                </a:extLst>
              </p:cNvPr>
              <p:cNvSpPr txBox="1"/>
              <p:nvPr/>
            </p:nvSpPr>
            <p:spPr>
              <a:xfrm>
                <a:off x="13916225" y="8694406"/>
                <a:ext cx="208390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0E3FC14-046A-BD63-ED5B-5026EF22C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6225" y="8694406"/>
                <a:ext cx="208390" cy="246221"/>
              </a:xfrm>
              <a:prstGeom prst="rect">
                <a:avLst/>
              </a:prstGeom>
              <a:blipFill>
                <a:blip r:embed="rId7"/>
                <a:stretch>
                  <a:fillRect l="-14706" r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A582D60-DC55-417A-2845-AB38A3259936}"/>
                  </a:ext>
                </a:extLst>
              </p:cNvPr>
              <p:cNvSpPr txBox="1"/>
              <p:nvPr/>
            </p:nvSpPr>
            <p:spPr>
              <a:xfrm>
                <a:off x="13620311" y="9356371"/>
                <a:ext cx="576889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A582D60-DC55-417A-2845-AB38A3259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0311" y="9356371"/>
                <a:ext cx="576889" cy="246221"/>
              </a:xfrm>
              <a:prstGeom prst="rect">
                <a:avLst/>
              </a:prstGeom>
              <a:blipFill>
                <a:blip r:embed="rId8"/>
                <a:stretch>
                  <a:fillRect l="-7368" r="-4211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EA32128F-B6C2-94C1-58EC-FC618B9CB55C}"/>
              </a:ext>
            </a:extLst>
          </p:cNvPr>
          <p:cNvGrpSpPr/>
          <p:nvPr/>
        </p:nvGrpSpPr>
        <p:grpSpPr>
          <a:xfrm>
            <a:off x="4744253" y="9487354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79859A8A-BEC2-0C8C-D148-9F5B63B4E490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8E80F4F1-B7D6-4128-4A81-325FCA06F4A5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C16D0E1-657C-E674-9CD3-652B32041193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76C189FB-F160-30F5-DCC4-AD1E509E9432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7FDD1BB-28F8-AA37-F4BB-E22B1928E515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76BAC0C-612C-32E9-1A9E-52F6682D0238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533F9BFF-0929-E7BF-AA00-6BF315414E7F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638E31C-3234-B17F-1E39-D5D718E7AFDF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E3BFD6A0-C004-35A0-4248-A0AF2A09DB87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D758FA7-9934-EB58-2040-C869FDF5111A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13A29894-3B0E-8DEC-63B1-B102CF923610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C847A2EE-4813-D7A0-74BD-F1F8560E260F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E9706340-75DD-4D3C-F92C-282880F43856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37F9775A-44A0-17E3-76C8-7F8D87661EFA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139CADFC-1E36-2A9E-79F3-C8E4F2685B27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759A070A-85AC-54DD-FB8B-C47031EE863F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8237A8CE-0A0A-3EAB-81C9-E48AA5F60BC2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3CFB363-86D9-C3AC-0811-DCEEBAE14669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589498F0-93E4-6EED-6940-4057808D7F08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5439CBA9-D71F-B82D-6820-42BB1B533242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4E517452-A16C-4B3D-BE63-F7C852887971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B479956F-4A1E-93CF-0CAB-ED87517CB06C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51F32224-5AC6-D008-58B9-F13214C2A681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C9205A3-3AF4-69B6-32AA-77EEB327104F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0DA7B80F-328E-322A-A258-927C851F445D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E944402-C369-2B14-2EE9-5E94C2D4E276}"/>
              </a:ext>
            </a:extLst>
          </p:cNvPr>
          <p:cNvGrpSpPr/>
          <p:nvPr/>
        </p:nvGrpSpPr>
        <p:grpSpPr>
          <a:xfrm>
            <a:off x="6580162" y="8609381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EBCC568-B503-01BB-6031-DD5C379A3D43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875D9A77-9538-B24A-DA4B-546857FF1165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A28D4ED2-A603-C7F3-0532-9EAF6EBDD337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2C15652A-B973-F651-B5DC-64C9FAF10A01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F75B3723-BAA8-E109-0AFC-D4528605E388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1821DE7F-5F3C-E1BB-47C1-DEFA2EE2DA9E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8F8B20A2-2538-8CC6-078E-6BF6482D1ED9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065C033F-F6D4-90EC-0F14-C53CE64032B8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A3FC8928-0902-B7FE-E6E4-8FF6992B9D4E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D95BAC06-4D79-A66B-4757-07E887DCC413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343F251D-ACA5-A269-3925-FEBD016898E8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6B8E8313-A28F-B85E-4CE7-E3F369D19F8E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DA939A3F-A72A-598A-C493-B521035E22CF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B5D1205F-11D5-9599-5855-7716FD19E6A8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AFA68F15-773A-0561-AAC7-75A46CF0C1AD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79BA17A7-3501-2D1C-D7B4-2CD9C9D97E86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A3C7ED99-B7B8-3165-5ED8-363BF8BB6244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AF6B9E47-04F5-DA2F-C89E-AD98289DD4F5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CB602CC5-5373-6A7A-ED8D-B7AF4255CEC4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4705C8FC-6F72-C137-1114-C60A1072C727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2B4AA9C7-347B-87AC-9620-A90F035937ED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611851F0-1D27-AB3F-64E2-92171649997B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06557F18-0589-B2B3-AD9E-A9DB96AE9221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1B558091-4C32-C62D-447E-BDAF713EA49F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6251E1D7-BDCA-CD09-0410-C53E4B44853C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66D4491-1D3B-A51D-706A-902C61D6C098}"/>
              </a:ext>
            </a:extLst>
          </p:cNvPr>
          <p:cNvGrpSpPr/>
          <p:nvPr/>
        </p:nvGrpSpPr>
        <p:grpSpPr>
          <a:xfrm>
            <a:off x="4137005" y="5886917"/>
            <a:ext cx="1188364" cy="1012625"/>
            <a:chOff x="3727389" y="1269724"/>
            <a:chExt cx="1188364" cy="1012625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79" name="立方体 78">
              <a:extLst>
                <a:ext uri="{FF2B5EF4-FFF2-40B4-BE49-F238E27FC236}">
                  <a16:creationId xmlns:a16="http://schemas.microsoft.com/office/drawing/2014/main" id="{5A3307D3-FF20-5748-55BF-CD1CECA97067}"/>
                </a:ext>
              </a:extLst>
            </p:cNvPr>
            <p:cNvSpPr/>
            <p:nvPr/>
          </p:nvSpPr>
          <p:spPr>
            <a:xfrm>
              <a:off x="4133789" y="1269724"/>
              <a:ext cx="781964" cy="223520"/>
            </a:xfrm>
            <a:prstGeom prst="cub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0EA690BA-B0C9-1BB1-3106-E7219888D608}"/>
                </a:ext>
              </a:extLst>
            </p:cNvPr>
            <p:cNvSpPr/>
            <p:nvPr/>
          </p:nvSpPr>
          <p:spPr>
            <a:xfrm>
              <a:off x="3857864" y="1791795"/>
              <a:ext cx="781964" cy="223520"/>
            </a:xfrm>
            <a:prstGeom prst="cub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立方体 80">
              <a:extLst>
                <a:ext uri="{FF2B5EF4-FFF2-40B4-BE49-F238E27FC236}">
                  <a16:creationId xmlns:a16="http://schemas.microsoft.com/office/drawing/2014/main" id="{090E6C21-4F32-2DB0-FD95-8AA77BA94963}"/>
                </a:ext>
              </a:extLst>
            </p:cNvPr>
            <p:cNvSpPr/>
            <p:nvPr/>
          </p:nvSpPr>
          <p:spPr>
            <a:xfrm>
              <a:off x="3727389" y="2058829"/>
              <a:ext cx="781964" cy="223520"/>
            </a:xfrm>
            <a:prstGeom prst="cub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C5B70053-D3B4-50D1-C715-5E38F99DF6FD}"/>
                </a:ext>
              </a:extLst>
            </p:cNvPr>
            <p:cNvSpPr txBox="1"/>
            <p:nvPr/>
          </p:nvSpPr>
          <p:spPr>
            <a:xfrm rot="17750123">
              <a:off x="4138952" y="1426569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5AC0B8EE-DEA4-BFCB-432D-FAED9B53008E}"/>
              </a:ext>
            </a:extLst>
          </p:cNvPr>
          <p:cNvGrpSpPr/>
          <p:nvPr/>
        </p:nvGrpSpPr>
        <p:grpSpPr>
          <a:xfrm>
            <a:off x="9704023" y="9561111"/>
            <a:ext cx="2463587" cy="1009450"/>
            <a:chOff x="9841071" y="3556409"/>
            <a:chExt cx="2463587" cy="100945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84" name="流程图: 数据 83">
              <a:extLst>
                <a:ext uri="{FF2B5EF4-FFF2-40B4-BE49-F238E27FC236}">
                  <a16:creationId xmlns:a16="http://schemas.microsoft.com/office/drawing/2014/main" id="{B94E96B1-2A55-4122-452E-F7E8D600370E}"/>
                </a:ext>
              </a:extLst>
            </p:cNvPr>
            <p:cNvSpPr/>
            <p:nvPr/>
          </p:nvSpPr>
          <p:spPr>
            <a:xfrm>
              <a:off x="9841071" y="3556409"/>
              <a:ext cx="2463587" cy="1009450"/>
            </a:xfrm>
            <a:prstGeom prst="flowChartInputOutput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CAF02ABD-3D2B-AE5B-BEF8-8A23C0C65D3F}"/>
                </a:ext>
              </a:extLst>
            </p:cNvPr>
            <p:cNvGrpSpPr/>
            <p:nvPr/>
          </p:nvGrpSpPr>
          <p:grpSpPr>
            <a:xfrm>
              <a:off x="10223142" y="3645258"/>
              <a:ext cx="1744654" cy="844327"/>
              <a:chOff x="7766241" y="1284382"/>
              <a:chExt cx="1744654" cy="844327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066F2ECE-2757-5D8B-2EA2-915D4A27E456}"/>
                  </a:ext>
                </a:extLst>
              </p:cNvPr>
              <p:cNvCxnSpPr>
                <a:cxnSpLocks/>
                <a:stCxn id="92" idx="1"/>
                <a:endCxn id="96" idx="4"/>
              </p:cNvCxnSpPr>
              <p:nvPr/>
            </p:nvCxnSpPr>
            <p:spPr>
              <a:xfrm flipH="1" flipV="1">
                <a:off x="8590638" y="1736056"/>
                <a:ext cx="175351" cy="287631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E9448A7B-10AB-72E6-9A87-FA92D2B9AC9E}"/>
                  </a:ext>
                </a:extLst>
              </p:cNvPr>
              <p:cNvCxnSpPr>
                <a:cxnSpLocks/>
                <a:stCxn id="96" idx="1"/>
                <a:endCxn id="94" idx="5"/>
              </p:cNvCxnSpPr>
              <p:nvPr/>
            </p:nvCxnSpPr>
            <p:spPr>
              <a:xfrm flipH="1" flipV="1">
                <a:off x="8305837" y="1463250"/>
                <a:ext cx="199903" cy="167783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85BB3FF2-5B63-F9D8-B583-4FD3BCA738C9}"/>
                  </a:ext>
                </a:extLst>
              </p:cNvPr>
              <p:cNvCxnSpPr>
                <a:cxnSpLocks/>
                <a:stCxn id="96" idx="6"/>
                <a:endCxn id="91" idx="2"/>
              </p:cNvCxnSpPr>
              <p:nvPr/>
            </p:nvCxnSpPr>
            <p:spPr>
              <a:xfrm flipV="1">
                <a:off x="8710700" y="1611493"/>
                <a:ext cx="560070" cy="63042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1C2C16A1-F96D-005C-4CC8-53F1B9CF69BE}"/>
                  </a:ext>
                </a:extLst>
              </p:cNvPr>
              <p:cNvCxnSpPr>
                <a:cxnSpLocks/>
                <a:stCxn id="90" idx="6"/>
                <a:endCxn id="96" idx="2"/>
              </p:cNvCxnSpPr>
              <p:nvPr/>
            </p:nvCxnSpPr>
            <p:spPr>
              <a:xfrm flipV="1">
                <a:off x="8006366" y="1674535"/>
                <a:ext cx="464209" cy="61521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92A669CE-9D93-824D-9DAE-4F5A0A8213B3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B81C3EDE-B8CE-2C6A-1B50-BE014EB0E846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2FEF890A-7BCD-A5DD-6E20-49E2E9A25DFF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862B1E1B-7811-A87A-1400-11FD25FF4E12}"/>
                  </a:ext>
                </a:extLst>
              </p:cNvPr>
              <p:cNvCxnSpPr>
                <a:cxnSpLocks/>
                <a:stCxn id="96" idx="0"/>
                <a:endCxn id="95" idx="3"/>
              </p:cNvCxnSpPr>
              <p:nvPr/>
            </p:nvCxnSpPr>
            <p:spPr>
              <a:xfrm flipV="1">
                <a:off x="8590638" y="1389405"/>
                <a:ext cx="240677" cy="223609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E53FAFE7-DC65-5B64-D90B-90AA99B406C4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CBC307F9-8501-A4C1-83F0-4CB126F0E97A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D21329B6-08D7-BBE4-86E3-AC9A16EF90E2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DCD069B8-1AA5-AB23-8404-2631E5A42CCF}"/>
              </a:ext>
            </a:extLst>
          </p:cNvPr>
          <p:cNvGrpSpPr/>
          <p:nvPr/>
        </p:nvGrpSpPr>
        <p:grpSpPr>
          <a:xfrm>
            <a:off x="9704023" y="7766037"/>
            <a:ext cx="2463587" cy="991204"/>
            <a:chOff x="8404742" y="4756051"/>
            <a:chExt cx="2463587" cy="991204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grpSpPr>
        <p:sp>
          <p:nvSpPr>
            <p:cNvPr id="98" name="流程图: 数据 97">
              <a:extLst>
                <a:ext uri="{FF2B5EF4-FFF2-40B4-BE49-F238E27FC236}">
                  <a16:creationId xmlns:a16="http://schemas.microsoft.com/office/drawing/2014/main" id="{A214CCE7-1283-8E62-7A6D-507CDEB78760}"/>
                </a:ext>
              </a:extLst>
            </p:cNvPr>
            <p:cNvSpPr/>
            <p:nvPr/>
          </p:nvSpPr>
          <p:spPr>
            <a:xfrm>
              <a:off x="8404742" y="4756051"/>
              <a:ext cx="2463587" cy="991204"/>
            </a:xfrm>
            <a:prstGeom prst="flowChartInputOutput">
              <a:avLst/>
            </a:prstGeom>
            <a:solidFill>
              <a:srgbClr val="FDE5E6">
                <a:alpha val="60000"/>
              </a:srgbClr>
            </a:solidFill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8B52FF37-F744-7D43-48AD-86C2433A795C}"/>
                </a:ext>
              </a:extLst>
            </p:cNvPr>
            <p:cNvGrpSpPr/>
            <p:nvPr/>
          </p:nvGrpSpPr>
          <p:grpSpPr>
            <a:xfrm>
              <a:off x="8837416" y="4829489"/>
              <a:ext cx="1744654" cy="844327"/>
              <a:chOff x="7766241" y="1284382"/>
              <a:chExt cx="1744654" cy="844327"/>
            </a:xfrm>
          </p:grpSpPr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CB6A263E-974D-6596-E1E6-F3411072678D}"/>
                  </a:ext>
                </a:extLst>
              </p:cNvPr>
              <p:cNvCxnSpPr>
                <a:cxnSpLocks/>
                <a:stCxn id="106" idx="1"/>
                <a:endCxn id="110" idx="4"/>
              </p:cNvCxnSpPr>
              <p:nvPr/>
            </p:nvCxnSpPr>
            <p:spPr>
              <a:xfrm flipH="1" flipV="1">
                <a:off x="8590638" y="1736056"/>
                <a:ext cx="175351" cy="287631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4C3CEDD-590F-E388-98E9-38E14232BB8C}"/>
                  </a:ext>
                </a:extLst>
              </p:cNvPr>
              <p:cNvCxnSpPr>
                <a:cxnSpLocks/>
                <a:stCxn id="110" idx="1"/>
                <a:endCxn id="108" idx="5"/>
              </p:cNvCxnSpPr>
              <p:nvPr/>
            </p:nvCxnSpPr>
            <p:spPr>
              <a:xfrm flipH="1" flipV="1">
                <a:off x="8305837" y="1463250"/>
                <a:ext cx="199903" cy="167783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609442E4-9FC8-26E2-384C-408662F76B95}"/>
                  </a:ext>
                </a:extLst>
              </p:cNvPr>
              <p:cNvCxnSpPr>
                <a:cxnSpLocks/>
                <a:stCxn id="110" idx="6"/>
                <a:endCxn id="105" idx="2"/>
              </p:cNvCxnSpPr>
              <p:nvPr/>
            </p:nvCxnSpPr>
            <p:spPr>
              <a:xfrm flipV="1">
                <a:off x="8710700" y="1611493"/>
                <a:ext cx="560070" cy="63042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B799BE58-B7B5-6E78-A5E6-D9F5EF897FEA}"/>
                  </a:ext>
                </a:extLst>
              </p:cNvPr>
              <p:cNvCxnSpPr>
                <a:cxnSpLocks/>
                <a:stCxn id="104" idx="6"/>
                <a:endCxn id="110" idx="2"/>
              </p:cNvCxnSpPr>
              <p:nvPr/>
            </p:nvCxnSpPr>
            <p:spPr>
              <a:xfrm flipV="1">
                <a:off x="8006366" y="1674535"/>
                <a:ext cx="464209" cy="61521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4DD243A7-45F8-FCEE-0A33-7D35325F076C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F18FB1CF-0718-1B55-7113-D4228CF2DE7B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0853AF1E-A79C-71DB-52B5-F25D4D01001F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B53299DF-9464-9FE7-2F19-CF583D6A5A20}"/>
                  </a:ext>
                </a:extLst>
              </p:cNvPr>
              <p:cNvCxnSpPr>
                <a:cxnSpLocks/>
                <a:stCxn id="110" idx="0"/>
                <a:endCxn id="109" idx="3"/>
              </p:cNvCxnSpPr>
              <p:nvPr/>
            </p:nvCxnSpPr>
            <p:spPr>
              <a:xfrm flipV="1">
                <a:off x="8590638" y="1389405"/>
                <a:ext cx="240677" cy="223609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BE858D7B-94BC-B608-7C4C-3A90B3E74E47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3A8D9C54-47BB-77A7-BD7C-A430C52A2DAC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3F7CD929-30DC-A557-B3A5-395FF0530F54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72FEB12-1FDE-1584-3B3E-7BB38FED233B}"/>
              </a:ext>
            </a:extLst>
          </p:cNvPr>
          <p:cNvGrpSpPr/>
          <p:nvPr/>
        </p:nvGrpSpPr>
        <p:grpSpPr>
          <a:xfrm>
            <a:off x="10381171" y="5939936"/>
            <a:ext cx="2214477" cy="991205"/>
            <a:chOff x="6099113" y="3574654"/>
            <a:chExt cx="2214477" cy="991205"/>
          </a:xfrm>
        </p:grpSpPr>
        <p:sp>
          <p:nvSpPr>
            <p:cNvPr id="112" name="流程图: 数据 111">
              <a:extLst>
                <a:ext uri="{FF2B5EF4-FFF2-40B4-BE49-F238E27FC236}">
                  <a16:creationId xmlns:a16="http://schemas.microsoft.com/office/drawing/2014/main" id="{7366F038-4B3C-A81B-ABD7-7CE4F87DAF4E}"/>
                </a:ext>
              </a:extLst>
            </p:cNvPr>
            <p:cNvSpPr/>
            <p:nvPr/>
          </p:nvSpPr>
          <p:spPr>
            <a:xfrm>
              <a:off x="6099113" y="3574654"/>
              <a:ext cx="2214477" cy="991205"/>
            </a:xfrm>
            <a:prstGeom prst="flowChartInputOutpu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2C103284-DDCC-E910-B546-A4A514AFA2C0}"/>
                </a:ext>
              </a:extLst>
            </p:cNvPr>
            <p:cNvGrpSpPr/>
            <p:nvPr/>
          </p:nvGrpSpPr>
          <p:grpSpPr>
            <a:xfrm>
              <a:off x="6359481" y="3654629"/>
              <a:ext cx="1744654" cy="844327"/>
              <a:chOff x="7766241" y="1284382"/>
              <a:chExt cx="1744654" cy="844327"/>
            </a:xfrm>
          </p:grpSpPr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CEA411A7-59F1-17CC-F061-54091F61298B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4F9A6DC9-DC1D-2942-6392-1FA7DE2E32A0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758963E1-05D4-78E8-777D-7A7E8249C5EE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E0DD421F-5D2C-DE43-EF25-F30366B3D928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F5E8C8F3-0E45-EB80-8448-A15E92DF5D38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0F2AFA5B-9E46-4091-89C7-A4DCAE21D7CB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DC6239D-727F-1AC0-E251-CA4029EAB527}"/>
              </a:ext>
            </a:extLst>
          </p:cNvPr>
          <p:cNvSpPr txBox="1"/>
          <p:nvPr/>
        </p:nvSpPr>
        <p:spPr>
          <a:xfrm>
            <a:off x="10026305" y="5357876"/>
            <a:ext cx="1807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Simulation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0CB42BF-5506-13A6-EC89-ABE6E6C183A8}"/>
              </a:ext>
            </a:extLst>
          </p:cNvPr>
          <p:cNvSpPr txBox="1"/>
          <p:nvPr/>
        </p:nvSpPr>
        <p:spPr>
          <a:xfrm>
            <a:off x="7174128" y="6901004"/>
            <a:ext cx="1042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A1D2E0AA-AC54-90EE-D7C1-5D9CBAC693E0}"/>
              </a:ext>
            </a:extLst>
          </p:cNvPr>
          <p:cNvGrpSpPr/>
          <p:nvPr/>
        </p:nvGrpSpPr>
        <p:grpSpPr>
          <a:xfrm>
            <a:off x="8533143" y="5939936"/>
            <a:ext cx="2214477" cy="991205"/>
            <a:chOff x="13876329" y="5734074"/>
            <a:chExt cx="2214477" cy="991205"/>
          </a:xfrm>
        </p:grpSpPr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73C2D2BC-906B-3830-2968-1ED6EBCD998C}"/>
                </a:ext>
              </a:extLst>
            </p:cNvPr>
            <p:cNvGrpSpPr/>
            <p:nvPr/>
          </p:nvGrpSpPr>
          <p:grpSpPr>
            <a:xfrm>
              <a:off x="13876329" y="5734074"/>
              <a:ext cx="2214477" cy="991205"/>
              <a:chOff x="7409551" y="4938277"/>
              <a:chExt cx="2214477" cy="991205"/>
            </a:xfrm>
          </p:grpSpPr>
          <p:sp>
            <p:nvSpPr>
              <p:cNvPr id="127" name="流程图: 数据 126">
                <a:extLst>
                  <a:ext uri="{FF2B5EF4-FFF2-40B4-BE49-F238E27FC236}">
                    <a16:creationId xmlns:a16="http://schemas.microsoft.com/office/drawing/2014/main" id="{4EA4C852-225B-62A0-61F4-A863CB6FBB42}"/>
                  </a:ext>
                </a:extLst>
              </p:cNvPr>
              <p:cNvSpPr/>
              <p:nvPr/>
            </p:nvSpPr>
            <p:spPr>
              <a:xfrm>
                <a:off x="7409551" y="4938277"/>
                <a:ext cx="2214477" cy="991205"/>
              </a:xfrm>
              <a:prstGeom prst="flowChartInputOutpu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128" name="组合 127">
                <a:extLst>
                  <a:ext uri="{FF2B5EF4-FFF2-40B4-BE49-F238E27FC236}">
                    <a16:creationId xmlns:a16="http://schemas.microsoft.com/office/drawing/2014/main" id="{4FECC5A8-5ECF-EB15-FA67-DCE1E97A2D77}"/>
                  </a:ext>
                </a:extLst>
              </p:cNvPr>
              <p:cNvGrpSpPr/>
              <p:nvPr/>
            </p:nvGrpSpPr>
            <p:grpSpPr>
              <a:xfrm>
                <a:off x="7646590" y="5040001"/>
                <a:ext cx="1805612" cy="779833"/>
                <a:chOff x="7742912" y="1306131"/>
                <a:chExt cx="1805612" cy="779833"/>
              </a:xfrm>
            </p:grpSpPr>
            <p:sp>
              <p:nvSpPr>
                <p:cNvPr id="129" name="椭圆 128">
                  <a:extLst>
                    <a:ext uri="{FF2B5EF4-FFF2-40B4-BE49-F238E27FC236}">
                      <a16:creationId xmlns:a16="http://schemas.microsoft.com/office/drawing/2014/main" id="{D09A57E9-0171-0B66-73C1-A26272259E8E}"/>
                    </a:ext>
                  </a:extLst>
                </p:cNvPr>
                <p:cNvSpPr/>
                <p:nvPr/>
              </p:nvSpPr>
              <p:spPr>
                <a:xfrm>
                  <a:off x="7742912" y="1962922"/>
                  <a:ext cx="240125" cy="123042"/>
                </a:xfrm>
                <a:prstGeom prst="ellipse">
                  <a:avLst/>
                </a:prstGeom>
                <a:solidFill>
                  <a:srgbClr val="AFF8FF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E02E7BF8-5C7A-C614-FE0E-D69F7A61B31D}"/>
                    </a:ext>
                  </a:extLst>
                </p:cNvPr>
                <p:cNvSpPr/>
                <p:nvPr/>
              </p:nvSpPr>
              <p:spPr>
                <a:xfrm>
                  <a:off x="9308399" y="1306131"/>
                  <a:ext cx="240125" cy="123042"/>
                </a:xfrm>
                <a:prstGeom prst="ellipse">
                  <a:avLst/>
                </a:prstGeom>
                <a:solidFill>
                  <a:srgbClr val="F7D8EA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1" name="椭圆 130">
                  <a:extLst>
                    <a:ext uri="{FF2B5EF4-FFF2-40B4-BE49-F238E27FC236}">
                      <a16:creationId xmlns:a16="http://schemas.microsoft.com/office/drawing/2014/main" id="{93B61180-3070-1724-487A-941AB9B8A541}"/>
                    </a:ext>
                  </a:extLst>
                </p:cNvPr>
                <p:cNvSpPr/>
                <p:nvPr/>
              </p:nvSpPr>
              <p:spPr>
                <a:xfrm>
                  <a:off x="8748897" y="1962922"/>
                  <a:ext cx="240125" cy="123042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D30E12AE-1CED-FF30-76D1-43072293A964}"/>
                    </a:ext>
                  </a:extLst>
                </p:cNvPr>
                <p:cNvSpPr/>
                <p:nvPr/>
              </p:nvSpPr>
              <p:spPr>
                <a:xfrm>
                  <a:off x="8032587" y="1312507"/>
                  <a:ext cx="240125" cy="123042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3D5D53ED-D359-4E6C-C40D-70C25B5C43F4}"/>
                    </a:ext>
                  </a:extLst>
                </p:cNvPr>
                <p:cNvSpPr/>
                <p:nvPr/>
              </p:nvSpPr>
              <p:spPr>
                <a:xfrm>
                  <a:off x="8981212" y="1802082"/>
                  <a:ext cx="240125" cy="123042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F9BA0B7D-7D0B-8B3B-45F5-4BA1E0C5CAF3}"/>
                    </a:ext>
                  </a:extLst>
                </p:cNvPr>
                <p:cNvSpPr/>
                <p:nvPr/>
              </p:nvSpPr>
              <p:spPr>
                <a:xfrm>
                  <a:off x="8676412" y="1762289"/>
                  <a:ext cx="240125" cy="123042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C06466E6-BFE6-E49F-9DEE-6985D8C78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50316" y="5750885"/>
              <a:ext cx="1511783" cy="594827"/>
            </a:xfrm>
            <a:prstGeom prst="line">
              <a:avLst/>
            </a:prstGeom>
            <a:ln w="28575">
              <a:solidFill>
                <a:srgbClr val="A6A6A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A8050A17-28EA-4E9F-B873-278DCDE53B19}"/>
                </a:ext>
              </a:extLst>
            </p:cNvPr>
            <p:cNvCxnSpPr>
              <a:cxnSpLocks/>
              <a:endCxn id="127" idx="5"/>
            </p:cNvCxnSpPr>
            <p:nvPr/>
          </p:nvCxnSpPr>
          <p:spPr>
            <a:xfrm>
              <a:off x="14799569" y="6072737"/>
              <a:ext cx="1069789" cy="156940"/>
            </a:xfrm>
            <a:prstGeom prst="line">
              <a:avLst/>
            </a:prstGeom>
            <a:ln w="28575">
              <a:solidFill>
                <a:srgbClr val="A6A6A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0498CEAD-A63E-B3A6-7A62-98D579127908}"/>
                </a:ext>
              </a:extLst>
            </p:cNvPr>
            <p:cNvCxnSpPr>
              <a:cxnSpLocks/>
              <a:endCxn id="127" idx="3"/>
            </p:cNvCxnSpPr>
            <p:nvPr/>
          </p:nvCxnSpPr>
          <p:spPr>
            <a:xfrm flipH="1">
              <a:off x="14762120" y="6067657"/>
              <a:ext cx="39900" cy="657622"/>
            </a:xfrm>
            <a:prstGeom prst="line">
              <a:avLst/>
            </a:prstGeom>
            <a:ln w="28575">
              <a:solidFill>
                <a:srgbClr val="A6A6A6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B7B2EEC-ADC5-E87B-9A99-7873F3DC6994}"/>
              </a:ext>
            </a:extLst>
          </p:cNvPr>
          <p:cNvSpPr txBox="1"/>
          <p:nvPr/>
        </p:nvSpPr>
        <p:spPr>
          <a:xfrm>
            <a:off x="14921122" y="5358107"/>
            <a:ext cx="17005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elationship 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egularization</a:t>
            </a: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32336A89-E086-C3BC-1C03-61D3BD43A887}"/>
              </a:ext>
            </a:extLst>
          </p:cNvPr>
          <p:cNvGrpSpPr/>
          <p:nvPr/>
        </p:nvGrpSpPr>
        <p:grpSpPr>
          <a:xfrm>
            <a:off x="3134951" y="9466037"/>
            <a:ext cx="904885" cy="675495"/>
            <a:chOff x="2508196" y="4717199"/>
            <a:chExt cx="904885" cy="675495"/>
          </a:xfrm>
        </p:grpSpPr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0BFCA883-9398-D15B-1101-CDD50E17BEEF}"/>
                </a:ext>
              </a:extLst>
            </p:cNvPr>
            <p:cNvCxnSpPr>
              <a:cxnSpLocks/>
              <a:stCxn id="143" idx="6"/>
              <a:endCxn id="142" idx="2"/>
            </p:cNvCxnSpPr>
            <p:nvPr/>
          </p:nvCxnSpPr>
          <p:spPr>
            <a:xfrm>
              <a:off x="2748321" y="5108920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4C72874-4D8E-2E2C-4365-9945353E984F}"/>
                </a:ext>
              </a:extLst>
            </p:cNvPr>
            <p:cNvCxnSpPr>
              <a:cxnSpLocks/>
              <a:stCxn id="143" idx="0"/>
              <a:endCxn id="144" idx="3"/>
            </p:cNvCxnSpPr>
            <p:nvPr/>
          </p:nvCxnSpPr>
          <p:spPr>
            <a:xfrm flipV="1">
              <a:off x="2628259" y="4822222"/>
              <a:ext cx="250382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00BF724F-6DEE-872B-B58C-6F933DC58078}"/>
                </a:ext>
              </a:extLst>
            </p:cNvPr>
            <p:cNvCxnSpPr>
              <a:cxnSpLocks/>
              <a:stCxn id="142" idx="0"/>
              <a:endCxn id="144" idx="5"/>
            </p:cNvCxnSpPr>
            <p:nvPr/>
          </p:nvCxnSpPr>
          <p:spPr>
            <a:xfrm flipH="1" flipV="1">
              <a:off x="3048436" y="4822222"/>
              <a:ext cx="244583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D013861D-DC57-3ADA-5911-CAF32FA9885E}"/>
                </a:ext>
              </a:extLst>
            </p:cNvPr>
            <p:cNvCxnSpPr>
              <a:cxnSpLocks/>
              <a:stCxn id="143" idx="4"/>
              <a:endCxn id="145" idx="2"/>
            </p:cNvCxnSpPr>
            <p:nvPr/>
          </p:nvCxnSpPr>
          <p:spPr>
            <a:xfrm>
              <a:off x="2628259" y="5170441"/>
              <a:ext cx="215217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E2964692-1691-D910-A4FC-8485AD4F2BF0}"/>
                </a:ext>
              </a:extLst>
            </p:cNvPr>
            <p:cNvCxnSpPr>
              <a:cxnSpLocks/>
              <a:stCxn id="142" idx="4"/>
              <a:endCxn id="145" idx="6"/>
            </p:cNvCxnSpPr>
            <p:nvPr/>
          </p:nvCxnSpPr>
          <p:spPr>
            <a:xfrm flipH="1">
              <a:off x="3083601" y="5170441"/>
              <a:ext cx="209418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A6E0A537-04BB-0F9D-AD52-549C05C36539}"/>
                </a:ext>
              </a:extLst>
            </p:cNvPr>
            <p:cNvSpPr/>
            <p:nvPr/>
          </p:nvSpPr>
          <p:spPr>
            <a:xfrm>
              <a:off x="3172956" y="5047399"/>
              <a:ext cx="240125" cy="123042"/>
            </a:xfrm>
            <a:prstGeom prst="ellipse">
              <a:avLst/>
            </a:prstGeom>
            <a:solidFill>
              <a:srgbClr val="E2F0D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FF66BA13-BA43-6B1A-6E49-6F2044086DA2}"/>
                </a:ext>
              </a:extLst>
            </p:cNvPr>
            <p:cNvSpPr/>
            <p:nvPr/>
          </p:nvSpPr>
          <p:spPr>
            <a:xfrm>
              <a:off x="2508196" y="5047399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8DE703B7-BA71-A60A-D1DB-625FFE261599}"/>
                </a:ext>
              </a:extLst>
            </p:cNvPr>
            <p:cNvSpPr/>
            <p:nvPr/>
          </p:nvSpPr>
          <p:spPr>
            <a:xfrm>
              <a:off x="2843476" y="4717199"/>
              <a:ext cx="240125" cy="123042"/>
            </a:xfrm>
            <a:prstGeom prst="ellipse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5084EB1C-91AC-E691-3107-3DE15EECBFEE}"/>
                </a:ext>
              </a:extLst>
            </p:cNvPr>
            <p:cNvSpPr/>
            <p:nvPr/>
          </p:nvSpPr>
          <p:spPr>
            <a:xfrm>
              <a:off x="2843476" y="5269652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24F4B9D4-83D7-27B0-31BF-C092AF6DE261}"/>
              </a:ext>
            </a:extLst>
          </p:cNvPr>
          <p:cNvGrpSpPr/>
          <p:nvPr/>
        </p:nvGrpSpPr>
        <p:grpSpPr>
          <a:xfrm>
            <a:off x="8338291" y="7766038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04BAFE67-E18B-B356-16CE-B28980A6E8EF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D2ED7719-D309-0D01-07CE-BCB8EA30BAE3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AFF0CF6E-962D-8A48-A410-71BBDEF3C936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7F443523-8B90-0E85-B6CE-171B15162237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D26DBB8F-D7F8-4DAF-D410-310B60BD25A7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88EC4277-E8A2-48C7-980D-4B372180DA1F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9F299179-1D6F-F520-1121-77165E3448E7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F6157557-F1D1-B3A9-DC33-994117F38B95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1FDAE451-CCA1-16B6-7622-FA87195A820C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3D5DDF5E-B4E9-233A-96E2-86F2D819B47E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ACCCE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4EE6DBB7-7413-952E-1F52-0CFAB319549E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D807B35D-4E12-E2AA-CAE7-D6E9911EE8A6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866892FA-F1EB-2696-0ACF-74D617E363E9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1134C482-BFFC-388C-D9EB-D76FA1D17E6D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E84079A9-09E6-D779-7DEA-94EFFE8DCBF0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01875FE8-A667-2B2E-FCCE-A833FEBACAB9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19D9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9CC7BDED-969D-D1C5-D33F-4AE3D7C68ED8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BEC7EA59-520F-F301-7F24-D2BB9607B656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DD6B2479-B4E8-9E61-5AD7-E91DCD5D99B4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8D631696-BC24-B610-D580-34F2D42951A8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133F8844-BF4D-E178-C3F9-ECF3299EF121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C848E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51C0B8F1-BE57-9D85-0AF0-6920E2C8A2AF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F999A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B25BD9E6-6949-C6E3-DBAE-87ECB3C70EC9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F2640B65-0AB1-CA64-9866-16610CE51B12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BD8D3BEE-3101-1325-BE4D-48D27E5DE88F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593F017-4E11-E1A2-B7FC-9E1E9497AE1A}"/>
              </a:ext>
            </a:extLst>
          </p:cNvPr>
          <p:cNvGrpSpPr/>
          <p:nvPr/>
        </p:nvGrpSpPr>
        <p:grpSpPr>
          <a:xfrm>
            <a:off x="8338291" y="9484909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78D49CB7-4C02-9BDB-F95D-49363653936D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0847DB4C-9502-A186-5270-AA06AD66C8AB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F000DE7A-5B6C-7DA7-6205-44FC7793EC31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94FB2D11-262D-FD74-FECF-6FDBD886CEB0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04F9DFB6-A4A9-A504-E10D-5B5E2D048E69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B8459AD1-4EF0-0D75-1613-17B92BA118C9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4353826D-E9FB-ECB7-7AF0-C488B89ABD57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31ECE7E2-C5AB-00B8-1260-3DA9D90737BF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E7376B82-DB14-BC22-642E-96F9C8AC9232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C10CC3F6-D7F1-DAF4-8A0E-EF01FA33CB72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FA65A75B-EC8C-41E2-0D55-64CB2C1316DB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8F86B3E5-631D-D657-721A-B11D4AF810DE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8976C6FE-D78B-EF12-62E0-F8401ED937B4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33FB4288-AD6B-6C48-81B0-613E6BA53B05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1990DEFB-E0A5-FE2E-1887-B9F670FE0C15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926ABD33-8C0D-5A33-3647-29524B6AD5E5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057C402B-C9C7-49BF-9739-7A4AF79D11E4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038A8146-D1E6-8141-355A-C199FADA1543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1EAAD7E5-2C4C-6855-4206-F30C478DBD69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37CB96DA-608C-A54B-30B7-F6D8DD57F6AB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DDB5EF0F-9B43-31B1-4F65-85E486C5FA2C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E1F80FFC-5F9F-B289-19F9-C4C3F38C9D3B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F3C4D61B-887B-4A6A-AF46-F7B192F23F3B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83CEBDF7-312C-0C7A-9CB6-84886AA0533F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3B86D17C-77E0-013D-FEA0-4FB00DB69389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rgbClr val="C9060C"/>
            </a:solidFill>
            <a:ln w="254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8" name="文本框 197">
            <a:extLst>
              <a:ext uri="{FF2B5EF4-FFF2-40B4-BE49-F238E27FC236}">
                <a16:creationId xmlns:a16="http://schemas.microsoft.com/office/drawing/2014/main" id="{A3D64569-FBEC-0365-09FC-27A23A3F34F3}"/>
              </a:ext>
            </a:extLst>
          </p:cNvPr>
          <p:cNvSpPr txBox="1"/>
          <p:nvPr/>
        </p:nvSpPr>
        <p:spPr>
          <a:xfrm>
            <a:off x="4574210" y="10566168"/>
            <a:ext cx="1504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 Similarity</a:t>
            </a:r>
          </a:p>
        </p:txBody>
      </p: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6CE932C5-2502-E2D2-24FD-8C978758E463}"/>
              </a:ext>
            </a:extLst>
          </p:cNvPr>
          <p:cNvGrpSpPr/>
          <p:nvPr/>
        </p:nvGrpSpPr>
        <p:grpSpPr>
          <a:xfrm>
            <a:off x="4744253" y="7750340"/>
            <a:ext cx="1109037" cy="1108049"/>
            <a:chOff x="3566258" y="8166303"/>
            <a:chExt cx="1109037" cy="1108049"/>
          </a:xfrm>
          <a:effectLst>
            <a:outerShdw blurRad="63500" sx="102000" sy="102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grpSpPr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AF6124A4-3930-91B6-630B-3419111AE67E}"/>
                </a:ext>
              </a:extLst>
            </p:cNvPr>
            <p:cNvSpPr/>
            <p:nvPr/>
          </p:nvSpPr>
          <p:spPr>
            <a:xfrm>
              <a:off x="3566258" y="8166303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7B372CB8-8C48-B8D5-AD14-A6CFBB309BD7}"/>
                </a:ext>
              </a:extLst>
            </p:cNvPr>
            <p:cNvSpPr/>
            <p:nvPr/>
          </p:nvSpPr>
          <p:spPr>
            <a:xfrm>
              <a:off x="3788484" y="8166303"/>
              <a:ext cx="220134" cy="220134"/>
            </a:xfrm>
            <a:prstGeom prst="roundRect">
              <a:avLst/>
            </a:prstGeom>
            <a:solidFill>
              <a:srgbClr val="FFF2C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DFCF95CB-6FDE-BC7D-93F5-7B5C0DF93315}"/>
                </a:ext>
              </a:extLst>
            </p:cNvPr>
            <p:cNvSpPr/>
            <p:nvPr/>
          </p:nvSpPr>
          <p:spPr>
            <a:xfrm>
              <a:off x="4010710" y="8166303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61FE8AED-AB7C-AF97-9E5E-5FD526603FAB}"/>
                </a:ext>
              </a:extLst>
            </p:cNvPr>
            <p:cNvSpPr/>
            <p:nvPr/>
          </p:nvSpPr>
          <p:spPr>
            <a:xfrm>
              <a:off x="4232936" y="8166303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: 圆角 203">
              <a:extLst>
                <a:ext uri="{FF2B5EF4-FFF2-40B4-BE49-F238E27FC236}">
                  <a16:creationId xmlns:a16="http://schemas.microsoft.com/office/drawing/2014/main" id="{4DA36A25-2B85-3864-0F5A-1D39B2F87019}"/>
                </a:ext>
              </a:extLst>
            </p:cNvPr>
            <p:cNvSpPr/>
            <p:nvPr/>
          </p:nvSpPr>
          <p:spPr>
            <a:xfrm>
              <a:off x="4455161" y="8166303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3931A1AD-6596-533B-BA7D-9604E9CB497F}"/>
                </a:ext>
              </a:extLst>
            </p:cNvPr>
            <p:cNvSpPr/>
            <p:nvPr/>
          </p:nvSpPr>
          <p:spPr>
            <a:xfrm>
              <a:off x="3566258" y="8388282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: 圆角 205">
              <a:extLst>
                <a:ext uri="{FF2B5EF4-FFF2-40B4-BE49-F238E27FC236}">
                  <a16:creationId xmlns:a16="http://schemas.microsoft.com/office/drawing/2014/main" id="{8B102A74-4A0F-514A-DB2E-80513C9DC746}"/>
                </a:ext>
              </a:extLst>
            </p:cNvPr>
            <p:cNvSpPr/>
            <p:nvPr/>
          </p:nvSpPr>
          <p:spPr>
            <a:xfrm>
              <a:off x="3788484" y="8388282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: 圆角 206">
              <a:extLst>
                <a:ext uri="{FF2B5EF4-FFF2-40B4-BE49-F238E27FC236}">
                  <a16:creationId xmlns:a16="http://schemas.microsoft.com/office/drawing/2014/main" id="{48D59FC2-77CD-1404-3C0C-4164C8AFA58B}"/>
                </a:ext>
              </a:extLst>
            </p:cNvPr>
            <p:cNvSpPr/>
            <p:nvPr/>
          </p:nvSpPr>
          <p:spPr>
            <a:xfrm>
              <a:off x="4010710" y="8388282"/>
              <a:ext cx="220134" cy="220134"/>
            </a:xfrm>
            <a:prstGeom prst="roundRect">
              <a:avLst/>
            </a:prstGeom>
            <a:solidFill>
              <a:srgbClr val="FBE5D7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2BDF7F5B-3B03-81AB-8105-D3DE61BF0000}"/>
                </a:ext>
              </a:extLst>
            </p:cNvPr>
            <p:cNvSpPr/>
            <p:nvPr/>
          </p:nvSpPr>
          <p:spPr>
            <a:xfrm>
              <a:off x="4232936" y="8388282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C26F83BB-D0D7-FB5C-F994-012C8521A6D3}"/>
                </a:ext>
              </a:extLst>
            </p:cNvPr>
            <p:cNvSpPr/>
            <p:nvPr/>
          </p:nvSpPr>
          <p:spPr>
            <a:xfrm>
              <a:off x="4455161" y="8388282"/>
              <a:ext cx="220134" cy="220134"/>
            </a:xfrm>
            <a:prstGeom prst="roundRect">
              <a:avLst/>
            </a:prstGeom>
            <a:solidFill>
              <a:srgbClr val="FBE7D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55A85AC9-7344-4D0F-4502-AE13AAC6885F}"/>
                </a:ext>
              </a:extLst>
            </p:cNvPr>
            <p:cNvSpPr/>
            <p:nvPr/>
          </p:nvSpPr>
          <p:spPr>
            <a:xfrm>
              <a:off x="3566258" y="8610261"/>
              <a:ext cx="220134" cy="220134"/>
            </a:xfrm>
            <a:prstGeom prst="roundRect">
              <a:avLst/>
            </a:prstGeom>
            <a:solidFill>
              <a:srgbClr val="FBE7D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25062DCB-301D-0A9D-550E-479A91F2E6B4}"/>
                </a:ext>
              </a:extLst>
            </p:cNvPr>
            <p:cNvSpPr/>
            <p:nvPr/>
          </p:nvSpPr>
          <p:spPr>
            <a:xfrm>
              <a:off x="3788484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: 圆角 211">
              <a:extLst>
                <a:ext uri="{FF2B5EF4-FFF2-40B4-BE49-F238E27FC236}">
                  <a16:creationId xmlns:a16="http://schemas.microsoft.com/office/drawing/2014/main" id="{1A362589-B12A-0778-DBA1-8E05DB8DEA7F}"/>
                </a:ext>
              </a:extLst>
            </p:cNvPr>
            <p:cNvSpPr/>
            <p:nvPr/>
          </p:nvSpPr>
          <p:spPr>
            <a:xfrm>
              <a:off x="4010710" y="8610261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DA22F74E-7A4F-BE54-8B81-0DF7BC3B7C34}"/>
                </a:ext>
              </a:extLst>
            </p:cNvPr>
            <p:cNvSpPr/>
            <p:nvPr/>
          </p:nvSpPr>
          <p:spPr>
            <a:xfrm>
              <a:off x="4232936" y="8610261"/>
              <a:ext cx="220134" cy="220134"/>
            </a:xfrm>
            <a:prstGeom prst="roundRect">
              <a:avLst/>
            </a:prstGeom>
            <a:solidFill>
              <a:srgbClr val="FFF2C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: 圆角 213">
              <a:extLst>
                <a:ext uri="{FF2B5EF4-FFF2-40B4-BE49-F238E27FC236}">
                  <a16:creationId xmlns:a16="http://schemas.microsoft.com/office/drawing/2014/main" id="{950A88D3-DA8C-B10D-8EDA-CA10345BEE35}"/>
                </a:ext>
              </a:extLst>
            </p:cNvPr>
            <p:cNvSpPr/>
            <p:nvPr/>
          </p:nvSpPr>
          <p:spPr>
            <a:xfrm>
              <a:off x="4455161" y="8610261"/>
              <a:ext cx="220134" cy="22013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: 圆角 214">
              <a:extLst>
                <a:ext uri="{FF2B5EF4-FFF2-40B4-BE49-F238E27FC236}">
                  <a16:creationId xmlns:a16="http://schemas.microsoft.com/office/drawing/2014/main" id="{2E07C035-E1C6-AB0E-0B7C-E51901C1BE18}"/>
                </a:ext>
              </a:extLst>
            </p:cNvPr>
            <p:cNvSpPr/>
            <p:nvPr/>
          </p:nvSpPr>
          <p:spPr>
            <a:xfrm>
              <a:off x="3566258" y="8832240"/>
              <a:ext cx="220134" cy="220134"/>
            </a:xfrm>
            <a:prstGeom prst="roundRect">
              <a:avLst/>
            </a:prstGeom>
            <a:solidFill>
              <a:srgbClr val="FFF3D1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87C35BE7-EBF4-8ABF-103A-064C0C683227}"/>
                </a:ext>
              </a:extLst>
            </p:cNvPr>
            <p:cNvSpPr/>
            <p:nvPr/>
          </p:nvSpPr>
          <p:spPr>
            <a:xfrm>
              <a:off x="3788484" y="8832240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: 圆角 216">
              <a:extLst>
                <a:ext uri="{FF2B5EF4-FFF2-40B4-BE49-F238E27FC236}">
                  <a16:creationId xmlns:a16="http://schemas.microsoft.com/office/drawing/2014/main" id="{AA1F2119-A82F-2449-9408-DF477C0CDBD6}"/>
                </a:ext>
              </a:extLst>
            </p:cNvPr>
            <p:cNvSpPr/>
            <p:nvPr/>
          </p:nvSpPr>
          <p:spPr>
            <a:xfrm>
              <a:off x="4010710" y="8832240"/>
              <a:ext cx="220134" cy="22013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: 圆角 217">
              <a:extLst>
                <a:ext uri="{FF2B5EF4-FFF2-40B4-BE49-F238E27FC236}">
                  <a16:creationId xmlns:a16="http://schemas.microsoft.com/office/drawing/2014/main" id="{6B93F15A-06DC-A723-DEDA-201EEB7D1F16}"/>
                </a:ext>
              </a:extLst>
            </p:cNvPr>
            <p:cNvSpPr/>
            <p:nvPr/>
          </p:nvSpPr>
          <p:spPr>
            <a:xfrm>
              <a:off x="4232936" y="8832240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BCABD805-995C-A474-A0DF-AAEA91B58A0A}"/>
                </a:ext>
              </a:extLst>
            </p:cNvPr>
            <p:cNvSpPr/>
            <p:nvPr/>
          </p:nvSpPr>
          <p:spPr>
            <a:xfrm>
              <a:off x="4455161" y="8832240"/>
              <a:ext cx="220134" cy="220134"/>
            </a:xfrm>
            <a:prstGeom prst="roundRect">
              <a:avLst/>
            </a:prstGeom>
            <a:solidFill>
              <a:srgbClr val="FFF2CC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: 圆角 219">
              <a:extLst>
                <a:ext uri="{FF2B5EF4-FFF2-40B4-BE49-F238E27FC236}">
                  <a16:creationId xmlns:a16="http://schemas.microsoft.com/office/drawing/2014/main" id="{2B7697FB-8C2C-B84A-73F3-97D750555C5B}"/>
                </a:ext>
              </a:extLst>
            </p:cNvPr>
            <p:cNvSpPr/>
            <p:nvPr/>
          </p:nvSpPr>
          <p:spPr>
            <a:xfrm>
              <a:off x="3566258" y="9054218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矩形: 圆角 220">
              <a:extLst>
                <a:ext uri="{FF2B5EF4-FFF2-40B4-BE49-F238E27FC236}">
                  <a16:creationId xmlns:a16="http://schemas.microsoft.com/office/drawing/2014/main" id="{7F4F16BA-826A-5D45-4EB3-B58EF2C6328A}"/>
                </a:ext>
              </a:extLst>
            </p:cNvPr>
            <p:cNvSpPr/>
            <p:nvPr/>
          </p:nvSpPr>
          <p:spPr>
            <a:xfrm>
              <a:off x="3788484" y="9054218"/>
              <a:ext cx="220134" cy="220134"/>
            </a:xfrm>
            <a:prstGeom prst="roundRect">
              <a:avLst/>
            </a:prstGeom>
            <a:solidFill>
              <a:srgbClr val="FBE7D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: 圆角 221">
              <a:extLst>
                <a:ext uri="{FF2B5EF4-FFF2-40B4-BE49-F238E27FC236}">
                  <a16:creationId xmlns:a16="http://schemas.microsoft.com/office/drawing/2014/main" id="{B03EA5DC-8050-3FD8-E11B-45BABF58296C}"/>
                </a:ext>
              </a:extLst>
            </p:cNvPr>
            <p:cNvSpPr/>
            <p:nvPr/>
          </p:nvSpPr>
          <p:spPr>
            <a:xfrm>
              <a:off x="4010710" y="9054218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: 圆角 222">
              <a:extLst>
                <a:ext uri="{FF2B5EF4-FFF2-40B4-BE49-F238E27FC236}">
                  <a16:creationId xmlns:a16="http://schemas.microsoft.com/office/drawing/2014/main" id="{1A1B9278-914F-B063-499E-6653459DC689}"/>
                </a:ext>
              </a:extLst>
            </p:cNvPr>
            <p:cNvSpPr/>
            <p:nvPr/>
          </p:nvSpPr>
          <p:spPr>
            <a:xfrm>
              <a:off x="4232936" y="9054218"/>
              <a:ext cx="220134" cy="220134"/>
            </a:xfrm>
            <a:prstGeom prst="roundRect">
              <a:avLst/>
            </a:prstGeom>
            <a:solidFill>
              <a:srgbClr val="FFF3D2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: 圆角 223">
              <a:extLst>
                <a:ext uri="{FF2B5EF4-FFF2-40B4-BE49-F238E27FC236}">
                  <a16:creationId xmlns:a16="http://schemas.microsoft.com/office/drawing/2014/main" id="{0A5009D8-C878-2432-E17D-ACC6060ED0C0}"/>
                </a:ext>
              </a:extLst>
            </p:cNvPr>
            <p:cNvSpPr/>
            <p:nvPr/>
          </p:nvSpPr>
          <p:spPr>
            <a:xfrm>
              <a:off x="4455161" y="9054218"/>
              <a:ext cx="220134" cy="22013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F416A7A7-0B9F-ECAF-597A-18FA9E016369}"/>
              </a:ext>
            </a:extLst>
          </p:cNvPr>
          <p:cNvGrpSpPr/>
          <p:nvPr/>
        </p:nvGrpSpPr>
        <p:grpSpPr>
          <a:xfrm>
            <a:off x="3081616" y="7869595"/>
            <a:ext cx="1041401" cy="331393"/>
            <a:chOff x="2455332" y="3416299"/>
            <a:chExt cx="1041401" cy="331393"/>
          </a:xfrm>
        </p:grpSpPr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A9E3F99A-F5D3-56CD-FF33-47C37BE75AE6}"/>
                </a:ext>
              </a:extLst>
            </p:cNvPr>
            <p:cNvCxnSpPr>
              <a:cxnSpLocks/>
              <a:stCxn id="228" idx="6"/>
              <a:endCxn id="227" idx="2"/>
            </p:cNvCxnSpPr>
            <p:nvPr/>
          </p:nvCxnSpPr>
          <p:spPr>
            <a:xfrm>
              <a:off x="2753826" y="3580842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29C11115-66FD-91FB-1E16-AC5034245D3D}"/>
                </a:ext>
              </a:extLst>
            </p:cNvPr>
            <p:cNvSpPr/>
            <p:nvPr/>
          </p:nvSpPr>
          <p:spPr>
            <a:xfrm>
              <a:off x="3178461" y="3519321"/>
              <a:ext cx="240125" cy="123042"/>
            </a:xfrm>
            <a:prstGeom prst="ellipse">
              <a:avLst/>
            </a:prstGeom>
            <a:solidFill>
              <a:srgbClr val="E2F0D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D87BAB7F-F148-4F5B-92DD-52AE93F896BF}"/>
                </a:ext>
              </a:extLst>
            </p:cNvPr>
            <p:cNvSpPr/>
            <p:nvPr/>
          </p:nvSpPr>
          <p:spPr>
            <a:xfrm>
              <a:off x="2513701" y="3519321"/>
              <a:ext cx="240125" cy="12304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" name="矩形: 圆角 228">
              <a:extLst>
                <a:ext uri="{FF2B5EF4-FFF2-40B4-BE49-F238E27FC236}">
                  <a16:creationId xmlns:a16="http://schemas.microsoft.com/office/drawing/2014/main" id="{7574A2E8-716F-A145-FE47-98E8A61C2F9B}"/>
                </a:ext>
              </a:extLst>
            </p:cNvPr>
            <p:cNvSpPr/>
            <p:nvPr/>
          </p:nvSpPr>
          <p:spPr>
            <a:xfrm>
              <a:off x="2455332" y="3416299"/>
              <a:ext cx="1041401" cy="33139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109E89CE-8D97-8FAE-2846-783CFA108AA1}"/>
              </a:ext>
            </a:extLst>
          </p:cNvPr>
          <p:cNvGrpSpPr/>
          <p:nvPr/>
        </p:nvGrpSpPr>
        <p:grpSpPr>
          <a:xfrm>
            <a:off x="3083182" y="8491466"/>
            <a:ext cx="1041401" cy="331393"/>
            <a:chOff x="2455332" y="3416299"/>
            <a:chExt cx="1041401" cy="331393"/>
          </a:xfrm>
        </p:grpSpPr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8085F2F4-DF3C-CEB0-5E17-0158349FD0DE}"/>
                </a:ext>
              </a:extLst>
            </p:cNvPr>
            <p:cNvCxnSpPr>
              <a:cxnSpLocks/>
              <a:stCxn id="233" idx="6"/>
              <a:endCxn id="232" idx="2"/>
            </p:cNvCxnSpPr>
            <p:nvPr/>
          </p:nvCxnSpPr>
          <p:spPr>
            <a:xfrm>
              <a:off x="2753826" y="3580842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713BED22-28AF-8A84-9AF3-4E3BDA0E5F71}"/>
                </a:ext>
              </a:extLst>
            </p:cNvPr>
            <p:cNvSpPr/>
            <p:nvPr/>
          </p:nvSpPr>
          <p:spPr>
            <a:xfrm>
              <a:off x="3178461" y="3519321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16E5103E-4B33-D6C7-2E8D-BA1C1579864E}"/>
                </a:ext>
              </a:extLst>
            </p:cNvPr>
            <p:cNvSpPr/>
            <p:nvPr/>
          </p:nvSpPr>
          <p:spPr>
            <a:xfrm>
              <a:off x="2513701" y="3519321"/>
              <a:ext cx="240125" cy="123042"/>
            </a:xfrm>
            <a:prstGeom prst="ellipse">
              <a:avLst/>
            </a:prstGeom>
            <a:solidFill>
              <a:srgbClr val="F7D8E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D6E929A5-74F1-E7E6-4AA0-DB426565EB8B}"/>
                </a:ext>
              </a:extLst>
            </p:cNvPr>
            <p:cNvSpPr/>
            <p:nvPr/>
          </p:nvSpPr>
          <p:spPr>
            <a:xfrm>
              <a:off x="2455332" y="3416299"/>
              <a:ext cx="1041401" cy="33139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AF6BB4A3-1655-63B6-46C0-4CDBB47F91E2}"/>
              </a:ext>
            </a:extLst>
          </p:cNvPr>
          <p:cNvCxnSpPr>
            <a:cxnSpLocks/>
          </p:cNvCxnSpPr>
          <p:nvPr/>
        </p:nvCxnSpPr>
        <p:spPr>
          <a:xfrm>
            <a:off x="4123017" y="7864798"/>
            <a:ext cx="742421" cy="211466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84CEA4AA-20EF-FA2A-3DD1-29D8B508543E}"/>
              </a:ext>
            </a:extLst>
          </p:cNvPr>
          <p:cNvCxnSpPr>
            <a:cxnSpLocks/>
          </p:cNvCxnSpPr>
          <p:nvPr/>
        </p:nvCxnSpPr>
        <p:spPr>
          <a:xfrm flipV="1">
            <a:off x="4096087" y="8082385"/>
            <a:ext cx="773311" cy="118602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8CBCEE2C-475F-7A91-1218-4FFC55D2EAEA}"/>
              </a:ext>
            </a:extLst>
          </p:cNvPr>
          <p:cNvCxnSpPr>
            <a:cxnSpLocks/>
          </p:cNvCxnSpPr>
          <p:nvPr/>
        </p:nvCxnSpPr>
        <p:spPr>
          <a:xfrm>
            <a:off x="4123016" y="8498211"/>
            <a:ext cx="953528" cy="35905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D93F2E12-33CC-2DFC-7950-CB01BE26AE4B}"/>
              </a:ext>
            </a:extLst>
          </p:cNvPr>
          <p:cNvCxnSpPr>
            <a:cxnSpLocks/>
          </p:cNvCxnSpPr>
          <p:nvPr/>
        </p:nvCxnSpPr>
        <p:spPr>
          <a:xfrm flipV="1">
            <a:off x="4130376" y="8525648"/>
            <a:ext cx="953528" cy="290062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1E3E7F5C-74E7-B46E-E1F4-A74D63A504BA}"/>
              </a:ext>
            </a:extLst>
          </p:cNvPr>
          <p:cNvSpPr/>
          <p:nvPr/>
        </p:nvSpPr>
        <p:spPr>
          <a:xfrm>
            <a:off x="3081616" y="9411568"/>
            <a:ext cx="1041401" cy="81808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1475E182-FAD8-827B-09A8-29AE1D0A15D0}"/>
              </a:ext>
            </a:extLst>
          </p:cNvPr>
          <p:cNvGrpSpPr/>
          <p:nvPr/>
        </p:nvGrpSpPr>
        <p:grpSpPr>
          <a:xfrm>
            <a:off x="3136517" y="10376204"/>
            <a:ext cx="904885" cy="675495"/>
            <a:chOff x="2508196" y="4717199"/>
            <a:chExt cx="904885" cy="675495"/>
          </a:xfrm>
        </p:grpSpPr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B32F9B40-CCD6-371D-A15D-EEDC53BC9868}"/>
                </a:ext>
              </a:extLst>
            </p:cNvPr>
            <p:cNvCxnSpPr>
              <a:cxnSpLocks/>
              <a:stCxn id="247" idx="6"/>
              <a:endCxn id="246" idx="2"/>
            </p:cNvCxnSpPr>
            <p:nvPr/>
          </p:nvCxnSpPr>
          <p:spPr>
            <a:xfrm>
              <a:off x="2748321" y="5108920"/>
              <a:ext cx="4246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DDE1D01A-6A9C-AD0D-27EA-ED0BF388A5A0}"/>
                </a:ext>
              </a:extLst>
            </p:cNvPr>
            <p:cNvCxnSpPr>
              <a:cxnSpLocks/>
              <a:stCxn id="247" idx="0"/>
              <a:endCxn id="248" idx="3"/>
            </p:cNvCxnSpPr>
            <p:nvPr/>
          </p:nvCxnSpPr>
          <p:spPr>
            <a:xfrm flipV="1">
              <a:off x="2628259" y="4822222"/>
              <a:ext cx="250382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953EBCE8-3909-DF62-8C97-7E00C237B3CE}"/>
                </a:ext>
              </a:extLst>
            </p:cNvPr>
            <p:cNvCxnSpPr>
              <a:cxnSpLocks/>
              <a:stCxn id="246" idx="0"/>
              <a:endCxn id="248" idx="5"/>
            </p:cNvCxnSpPr>
            <p:nvPr/>
          </p:nvCxnSpPr>
          <p:spPr>
            <a:xfrm flipH="1" flipV="1">
              <a:off x="3048436" y="4822222"/>
              <a:ext cx="244583" cy="2251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B5951020-8FF2-C2F8-D4B4-6D5293CADECA}"/>
                </a:ext>
              </a:extLst>
            </p:cNvPr>
            <p:cNvCxnSpPr>
              <a:cxnSpLocks/>
              <a:stCxn id="247" idx="4"/>
              <a:endCxn id="249" idx="2"/>
            </p:cNvCxnSpPr>
            <p:nvPr/>
          </p:nvCxnSpPr>
          <p:spPr>
            <a:xfrm>
              <a:off x="2628259" y="5170441"/>
              <a:ext cx="215217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7F33259C-5F3F-C033-0965-4A1563AC7494}"/>
                </a:ext>
              </a:extLst>
            </p:cNvPr>
            <p:cNvCxnSpPr>
              <a:cxnSpLocks/>
              <a:stCxn id="246" idx="4"/>
              <a:endCxn id="249" idx="6"/>
            </p:cNvCxnSpPr>
            <p:nvPr/>
          </p:nvCxnSpPr>
          <p:spPr>
            <a:xfrm flipH="1">
              <a:off x="3083601" y="5170441"/>
              <a:ext cx="209418" cy="1607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BD7463E2-F049-8A28-872C-60C067DC4CA8}"/>
                </a:ext>
              </a:extLst>
            </p:cNvPr>
            <p:cNvSpPr/>
            <p:nvPr/>
          </p:nvSpPr>
          <p:spPr>
            <a:xfrm>
              <a:off x="3172956" y="5047399"/>
              <a:ext cx="240125" cy="123042"/>
            </a:xfrm>
            <a:prstGeom prst="ellipse">
              <a:avLst/>
            </a:prstGeom>
            <a:solidFill>
              <a:srgbClr val="AFF8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C3F8BF8D-5CEB-940D-1F33-FD2B13DEDCFB}"/>
                </a:ext>
              </a:extLst>
            </p:cNvPr>
            <p:cNvSpPr/>
            <p:nvPr/>
          </p:nvSpPr>
          <p:spPr>
            <a:xfrm>
              <a:off x="2508196" y="5047399"/>
              <a:ext cx="240125" cy="123042"/>
            </a:xfrm>
            <a:prstGeom prst="ellipse">
              <a:avLst/>
            </a:prstGeom>
            <a:solidFill>
              <a:srgbClr val="F7D8E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6C65B33D-A1FC-6A44-E265-4C83117DCB76}"/>
                </a:ext>
              </a:extLst>
            </p:cNvPr>
            <p:cNvSpPr/>
            <p:nvPr/>
          </p:nvSpPr>
          <p:spPr>
            <a:xfrm>
              <a:off x="2843476" y="4717199"/>
              <a:ext cx="240125" cy="123042"/>
            </a:xfrm>
            <a:prstGeom prst="ellipse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5C3AEE17-54A7-E16F-80D9-85A070487A93}"/>
                </a:ext>
              </a:extLst>
            </p:cNvPr>
            <p:cNvSpPr/>
            <p:nvPr/>
          </p:nvSpPr>
          <p:spPr>
            <a:xfrm>
              <a:off x="2843476" y="5269652"/>
              <a:ext cx="240125" cy="123042"/>
            </a:xfrm>
            <a:prstGeom prst="ellipse">
              <a:avLst/>
            </a:prstGeom>
            <a:solidFill>
              <a:srgbClr val="FFF2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F1562A03-0534-0479-4959-BC4B6761C1B9}"/>
              </a:ext>
            </a:extLst>
          </p:cNvPr>
          <p:cNvSpPr/>
          <p:nvPr/>
        </p:nvSpPr>
        <p:spPr>
          <a:xfrm>
            <a:off x="3083182" y="10321735"/>
            <a:ext cx="1041401" cy="81808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472E172E-C63E-7422-28FD-049585007AB6}"/>
              </a:ext>
            </a:extLst>
          </p:cNvPr>
          <p:cNvCxnSpPr>
            <a:cxnSpLocks/>
          </p:cNvCxnSpPr>
          <p:nvPr/>
        </p:nvCxnSpPr>
        <p:spPr>
          <a:xfrm>
            <a:off x="4123016" y="9435901"/>
            <a:ext cx="722960" cy="386197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03B1C259-B87F-2B60-8297-FE610E420647}"/>
              </a:ext>
            </a:extLst>
          </p:cNvPr>
          <p:cNvCxnSpPr>
            <a:cxnSpLocks/>
          </p:cNvCxnSpPr>
          <p:nvPr/>
        </p:nvCxnSpPr>
        <p:spPr>
          <a:xfrm flipV="1">
            <a:off x="4123016" y="9827295"/>
            <a:ext cx="731742" cy="386481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757F3487-D0E5-308D-22EE-0787D4BBD256}"/>
              </a:ext>
            </a:extLst>
          </p:cNvPr>
          <p:cNvCxnSpPr>
            <a:cxnSpLocks/>
          </p:cNvCxnSpPr>
          <p:nvPr/>
        </p:nvCxnSpPr>
        <p:spPr>
          <a:xfrm flipV="1">
            <a:off x="4123017" y="10262559"/>
            <a:ext cx="970747" cy="77158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E544CF3A-7EB8-857E-C931-B3CE7475DAA6}"/>
              </a:ext>
            </a:extLst>
          </p:cNvPr>
          <p:cNvCxnSpPr>
            <a:cxnSpLocks/>
          </p:cNvCxnSpPr>
          <p:nvPr/>
        </p:nvCxnSpPr>
        <p:spPr>
          <a:xfrm flipV="1">
            <a:off x="4123017" y="10258325"/>
            <a:ext cx="970747" cy="868792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文本框 254">
            <a:extLst>
              <a:ext uri="{FF2B5EF4-FFF2-40B4-BE49-F238E27FC236}">
                <a16:creationId xmlns:a16="http://schemas.microsoft.com/office/drawing/2014/main" id="{7A77FF91-1C7A-29B4-7A7F-62DC63146503}"/>
              </a:ext>
            </a:extLst>
          </p:cNvPr>
          <p:cNvSpPr txBox="1"/>
          <p:nvPr/>
        </p:nvSpPr>
        <p:spPr>
          <a:xfrm>
            <a:off x="4705888" y="8870637"/>
            <a:ext cx="1151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</a:p>
        </p:txBody>
      </p: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CE6AB1E0-C6AA-8D42-96DB-9ABBC04690E2}"/>
              </a:ext>
            </a:extLst>
          </p:cNvPr>
          <p:cNvCxnSpPr>
            <a:cxnSpLocks/>
          </p:cNvCxnSpPr>
          <p:nvPr/>
        </p:nvCxnSpPr>
        <p:spPr>
          <a:xfrm>
            <a:off x="5887160" y="8127277"/>
            <a:ext cx="11380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AB993DE4-B34B-4BDE-3966-CBBA4A971FB5}"/>
              </a:ext>
            </a:extLst>
          </p:cNvPr>
          <p:cNvGrpSpPr/>
          <p:nvPr/>
        </p:nvGrpSpPr>
        <p:grpSpPr>
          <a:xfrm>
            <a:off x="7025173" y="8019533"/>
            <a:ext cx="214933" cy="214933"/>
            <a:chOff x="4892460" y="2186404"/>
            <a:chExt cx="142638" cy="142638"/>
          </a:xfrm>
        </p:grpSpPr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95C57CE6-FB82-EF83-5B61-FB0755CD3379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F010296A-D681-5644-A7BB-BC48E2D06DBA}"/>
                </a:ext>
              </a:extLst>
            </p:cNvPr>
            <p:cNvCxnSpPr>
              <a:stCxn id="258" idx="1"/>
              <a:endCxn id="25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580764D6-A002-6F62-ADC4-08FFE3C9AC62}"/>
                </a:ext>
              </a:extLst>
            </p:cNvPr>
            <p:cNvCxnSpPr>
              <a:cxnSpLocks/>
              <a:stCxn id="258" idx="3"/>
              <a:endCxn id="25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8C1B6DF8-A89D-80BE-364C-CDA569DD2E77}"/>
              </a:ext>
            </a:extLst>
          </p:cNvPr>
          <p:cNvCxnSpPr>
            <a:cxnSpLocks/>
            <a:stCxn id="55" idx="0"/>
          </p:cNvCxnSpPr>
          <p:nvPr/>
        </p:nvCxnSpPr>
        <p:spPr>
          <a:xfrm flipH="1" flipV="1">
            <a:off x="7132640" y="8234744"/>
            <a:ext cx="2041" cy="3746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2C219747-92F9-E3CD-3A27-DD3BC07A3CC7}"/>
              </a:ext>
            </a:extLst>
          </p:cNvPr>
          <p:cNvCxnSpPr>
            <a:cxnSpLocks/>
            <a:endCxn id="264" idx="2"/>
          </p:cNvCxnSpPr>
          <p:nvPr/>
        </p:nvCxnSpPr>
        <p:spPr>
          <a:xfrm>
            <a:off x="5887160" y="10310985"/>
            <a:ext cx="11380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3" name="组合 262">
            <a:extLst>
              <a:ext uri="{FF2B5EF4-FFF2-40B4-BE49-F238E27FC236}">
                <a16:creationId xmlns:a16="http://schemas.microsoft.com/office/drawing/2014/main" id="{1C67A9DE-7F1C-43CD-B957-26171998E832}"/>
              </a:ext>
            </a:extLst>
          </p:cNvPr>
          <p:cNvGrpSpPr/>
          <p:nvPr/>
        </p:nvGrpSpPr>
        <p:grpSpPr>
          <a:xfrm>
            <a:off x="7025173" y="10203519"/>
            <a:ext cx="214933" cy="214933"/>
            <a:chOff x="4892460" y="2186404"/>
            <a:chExt cx="142638" cy="142638"/>
          </a:xfrm>
        </p:grpSpPr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49C0E316-98D3-20C5-96C8-F56C35288ED2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DC544ABF-F6A7-51F4-B1C2-1451F10FA4A2}"/>
                </a:ext>
              </a:extLst>
            </p:cNvPr>
            <p:cNvCxnSpPr>
              <a:stCxn id="264" idx="1"/>
              <a:endCxn id="26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3BF63438-D5FD-A083-797D-85592485E6B5}"/>
                </a:ext>
              </a:extLst>
            </p:cNvPr>
            <p:cNvCxnSpPr>
              <a:cxnSpLocks/>
              <a:stCxn id="264" idx="3"/>
              <a:endCxn id="26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E9AB137F-747E-E41F-B16F-AB80E4A04701}"/>
              </a:ext>
            </a:extLst>
          </p:cNvPr>
          <p:cNvCxnSpPr>
            <a:cxnSpLocks/>
            <a:stCxn id="75" idx="2"/>
            <a:endCxn id="264" idx="0"/>
          </p:cNvCxnSpPr>
          <p:nvPr/>
        </p:nvCxnSpPr>
        <p:spPr>
          <a:xfrm flipH="1">
            <a:off x="7132640" y="9717430"/>
            <a:ext cx="2041" cy="4860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箭头连接符 267">
            <a:extLst>
              <a:ext uri="{FF2B5EF4-FFF2-40B4-BE49-F238E27FC236}">
                <a16:creationId xmlns:a16="http://schemas.microsoft.com/office/drawing/2014/main" id="{F1DDEA30-777A-6EA0-5D25-24B43EFC638E}"/>
              </a:ext>
            </a:extLst>
          </p:cNvPr>
          <p:cNvCxnSpPr>
            <a:cxnSpLocks/>
          </p:cNvCxnSpPr>
          <p:nvPr/>
        </p:nvCxnSpPr>
        <p:spPr>
          <a:xfrm>
            <a:off x="7258051" y="8138379"/>
            <a:ext cx="10514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5D1CF207-9183-725E-8341-C3857A1F2FA2}"/>
              </a:ext>
            </a:extLst>
          </p:cNvPr>
          <p:cNvCxnSpPr>
            <a:cxnSpLocks/>
          </p:cNvCxnSpPr>
          <p:nvPr/>
        </p:nvCxnSpPr>
        <p:spPr>
          <a:xfrm>
            <a:off x="7258051" y="10318546"/>
            <a:ext cx="10514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>
            <a:extLst>
              <a:ext uri="{FF2B5EF4-FFF2-40B4-BE49-F238E27FC236}">
                <a16:creationId xmlns:a16="http://schemas.microsoft.com/office/drawing/2014/main" id="{40FCA923-C7FA-190E-714F-C42E16C78344}"/>
              </a:ext>
            </a:extLst>
          </p:cNvPr>
          <p:cNvCxnSpPr>
            <a:cxnSpLocks/>
          </p:cNvCxnSpPr>
          <p:nvPr/>
        </p:nvCxnSpPr>
        <p:spPr>
          <a:xfrm>
            <a:off x="9466338" y="8231925"/>
            <a:ext cx="469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662A20A1-9255-2F52-A13F-677C7131460B}"/>
              </a:ext>
            </a:extLst>
          </p:cNvPr>
          <p:cNvCxnSpPr>
            <a:cxnSpLocks/>
          </p:cNvCxnSpPr>
          <p:nvPr/>
        </p:nvCxnSpPr>
        <p:spPr>
          <a:xfrm>
            <a:off x="9460071" y="10048527"/>
            <a:ext cx="469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C0126E80-0E3D-FD92-1C24-F88E7A7635B8}"/>
              </a:ext>
            </a:extLst>
          </p:cNvPr>
          <p:cNvGrpSpPr/>
          <p:nvPr/>
        </p:nvGrpSpPr>
        <p:grpSpPr>
          <a:xfrm>
            <a:off x="12895420" y="7836044"/>
            <a:ext cx="1351280" cy="996750"/>
            <a:chOff x="12081146" y="3312520"/>
            <a:chExt cx="1351280" cy="99675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73" name="立方体 272">
              <a:extLst>
                <a:ext uri="{FF2B5EF4-FFF2-40B4-BE49-F238E27FC236}">
                  <a16:creationId xmlns:a16="http://schemas.microsoft.com/office/drawing/2014/main" id="{63F55FA3-D1C0-8809-D119-2634A3E2D261}"/>
                </a:ext>
              </a:extLst>
            </p:cNvPr>
            <p:cNvSpPr/>
            <p:nvPr/>
          </p:nvSpPr>
          <p:spPr>
            <a:xfrm>
              <a:off x="12487546" y="3312520"/>
              <a:ext cx="944880" cy="223520"/>
            </a:xfrm>
            <a:prstGeom prst="cube">
              <a:avLst/>
            </a:prstGeom>
            <a:pattFill prst="wdUpDiag">
              <a:fgClr>
                <a:schemeClr val="accent4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立方体 273">
              <a:extLst>
                <a:ext uri="{FF2B5EF4-FFF2-40B4-BE49-F238E27FC236}">
                  <a16:creationId xmlns:a16="http://schemas.microsoft.com/office/drawing/2014/main" id="{7CD5E04C-3ABB-FA4C-DCBE-8489BEFC78AE}"/>
                </a:ext>
              </a:extLst>
            </p:cNvPr>
            <p:cNvSpPr/>
            <p:nvPr/>
          </p:nvSpPr>
          <p:spPr>
            <a:xfrm>
              <a:off x="12182746" y="3892441"/>
              <a:ext cx="944880" cy="223520"/>
            </a:xfrm>
            <a:prstGeom prst="cube">
              <a:avLst/>
            </a:prstGeom>
            <a:pattFill prst="wdUpDiag">
              <a:fgClr>
                <a:schemeClr val="accent4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立方体 274">
              <a:extLst>
                <a:ext uri="{FF2B5EF4-FFF2-40B4-BE49-F238E27FC236}">
                  <a16:creationId xmlns:a16="http://schemas.microsoft.com/office/drawing/2014/main" id="{252BE64D-6BF2-B38E-3164-85D2ED8F0A64}"/>
                </a:ext>
              </a:extLst>
            </p:cNvPr>
            <p:cNvSpPr/>
            <p:nvPr/>
          </p:nvSpPr>
          <p:spPr>
            <a:xfrm>
              <a:off x="12081146" y="4085750"/>
              <a:ext cx="944880" cy="223520"/>
            </a:xfrm>
            <a:prstGeom prst="cube">
              <a:avLst/>
            </a:prstGeom>
            <a:pattFill prst="wdUpDiag">
              <a:fgClr>
                <a:schemeClr val="accent4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AF2398F9-25FC-3725-3C9F-54FEE803BE0A}"/>
                </a:ext>
              </a:extLst>
            </p:cNvPr>
            <p:cNvSpPr txBox="1"/>
            <p:nvPr/>
          </p:nvSpPr>
          <p:spPr>
            <a:xfrm rot="17750123">
              <a:off x="12528794" y="3508084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28DF3286-51D3-DC3F-FBE1-CFB1B7BAA8D4}"/>
              </a:ext>
            </a:extLst>
          </p:cNvPr>
          <p:cNvGrpSpPr/>
          <p:nvPr/>
        </p:nvGrpSpPr>
        <p:grpSpPr>
          <a:xfrm>
            <a:off x="14811817" y="8582880"/>
            <a:ext cx="1351280" cy="996750"/>
            <a:chOff x="13550418" y="4070967"/>
            <a:chExt cx="1351280" cy="99675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78" name="立方体 277">
              <a:extLst>
                <a:ext uri="{FF2B5EF4-FFF2-40B4-BE49-F238E27FC236}">
                  <a16:creationId xmlns:a16="http://schemas.microsoft.com/office/drawing/2014/main" id="{93C399D8-2513-C6F1-495A-A8B5D9F52D7D}"/>
                </a:ext>
              </a:extLst>
            </p:cNvPr>
            <p:cNvSpPr/>
            <p:nvPr/>
          </p:nvSpPr>
          <p:spPr>
            <a:xfrm>
              <a:off x="13956818" y="4070967"/>
              <a:ext cx="944880" cy="223520"/>
            </a:xfrm>
            <a:prstGeom prst="cub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立方体 278">
              <a:extLst>
                <a:ext uri="{FF2B5EF4-FFF2-40B4-BE49-F238E27FC236}">
                  <a16:creationId xmlns:a16="http://schemas.microsoft.com/office/drawing/2014/main" id="{C53FC3CB-12D6-21E2-C619-BFBED48FFEB5}"/>
                </a:ext>
              </a:extLst>
            </p:cNvPr>
            <p:cNvSpPr/>
            <p:nvPr/>
          </p:nvSpPr>
          <p:spPr>
            <a:xfrm>
              <a:off x="13652018" y="4650888"/>
              <a:ext cx="944880" cy="223520"/>
            </a:xfrm>
            <a:prstGeom prst="cub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立方体 279">
              <a:extLst>
                <a:ext uri="{FF2B5EF4-FFF2-40B4-BE49-F238E27FC236}">
                  <a16:creationId xmlns:a16="http://schemas.microsoft.com/office/drawing/2014/main" id="{5459B2C9-5117-E492-2E0B-5306180B5C1E}"/>
                </a:ext>
              </a:extLst>
            </p:cNvPr>
            <p:cNvSpPr/>
            <p:nvPr/>
          </p:nvSpPr>
          <p:spPr>
            <a:xfrm>
              <a:off x="13550418" y="4844197"/>
              <a:ext cx="944880" cy="223520"/>
            </a:xfrm>
            <a:prstGeom prst="cub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45871FF4-BDC2-4074-153E-E47ED95B71B5}"/>
                </a:ext>
              </a:extLst>
            </p:cNvPr>
            <p:cNvSpPr txBox="1"/>
            <p:nvPr/>
          </p:nvSpPr>
          <p:spPr>
            <a:xfrm rot="17750123">
              <a:off x="13978145" y="4259803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8D839C63-2BB6-E5C0-3AF3-2DD6DCD7CE6C}"/>
              </a:ext>
            </a:extLst>
          </p:cNvPr>
          <p:cNvGrpSpPr/>
          <p:nvPr/>
        </p:nvGrpSpPr>
        <p:grpSpPr>
          <a:xfrm>
            <a:off x="12805409" y="9691949"/>
            <a:ext cx="1351280" cy="996750"/>
            <a:chOff x="11991135" y="5168425"/>
            <a:chExt cx="1351280" cy="99675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83" name="立方体 282">
              <a:extLst>
                <a:ext uri="{FF2B5EF4-FFF2-40B4-BE49-F238E27FC236}">
                  <a16:creationId xmlns:a16="http://schemas.microsoft.com/office/drawing/2014/main" id="{7821B004-235E-F492-7778-D4129FE07480}"/>
                </a:ext>
              </a:extLst>
            </p:cNvPr>
            <p:cNvSpPr/>
            <p:nvPr/>
          </p:nvSpPr>
          <p:spPr>
            <a:xfrm>
              <a:off x="12397535" y="5168425"/>
              <a:ext cx="944880" cy="223520"/>
            </a:xfrm>
            <a:prstGeom prst="cube">
              <a:avLst/>
            </a:prstGeom>
            <a:pattFill prst="wdDnDiag">
              <a:fgClr>
                <a:schemeClr val="accent4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立方体 283">
              <a:extLst>
                <a:ext uri="{FF2B5EF4-FFF2-40B4-BE49-F238E27FC236}">
                  <a16:creationId xmlns:a16="http://schemas.microsoft.com/office/drawing/2014/main" id="{103CAC31-19A0-C441-B8E7-7F57CBBE908E}"/>
                </a:ext>
              </a:extLst>
            </p:cNvPr>
            <p:cNvSpPr/>
            <p:nvPr/>
          </p:nvSpPr>
          <p:spPr>
            <a:xfrm>
              <a:off x="12092735" y="5748346"/>
              <a:ext cx="944880" cy="223520"/>
            </a:xfrm>
            <a:prstGeom prst="cube">
              <a:avLst/>
            </a:prstGeom>
            <a:pattFill prst="wdDnDiag">
              <a:fgClr>
                <a:schemeClr val="accent4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立方体 284">
              <a:extLst>
                <a:ext uri="{FF2B5EF4-FFF2-40B4-BE49-F238E27FC236}">
                  <a16:creationId xmlns:a16="http://schemas.microsoft.com/office/drawing/2014/main" id="{1362C3CA-A8EC-0D80-2842-F132A9F7A5E5}"/>
                </a:ext>
              </a:extLst>
            </p:cNvPr>
            <p:cNvSpPr/>
            <p:nvPr/>
          </p:nvSpPr>
          <p:spPr>
            <a:xfrm>
              <a:off x="11991135" y="5941655"/>
              <a:ext cx="944880" cy="223520"/>
            </a:xfrm>
            <a:prstGeom prst="cube">
              <a:avLst/>
            </a:prstGeom>
            <a:pattFill prst="wdDnDiag">
              <a:fgClr>
                <a:schemeClr val="accent4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文本框 285">
              <a:extLst>
                <a:ext uri="{FF2B5EF4-FFF2-40B4-BE49-F238E27FC236}">
                  <a16:creationId xmlns:a16="http://schemas.microsoft.com/office/drawing/2014/main" id="{E9F45355-E56D-1BE3-1D89-76822CC54F9C}"/>
                </a:ext>
              </a:extLst>
            </p:cNvPr>
            <p:cNvSpPr txBox="1"/>
            <p:nvPr/>
          </p:nvSpPr>
          <p:spPr>
            <a:xfrm rot="17750123">
              <a:off x="12361457" y="5370090"/>
              <a:ext cx="42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56214B22-2BD4-7914-9059-9FA69DA5BB29}"/>
              </a:ext>
            </a:extLst>
          </p:cNvPr>
          <p:cNvCxnSpPr>
            <a:cxnSpLocks/>
          </p:cNvCxnSpPr>
          <p:nvPr/>
        </p:nvCxnSpPr>
        <p:spPr>
          <a:xfrm>
            <a:off x="11942838" y="8233521"/>
            <a:ext cx="13638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2A44208D-BC66-83C0-66F8-1DE7C4EF2D0E}"/>
              </a:ext>
            </a:extLst>
          </p:cNvPr>
          <p:cNvCxnSpPr>
            <a:cxnSpLocks/>
          </p:cNvCxnSpPr>
          <p:nvPr/>
        </p:nvCxnSpPr>
        <p:spPr>
          <a:xfrm>
            <a:off x="11936571" y="10050123"/>
            <a:ext cx="12752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矩形: 圆角 288">
            <a:extLst>
              <a:ext uri="{FF2B5EF4-FFF2-40B4-BE49-F238E27FC236}">
                <a16:creationId xmlns:a16="http://schemas.microsoft.com/office/drawing/2014/main" id="{9755DF2C-2C10-1DB1-C692-1A16246E6425}"/>
              </a:ext>
            </a:extLst>
          </p:cNvPr>
          <p:cNvSpPr/>
          <p:nvPr/>
        </p:nvSpPr>
        <p:spPr>
          <a:xfrm rot="16200000">
            <a:off x="11511396" y="8928830"/>
            <a:ext cx="2033993" cy="4007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Propagation</a:t>
            </a:r>
          </a:p>
        </p:txBody>
      </p: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F09FB21F-8576-0062-49A0-A33398F6410F}"/>
              </a:ext>
            </a:extLst>
          </p:cNvPr>
          <p:cNvGrpSpPr/>
          <p:nvPr/>
        </p:nvGrpSpPr>
        <p:grpSpPr>
          <a:xfrm>
            <a:off x="14460931" y="10088398"/>
            <a:ext cx="1782423" cy="1016960"/>
            <a:chOff x="14032570" y="8186587"/>
            <a:chExt cx="1782423" cy="1016960"/>
          </a:xfrm>
        </p:grpSpPr>
        <p:sp>
          <p:nvSpPr>
            <p:cNvPr id="291" name="矩形: 圆角 290">
              <a:extLst>
                <a:ext uri="{FF2B5EF4-FFF2-40B4-BE49-F238E27FC236}">
                  <a16:creationId xmlns:a16="http://schemas.microsoft.com/office/drawing/2014/main" id="{87B4E589-17B4-7561-30C3-D49C0049ADDA}"/>
                </a:ext>
              </a:extLst>
            </p:cNvPr>
            <p:cNvSpPr/>
            <p:nvPr/>
          </p:nvSpPr>
          <p:spPr>
            <a:xfrm flipH="1">
              <a:off x="14032570" y="8186587"/>
              <a:ext cx="1782423" cy="1016960"/>
            </a:xfrm>
            <a:prstGeom prst="roundRect">
              <a:avLst>
                <a:gd name="adj" fmla="val 9024"/>
              </a:avLst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矩形: 圆角 291">
              <a:extLst>
                <a:ext uri="{FF2B5EF4-FFF2-40B4-BE49-F238E27FC236}">
                  <a16:creationId xmlns:a16="http://schemas.microsoft.com/office/drawing/2014/main" id="{0A4487CC-7870-7E68-5507-8F845FC477EE}"/>
                </a:ext>
              </a:extLst>
            </p:cNvPr>
            <p:cNvSpPr/>
            <p:nvPr/>
          </p:nvSpPr>
          <p:spPr>
            <a:xfrm>
              <a:off x="14162979" y="8566447"/>
              <a:ext cx="220134" cy="220134"/>
            </a:xfrm>
            <a:prstGeom prst="roundRect">
              <a:avLst/>
            </a:prstGeom>
            <a:solidFill>
              <a:srgbClr val="387BB9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: 圆角 292">
              <a:extLst>
                <a:ext uri="{FF2B5EF4-FFF2-40B4-BE49-F238E27FC236}">
                  <a16:creationId xmlns:a16="http://schemas.microsoft.com/office/drawing/2014/main" id="{2EF46F72-7838-9EDF-8DFA-B9DBB7455AEB}"/>
                </a:ext>
              </a:extLst>
            </p:cNvPr>
            <p:cNvSpPr/>
            <p:nvPr/>
          </p:nvSpPr>
          <p:spPr>
            <a:xfrm>
              <a:off x="14162978" y="8290626"/>
              <a:ext cx="220134" cy="220134"/>
            </a:xfrm>
            <a:prstGeom prst="roundRect">
              <a:avLst/>
            </a:prstGeom>
            <a:solidFill>
              <a:srgbClr val="D12A2F"/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文本框 293">
              <a:extLst>
                <a:ext uri="{FF2B5EF4-FFF2-40B4-BE49-F238E27FC236}">
                  <a16:creationId xmlns:a16="http://schemas.microsoft.com/office/drawing/2014/main" id="{06F84A74-163B-83A4-B504-64B148141944}"/>
                </a:ext>
              </a:extLst>
            </p:cNvPr>
            <p:cNvSpPr txBox="1"/>
            <p:nvPr/>
          </p:nvSpPr>
          <p:spPr>
            <a:xfrm>
              <a:off x="14336719" y="8255534"/>
              <a:ext cx="1448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Positive Weight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5" name="文本框 294">
              <a:extLst>
                <a:ext uri="{FF2B5EF4-FFF2-40B4-BE49-F238E27FC236}">
                  <a16:creationId xmlns:a16="http://schemas.microsoft.com/office/drawing/2014/main" id="{3B740B33-9390-41D6-9467-FA3C56BB850D}"/>
                </a:ext>
              </a:extLst>
            </p:cNvPr>
            <p:cNvSpPr txBox="1"/>
            <p:nvPr/>
          </p:nvSpPr>
          <p:spPr>
            <a:xfrm>
              <a:off x="14336719" y="8531361"/>
              <a:ext cx="1446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Weight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6" name="矩形: 圆角 295">
              <a:extLst>
                <a:ext uri="{FF2B5EF4-FFF2-40B4-BE49-F238E27FC236}">
                  <a16:creationId xmlns:a16="http://schemas.microsoft.com/office/drawing/2014/main" id="{54C03DE2-69ED-46CA-A21F-EFF05AFD6022}"/>
                </a:ext>
              </a:extLst>
            </p:cNvPr>
            <p:cNvSpPr/>
            <p:nvPr/>
          </p:nvSpPr>
          <p:spPr>
            <a:xfrm>
              <a:off x="14162979" y="8856459"/>
              <a:ext cx="220134" cy="220134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25400">
              <a:solidFill>
                <a:schemeClr val="bg1"/>
              </a:solidFill>
            </a:ln>
            <a:effectLst>
              <a:glow rad="101600">
                <a:schemeClr val="bg1">
                  <a:alpha val="3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510F37C0-E72C-D763-DA66-4047060E2488}"/>
                </a:ext>
              </a:extLst>
            </p:cNvPr>
            <p:cNvSpPr txBox="1"/>
            <p:nvPr/>
          </p:nvSpPr>
          <p:spPr>
            <a:xfrm>
              <a:off x="14336719" y="8807187"/>
              <a:ext cx="1446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Zero Weight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4CC4E55C-4278-AD25-1EF4-A8E6A55F4FD1}"/>
                  </a:ext>
                </a:extLst>
              </p:cNvPr>
              <p:cNvSpPr txBox="1"/>
              <p:nvPr/>
            </p:nvSpPr>
            <p:spPr>
              <a:xfrm>
                <a:off x="8777684" y="8925927"/>
                <a:ext cx="182742" cy="253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4CC4E55C-4278-AD25-1EF4-A8E6A55F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684" y="8925927"/>
                <a:ext cx="182742" cy="253596"/>
              </a:xfrm>
              <a:prstGeom prst="rect">
                <a:avLst/>
              </a:prstGeom>
              <a:blipFill>
                <a:blip r:embed="rId9"/>
                <a:stretch>
                  <a:fillRect l="-26667" t="-16667" r="-53333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6C6D790C-8FB1-37D7-1550-0687E222CD0C}"/>
                  </a:ext>
                </a:extLst>
              </p:cNvPr>
              <p:cNvSpPr txBox="1"/>
              <p:nvPr/>
            </p:nvSpPr>
            <p:spPr>
              <a:xfrm>
                <a:off x="8648033" y="10649273"/>
                <a:ext cx="619080" cy="25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6C6D790C-8FB1-37D7-1550-0687E222C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033" y="10649273"/>
                <a:ext cx="619080" cy="257250"/>
              </a:xfrm>
              <a:prstGeom prst="rect">
                <a:avLst/>
              </a:prstGeom>
              <a:blipFill>
                <a:blip r:embed="rId10"/>
                <a:stretch>
                  <a:fillRect l="-7921" t="-19048" r="-45545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弧形 299">
            <a:extLst>
              <a:ext uri="{FF2B5EF4-FFF2-40B4-BE49-F238E27FC236}">
                <a16:creationId xmlns:a16="http://schemas.microsoft.com/office/drawing/2014/main" id="{A825CC68-216D-8D75-9D52-A5EFBAB47070}"/>
              </a:ext>
            </a:extLst>
          </p:cNvPr>
          <p:cNvSpPr/>
          <p:nvPr/>
        </p:nvSpPr>
        <p:spPr>
          <a:xfrm>
            <a:off x="10716632" y="10073742"/>
            <a:ext cx="190500" cy="190500"/>
          </a:xfrm>
          <a:prstGeom prst="arc">
            <a:avLst>
              <a:gd name="adj1" fmla="val 19416622"/>
              <a:gd name="adj2" fmla="val 15595741"/>
            </a:avLst>
          </a:prstGeom>
          <a:ln w="28575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弧形 300">
            <a:extLst>
              <a:ext uri="{FF2B5EF4-FFF2-40B4-BE49-F238E27FC236}">
                <a16:creationId xmlns:a16="http://schemas.microsoft.com/office/drawing/2014/main" id="{D68E5728-ADB6-240C-233F-315E14603FF2}"/>
              </a:ext>
            </a:extLst>
          </p:cNvPr>
          <p:cNvSpPr/>
          <p:nvPr/>
        </p:nvSpPr>
        <p:spPr>
          <a:xfrm>
            <a:off x="10780719" y="8261482"/>
            <a:ext cx="190500" cy="190500"/>
          </a:xfrm>
          <a:prstGeom prst="arc">
            <a:avLst>
              <a:gd name="adj1" fmla="val 19416622"/>
              <a:gd name="adj2" fmla="val 15448464"/>
            </a:avLst>
          </a:prstGeom>
          <a:ln w="28575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9939CDEB-99EA-E8AD-A7B2-70ACC5B8F02F}"/>
              </a:ext>
            </a:extLst>
          </p:cNvPr>
          <p:cNvGrpSpPr/>
          <p:nvPr/>
        </p:nvGrpSpPr>
        <p:grpSpPr>
          <a:xfrm>
            <a:off x="13973811" y="5939936"/>
            <a:ext cx="2214477" cy="991205"/>
            <a:chOff x="12284520" y="4239264"/>
            <a:chExt cx="2214477" cy="991205"/>
          </a:xfrm>
        </p:grpSpPr>
        <p:sp>
          <p:nvSpPr>
            <p:cNvPr id="303" name="流程图: 数据 302">
              <a:extLst>
                <a:ext uri="{FF2B5EF4-FFF2-40B4-BE49-F238E27FC236}">
                  <a16:creationId xmlns:a16="http://schemas.microsoft.com/office/drawing/2014/main" id="{D3886DDB-304E-3EA4-789E-F6E00E191B47}"/>
                </a:ext>
              </a:extLst>
            </p:cNvPr>
            <p:cNvSpPr/>
            <p:nvPr/>
          </p:nvSpPr>
          <p:spPr>
            <a:xfrm>
              <a:off x="12284520" y="4239264"/>
              <a:ext cx="2214477" cy="991205"/>
            </a:xfrm>
            <a:prstGeom prst="flowChartInputOutpu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670119E2-076A-6F9B-8E7C-53BC301EFDA6}"/>
                </a:ext>
              </a:extLst>
            </p:cNvPr>
            <p:cNvGrpSpPr/>
            <p:nvPr/>
          </p:nvGrpSpPr>
          <p:grpSpPr>
            <a:xfrm>
              <a:off x="12532351" y="4301927"/>
              <a:ext cx="1744654" cy="844327"/>
              <a:chOff x="7766241" y="1284382"/>
              <a:chExt cx="1744654" cy="844327"/>
            </a:xfrm>
          </p:grpSpPr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244D8038-081E-0744-B104-62C9C7775133}"/>
                  </a:ext>
                </a:extLst>
              </p:cNvPr>
              <p:cNvCxnSpPr>
                <a:cxnSpLocks/>
                <a:stCxn id="312" idx="1"/>
                <a:endCxn id="316" idx="4"/>
              </p:cNvCxnSpPr>
              <p:nvPr/>
            </p:nvCxnSpPr>
            <p:spPr>
              <a:xfrm flipH="1" flipV="1">
                <a:off x="8590638" y="1736056"/>
                <a:ext cx="175351" cy="287631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>
                <a:extLst>
                  <a:ext uri="{FF2B5EF4-FFF2-40B4-BE49-F238E27FC236}">
                    <a16:creationId xmlns:a16="http://schemas.microsoft.com/office/drawing/2014/main" id="{00129943-DE45-7159-370F-5B1E6946715A}"/>
                  </a:ext>
                </a:extLst>
              </p:cNvPr>
              <p:cNvCxnSpPr>
                <a:cxnSpLocks/>
                <a:stCxn id="316" idx="1"/>
                <a:endCxn id="314" idx="5"/>
              </p:cNvCxnSpPr>
              <p:nvPr/>
            </p:nvCxnSpPr>
            <p:spPr>
              <a:xfrm flipH="1" flipV="1">
                <a:off x="8305837" y="1463250"/>
                <a:ext cx="199903" cy="167783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>
                <a:extLst>
                  <a:ext uri="{FF2B5EF4-FFF2-40B4-BE49-F238E27FC236}">
                    <a16:creationId xmlns:a16="http://schemas.microsoft.com/office/drawing/2014/main" id="{382453DC-AAFB-34E9-4683-ABBE0708725D}"/>
                  </a:ext>
                </a:extLst>
              </p:cNvPr>
              <p:cNvCxnSpPr>
                <a:cxnSpLocks/>
                <a:stCxn id="316" idx="6"/>
                <a:endCxn id="311" idx="2"/>
              </p:cNvCxnSpPr>
              <p:nvPr/>
            </p:nvCxnSpPr>
            <p:spPr>
              <a:xfrm flipV="1">
                <a:off x="8710700" y="1611493"/>
                <a:ext cx="560070" cy="63042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>
                <a:extLst>
                  <a:ext uri="{FF2B5EF4-FFF2-40B4-BE49-F238E27FC236}">
                    <a16:creationId xmlns:a16="http://schemas.microsoft.com/office/drawing/2014/main" id="{C6A1F54A-AD58-CF60-0E02-C8D0BE033CA3}"/>
                  </a:ext>
                </a:extLst>
              </p:cNvPr>
              <p:cNvCxnSpPr>
                <a:cxnSpLocks/>
                <a:stCxn id="310" idx="6"/>
                <a:endCxn id="316" idx="2"/>
              </p:cNvCxnSpPr>
              <p:nvPr/>
            </p:nvCxnSpPr>
            <p:spPr>
              <a:xfrm flipV="1">
                <a:off x="8006366" y="1674535"/>
                <a:ext cx="464209" cy="61521"/>
              </a:xfrm>
              <a:prstGeom prst="line">
                <a:avLst/>
              </a:prstGeom>
              <a:ln w="28575">
                <a:solidFill>
                  <a:srgbClr val="0070C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0" name="椭圆 309">
                <a:extLst>
                  <a:ext uri="{FF2B5EF4-FFF2-40B4-BE49-F238E27FC236}">
                    <a16:creationId xmlns:a16="http://schemas.microsoft.com/office/drawing/2014/main" id="{07B6D403-770C-06B0-0AC3-B69665F6B02E}"/>
                  </a:ext>
                </a:extLst>
              </p:cNvPr>
              <p:cNvSpPr/>
              <p:nvPr/>
            </p:nvSpPr>
            <p:spPr>
              <a:xfrm>
                <a:off x="7766241" y="1674535"/>
                <a:ext cx="240125" cy="123042"/>
              </a:xfrm>
              <a:prstGeom prst="ellipse">
                <a:avLst/>
              </a:prstGeom>
              <a:solidFill>
                <a:srgbClr val="AFF8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椭圆 310">
                <a:extLst>
                  <a:ext uri="{FF2B5EF4-FFF2-40B4-BE49-F238E27FC236}">
                    <a16:creationId xmlns:a16="http://schemas.microsoft.com/office/drawing/2014/main" id="{E94912A8-292B-43DF-BCC1-EE89CC911565}"/>
                  </a:ext>
                </a:extLst>
              </p:cNvPr>
              <p:cNvSpPr/>
              <p:nvPr/>
            </p:nvSpPr>
            <p:spPr>
              <a:xfrm>
                <a:off x="9270770" y="1549971"/>
                <a:ext cx="240125" cy="123042"/>
              </a:xfrm>
              <a:prstGeom prst="ellipse">
                <a:avLst/>
              </a:prstGeom>
              <a:solidFill>
                <a:srgbClr val="F7D8EA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35DDE03F-F2BD-CBBC-51C5-E1761CF421E7}"/>
                  </a:ext>
                </a:extLst>
              </p:cNvPr>
              <p:cNvSpPr/>
              <p:nvPr/>
            </p:nvSpPr>
            <p:spPr>
              <a:xfrm>
                <a:off x="8730824" y="2005667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BCFF0EA7-5127-D547-FA70-BC9D2E96929C}"/>
                  </a:ext>
                </a:extLst>
              </p:cNvPr>
              <p:cNvCxnSpPr>
                <a:cxnSpLocks/>
                <a:stCxn id="316" idx="0"/>
                <a:endCxn id="315" idx="3"/>
              </p:cNvCxnSpPr>
              <p:nvPr/>
            </p:nvCxnSpPr>
            <p:spPr>
              <a:xfrm flipV="1">
                <a:off x="8590638" y="1389405"/>
                <a:ext cx="240677" cy="223609"/>
              </a:xfrm>
              <a:prstGeom prst="line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椭圆 313">
                <a:extLst>
                  <a:ext uri="{FF2B5EF4-FFF2-40B4-BE49-F238E27FC236}">
                    <a16:creationId xmlns:a16="http://schemas.microsoft.com/office/drawing/2014/main" id="{5E04B8A1-AC09-B54E-ACE2-D6B4FD8895A5}"/>
                  </a:ext>
                </a:extLst>
              </p:cNvPr>
              <p:cNvSpPr/>
              <p:nvPr/>
            </p:nvSpPr>
            <p:spPr>
              <a:xfrm>
                <a:off x="8100877" y="1358227"/>
                <a:ext cx="240125" cy="123042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5" name="椭圆 314">
                <a:extLst>
                  <a:ext uri="{FF2B5EF4-FFF2-40B4-BE49-F238E27FC236}">
                    <a16:creationId xmlns:a16="http://schemas.microsoft.com/office/drawing/2014/main" id="{269B6C40-06CA-81BE-C86D-2BC5BF9690FB}"/>
                  </a:ext>
                </a:extLst>
              </p:cNvPr>
              <p:cNvSpPr/>
              <p:nvPr/>
            </p:nvSpPr>
            <p:spPr>
              <a:xfrm>
                <a:off x="8796150" y="1284382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" name="椭圆 315">
                <a:extLst>
                  <a:ext uri="{FF2B5EF4-FFF2-40B4-BE49-F238E27FC236}">
                    <a16:creationId xmlns:a16="http://schemas.microsoft.com/office/drawing/2014/main" id="{6C197B5F-A26C-7D04-131C-FEB6A7C31FD2}"/>
                  </a:ext>
                </a:extLst>
              </p:cNvPr>
              <p:cNvSpPr/>
              <p:nvPr/>
            </p:nvSpPr>
            <p:spPr>
              <a:xfrm>
                <a:off x="8470575" y="1613014"/>
                <a:ext cx="240125" cy="123042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05" name="弧形 304">
              <a:extLst>
                <a:ext uri="{FF2B5EF4-FFF2-40B4-BE49-F238E27FC236}">
                  <a16:creationId xmlns:a16="http://schemas.microsoft.com/office/drawing/2014/main" id="{E21C1423-DBB4-5A50-DF1C-BBB2E58B07F4}"/>
                </a:ext>
              </a:extLst>
            </p:cNvPr>
            <p:cNvSpPr/>
            <p:nvPr/>
          </p:nvSpPr>
          <p:spPr>
            <a:xfrm>
              <a:off x="13169204" y="4728362"/>
              <a:ext cx="190500" cy="190500"/>
            </a:xfrm>
            <a:prstGeom prst="arc">
              <a:avLst>
                <a:gd name="adj1" fmla="val 19416622"/>
                <a:gd name="adj2" fmla="val 15595741"/>
              </a:avLst>
            </a:prstGeom>
            <a:ln w="28575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7" name="文本框 316">
            <a:extLst>
              <a:ext uri="{FF2B5EF4-FFF2-40B4-BE49-F238E27FC236}">
                <a16:creationId xmlns:a16="http://schemas.microsoft.com/office/drawing/2014/main" id="{19858374-8955-781A-66C2-8FC91F91B125}"/>
              </a:ext>
            </a:extLst>
          </p:cNvPr>
          <p:cNvSpPr txBox="1"/>
          <p:nvPr/>
        </p:nvSpPr>
        <p:spPr>
          <a:xfrm>
            <a:off x="14302578" y="8688252"/>
            <a:ext cx="1017620" cy="338554"/>
          </a:xfrm>
          <a:prstGeom prst="rect">
            <a:avLst/>
          </a:prstGeom>
          <a:noFill/>
          <a:ln w="19050">
            <a:noFill/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矩形: 圆角 317">
                <a:extLst>
                  <a:ext uri="{FF2B5EF4-FFF2-40B4-BE49-F238E27FC236}">
                    <a16:creationId xmlns:a16="http://schemas.microsoft.com/office/drawing/2014/main" id="{5B580E3C-C882-5B0C-B543-636B255FB986}"/>
                  </a:ext>
                </a:extLst>
              </p:cNvPr>
              <p:cNvSpPr/>
              <p:nvPr/>
            </p:nvSpPr>
            <p:spPr>
              <a:xfrm>
                <a:off x="7176508" y="5497519"/>
                <a:ext cx="634147" cy="397822"/>
              </a:xfrm>
              <a:prstGeom prst="roundRect">
                <a:avLst>
                  <a:gd name="adj" fmla="val 14353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𝒓𝒆𝒊𝒅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18" name="矩形: 圆角 317">
                <a:extLst>
                  <a:ext uri="{FF2B5EF4-FFF2-40B4-BE49-F238E27FC236}">
                    <a16:creationId xmlns:a16="http://schemas.microsoft.com/office/drawing/2014/main" id="{5B580E3C-C882-5B0C-B543-636B255FB9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508" y="5497519"/>
                <a:ext cx="634147" cy="397822"/>
              </a:xfrm>
              <a:prstGeom prst="roundRect">
                <a:avLst>
                  <a:gd name="adj" fmla="val 14353"/>
                </a:avLst>
              </a:prstGeom>
              <a:blipFill>
                <a:blip r:embed="rId11"/>
                <a:stretch>
                  <a:fillRect l="-3670"/>
                </a:stretch>
              </a:blipFill>
              <a:ln w="28575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BEAEBEBA-C5AF-E6CA-C79D-CC0FABB41419}"/>
              </a:ext>
            </a:extLst>
          </p:cNvPr>
          <p:cNvCxnSpPr>
            <a:cxnSpLocks/>
          </p:cNvCxnSpPr>
          <p:nvPr/>
        </p:nvCxnSpPr>
        <p:spPr>
          <a:xfrm>
            <a:off x="5168283" y="6425744"/>
            <a:ext cx="4648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矩形: 圆角 319">
                <a:extLst>
                  <a:ext uri="{FF2B5EF4-FFF2-40B4-BE49-F238E27FC236}">
                    <a16:creationId xmlns:a16="http://schemas.microsoft.com/office/drawing/2014/main" id="{AAC8A481-C22E-DD5A-7456-3D383D2B2916}"/>
                  </a:ext>
                </a:extLst>
              </p:cNvPr>
              <p:cNvSpPr/>
              <p:nvPr/>
            </p:nvSpPr>
            <p:spPr>
              <a:xfrm>
                <a:off x="7176508" y="5965717"/>
                <a:ext cx="634147" cy="397822"/>
              </a:xfrm>
              <a:prstGeom prst="roundRect">
                <a:avLst>
                  <a:gd name="adj" fmla="val 14353"/>
                </a:avLst>
              </a:prstGeom>
              <a:solidFill>
                <a:srgbClr val="DFF5FD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𝒊𝒅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20" name="矩形: 圆角 319">
                <a:extLst>
                  <a:ext uri="{FF2B5EF4-FFF2-40B4-BE49-F238E27FC236}">
                    <a16:creationId xmlns:a16="http://schemas.microsoft.com/office/drawing/2014/main" id="{AAC8A481-C22E-DD5A-7456-3D383D2B2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508" y="5965717"/>
                <a:ext cx="634147" cy="397822"/>
              </a:xfrm>
              <a:prstGeom prst="roundRect">
                <a:avLst>
                  <a:gd name="adj" fmla="val 14353"/>
                </a:avLst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矩形: 圆角 320">
                <a:extLst>
                  <a:ext uri="{FF2B5EF4-FFF2-40B4-BE49-F238E27FC236}">
                    <a16:creationId xmlns:a16="http://schemas.microsoft.com/office/drawing/2014/main" id="{464441DC-8417-F1BF-0016-FDBEBD7421BE}"/>
                  </a:ext>
                </a:extLst>
              </p:cNvPr>
              <p:cNvSpPr/>
              <p:nvPr/>
            </p:nvSpPr>
            <p:spPr>
              <a:xfrm>
                <a:off x="7176508" y="6438444"/>
                <a:ext cx="634147" cy="397822"/>
              </a:xfrm>
              <a:prstGeom prst="roundRect">
                <a:avLst>
                  <a:gd name="adj" fmla="val 14353"/>
                </a:avLst>
              </a:prstGeom>
              <a:solidFill>
                <a:srgbClr val="DFF5FD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𝒓𝒓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21" name="矩形: 圆角 320">
                <a:extLst>
                  <a:ext uri="{FF2B5EF4-FFF2-40B4-BE49-F238E27FC236}">
                    <a16:creationId xmlns:a16="http://schemas.microsoft.com/office/drawing/2014/main" id="{464441DC-8417-F1BF-0016-FDBEBD7421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508" y="6438444"/>
                <a:ext cx="634147" cy="397822"/>
              </a:xfrm>
              <a:prstGeom prst="roundRect">
                <a:avLst>
                  <a:gd name="adj" fmla="val 14353"/>
                </a:avLst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2" name="连接符: 肘形 321">
            <a:extLst>
              <a:ext uri="{FF2B5EF4-FFF2-40B4-BE49-F238E27FC236}">
                <a16:creationId xmlns:a16="http://schemas.microsoft.com/office/drawing/2014/main" id="{5093ED7E-798E-C410-FF64-AC63850874D5}"/>
              </a:ext>
            </a:extLst>
          </p:cNvPr>
          <p:cNvCxnSpPr>
            <a:cxnSpLocks/>
            <a:stCxn id="79" idx="0"/>
            <a:endCxn id="318" idx="1"/>
          </p:cNvCxnSpPr>
          <p:nvPr/>
        </p:nvCxnSpPr>
        <p:spPr>
          <a:xfrm rot="5400000" flipH="1" flipV="1">
            <a:off x="5974174" y="4684583"/>
            <a:ext cx="190486" cy="221418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箭头连接符 322">
            <a:extLst>
              <a:ext uri="{FF2B5EF4-FFF2-40B4-BE49-F238E27FC236}">
                <a16:creationId xmlns:a16="http://schemas.microsoft.com/office/drawing/2014/main" id="{C20AD1C5-6891-F968-2F37-772D45202CC0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5948286" y="7065175"/>
            <a:ext cx="1225843" cy="51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文本框 323">
            <a:extLst>
              <a:ext uri="{FF2B5EF4-FFF2-40B4-BE49-F238E27FC236}">
                <a16:creationId xmlns:a16="http://schemas.microsoft.com/office/drawing/2014/main" id="{1957A4F9-AD03-44D8-6EAE-6697B5156E5D}"/>
              </a:ext>
            </a:extLst>
          </p:cNvPr>
          <p:cNvSpPr txBox="1"/>
          <p:nvPr/>
        </p:nvSpPr>
        <p:spPr>
          <a:xfrm>
            <a:off x="2819455" y="7083389"/>
            <a:ext cx="186419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Farmwork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74EE5BFC-373E-11B0-1B1B-06BE8055B08C}"/>
              </a:ext>
            </a:extLst>
          </p:cNvPr>
          <p:cNvCxnSpPr>
            <a:cxnSpLocks/>
          </p:cNvCxnSpPr>
          <p:nvPr/>
        </p:nvCxnSpPr>
        <p:spPr>
          <a:xfrm>
            <a:off x="6605279" y="6145786"/>
            <a:ext cx="555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325">
            <a:extLst>
              <a:ext uri="{FF2B5EF4-FFF2-40B4-BE49-F238E27FC236}">
                <a16:creationId xmlns:a16="http://schemas.microsoft.com/office/drawing/2014/main" id="{97F4F4B3-B148-3A40-13CF-DE72307BACB8}"/>
              </a:ext>
            </a:extLst>
          </p:cNvPr>
          <p:cNvCxnSpPr>
            <a:cxnSpLocks/>
          </p:cNvCxnSpPr>
          <p:nvPr/>
        </p:nvCxnSpPr>
        <p:spPr>
          <a:xfrm>
            <a:off x="6605279" y="6616441"/>
            <a:ext cx="555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矩形: 圆角 326">
            <a:extLst>
              <a:ext uri="{FF2B5EF4-FFF2-40B4-BE49-F238E27FC236}">
                <a16:creationId xmlns:a16="http://schemas.microsoft.com/office/drawing/2014/main" id="{63D6D262-8ED2-DF09-C10E-E7ADE69B3679}"/>
              </a:ext>
            </a:extLst>
          </p:cNvPr>
          <p:cNvSpPr/>
          <p:nvPr/>
        </p:nvSpPr>
        <p:spPr>
          <a:xfrm rot="16200000">
            <a:off x="6157097" y="6203003"/>
            <a:ext cx="892653" cy="400736"/>
          </a:xfrm>
          <a:prstGeom prst="roundRect">
            <a:avLst/>
          </a:prstGeom>
          <a:solidFill>
            <a:srgbClr val="DFF5FD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DF2461C4-3867-A74B-8C04-C4745456BDD7}"/>
              </a:ext>
            </a:extLst>
          </p:cNvPr>
          <p:cNvCxnSpPr>
            <a:cxnSpLocks/>
          </p:cNvCxnSpPr>
          <p:nvPr/>
        </p:nvCxnSpPr>
        <p:spPr>
          <a:xfrm>
            <a:off x="5867854" y="6409008"/>
            <a:ext cx="555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B7BB3C6C-0EAE-12DE-8FE1-4DAD73AFB1F5}"/>
              </a:ext>
            </a:extLst>
          </p:cNvPr>
          <p:cNvSpPr/>
          <p:nvPr/>
        </p:nvSpPr>
        <p:spPr>
          <a:xfrm rot="16200000">
            <a:off x="5230280" y="6366274"/>
            <a:ext cx="1219194" cy="400736"/>
          </a:xfrm>
          <a:prstGeom prst="roundRect">
            <a:avLst/>
          </a:prstGeom>
          <a:solidFill>
            <a:srgbClr val="FFF4CE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ANFI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连接符: 肘形 329">
            <a:extLst>
              <a:ext uri="{FF2B5EF4-FFF2-40B4-BE49-F238E27FC236}">
                <a16:creationId xmlns:a16="http://schemas.microsoft.com/office/drawing/2014/main" id="{80AA8DF1-D134-A14F-5534-3AC644BFD7CD}"/>
              </a:ext>
            </a:extLst>
          </p:cNvPr>
          <p:cNvCxnSpPr>
            <a:cxnSpLocks/>
            <a:stCxn id="127" idx="0"/>
            <a:endCxn id="112" idx="1"/>
          </p:cNvCxnSpPr>
          <p:nvPr/>
        </p:nvCxnSpPr>
        <p:spPr>
          <a:xfrm rot="5400000" flipH="1" flipV="1">
            <a:off x="10675118" y="5126646"/>
            <a:ext cx="12700" cy="1626581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矩形: 圆角 330">
                <a:extLst>
                  <a:ext uri="{FF2B5EF4-FFF2-40B4-BE49-F238E27FC236}">
                    <a16:creationId xmlns:a16="http://schemas.microsoft.com/office/drawing/2014/main" id="{238F0180-99DB-13C1-E5B7-7B383C967EE4}"/>
                  </a:ext>
                </a:extLst>
              </p:cNvPr>
              <p:cNvSpPr/>
              <p:nvPr/>
            </p:nvSpPr>
            <p:spPr>
              <a:xfrm>
                <a:off x="12725551" y="5494954"/>
                <a:ext cx="634147" cy="397822"/>
              </a:xfrm>
              <a:prstGeom prst="roundRect">
                <a:avLst>
                  <a:gd name="adj" fmla="val 14353"/>
                </a:avLst>
              </a:prstGeom>
              <a:solidFill>
                <a:srgbClr val="DFF5FD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𝒊𝒅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31" name="矩形: 圆角 330">
                <a:extLst>
                  <a:ext uri="{FF2B5EF4-FFF2-40B4-BE49-F238E27FC236}">
                    <a16:creationId xmlns:a16="http://schemas.microsoft.com/office/drawing/2014/main" id="{238F0180-99DB-13C1-E5B7-7B383C967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551" y="5494954"/>
                <a:ext cx="634147" cy="397822"/>
              </a:xfrm>
              <a:prstGeom prst="roundRect">
                <a:avLst>
                  <a:gd name="adj" fmla="val 14353"/>
                </a:avLst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矩形: 圆角 331">
                <a:extLst>
                  <a:ext uri="{FF2B5EF4-FFF2-40B4-BE49-F238E27FC236}">
                    <a16:creationId xmlns:a16="http://schemas.microsoft.com/office/drawing/2014/main" id="{8827A543-7520-32A3-4F1C-C49D9F610773}"/>
                  </a:ext>
                </a:extLst>
              </p:cNvPr>
              <p:cNvSpPr/>
              <p:nvPr/>
            </p:nvSpPr>
            <p:spPr>
              <a:xfrm>
                <a:off x="13506929" y="5482110"/>
                <a:ext cx="634147" cy="397822"/>
              </a:xfrm>
              <a:prstGeom prst="roundRect">
                <a:avLst>
                  <a:gd name="adj" fmla="val 14353"/>
                </a:avLst>
              </a:prstGeom>
              <a:solidFill>
                <a:srgbClr val="DFF5FD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𝒓𝒓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32" name="矩形: 圆角 331">
                <a:extLst>
                  <a:ext uri="{FF2B5EF4-FFF2-40B4-BE49-F238E27FC236}">
                    <a16:creationId xmlns:a16="http://schemas.microsoft.com/office/drawing/2014/main" id="{8827A543-7520-32A3-4F1C-C49D9F610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6929" y="5482110"/>
                <a:ext cx="634147" cy="397822"/>
              </a:xfrm>
              <a:prstGeom prst="roundRect">
                <a:avLst>
                  <a:gd name="adj" fmla="val 14353"/>
                </a:avLst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3" name="连接符: 肘形 332">
            <a:extLst>
              <a:ext uri="{FF2B5EF4-FFF2-40B4-BE49-F238E27FC236}">
                <a16:creationId xmlns:a16="http://schemas.microsoft.com/office/drawing/2014/main" id="{8EC9B79B-0DA8-736C-7373-F57D6E3CF34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469328" y="5960235"/>
            <a:ext cx="208426" cy="1733385"/>
          </a:xfrm>
          <a:prstGeom prst="bentConnector3">
            <a:avLst>
              <a:gd name="adj1" fmla="val -10967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连接符: 肘形 333">
            <a:extLst>
              <a:ext uri="{FF2B5EF4-FFF2-40B4-BE49-F238E27FC236}">
                <a16:creationId xmlns:a16="http://schemas.microsoft.com/office/drawing/2014/main" id="{0E170FFF-96D4-1666-7887-4EAC0FA0E54F}"/>
              </a:ext>
            </a:extLst>
          </p:cNvPr>
          <p:cNvCxnSpPr>
            <a:cxnSpLocks/>
          </p:cNvCxnSpPr>
          <p:nvPr/>
        </p:nvCxnSpPr>
        <p:spPr>
          <a:xfrm rot="5400000" flipH="1">
            <a:off x="14133970" y="6023900"/>
            <a:ext cx="208426" cy="1606057"/>
          </a:xfrm>
          <a:prstGeom prst="bentConnector3">
            <a:avLst>
              <a:gd name="adj1" fmla="val -10967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0A9C1BF8-5CA7-D937-4576-CED88E01A542}"/>
              </a:ext>
            </a:extLst>
          </p:cNvPr>
          <p:cNvCxnSpPr>
            <a:cxnSpLocks/>
          </p:cNvCxnSpPr>
          <p:nvPr/>
        </p:nvCxnSpPr>
        <p:spPr>
          <a:xfrm flipV="1">
            <a:off x="13042623" y="5910675"/>
            <a:ext cx="0" cy="492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E1DF7742-0619-9AA3-916A-2250BECAD342}"/>
              </a:ext>
            </a:extLst>
          </p:cNvPr>
          <p:cNvCxnSpPr>
            <a:cxnSpLocks/>
          </p:cNvCxnSpPr>
          <p:nvPr/>
        </p:nvCxnSpPr>
        <p:spPr>
          <a:xfrm flipV="1">
            <a:off x="13824001" y="5899438"/>
            <a:ext cx="0" cy="492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B8E1F1AB-FCB7-D88C-4E8D-C78DBAFCD3DF}"/>
              </a:ext>
            </a:extLst>
          </p:cNvPr>
          <p:cNvSpPr/>
          <p:nvPr/>
        </p:nvSpPr>
        <p:spPr>
          <a:xfrm>
            <a:off x="12876637" y="6321978"/>
            <a:ext cx="1061611" cy="4007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ANFI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FA527FC6-B308-C26A-88D9-DD8479A8D509}"/>
              </a:ext>
            </a:extLst>
          </p:cNvPr>
          <p:cNvSpPr txBox="1"/>
          <p:nvPr/>
        </p:nvSpPr>
        <p:spPr>
          <a:xfrm>
            <a:off x="8524112" y="7076293"/>
            <a:ext cx="3094672" cy="338554"/>
          </a:xfrm>
          <a:prstGeom prst="rect">
            <a:avLst/>
          </a:prstGeom>
          <a:solidFill>
            <a:srgbClr val="DFF5FD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Relation Supervision (NRS)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5E8D561E-58F2-8CF7-2428-70D0FCFC538C}"/>
              </a:ext>
            </a:extLst>
          </p:cNvPr>
          <p:cNvSpPr txBox="1"/>
          <p:nvPr/>
        </p:nvSpPr>
        <p:spPr>
          <a:xfrm>
            <a:off x="6815207" y="10999381"/>
            <a:ext cx="4512535" cy="338554"/>
          </a:xfrm>
          <a:prstGeom prst="rect">
            <a:avLst/>
          </a:prstGeom>
          <a:solidFill>
            <a:srgbClr val="FFF4CE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Neighbor Feature Interaction (ANFI) 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56057EBF-A2AC-60FB-1EDA-4969ACDE02FE}"/>
              </a:ext>
            </a:extLst>
          </p:cNvPr>
          <p:cNvSpPr/>
          <p:nvPr/>
        </p:nvSpPr>
        <p:spPr>
          <a:xfrm>
            <a:off x="3984151" y="8950406"/>
            <a:ext cx="708160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8A8B4BAB-E50E-D7AD-DD4C-B7D40D10F7D1}"/>
              </a:ext>
            </a:extLst>
          </p:cNvPr>
          <p:cNvSpPr/>
          <p:nvPr/>
        </p:nvSpPr>
        <p:spPr>
          <a:xfrm>
            <a:off x="7198653" y="9828226"/>
            <a:ext cx="708160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2" name="矩形: 圆角 341">
            <a:extLst>
              <a:ext uri="{FF2B5EF4-FFF2-40B4-BE49-F238E27FC236}">
                <a16:creationId xmlns:a16="http://schemas.microsoft.com/office/drawing/2014/main" id="{790927C9-765F-5602-17FC-FF562B8C2A77}"/>
              </a:ext>
            </a:extLst>
          </p:cNvPr>
          <p:cNvSpPr/>
          <p:nvPr/>
        </p:nvSpPr>
        <p:spPr>
          <a:xfrm>
            <a:off x="11503634" y="8839367"/>
            <a:ext cx="708160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EE3A75A3-09F4-AC91-DD11-01655C4DDCDD}"/>
              </a:ext>
            </a:extLst>
          </p:cNvPr>
          <p:cNvSpPr/>
          <p:nvPr/>
        </p:nvSpPr>
        <p:spPr>
          <a:xfrm>
            <a:off x="3939880" y="10833877"/>
            <a:ext cx="855506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Step4-2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4" name="矩形: 圆角 343">
            <a:extLst>
              <a:ext uri="{FF2B5EF4-FFF2-40B4-BE49-F238E27FC236}">
                <a16:creationId xmlns:a16="http://schemas.microsoft.com/office/drawing/2014/main" id="{E8A03D2C-537D-0C7F-B22E-7E58FF7A43C0}"/>
              </a:ext>
            </a:extLst>
          </p:cNvPr>
          <p:cNvSpPr/>
          <p:nvPr/>
        </p:nvSpPr>
        <p:spPr>
          <a:xfrm>
            <a:off x="11672885" y="10631666"/>
            <a:ext cx="855506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Step4-3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5" name="矩形: 圆角 344">
            <a:extLst>
              <a:ext uri="{FF2B5EF4-FFF2-40B4-BE49-F238E27FC236}">
                <a16:creationId xmlns:a16="http://schemas.microsoft.com/office/drawing/2014/main" id="{FA886CA6-325E-CBD8-BE6F-FA0B6222ABD3}"/>
              </a:ext>
            </a:extLst>
          </p:cNvPr>
          <p:cNvSpPr/>
          <p:nvPr/>
        </p:nvSpPr>
        <p:spPr>
          <a:xfrm>
            <a:off x="3780727" y="5628319"/>
            <a:ext cx="708160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FD74A1FC-9B02-864D-140E-C17ACB8DF2C3}"/>
              </a:ext>
            </a:extLst>
          </p:cNvPr>
          <p:cNvSpPr/>
          <p:nvPr/>
        </p:nvSpPr>
        <p:spPr>
          <a:xfrm>
            <a:off x="13034738" y="8917717"/>
            <a:ext cx="708160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20CFCABC-40C9-9FE8-8A70-780B5581BFFF}"/>
              </a:ext>
            </a:extLst>
          </p:cNvPr>
          <p:cNvSpPr/>
          <p:nvPr/>
        </p:nvSpPr>
        <p:spPr>
          <a:xfrm>
            <a:off x="13060719" y="10737247"/>
            <a:ext cx="855506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Step5-2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009D84B9-75DB-A286-087F-43443FFB81E1}"/>
              </a:ext>
            </a:extLst>
          </p:cNvPr>
          <p:cNvSpPr/>
          <p:nvPr/>
        </p:nvSpPr>
        <p:spPr>
          <a:xfrm>
            <a:off x="14992326" y="9652646"/>
            <a:ext cx="855506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Step5-3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9" name="矩形: 圆角 348">
            <a:extLst>
              <a:ext uri="{FF2B5EF4-FFF2-40B4-BE49-F238E27FC236}">
                <a16:creationId xmlns:a16="http://schemas.microsoft.com/office/drawing/2014/main" id="{4C940BA1-041A-E0B8-D6E2-BB058AF07BED}"/>
              </a:ext>
            </a:extLst>
          </p:cNvPr>
          <p:cNvSpPr/>
          <p:nvPr/>
        </p:nvSpPr>
        <p:spPr>
          <a:xfrm>
            <a:off x="8915881" y="5552687"/>
            <a:ext cx="855506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Step1-2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CB99BC47-7627-F118-4F75-771CF55CDB45}"/>
              </a:ext>
            </a:extLst>
          </p:cNvPr>
          <p:cNvSpPr/>
          <p:nvPr/>
        </p:nvSpPr>
        <p:spPr>
          <a:xfrm>
            <a:off x="14210692" y="5509317"/>
            <a:ext cx="855506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Step6-2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1" name="矩形: 圆角 350">
            <a:extLst>
              <a:ext uri="{FF2B5EF4-FFF2-40B4-BE49-F238E27FC236}">
                <a16:creationId xmlns:a16="http://schemas.microsoft.com/office/drawing/2014/main" id="{469BB6C1-7B96-A24E-8714-200CC73E214E}"/>
              </a:ext>
            </a:extLst>
          </p:cNvPr>
          <p:cNvSpPr/>
          <p:nvPr/>
        </p:nvSpPr>
        <p:spPr>
          <a:xfrm>
            <a:off x="11945504" y="5509315"/>
            <a:ext cx="708160" cy="282357"/>
          </a:xfrm>
          <a:prstGeom prst="roundRect">
            <a:avLst>
              <a:gd name="adj" fmla="val 14353"/>
            </a:avLst>
          </a:prstGeom>
          <a:solidFill>
            <a:srgbClr val="EBDDF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Step6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31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969</Words>
  <Application>Microsoft Office PowerPoint</Application>
  <PresentationFormat>自定义</PresentationFormat>
  <Paragraphs>565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微软雅黑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旭霖 李</dc:creator>
  <cp:lastModifiedBy>旭霖 李</cp:lastModifiedBy>
  <cp:revision>2</cp:revision>
  <dcterms:created xsi:type="dcterms:W3CDTF">2026-06-19T00:04:08Z</dcterms:created>
  <dcterms:modified xsi:type="dcterms:W3CDTF">2026-06-22T07:41:31Z</dcterms:modified>
</cp:coreProperties>
</file>