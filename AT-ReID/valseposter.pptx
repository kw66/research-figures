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4199513" cy="215995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5723"/>
    <a:srgbClr val="2A9D8F"/>
    <a:srgbClr val="123047"/>
    <a:srgbClr val="E6E6E6"/>
    <a:srgbClr val="1F2933"/>
    <a:srgbClr val="FFEC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91" autoAdjust="0"/>
    <p:restoredTop sz="96346" autoAdjust="0"/>
  </p:normalViewPr>
  <p:slideViewPr>
    <p:cSldViewPr snapToGrid="0">
      <p:cViewPr>
        <p:scale>
          <a:sx n="33" d="100"/>
          <a:sy n="33" d="100"/>
        </p:scale>
        <p:origin x="-120" y="-4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Capture Times/Videos Per Person</c:v>
                </c:pt>
              </c:strCache>
            </c:strRef>
          </c:tx>
          <c:spPr>
            <a:solidFill>
              <a:schemeClr val="accent4">
                <a:lumMod val="60000"/>
                <a:lumOff val="40000"/>
              </a:schemeClr>
            </a:solidFill>
            <a:ln w="1905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72A173CC-1814-4C0F-B6E8-24F019B28D7F}" type="VALUE">
                      <a:rPr lang="en-US" altLang="zh-CN">
                        <a:solidFill>
                          <a:srgbClr val="C00000"/>
                        </a:solidFill>
                      </a:rPr>
                      <a:pPr/>
                      <a:t>[值]</a:t>
                    </a:fld>
                    <a:endParaRPr lang="zh-CN" altLang="en-US"/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BB11-4EC9-801C-6D156027BD7C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07956AC9-A505-48CB-84B9-B8EDFC88ADB3}" type="VALUE">
                      <a:rPr lang="en-US" altLang="zh-CN" smtClean="0"/>
                      <a:pPr/>
                      <a:t>[值]</a:t>
                    </a:fld>
                    <a:r>
                      <a:rPr lang="en-US" altLang="zh-CN" dirty="0"/>
                      <a:t>.0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BB11-4EC9-801C-6D156027BD7C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fld id="{35652725-B209-4254-B7E6-7CC8A6D7C1B1}" type="VALUE">
                      <a:rPr lang="en-US" altLang="zh-CN" smtClean="0"/>
                      <a:pPr/>
                      <a:t>[值]</a:t>
                    </a:fld>
                    <a:r>
                      <a:rPr lang="en-US" altLang="zh-CN" dirty="0"/>
                      <a:t>.0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BB11-4EC9-801C-6D156027BD7C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fld id="{36A2C0A0-B2A5-4D49-8D97-25C93F63006D}" type="VALUE">
                      <a:rPr lang="en-US" altLang="zh-CN" smtClean="0"/>
                      <a:pPr/>
                      <a:t>[值]</a:t>
                    </a:fld>
                    <a:r>
                      <a:rPr lang="en-US" altLang="zh-CN" dirty="0"/>
                      <a:t>.0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BB11-4EC9-801C-6D156027BD7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AT-USTC</c:v>
                </c:pt>
                <c:pt idx="1">
                  <c:v>LTCC</c:v>
                </c:pt>
                <c:pt idx="2">
                  <c:v>MSMT17</c:v>
                </c:pt>
                <c:pt idx="3">
                  <c:v>DeepChange</c:v>
                </c:pt>
                <c:pt idx="4">
                  <c:v>SYSU-MM01</c:v>
                </c:pt>
                <c:pt idx="5">
                  <c:v>Market1501</c:v>
                </c:pt>
                <c:pt idx="6">
                  <c:v>LLCM</c:v>
                </c:pt>
                <c:pt idx="7">
                  <c:v>PRCC</c:v>
                </c:pt>
                <c:pt idx="8">
                  <c:v>CUHK03</c:v>
                </c:pt>
                <c:pt idx="9">
                  <c:v>RegDB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29.1</c:v>
                </c:pt>
                <c:pt idx="1">
                  <c:v>7.3</c:v>
                </c:pt>
                <c:pt idx="2">
                  <c:v>4.7</c:v>
                </c:pt>
                <c:pt idx="3">
                  <c:v>4.7</c:v>
                </c:pt>
                <c:pt idx="4">
                  <c:v>4.5999999999999996</c:v>
                </c:pt>
                <c:pt idx="5">
                  <c:v>4.4000000000000004</c:v>
                </c:pt>
                <c:pt idx="6">
                  <c:v>3.2</c:v>
                </c:pt>
                <c:pt idx="7">
                  <c:v>3</c:v>
                </c:pt>
                <c:pt idx="8">
                  <c:v>2</c:v>
                </c:pt>
                <c:pt idx="9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B11-4EC9-801C-6D156027BD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761065296"/>
        <c:axId val="761071056"/>
      </c:barChart>
      <c:catAx>
        <c:axId val="76106529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761071056"/>
        <c:crosses val="autoZero"/>
        <c:auto val="1"/>
        <c:lblAlgn val="ctr"/>
        <c:lblOffset val="100"/>
        <c:noMultiLvlLbl val="0"/>
      </c:catAx>
      <c:valAx>
        <c:axId val="761071056"/>
        <c:scaling>
          <c:orientation val="minMax"/>
          <c:max val="34"/>
          <c:min val="0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761065296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</c:legendEntry>
      <c:layout>
        <c:manualLayout>
          <c:xMode val="edge"/>
          <c:yMode val="edge"/>
          <c:x val="0.57071805555555555"/>
          <c:y val="0.17052385925824648"/>
          <c:w val="0.40408353174603173"/>
          <c:h val="0.72059832800604706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74939" y="3534924"/>
            <a:ext cx="25649635" cy="7519835"/>
          </a:xfrm>
        </p:spPr>
        <p:txBody>
          <a:bodyPr anchor="b"/>
          <a:lstStyle>
            <a:lvl1pPr algn="ctr">
              <a:defRPr sz="1683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74939" y="11344752"/>
            <a:ext cx="25649635" cy="5214884"/>
          </a:xfrm>
        </p:spPr>
        <p:txBody>
          <a:bodyPr/>
          <a:lstStyle>
            <a:lvl1pPr marL="0" indent="0" algn="ctr">
              <a:buNone/>
              <a:defRPr sz="6732"/>
            </a:lvl1pPr>
            <a:lvl2pPr marL="1282492" indent="0" algn="ctr">
              <a:buNone/>
              <a:defRPr sz="5610"/>
            </a:lvl2pPr>
            <a:lvl3pPr marL="2564983" indent="0" algn="ctr">
              <a:buNone/>
              <a:defRPr sz="5049"/>
            </a:lvl3pPr>
            <a:lvl4pPr marL="3847475" indent="0" algn="ctr">
              <a:buNone/>
              <a:defRPr sz="4488"/>
            </a:lvl4pPr>
            <a:lvl5pPr marL="5129967" indent="0" algn="ctr">
              <a:buNone/>
              <a:defRPr sz="4488"/>
            </a:lvl5pPr>
            <a:lvl6pPr marL="6412459" indent="0" algn="ctr">
              <a:buNone/>
              <a:defRPr sz="4488"/>
            </a:lvl6pPr>
            <a:lvl7pPr marL="7694950" indent="0" algn="ctr">
              <a:buNone/>
              <a:defRPr sz="4488"/>
            </a:lvl7pPr>
            <a:lvl8pPr marL="8977442" indent="0" algn="ctr">
              <a:buNone/>
              <a:defRPr sz="4488"/>
            </a:lvl8pPr>
            <a:lvl9pPr marL="10259934" indent="0" algn="ctr">
              <a:buNone/>
              <a:defRPr sz="4488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90480-ED7A-4229-A8E8-FB945B47D46A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B0A78-7A0F-4F30-9C67-B7E427BD2C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812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90480-ED7A-4229-A8E8-FB945B47D46A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B0A78-7A0F-4F30-9C67-B7E427BD2C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9618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33404" y="5384885"/>
            <a:ext cx="29497080" cy="8984801"/>
          </a:xfrm>
        </p:spPr>
        <p:txBody>
          <a:bodyPr anchor="b"/>
          <a:lstStyle>
            <a:lvl1pPr>
              <a:defRPr sz="1683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33404" y="14454685"/>
            <a:ext cx="29497080" cy="4724895"/>
          </a:xfrm>
        </p:spPr>
        <p:txBody>
          <a:bodyPr/>
          <a:lstStyle>
            <a:lvl1pPr marL="0" indent="0">
              <a:buNone/>
              <a:defRPr sz="6732">
                <a:solidFill>
                  <a:schemeClr val="tx1">
                    <a:tint val="75000"/>
                  </a:schemeClr>
                </a:solidFill>
              </a:defRPr>
            </a:lvl1pPr>
            <a:lvl2pPr marL="1282492" indent="0">
              <a:buNone/>
              <a:defRPr sz="5610">
                <a:solidFill>
                  <a:schemeClr val="tx1">
                    <a:tint val="75000"/>
                  </a:schemeClr>
                </a:solidFill>
              </a:defRPr>
            </a:lvl2pPr>
            <a:lvl3pPr marL="2564983" indent="0">
              <a:buNone/>
              <a:defRPr sz="5049">
                <a:solidFill>
                  <a:schemeClr val="tx1">
                    <a:tint val="75000"/>
                  </a:schemeClr>
                </a:solidFill>
              </a:defRPr>
            </a:lvl3pPr>
            <a:lvl4pPr marL="3847475" indent="0">
              <a:buNone/>
              <a:defRPr sz="4488">
                <a:solidFill>
                  <a:schemeClr val="tx1">
                    <a:tint val="75000"/>
                  </a:schemeClr>
                </a:solidFill>
              </a:defRPr>
            </a:lvl4pPr>
            <a:lvl5pPr marL="5129967" indent="0">
              <a:buNone/>
              <a:defRPr sz="4488">
                <a:solidFill>
                  <a:schemeClr val="tx1">
                    <a:tint val="75000"/>
                  </a:schemeClr>
                </a:solidFill>
              </a:defRPr>
            </a:lvl5pPr>
            <a:lvl6pPr marL="6412459" indent="0">
              <a:buNone/>
              <a:defRPr sz="4488">
                <a:solidFill>
                  <a:schemeClr val="tx1">
                    <a:tint val="75000"/>
                  </a:schemeClr>
                </a:solidFill>
              </a:defRPr>
            </a:lvl6pPr>
            <a:lvl7pPr marL="7694950" indent="0">
              <a:buNone/>
              <a:defRPr sz="4488">
                <a:solidFill>
                  <a:schemeClr val="tx1">
                    <a:tint val="75000"/>
                  </a:schemeClr>
                </a:solidFill>
              </a:defRPr>
            </a:lvl7pPr>
            <a:lvl8pPr marL="8977442" indent="0">
              <a:buNone/>
              <a:defRPr sz="4488">
                <a:solidFill>
                  <a:schemeClr val="tx1">
                    <a:tint val="75000"/>
                  </a:schemeClr>
                </a:solidFill>
              </a:defRPr>
            </a:lvl8pPr>
            <a:lvl9pPr marL="10259934" indent="0">
              <a:buNone/>
              <a:defRPr sz="44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90480-ED7A-4229-A8E8-FB945B47D46A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B0A78-7A0F-4F30-9C67-B7E427BD2C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2463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51217" y="5749874"/>
            <a:ext cx="14534793" cy="137047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13503" y="5749874"/>
            <a:ext cx="14534793" cy="137047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90480-ED7A-4229-A8E8-FB945B47D46A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B0A78-7A0F-4F30-9C67-B7E427BD2C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4927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5671" y="1149976"/>
            <a:ext cx="29497080" cy="417491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55672" y="5294885"/>
            <a:ext cx="14467996" cy="2594941"/>
          </a:xfrm>
        </p:spPr>
        <p:txBody>
          <a:bodyPr anchor="b"/>
          <a:lstStyle>
            <a:lvl1pPr marL="0" indent="0">
              <a:buNone/>
              <a:defRPr sz="6732" b="1"/>
            </a:lvl1pPr>
            <a:lvl2pPr marL="1282492" indent="0">
              <a:buNone/>
              <a:defRPr sz="5610" b="1"/>
            </a:lvl2pPr>
            <a:lvl3pPr marL="2564983" indent="0">
              <a:buNone/>
              <a:defRPr sz="5049" b="1"/>
            </a:lvl3pPr>
            <a:lvl4pPr marL="3847475" indent="0">
              <a:buNone/>
              <a:defRPr sz="4488" b="1"/>
            </a:lvl4pPr>
            <a:lvl5pPr marL="5129967" indent="0">
              <a:buNone/>
              <a:defRPr sz="4488" b="1"/>
            </a:lvl5pPr>
            <a:lvl6pPr marL="6412459" indent="0">
              <a:buNone/>
              <a:defRPr sz="4488" b="1"/>
            </a:lvl6pPr>
            <a:lvl7pPr marL="7694950" indent="0">
              <a:buNone/>
              <a:defRPr sz="4488" b="1"/>
            </a:lvl7pPr>
            <a:lvl8pPr marL="8977442" indent="0">
              <a:buNone/>
              <a:defRPr sz="4488" b="1"/>
            </a:lvl8pPr>
            <a:lvl9pPr marL="10259934" indent="0">
              <a:buNone/>
              <a:defRPr sz="448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55672" y="7889827"/>
            <a:ext cx="14467996" cy="1160474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7313504" y="5294885"/>
            <a:ext cx="14539247" cy="2594941"/>
          </a:xfrm>
        </p:spPr>
        <p:txBody>
          <a:bodyPr anchor="b"/>
          <a:lstStyle>
            <a:lvl1pPr marL="0" indent="0">
              <a:buNone/>
              <a:defRPr sz="6732" b="1"/>
            </a:lvl1pPr>
            <a:lvl2pPr marL="1282492" indent="0">
              <a:buNone/>
              <a:defRPr sz="5610" b="1"/>
            </a:lvl2pPr>
            <a:lvl3pPr marL="2564983" indent="0">
              <a:buNone/>
              <a:defRPr sz="5049" b="1"/>
            </a:lvl3pPr>
            <a:lvl4pPr marL="3847475" indent="0">
              <a:buNone/>
              <a:defRPr sz="4488" b="1"/>
            </a:lvl4pPr>
            <a:lvl5pPr marL="5129967" indent="0">
              <a:buNone/>
              <a:defRPr sz="4488" b="1"/>
            </a:lvl5pPr>
            <a:lvl6pPr marL="6412459" indent="0">
              <a:buNone/>
              <a:defRPr sz="4488" b="1"/>
            </a:lvl6pPr>
            <a:lvl7pPr marL="7694950" indent="0">
              <a:buNone/>
              <a:defRPr sz="4488" b="1"/>
            </a:lvl7pPr>
            <a:lvl8pPr marL="8977442" indent="0">
              <a:buNone/>
              <a:defRPr sz="4488" b="1"/>
            </a:lvl8pPr>
            <a:lvl9pPr marL="10259934" indent="0">
              <a:buNone/>
              <a:defRPr sz="448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7313504" y="7889827"/>
            <a:ext cx="14539247" cy="1160474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90480-ED7A-4229-A8E8-FB945B47D46A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B0A78-7A0F-4F30-9C67-B7E427BD2C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3490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90480-ED7A-4229-A8E8-FB945B47D46A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B0A78-7A0F-4F30-9C67-B7E427BD2C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6239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90480-ED7A-4229-A8E8-FB945B47D46A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B0A78-7A0F-4F30-9C67-B7E427BD2C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6580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5672" y="1439968"/>
            <a:ext cx="11030232" cy="5039889"/>
          </a:xfrm>
        </p:spPr>
        <p:txBody>
          <a:bodyPr anchor="b"/>
          <a:lstStyle>
            <a:lvl1pPr>
              <a:defRPr sz="897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39248" y="3109933"/>
            <a:ext cx="17313503" cy="15349662"/>
          </a:xfrm>
        </p:spPr>
        <p:txBody>
          <a:bodyPr/>
          <a:lstStyle>
            <a:lvl1pPr>
              <a:defRPr sz="8976"/>
            </a:lvl1pPr>
            <a:lvl2pPr>
              <a:defRPr sz="7854"/>
            </a:lvl2pPr>
            <a:lvl3pPr>
              <a:defRPr sz="6732"/>
            </a:lvl3pPr>
            <a:lvl4pPr>
              <a:defRPr sz="5610"/>
            </a:lvl4pPr>
            <a:lvl5pPr>
              <a:defRPr sz="5610"/>
            </a:lvl5pPr>
            <a:lvl6pPr>
              <a:defRPr sz="5610"/>
            </a:lvl6pPr>
            <a:lvl7pPr>
              <a:defRPr sz="5610"/>
            </a:lvl7pPr>
            <a:lvl8pPr>
              <a:defRPr sz="5610"/>
            </a:lvl8pPr>
            <a:lvl9pPr>
              <a:defRPr sz="561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55672" y="6479857"/>
            <a:ext cx="11030232" cy="12004738"/>
          </a:xfrm>
        </p:spPr>
        <p:txBody>
          <a:bodyPr/>
          <a:lstStyle>
            <a:lvl1pPr marL="0" indent="0">
              <a:buNone/>
              <a:defRPr sz="4488"/>
            </a:lvl1pPr>
            <a:lvl2pPr marL="1282492" indent="0">
              <a:buNone/>
              <a:defRPr sz="3927"/>
            </a:lvl2pPr>
            <a:lvl3pPr marL="2564983" indent="0">
              <a:buNone/>
              <a:defRPr sz="3366"/>
            </a:lvl3pPr>
            <a:lvl4pPr marL="3847475" indent="0">
              <a:buNone/>
              <a:defRPr sz="2805"/>
            </a:lvl4pPr>
            <a:lvl5pPr marL="5129967" indent="0">
              <a:buNone/>
              <a:defRPr sz="2805"/>
            </a:lvl5pPr>
            <a:lvl6pPr marL="6412459" indent="0">
              <a:buNone/>
              <a:defRPr sz="2805"/>
            </a:lvl6pPr>
            <a:lvl7pPr marL="7694950" indent="0">
              <a:buNone/>
              <a:defRPr sz="2805"/>
            </a:lvl7pPr>
            <a:lvl8pPr marL="8977442" indent="0">
              <a:buNone/>
              <a:defRPr sz="2805"/>
            </a:lvl8pPr>
            <a:lvl9pPr marL="10259934" indent="0">
              <a:buNone/>
              <a:defRPr sz="280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90480-ED7A-4229-A8E8-FB945B47D46A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B0A78-7A0F-4F30-9C67-B7E427BD2C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5171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5672" y="1439968"/>
            <a:ext cx="11030232" cy="5039889"/>
          </a:xfrm>
        </p:spPr>
        <p:txBody>
          <a:bodyPr anchor="b"/>
          <a:lstStyle>
            <a:lvl1pPr>
              <a:defRPr sz="897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539248" y="3109933"/>
            <a:ext cx="17313503" cy="15349662"/>
          </a:xfrm>
        </p:spPr>
        <p:txBody>
          <a:bodyPr anchor="t"/>
          <a:lstStyle>
            <a:lvl1pPr marL="0" indent="0">
              <a:buNone/>
              <a:defRPr sz="8976"/>
            </a:lvl1pPr>
            <a:lvl2pPr marL="1282492" indent="0">
              <a:buNone/>
              <a:defRPr sz="7854"/>
            </a:lvl2pPr>
            <a:lvl3pPr marL="2564983" indent="0">
              <a:buNone/>
              <a:defRPr sz="6732"/>
            </a:lvl3pPr>
            <a:lvl4pPr marL="3847475" indent="0">
              <a:buNone/>
              <a:defRPr sz="5610"/>
            </a:lvl4pPr>
            <a:lvl5pPr marL="5129967" indent="0">
              <a:buNone/>
              <a:defRPr sz="5610"/>
            </a:lvl5pPr>
            <a:lvl6pPr marL="6412459" indent="0">
              <a:buNone/>
              <a:defRPr sz="5610"/>
            </a:lvl6pPr>
            <a:lvl7pPr marL="7694950" indent="0">
              <a:buNone/>
              <a:defRPr sz="5610"/>
            </a:lvl7pPr>
            <a:lvl8pPr marL="8977442" indent="0">
              <a:buNone/>
              <a:defRPr sz="5610"/>
            </a:lvl8pPr>
            <a:lvl9pPr marL="10259934" indent="0">
              <a:buNone/>
              <a:defRPr sz="561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55672" y="6479857"/>
            <a:ext cx="11030232" cy="12004738"/>
          </a:xfrm>
        </p:spPr>
        <p:txBody>
          <a:bodyPr/>
          <a:lstStyle>
            <a:lvl1pPr marL="0" indent="0">
              <a:buNone/>
              <a:defRPr sz="4488"/>
            </a:lvl1pPr>
            <a:lvl2pPr marL="1282492" indent="0">
              <a:buNone/>
              <a:defRPr sz="3927"/>
            </a:lvl2pPr>
            <a:lvl3pPr marL="2564983" indent="0">
              <a:buNone/>
              <a:defRPr sz="3366"/>
            </a:lvl3pPr>
            <a:lvl4pPr marL="3847475" indent="0">
              <a:buNone/>
              <a:defRPr sz="2805"/>
            </a:lvl4pPr>
            <a:lvl5pPr marL="5129967" indent="0">
              <a:buNone/>
              <a:defRPr sz="2805"/>
            </a:lvl5pPr>
            <a:lvl6pPr marL="6412459" indent="0">
              <a:buNone/>
              <a:defRPr sz="2805"/>
            </a:lvl6pPr>
            <a:lvl7pPr marL="7694950" indent="0">
              <a:buNone/>
              <a:defRPr sz="2805"/>
            </a:lvl7pPr>
            <a:lvl8pPr marL="8977442" indent="0">
              <a:buNone/>
              <a:defRPr sz="2805"/>
            </a:lvl8pPr>
            <a:lvl9pPr marL="10259934" indent="0">
              <a:buNone/>
              <a:defRPr sz="280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90480-ED7A-4229-A8E8-FB945B47D46A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B0A78-7A0F-4F30-9C67-B7E427BD2C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8088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90480-ED7A-4229-A8E8-FB945B47D46A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B0A78-7A0F-4F30-9C67-B7E427BD2C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8776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4474026" y="1149975"/>
            <a:ext cx="7374270" cy="1830459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51217" y="1149975"/>
            <a:ext cx="21695316" cy="1830459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90480-ED7A-4229-A8E8-FB945B47D46A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B0A78-7A0F-4F30-9C67-B7E427BD2C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2549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51217" y="1149976"/>
            <a:ext cx="29497080" cy="4174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51217" y="5749874"/>
            <a:ext cx="29497080" cy="13704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351217" y="20019561"/>
            <a:ext cx="7694890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90480-ED7A-4229-A8E8-FB945B47D46A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28589" y="20019561"/>
            <a:ext cx="11542336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4153406" y="20019561"/>
            <a:ext cx="7694890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3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4B0A78-7A0F-4F30-9C67-B7E427BD2C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8005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564983" rtl="0" eaLnBrk="1" latinLnBrk="0" hangingPunct="1">
        <a:lnSpc>
          <a:spcPct val="90000"/>
        </a:lnSpc>
        <a:spcBef>
          <a:spcPct val="0"/>
        </a:spcBef>
        <a:buNone/>
        <a:defRPr sz="1234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41246" indent="-641246" algn="l" defTabSz="2564983" rtl="0" eaLnBrk="1" latinLnBrk="0" hangingPunct="1">
        <a:lnSpc>
          <a:spcPct val="90000"/>
        </a:lnSpc>
        <a:spcBef>
          <a:spcPts val="2805"/>
        </a:spcBef>
        <a:buFont typeface="Arial" panose="020B0604020202020204" pitchFamily="34" charset="0"/>
        <a:buChar char="•"/>
        <a:defRPr sz="7854" kern="1200">
          <a:solidFill>
            <a:schemeClr val="tx1"/>
          </a:solidFill>
          <a:latin typeface="+mn-lt"/>
          <a:ea typeface="+mn-ea"/>
          <a:cs typeface="+mn-cs"/>
        </a:defRPr>
      </a:lvl1pPr>
      <a:lvl2pPr marL="1923738" indent="-641246" algn="l" defTabSz="2564983" rtl="0" eaLnBrk="1" latinLnBrk="0" hangingPunct="1">
        <a:lnSpc>
          <a:spcPct val="90000"/>
        </a:lnSpc>
        <a:spcBef>
          <a:spcPts val="1403"/>
        </a:spcBef>
        <a:buFont typeface="Arial" panose="020B0604020202020204" pitchFamily="34" charset="0"/>
        <a:buChar char="•"/>
        <a:defRPr sz="6732" kern="1200">
          <a:solidFill>
            <a:schemeClr val="tx1"/>
          </a:solidFill>
          <a:latin typeface="+mn-lt"/>
          <a:ea typeface="+mn-ea"/>
          <a:cs typeface="+mn-cs"/>
        </a:defRPr>
      </a:lvl2pPr>
      <a:lvl3pPr marL="3206229" indent="-641246" algn="l" defTabSz="2564983" rtl="0" eaLnBrk="1" latinLnBrk="0" hangingPunct="1">
        <a:lnSpc>
          <a:spcPct val="90000"/>
        </a:lnSpc>
        <a:spcBef>
          <a:spcPts val="1403"/>
        </a:spcBef>
        <a:buFont typeface="Arial" panose="020B0604020202020204" pitchFamily="34" charset="0"/>
        <a:buChar char="•"/>
        <a:defRPr sz="5610" kern="1200">
          <a:solidFill>
            <a:schemeClr val="tx1"/>
          </a:solidFill>
          <a:latin typeface="+mn-lt"/>
          <a:ea typeface="+mn-ea"/>
          <a:cs typeface="+mn-cs"/>
        </a:defRPr>
      </a:lvl3pPr>
      <a:lvl4pPr marL="4488721" indent="-641246" algn="l" defTabSz="2564983" rtl="0" eaLnBrk="1" latinLnBrk="0" hangingPunct="1">
        <a:lnSpc>
          <a:spcPct val="90000"/>
        </a:lnSpc>
        <a:spcBef>
          <a:spcPts val="1403"/>
        </a:spcBef>
        <a:buFont typeface="Arial" panose="020B0604020202020204" pitchFamily="34" charset="0"/>
        <a:buChar char="•"/>
        <a:defRPr sz="5049" kern="1200">
          <a:solidFill>
            <a:schemeClr val="tx1"/>
          </a:solidFill>
          <a:latin typeface="+mn-lt"/>
          <a:ea typeface="+mn-ea"/>
          <a:cs typeface="+mn-cs"/>
        </a:defRPr>
      </a:lvl4pPr>
      <a:lvl5pPr marL="5771213" indent="-641246" algn="l" defTabSz="2564983" rtl="0" eaLnBrk="1" latinLnBrk="0" hangingPunct="1">
        <a:lnSpc>
          <a:spcPct val="90000"/>
        </a:lnSpc>
        <a:spcBef>
          <a:spcPts val="1403"/>
        </a:spcBef>
        <a:buFont typeface="Arial" panose="020B0604020202020204" pitchFamily="34" charset="0"/>
        <a:buChar char="•"/>
        <a:defRPr sz="5049" kern="1200">
          <a:solidFill>
            <a:schemeClr val="tx1"/>
          </a:solidFill>
          <a:latin typeface="+mn-lt"/>
          <a:ea typeface="+mn-ea"/>
          <a:cs typeface="+mn-cs"/>
        </a:defRPr>
      </a:lvl5pPr>
      <a:lvl6pPr marL="7053704" indent="-641246" algn="l" defTabSz="2564983" rtl="0" eaLnBrk="1" latinLnBrk="0" hangingPunct="1">
        <a:lnSpc>
          <a:spcPct val="90000"/>
        </a:lnSpc>
        <a:spcBef>
          <a:spcPts val="1403"/>
        </a:spcBef>
        <a:buFont typeface="Arial" panose="020B0604020202020204" pitchFamily="34" charset="0"/>
        <a:buChar char="•"/>
        <a:defRPr sz="5049" kern="1200">
          <a:solidFill>
            <a:schemeClr val="tx1"/>
          </a:solidFill>
          <a:latin typeface="+mn-lt"/>
          <a:ea typeface="+mn-ea"/>
          <a:cs typeface="+mn-cs"/>
        </a:defRPr>
      </a:lvl6pPr>
      <a:lvl7pPr marL="8336196" indent="-641246" algn="l" defTabSz="2564983" rtl="0" eaLnBrk="1" latinLnBrk="0" hangingPunct="1">
        <a:lnSpc>
          <a:spcPct val="90000"/>
        </a:lnSpc>
        <a:spcBef>
          <a:spcPts val="1403"/>
        </a:spcBef>
        <a:buFont typeface="Arial" panose="020B0604020202020204" pitchFamily="34" charset="0"/>
        <a:buChar char="•"/>
        <a:defRPr sz="5049" kern="1200">
          <a:solidFill>
            <a:schemeClr val="tx1"/>
          </a:solidFill>
          <a:latin typeface="+mn-lt"/>
          <a:ea typeface="+mn-ea"/>
          <a:cs typeface="+mn-cs"/>
        </a:defRPr>
      </a:lvl7pPr>
      <a:lvl8pPr marL="9618688" indent="-641246" algn="l" defTabSz="2564983" rtl="0" eaLnBrk="1" latinLnBrk="0" hangingPunct="1">
        <a:lnSpc>
          <a:spcPct val="90000"/>
        </a:lnSpc>
        <a:spcBef>
          <a:spcPts val="1403"/>
        </a:spcBef>
        <a:buFont typeface="Arial" panose="020B0604020202020204" pitchFamily="34" charset="0"/>
        <a:buChar char="•"/>
        <a:defRPr sz="5049" kern="1200">
          <a:solidFill>
            <a:schemeClr val="tx1"/>
          </a:solidFill>
          <a:latin typeface="+mn-lt"/>
          <a:ea typeface="+mn-ea"/>
          <a:cs typeface="+mn-cs"/>
        </a:defRPr>
      </a:lvl8pPr>
      <a:lvl9pPr marL="10901180" indent="-641246" algn="l" defTabSz="2564983" rtl="0" eaLnBrk="1" latinLnBrk="0" hangingPunct="1">
        <a:lnSpc>
          <a:spcPct val="90000"/>
        </a:lnSpc>
        <a:spcBef>
          <a:spcPts val="1403"/>
        </a:spcBef>
        <a:buFont typeface="Arial" panose="020B0604020202020204" pitchFamily="34" charset="0"/>
        <a:buChar char="•"/>
        <a:defRPr sz="504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64983" rtl="0" eaLnBrk="1" latinLnBrk="0" hangingPunct="1">
        <a:defRPr sz="5049" kern="1200">
          <a:solidFill>
            <a:schemeClr val="tx1"/>
          </a:solidFill>
          <a:latin typeface="+mn-lt"/>
          <a:ea typeface="+mn-ea"/>
          <a:cs typeface="+mn-cs"/>
        </a:defRPr>
      </a:lvl1pPr>
      <a:lvl2pPr marL="1282492" algn="l" defTabSz="2564983" rtl="0" eaLnBrk="1" latinLnBrk="0" hangingPunct="1">
        <a:defRPr sz="5049" kern="1200">
          <a:solidFill>
            <a:schemeClr val="tx1"/>
          </a:solidFill>
          <a:latin typeface="+mn-lt"/>
          <a:ea typeface="+mn-ea"/>
          <a:cs typeface="+mn-cs"/>
        </a:defRPr>
      </a:lvl2pPr>
      <a:lvl3pPr marL="2564983" algn="l" defTabSz="2564983" rtl="0" eaLnBrk="1" latinLnBrk="0" hangingPunct="1">
        <a:defRPr sz="5049" kern="1200">
          <a:solidFill>
            <a:schemeClr val="tx1"/>
          </a:solidFill>
          <a:latin typeface="+mn-lt"/>
          <a:ea typeface="+mn-ea"/>
          <a:cs typeface="+mn-cs"/>
        </a:defRPr>
      </a:lvl3pPr>
      <a:lvl4pPr marL="3847475" algn="l" defTabSz="2564983" rtl="0" eaLnBrk="1" latinLnBrk="0" hangingPunct="1">
        <a:defRPr sz="5049" kern="1200">
          <a:solidFill>
            <a:schemeClr val="tx1"/>
          </a:solidFill>
          <a:latin typeface="+mn-lt"/>
          <a:ea typeface="+mn-ea"/>
          <a:cs typeface="+mn-cs"/>
        </a:defRPr>
      </a:lvl4pPr>
      <a:lvl5pPr marL="5129967" algn="l" defTabSz="2564983" rtl="0" eaLnBrk="1" latinLnBrk="0" hangingPunct="1">
        <a:defRPr sz="5049" kern="1200">
          <a:solidFill>
            <a:schemeClr val="tx1"/>
          </a:solidFill>
          <a:latin typeface="+mn-lt"/>
          <a:ea typeface="+mn-ea"/>
          <a:cs typeface="+mn-cs"/>
        </a:defRPr>
      </a:lvl5pPr>
      <a:lvl6pPr marL="6412459" algn="l" defTabSz="2564983" rtl="0" eaLnBrk="1" latinLnBrk="0" hangingPunct="1">
        <a:defRPr sz="5049" kern="1200">
          <a:solidFill>
            <a:schemeClr val="tx1"/>
          </a:solidFill>
          <a:latin typeface="+mn-lt"/>
          <a:ea typeface="+mn-ea"/>
          <a:cs typeface="+mn-cs"/>
        </a:defRPr>
      </a:lvl6pPr>
      <a:lvl7pPr marL="7694950" algn="l" defTabSz="2564983" rtl="0" eaLnBrk="1" latinLnBrk="0" hangingPunct="1">
        <a:defRPr sz="5049" kern="1200">
          <a:solidFill>
            <a:schemeClr val="tx1"/>
          </a:solidFill>
          <a:latin typeface="+mn-lt"/>
          <a:ea typeface="+mn-ea"/>
          <a:cs typeface="+mn-cs"/>
        </a:defRPr>
      </a:lvl7pPr>
      <a:lvl8pPr marL="8977442" algn="l" defTabSz="2564983" rtl="0" eaLnBrk="1" latinLnBrk="0" hangingPunct="1">
        <a:defRPr sz="5049" kern="1200">
          <a:solidFill>
            <a:schemeClr val="tx1"/>
          </a:solidFill>
          <a:latin typeface="+mn-lt"/>
          <a:ea typeface="+mn-ea"/>
          <a:cs typeface="+mn-cs"/>
        </a:defRPr>
      </a:lvl8pPr>
      <a:lvl9pPr marL="10259934" algn="l" defTabSz="2564983" rtl="0" eaLnBrk="1" latinLnBrk="0" hangingPunct="1">
        <a:defRPr sz="504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jpg"/><Relationship Id="rId18" Type="http://schemas.openxmlformats.org/officeDocument/2006/relationships/image" Target="../media/image17.jpg"/><Relationship Id="rId26" Type="http://schemas.openxmlformats.org/officeDocument/2006/relationships/image" Target="../media/image25.png"/><Relationship Id="rId39" Type="http://schemas.openxmlformats.org/officeDocument/2006/relationships/image" Target="../media/image37.png"/><Relationship Id="rId21" Type="http://schemas.openxmlformats.org/officeDocument/2006/relationships/image" Target="../media/image20.jpg"/><Relationship Id="rId34" Type="http://schemas.openxmlformats.org/officeDocument/2006/relationships/image" Target="../media/image33.jpg"/><Relationship Id="rId42" Type="http://schemas.openxmlformats.org/officeDocument/2006/relationships/image" Target="../media/image40.png"/><Relationship Id="rId47" Type="http://schemas.openxmlformats.org/officeDocument/2006/relationships/image" Target="../media/image45.png"/><Relationship Id="rId50" Type="http://schemas.openxmlformats.org/officeDocument/2006/relationships/image" Target="../media/image48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6" Type="http://schemas.openxmlformats.org/officeDocument/2006/relationships/image" Target="../media/image15.jpg"/><Relationship Id="rId29" Type="http://schemas.openxmlformats.org/officeDocument/2006/relationships/image" Target="../media/image28.jpg"/><Relationship Id="rId11" Type="http://schemas.openxmlformats.org/officeDocument/2006/relationships/image" Target="../media/image10.jpg"/><Relationship Id="rId24" Type="http://schemas.openxmlformats.org/officeDocument/2006/relationships/image" Target="../media/image23.png"/><Relationship Id="rId32" Type="http://schemas.openxmlformats.org/officeDocument/2006/relationships/image" Target="../media/image31.jpg"/><Relationship Id="rId37" Type="http://schemas.openxmlformats.org/officeDocument/2006/relationships/chart" Target="../charts/chart1.xml"/><Relationship Id="rId40" Type="http://schemas.openxmlformats.org/officeDocument/2006/relationships/image" Target="../media/image38.png"/><Relationship Id="rId45" Type="http://schemas.openxmlformats.org/officeDocument/2006/relationships/image" Target="../media/image43.png"/><Relationship Id="rId53" Type="http://schemas.openxmlformats.org/officeDocument/2006/relationships/image" Target="../media/image51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19" Type="http://schemas.openxmlformats.org/officeDocument/2006/relationships/image" Target="../media/image18.jpg"/><Relationship Id="rId31" Type="http://schemas.openxmlformats.org/officeDocument/2006/relationships/image" Target="../media/image30.jpg"/><Relationship Id="rId44" Type="http://schemas.openxmlformats.org/officeDocument/2006/relationships/image" Target="../media/image42.png"/><Relationship Id="rId52" Type="http://schemas.openxmlformats.org/officeDocument/2006/relationships/image" Target="../media/image50.png"/><Relationship Id="rId4" Type="http://schemas.openxmlformats.org/officeDocument/2006/relationships/image" Target="../media/image3.png"/><Relationship Id="rId9" Type="http://schemas.openxmlformats.org/officeDocument/2006/relationships/image" Target="../media/image8.jpeg"/><Relationship Id="rId14" Type="http://schemas.openxmlformats.org/officeDocument/2006/relationships/image" Target="../media/image13.jpg"/><Relationship Id="rId22" Type="http://schemas.openxmlformats.org/officeDocument/2006/relationships/image" Target="../media/image21.jpg"/><Relationship Id="rId27" Type="http://schemas.openxmlformats.org/officeDocument/2006/relationships/image" Target="../media/image26.png"/><Relationship Id="rId30" Type="http://schemas.openxmlformats.org/officeDocument/2006/relationships/image" Target="../media/image29.jpg"/><Relationship Id="rId35" Type="http://schemas.openxmlformats.org/officeDocument/2006/relationships/image" Target="../media/image34.jpg"/><Relationship Id="rId43" Type="http://schemas.openxmlformats.org/officeDocument/2006/relationships/image" Target="../media/image41.png"/><Relationship Id="rId48" Type="http://schemas.openxmlformats.org/officeDocument/2006/relationships/image" Target="../media/image46.png"/><Relationship Id="rId8" Type="http://schemas.openxmlformats.org/officeDocument/2006/relationships/image" Target="../media/image7.svg"/><Relationship Id="rId51" Type="http://schemas.openxmlformats.org/officeDocument/2006/relationships/image" Target="../media/image49.png"/><Relationship Id="rId3" Type="http://schemas.openxmlformats.org/officeDocument/2006/relationships/image" Target="../media/image2.png"/><Relationship Id="rId12" Type="http://schemas.openxmlformats.org/officeDocument/2006/relationships/image" Target="../media/image11.jpg"/><Relationship Id="rId17" Type="http://schemas.openxmlformats.org/officeDocument/2006/relationships/image" Target="../media/image16.jpg"/><Relationship Id="rId25" Type="http://schemas.openxmlformats.org/officeDocument/2006/relationships/image" Target="../media/image24.png"/><Relationship Id="rId33" Type="http://schemas.openxmlformats.org/officeDocument/2006/relationships/image" Target="../media/image32.jpg"/><Relationship Id="rId38" Type="http://schemas.openxmlformats.org/officeDocument/2006/relationships/image" Target="../media/image36.png"/><Relationship Id="rId46" Type="http://schemas.openxmlformats.org/officeDocument/2006/relationships/image" Target="../media/image44.png"/><Relationship Id="rId20" Type="http://schemas.openxmlformats.org/officeDocument/2006/relationships/image" Target="../media/image19.jpg"/><Relationship Id="rId41" Type="http://schemas.openxmlformats.org/officeDocument/2006/relationships/image" Target="../media/image39.png"/><Relationship Id="rId54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5" Type="http://schemas.openxmlformats.org/officeDocument/2006/relationships/image" Target="../media/image14.jpg"/><Relationship Id="rId23" Type="http://schemas.openxmlformats.org/officeDocument/2006/relationships/image" Target="../media/image22.png"/><Relationship Id="rId28" Type="http://schemas.openxmlformats.org/officeDocument/2006/relationships/image" Target="../media/image27.jpg"/><Relationship Id="rId36" Type="http://schemas.openxmlformats.org/officeDocument/2006/relationships/image" Target="../media/image35.jpg"/><Relationship Id="rId49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112DD5D-A064-ABDE-3CE8-AFD7A27F05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7"/>
            <a:ext cx="34199513" cy="2159873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28EF719-EA4D-32DD-E443-652E47858EB3}"/>
              </a:ext>
            </a:extLst>
          </p:cNvPr>
          <p:cNvSpPr txBox="1"/>
          <p:nvPr/>
        </p:nvSpPr>
        <p:spPr>
          <a:xfrm>
            <a:off x="-38909" y="3638013"/>
            <a:ext cx="2444823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b="1" dirty="0">
                <a:solidFill>
                  <a:srgbClr val="1230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Towards Anytime Retrieval: A Benchmark for Anytime Person Re-Identification</a:t>
            </a:r>
            <a:br>
              <a:rPr lang="en-US" altLang="zh-CN" sz="1600" dirty="0">
                <a:latin typeface="Helvetica Neue"/>
              </a:rPr>
            </a:br>
            <a:endParaRPr lang="zh-CN" altLang="en-US" sz="1600" dirty="0"/>
          </a:p>
        </p:txBody>
      </p:sp>
      <p:pic>
        <p:nvPicPr>
          <p:cNvPr id="9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61358D16-9562-19F1-356F-A97868A40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67" y="271972"/>
            <a:ext cx="3156661" cy="3156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FA312E9-CFF0-F1BA-1957-F421A82BF4E1}"/>
              </a:ext>
            </a:extLst>
          </p:cNvPr>
          <p:cNvSpPr txBox="1"/>
          <p:nvPr/>
        </p:nvSpPr>
        <p:spPr>
          <a:xfrm>
            <a:off x="7298253" y="4484231"/>
            <a:ext cx="17111075" cy="104644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3000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Xulin</a:t>
            </a:r>
            <a:r>
              <a:rPr lang="en-US" altLang="zh-CN" sz="3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    Yan Lu    Bin Liu    </a:t>
            </a:r>
            <a:r>
              <a:rPr lang="en-US" altLang="zh-CN" sz="3000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Jiaze</a:t>
            </a:r>
            <a:r>
              <a:rPr lang="en-US" altLang="zh-CN" sz="3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    </a:t>
            </a:r>
            <a:r>
              <a:rPr lang="en-US" altLang="zh-CN" sz="3000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Qinhong</a:t>
            </a:r>
            <a:r>
              <a:rPr lang="en-US" altLang="zh-CN" sz="3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Yang    Tao Gong     Qi Chu    Mang Ye    </a:t>
            </a:r>
            <a:r>
              <a:rPr lang="en-US" altLang="zh-CN" sz="3000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Nenghai</a:t>
            </a:r>
            <a:r>
              <a:rPr lang="en-US" altLang="zh-CN" sz="3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Yu</a:t>
            </a:r>
          </a:p>
          <a:p>
            <a:pPr algn="ctr"/>
            <a:r>
              <a:rPr lang="zh-CN" altLang="en-US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邮箱：</a:t>
            </a:r>
            <a:r>
              <a:rPr lang="en-US" altLang="zh-CN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lxlkw@mail.ustc.edu.cn   </a:t>
            </a:r>
            <a:r>
              <a:rPr lang="zh-CN" altLang="en-US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主页：</a:t>
            </a:r>
            <a:r>
              <a:rPr lang="en-US" altLang="zh-CN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kw66.github.io</a:t>
            </a:r>
            <a:endParaRPr lang="zh-CN" altLang="en-US" sz="28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3EEC5E5F-5B65-B755-129E-EBAB4DDE4F9C}"/>
              </a:ext>
            </a:extLst>
          </p:cNvPr>
          <p:cNvGrpSpPr/>
          <p:nvPr/>
        </p:nvGrpSpPr>
        <p:grpSpPr>
          <a:xfrm>
            <a:off x="5232606" y="-3240"/>
            <a:ext cx="4710440" cy="1298480"/>
            <a:chOff x="14067206" y="5092699"/>
            <a:chExt cx="4198663" cy="1083713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A858E840-A2CD-B070-8841-5BB836619FEF}"/>
                </a:ext>
              </a:extLst>
            </p:cNvPr>
            <p:cNvSpPr/>
            <p:nvPr/>
          </p:nvSpPr>
          <p:spPr>
            <a:xfrm>
              <a:off x="14101351" y="5092701"/>
              <a:ext cx="4164518" cy="108371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37885F8F-3F6E-7041-5A63-7DA1AB7834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67206" y="5092699"/>
              <a:ext cx="4190357" cy="1083713"/>
            </a:xfrm>
            <a:prstGeom prst="rect">
              <a:avLst/>
            </a:prstGeom>
            <a:grpFill/>
          </p:spPr>
        </p:pic>
      </p:grpSp>
      <p:pic>
        <p:nvPicPr>
          <p:cNvPr id="97" name="图形 96">
            <a:extLst>
              <a:ext uri="{FF2B5EF4-FFF2-40B4-BE49-F238E27FC236}">
                <a16:creationId xmlns:a16="http://schemas.microsoft.com/office/drawing/2014/main" id="{1F73C7F7-243D-9BC5-E967-57FD7D4CEC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176775" y="3792371"/>
            <a:ext cx="2520000" cy="2520000"/>
          </a:xfrm>
          <a:prstGeom prst="rect">
            <a:avLst/>
          </a:prstGeom>
        </p:spPr>
      </p:pic>
      <p:pic>
        <p:nvPicPr>
          <p:cNvPr id="101" name="图形 100">
            <a:extLst>
              <a:ext uri="{FF2B5EF4-FFF2-40B4-BE49-F238E27FC236}">
                <a16:creationId xmlns:a16="http://schemas.microsoft.com/office/drawing/2014/main" id="{1537A331-C38F-E25D-49DA-8D9E9E9ADC4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679513" y="3804267"/>
            <a:ext cx="2520000" cy="2520000"/>
          </a:xfrm>
          <a:prstGeom prst="rect">
            <a:avLst/>
          </a:prstGeom>
        </p:spPr>
      </p:pic>
      <p:sp>
        <p:nvSpPr>
          <p:cNvPr id="112" name="矩形 111">
            <a:extLst>
              <a:ext uri="{FF2B5EF4-FFF2-40B4-BE49-F238E27FC236}">
                <a16:creationId xmlns:a16="http://schemas.microsoft.com/office/drawing/2014/main" id="{17DE2C25-D425-0D6D-7780-961DAF86B729}"/>
              </a:ext>
            </a:extLst>
          </p:cNvPr>
          <p:cNvSpPr/>
          <p:nvPr/>
        </p:nvSpPr>
        <p:spPr>
          <a:xfrm>
            <a:off x="24448238" y="3801763"/>
            <a:ext cx="720000" cy="252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项目地址</a:t>
            </a: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C979BBD2-034E-1A8D-AEA5-1E5DFF2DF71B}"/>
              </a:ext>
            </a:extLst>
          </p:cNvPr>
          <p:cNvSpPr/>
          <p:nvPr/>
        </p:nvSpPr>
        <p:spPr>
          <a:xfrm>
            <a:off x="27696772" y="3794585"/>
            <a:ext cx="720000" cy="252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小红书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AFF252D8-D5E0-34FB-6348-0C2213C094CD}"/>
              </a:ext>
            </a:extLst>
          </p:cNvPr>
          <p:cNvSpPr/>
          <p:nvPr/>
        </p:nvSpPr>
        <p:spPr>
          <a:xfrm>
            <a:off x="30974578" y="3802468"/>
            <a:ext cx="720000" cy="252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小</a:t>
            </a:r>
            <a:endParaRPr lang="en-US" altLang="zh-CN" sz="2800" b="1" dirty="0">
              <a:solidFill>
                <a:schemeClr val="accent4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2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游</a:t>
            </a:r>
            <a:endParaRPr lang="en-US" altLang="zh-CN" sz="2800" b="1" dirty="0">
              <a:solidFill>
                <a:schemeClr val="accent4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2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戏</a:t>
            </a:r>
          </a:p>
        </p:txBody>
      </p:sp>
      <p:pic>
        <p:nvPicPr>
          <p:cNvPr id="116" name="图片 115">
            <a:extLst>
              <a:ext uri="{FF2B5EF4-FFF2-40B4-BE49-F238E27FC236}">
                <a16:creationId xmlns:a16="http://schemas.microsoft.com/office/drawing/2014/main" id="{58B3A297-A613-A306-A14A-B29A6EBAE5B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64054" y="-10599"/>
            <a:ext cx="8376858" cy="380207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95C8FD4-2CDB-75D6-D96C-5F6436FC028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440115" y="3801763"/>
            <a:ext cx="2534461" cy="2503299"/>
          </a:xfrm>
          <a:prstGeom prst="rect">
            <a:avLst/>
          </a:prstGeom>
        </p:spPr>
      </p:pic>
      <p:sp>
        <p:nvSpPr>
          <p:cNvPr id="3" name="矩形: 圆顶角 2">
            <a:extLst>
              <a:ext uri="{FF2B5EF4-FFF2-40B4-BE49-F238E27FC236}">
                <a16:creationId xmlns:a16="http://schemas.microsoft.com/office/drawing/2014/main" id="{9800746D-CD82-8670-4421-0F5C2D5B3A0A}"/>
              </a:ext>
            </a:extLst>
          </p:cNvPr>
          <p:cNvSpPr/>
          <p:nvPr/>
        </p:nvSpPr>
        <p:spPr>
          <a:xfrm>
            <a:off x="233238" y="5604554"/>
            <a:ext cx="6789862" cy="6383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Anytime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 Retrieval</a:t>
            </a:r>
            <a:endParaRPr lang="zh-CN" alt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852EBC4-904C-0B87-D360-CCB482592FE9}"/>
              </a:ext>
            </a:extLst>
          </p:cNvPr>
          <p:cNvSpPr/>
          <p:nvPr/>
        </p:nvSpPr>
        <p:spPr>
          <a:xfrm>
            <a:off x="231006" y="6247238"/>
            <a:ext cx="6773337" cy="6554362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B989F0DA-84BC-E7C2-C804-AA6E8D4C892F}"/>
              </a:ext>
            </a:extLst>
          </p:cNvPr>
          <p:cNvGrpSpPr/>
          <p:nvPr/>
        </p:nvGrpSpPr>
        <p:grpSpPr>
          <a:xfrm>
            <a:off x="566070" y="8322930"/>
            <a:ext cx="6127977" cy="3473367"/>
            <a:chOff x="14502972" y="13447631"/>
            <a:chExt cx="13498681" cy="8109403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95B2D279-614C-2DAA-49AE-FD7B54A63009}"/>
                </a:ext>
              </a:extLst>
            </p:cNvPr>
            <p:cNvSpPr/>
            <p:nvPr/>
          </p:nvSpPr>
          <p:spPr>
            <a:xfrm>
              <a:off x="22045033" y="13500553"/>
              <a:ext cx="5956620" cy="8056481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>
                <a:defRPr/>
              </a:pPr>
              <a:endParaRPr lang="zh-CN" altLang="en-US" sz="1200" b="1" dirty="0">
                <a:solidFill>
                  <a:srgbClr val="C0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E5F58171-7B5F-D732-B6A0-A3F78BFB49B9}"/>
                </a:ext>
              </a:extLst>
            </p:cNvPr>
            <p:cNvSpPr/>
            <p:nvPr/>
          </p:nvSpPr>
          <p:spPr>
            <a:xfrm>
              <a:off x="16149455" y="18062906"/>
              <a:ext cx="3934658" cy="848999"/>
            </a:xfrm>
            <a:prstGeom prst="rect">
              <a:avLst/>
            </a:prstGeom>
            <a:solidFill>
              <a:srgbClr val="FAE2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Scenario</a:t>
              </a:r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2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DT-LT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BF29FC3-BD9C-6F6A-8EB2-1AE8931D3F66}"/>
                </a:ext>
              </a:extLst>
            </p:cNvPr>
            <p:cNvSpPr/>
            <p:nvPr/>
          </p:nvSpPr>
          <p:spPr>
            <a:xfrm>
              <a:off x="23864304" y="18078923"/>
              <a:ext cx="4109482" cy="849001"/>
            </a:xfrm>
            <a:prstGeom prst="rect">
              <a:avLst/>
            </a:prstGeom>
            <a:solidFill>
              <a:srgbClr val="9EBF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>
                <a:defRPr/>
              </a:pPr>
              <a:r>
                <a:rPr lang="en-US" altLang="zh-CN" sz="12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Scenario : </a:t>
              </a:r>
              <a:r>
                <a:rPr lang="en-US" altLang="zh-CN" sz="12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NT-LT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0F2695AC-793C-C3EF-2FAB-16833D8CBA41}"/>
                </a:ext>
              </a:extLst>
            </p:cNvPr>
            <p:cNvSpPr/>
            <p:nvPr/>
          </p:nvSpPr>
          <p:spPr>
            <a:xfrm>
              <a:off x="20088423" y="18071359"/>
              <a:ext cx="3944835" cy="849001"/>
            </a:xfrm>
            <a:prstGeom prst="rect">
              <a:avLst/>
            </a:prstGeom>
            <a:solidFill>
              <a:srgbClr val="E9BC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>
                <a:defRPr/>
              </a:pPr>
              <a:r>
                <a:rPr lang="en-US" altLang="zh-CN" sz="12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Scenario : </a:t>
              </a:r>
              <a:r>
                <a:rPr lang="en-US" altLang="zh-CN" sz="12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AD-LT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5474BF9C-EBD9-4E33-3D12-804008E9CBCA}"/>
                </a:ext>
              </a:extLst>
            </p:cNvPr>
            <p:cNvSpPr/>
            <p:nvPr/>
          </p:nvSpPr>
          <p:spPr>
            <a:xfrm>
              <a:off x="16102852" y="14525706"/>
              <a:ext cx="3960992" cy="873553"/>
            </a:xfrm>
            <a:prstGeom prst="rect">
              <a:avLst/>
            </a:prstGeom>
            <a:solidFill>
              <a:srgbClr val="F5F5C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Scenario</a:t>
              </a:r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2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DT-ST 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4954080-F483-8636-B135-4D359603742B}"/>
                </a:ext>
              </a:extLst>
            </p:cNvPr>
            <p:cNvSpPr/>
            <p:nvPr/>
          </p:nvSpPr>
          <p:spPr>
            <a:xfrm>
              <a:off x="24054568" y="14525706"/>
              <a:ext cx="3919220" cy="873556"/>
            </a:xfrm>
            <a:prstGeom prst="rect">
              <a:avLst/>
            </a:prstGeom>
            <a:solidFill>
              <a:srgbClr val="C5B7D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>
                <a:defRPr/>
              </a:pPr>
              <a:r>
                <a:rPr lang="en-US" altLang="zh-CN" sz="12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Scenario : </a:t>
              </a:r>
              <a:r>
                <a:rPr lang="en-US" altLang="zh-CN" sz="12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NT-ST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0AE28E39-48F7-B75F-7907-4D65A4D2161C}"/>
                </a:ext>
              </a:extLst>
            </p:cNvPr>
            <p:cNvSpPr/>
            <p:nvPr/>
          </p:nvSpPr>
          <p:spPr>
            <a:xfrm>
              <a:off x="20095099" y="14525706"/>
              <a:ext cx="3925870" cy="873556"/>
            </a:xfrm>
            <a:prstGeom prst="rect">
              <a:avLst/>
            </a:prstGeom>
            <a:solidFill>
              <a:srgbClr val="FACCC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>
                <a:defRPr/>
              </a:pPr>
              <a:r>
                <a:rPr lang="en-US" altLang="zh-CN" sz="12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Scenario : </a:t>
              </a:r>
              <a:r>
                <a:rPr lang="en-US" altLang="zh-CN" sz="12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AD-ST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13D0A9EA-5684-6B54-8BEC-447D672A69A2}"/>
                </a:ext>
              </a:extLst>
            </p:cNvPr>
            <p:cNvSpPr/>
            <p:nvPr/>
          </p:nvSpPr>
          <p:spPr>
            <a:xfrm>
              <a:off x="14629195" y="13556784"/>
              <a:ext cx="1502104" cy="79583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D7ED4FC2-CE6F-17AC-FAB4-DBD535A8ECC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90548" y="18924159"/>
              <a:ext cx="1300080" cy="2600160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20BE708A-78FD-5CD9-1F0F-08BC5FBA379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203444" y="18924159"/>
              <a:ext cx="1300080" cy="2600160"/>
            </a:xfrm>
            <a:prstGeom prst="rect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FE4D9E7D-91DE-7FA3-14DA-ED616DC586D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201330" y="15423915"/>
              <a:ext cx="1300080" cy="2600160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07FC1B71-0810-B0CF-E3CA-0C48CE163C6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700457" y="15423915"/>
              <a:ext cx="1300080" cy="2600160"/>
            </a:xfrm>
            <a:prstGeom prst="rect">
              <a:avLst/>
            </a:prstGeom>
          </p:spPr>
        </p:pic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E4475E4C-6940-76D6-B6EB-9339AF1E969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111960" y="15409022"/>
              <a:ext cx="1300080" cy="2600160"/>
            </a:xfrm>
            <a:prstGeom prst="rect">
              <a:avLst/>
            </a:prstGeom>
          </p:spPr>
        </p:pic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52000351-BB9B-181F-C245-FD1911B0267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110188" y="18956540"/>
              <a:ext cx="1300080" cy="2600160"/>
            </a:xfrm>
            <a:prstGeom prst="rect">
              <a:avLst/>
            </a:prstGeom>
          </p:spPr>
        </p:pic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75583972-894B-E033-CF55-0A88D8698B2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601673" y="18944828"/>
              <a:ext cx="1300080" cy="2600160"/>
            </a:xfrm>
            <a:prstGeom prst="rect">
              <a:avLst/>
            </a:prstGeom>
          </p:spPr>
        </p:pic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70D083FC-1AE9-C607-E7BA-E19D5E82AE1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147640" y="15423538"/>
              <a:ext cx="1300080" cy="2600160"/>
            </a:xfrm>
            <a:prstGeom prst="rect">
              <a:avLst/>
            </a:prstGeom>
          </p:spPr>
        </p:pic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0E34C7E3-2410-EE44-D0A0-AFB97F8E5CD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61346" y="15423915"/>
              <a:ext cx="1300080" cy="2600160"/>
            </a:xfrm>
            <a:prstGeom prst="rect">
              <a:avLst/>
            </a:prstGeom>
          </p:spPr>
        </p:pic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6156E312-0FAE-2E2C-4BC3-E0E82F76DDF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59548" y="18927255"/>
              <a:ext cx="1300080" cy="2600160"/>
            </a:xfrm>
            <a:prstGeom prst="rect">
              <a:avLst/>
            </a:prstGeom>
          </p:spPr>
        </p:pic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0B59D87B-78CA-B39E-F6FC-B82B0A5DAD4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154052" y="18924159"/>
              <a:ext cx="1300080" cy="2600160"/>
            </a:xfrm>
            <a:prstGeom prst="rect">
              <a:avLst/>
            </a:prstGeom>
          </p:spPr>
        </p:pic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799FC6A5-FA9F-67C2-DD15-DD99E6E5B1F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625803" y="15410725"/>
              <a:ext cx="1300080" cy="2600160"/>
            </a:xfrm>
            <a:prstGeom prst="rect">
              <a:avLst/>
            </a:prstGeom>
          </p:spPr>
        </p:pic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D47A0ECA-0628-ECD0-DD55-3089670FBEE3}"/>
                </a:ext>
              </a:extLst>
            </p:cNvPr>
            <p:cNvSpPr txBox="1"/>
            <p:nvPr/>
          </p:nvSpPr>
          <p:spPr>
            <a:xfrm>
              <a:off x="14571326" y="19245587"/>
              <a:ext cx="1680883" cy="668834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ong-</a:t>
              </a:r>
            </a:p>
            <a:p>
              <a:pPr algn="ctr"/>
              <a:r>
                <a:rPr lang="en-US" altLang="zh-CN" sz="12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erm</a:t>
              </a: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9697FED0-50E9-29E9-71B8-95EB61947DFD}"/>
                </a:ext>
              </a:extLst>
            </p:cNvPr>
            <p:cNvSpPr txBox="1"/>
            <p:nvPr/>
          </p:nvSpPr>
          <p:spPr>
            <a:xfrm>
              <a:off x="16645740" y="13477200"/>
              <a:ext cx="2708731" cy="40130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ay</a:t>
              </a:r>
              <a:r>
                <a:rPr lang="en-US" altLang="zh-CN" sz="12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ime </a:t>
              </a: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02313BA1-52B7-03E5-4148-4D94D96ECBC5}"/>
                </a:ext>
              </a:extLst>
            </p:cNvPr>
            <p:cNvSpPr txBox="1"/>
            <p:nvPr/>
          </p:nvSpPr>
          <p:spPr>
            <a:xfrm>
              <a:off x="24911128" y="13452886"/>
              <a:ext cx="2385067" cy="40130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ight</a:t>
              </a:r>
              <a:r>
                <a:rPr lang="en-US" altLang="zh-CN" sz="12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ime </a:t>
              </a: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C61D0432-1B31-E70C-351F-AA4830D5BCA7}"/>
                </a:ext>
              </a:extLst>
            </p:cNvPr>
            <p:cNvGrpSpPr/>
            <p:nvPr/>
          </p:nvGrpSpPr>
          <p:grpSpPr>
            <a:xfrm>
              <a:off x="14868242" y="14690979"/>
              <a:ext cx="975062" cy="975060"/>
              <a:chOff x="3783868" y="4843784"/>
              <a:chExt cx="1440003" cy="1440000"/>
            </a:xfrm>
            <a:effectLst>
              <a:outerShdw blurRad="50800" dist="38100" dir="3600000" algn="tl" rotWithShape="0">
                <a:prstClr val="black">
                  <a:alpha val="25000"/>
                </a:prstClr>
              </a:outerShdw>
            </a:effectLst>
          </p:grpSpPr>
          <p:grpSp>
            <p:nvGrpSpPr>
              <p:cNvPr id="78" name="组合 77">
                <a:extLst>
                  <a:ext uri="{FF2B5EF4-FFF2-40B4-BE49-F238E27FC236}">
                    <a16:creationId xmlns:a16="http://schemas.microsoft.com/office/drawing/2014/main" id="{E3EA8AB6-4EAF-2272-EDA4-B3F9E6D39C1A}"/>
                  </a:ext>
                </a:extLst>
              </p:cNvPr>
              <p:cNvGrpSpPr/>
              <p:nvPr/>
            </p:nvGrpSpPr>
            <p:grpSpPr>
              <a:xfrm>
                <a:off x="3783868" y="4843784"/>
                <a:ext cx="1440001" cy="1440000"/>
                <a:chOff x="3783868" y="4843784"/>
                <a:chExt cx="1446755" cy="1440000"/>
              </a:xfrm>
            </p:grpSpPr>
            <p:sp>
              <p:nvSpPr>
                <p:cNvPr id="80" name="流程图: 接点 79">
                  <a:extLst>
                    <a:ext uri="{FF2B5EF4-FFF2-40B4-BE49-F238E27FC236}">
                      <a16:creationId xmlns:a16="http://schemas.microsoft.com/office/drawing/2014/main" id="{1449529D-2C05-2831-3CF7-7C5E4041DF1F}"/>
                    </a:ext>
                  </a:extLst>
                </p:cNvPr>
                <p:cNvSpPr/>
                <p:nvPr/>
              </p:nvSpPr>
              <p:spPr>
                <a:xfrm>
                  <a:off x="4448728" y="5492664"/>
                  <a:ext cx="132080" cy="142240"/>
                </a:xfrm>
                <a:prstGeom prst="flowChartConnector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cxnSp>
              <p:nvCxnSpPr>
                <p:cNvPr id="81" name="直接连接符 80">
                  <a:extLst>
                    <a:ext uri="{FF2B5EF4-FFF2-40B4-BE49-F238E27FC236}">
                      <a16:creationId xmlns:a16="http://schemas.microsoft.com/office/drawing/2014/main" id="{D0764509-6114-A3B2-A8C4-73292B940B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497792" y="4991275"/>
                  <a:ext cx="9456" cy="467904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直接连接符 81">
                  <a:extLst>
                    <a:ext uri="{FF2B5EF4-FFF2-40B4-BE49-F238E27FC236}">
                      <a16:creationId xmlns:a16="http://schemas.microsoft.com/office/drawing/2014/main" id="{5E26B144-BAF7-D412-F1B6-59862F5582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590334" y="5613428"/>
                  <a:ext cx="252190" cy="140709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3" name="弧形 82">
                  <a:extLst>
                    <a:ext uri="{FF2B5EF4-FFF2-40B4-BE49-F238E27FC236}">
                      <a16:creationId xmlns:a16="http://schemas.microsoft.com/office/drawing/2014/main" id="{EE29FAFC-7A66-90DB-C118-6609EFE08109}"/>
                    </a:ext>
                  </a:extLst>
                </p:cNvPr>
                <p:cNvSpPr/>
                <p:nvPr/>
              </p:nvSpPr>
              <p:spPr>
                <a:xfrm>
                  <a:off x="3783868" y="4843784"/>
                  <a:ext cx="1446755" cy="1440000"/>
                </a:xfrm>
                <a:prstGeom prst="arc">
                  <a:avLst>
                    <a:gd name="adj1" fmla="val 16456547"/>
                    <a:gd name="adj2" fmla="val 1962389"/>
                  </a:avLst>
                </a:prstGeom>
                <a:noFill/>
                <a:ln w="38100" cap="rnd" cmpd="sng">
                  <a:solidFill>
                    <a:schemeClr val="tx1"/>
                  </a:solidFill>
                  <a:headEnd type="none"/>
                  <a:tailEnd type="triangle" w="med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 dirty="0"/>
                </a:p>
              </p:txBody>
            </p:sp>
          </p:grpSp>
          <p:sp>
            <p:nvSpPr>
              <p:cNvPr id="79" name="弧形 78">
                <a:extLst>
                  <a:ext uri="{FF2B5EF4-FFF2-40B4-BE49-F238E27FC236}">
                    <a16:creationId xmlns:a16="http://schemas.microsoft.com/office/drawing/2014/main" id="{6F081594-CD7B-060C-1385-805283BB467D}"/>
                  </a:ext>
                </a:extLst>
              </p:cNvPr>
              <p:cNvSpPr/>
              <p:nvPr/>
            </p:nvSpPr>
            <p:spPr>
              <a:xfrm>
                <a:off x="3783871" y="4843784"/>
                <a:ext cx="1440000" cy="1440000"/>
              </a:xfrm>
              <a:prstGeom prst="arc">
                <a:avLst>
                  <a:gd name="adj1" fmla="val 2694741"/>
                  <a:gd name="adj2" fmla="val 15296891"/>
                </a:avLst>
              </a:prstGeom>
              <a:noFill/>
              <a:ln w="31750" cap="rnd" cmpd="sng">
                <a:solidFill>
                  <a:schemeClr val="tx1"/>
                </a:solidFill>
                <a:prstDash val="dash"/>
                <a:headEnd type="none"/>
                <a:tailEnd type="non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87F0BCBD-A2CD-7AA1-772E-3A9C4AC1F09F}"/>
                </a:ext>
              </a:extLst>
            </p:cNvPr>
            <p:cNvGrpSpPr/>
            <p:nvPr/>
          </p:nvGrpSpPr>
          <p:grpSpPr>
            <a:xfrm>
              <a:off x="14874703" y="18214091"/>
              <a:ext cx="975060" cy="975060"/>
              <a:chOff x="8274392" y="4856309"/>
              <a:chExt cx="1446754" cy="1440000"/>
            </a:xfrm>
            <a:effectLst>
              <a:outerShdw blurRad="50800" dist="38100" dir="3600000" algn="tl" rotWithShape="0">
                <a:prstClr val="black">
                  <a:alpha val="25000"/>
                </a:prstClr>
              </a:outerShdw>
            </a:effectLst>
          </p:grpSpPr>
          <p:sp>
            <p:nvSpPr>
              <p:cNvPr id="74" name="流程图: 接点 73">
                <a:extLst>
                  <a:ext uri="{FF2B5EF4-FFF2-40B4-BE49-F238E27FC236}">
                    <a16:creationId xmlns:a16="http://schemas.microsoft.com/office/drawing/2014/main" id="{904AD694-8D2F-E9E9-83B3-A16686BA7A1F}"/>
                  </a:ext>
                </a:extLst>
              </p:cNvPr>
              <p:cNvSpPr/>
              <p:nvPr/>
            </p:nvSpPr>
            <p:spPr>
              <a:xfrm>
                <a:off x="8939249" y="5505189"/>
                <a:ext cx="132080" cy="142240"/>
              </a:xfrm>
              <a:prstGeom prst="flowChartConnector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cxnSp>
            <p:nvCxnSpPr>
              <p:cNvPr id="75" name="直接连接符 74">
                <a:extLst>
                  <a:ext uri="{FF2B5EF4-FFF2-40B4-BE49-F238E27FC236}">
                    <a16:creationId xmlns:a16="http://schemas.microsoft.com/office/drawing/2014/main" id="{102AD110-F3BC-6F9C-B449-03C3BF2D64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988313" y="5003800"/>
                <a:ext cx="9456" cy="467904"/>
              </a:xfrm>
              <a:prstGeom prst="line">
                <a:avLst/>
              </a:prstGeom>
              <a:ln w="38100" cap="rnd">
                <a:solidFill>
                  <a:schemeClr val="tx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>
                <a:extLst>
                  <a:ext uri="{FF2B5EF4-FFF2-40B4-BE49-F238E27FC236}">
                    <a16:creationId xmlns:a16="http://schemas.microsoft.com/office/drawing/2014/main" id="{2454F32B-4229-9D62-9FD4-5FF194E2C87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080855" y="5625953"/>
                <a:ext cx="252190" cy="140709"/>
              </a:xfrm>
              <a:prstGeom prst="line">
                <a:avLst/>
              </a:prstGeom>
              <a:ln w="38100" cap="rnd">
                <a:solidFill>
                  <a:schemeClr val="tx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" name="弧形 76">
                <a:extLst>
                  <a:ext uri="{FF2B5EF4-FFF2-40B4-BE49-F238E27FC236}">
                    <a16:creationId xmlns:a16="http://schemas.microsoft.com/office/drawing/2014/main" id="{1A5502C6-A654-0C1E-401D-7827AADFA491}"/>
                  </a:ext>
                </a:extLst>
              </p:cNvPr>
              <p:cNvSpPr/>
              <p:nvPr/>
            </p:nvSpPr>
            <p:spPr>
              <a:xfrm>
                <a:off x="8274392" y="4856309"/>
                <a:ext cx="1446754" cy="1440000"/>
              </a:xfrm>
              <a:prstGeom prst="arc">
                <a:avLst>
                  <a:gd name="adj1" fmla="val 1609246"/>
                  <a:gd name="adj2" fmla="val 874505"/>
                </a:avLst>
              </a:prstGeom>
              <a:noFill/>
              <a:ln w="38100" cap="rnd" cmpd="sng">
                <a:solidFill>
                  <a:schemeClr val="tx1"/>
                </a:solidFill>
                <a:headEnd type="none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</p:grpSp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4D74D9FF-5294-F430-691C-6EF279107861}"/>
                </a:ext>
              </a:extLst>
            </p:cNvPr>
            <p:cNvPicPr>
              <a:picLocks/>
            </p:cNvPicPr>
            <p:nvPr/>
          </p:nvPicPr>
          <p:blipFill>
            <a:blip r:embed="rId2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flipH="1">
              <a:off x="20174927" y="13612236"/>
              <a:ext cx="776247" cy="7913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" name="新月形 36">
              <a:extLst>
                <a:ext uri="{FF2B5EF4-FFF2-40B4-BE49-F238E27FC236}">
                  <a16:creationId xmlns:a16="http://schemas.microsoft.com/office/drawing/2014/main" id="{63EEC1A6-5995-F41E-0BC3-6BC2F5086AF7}"/>
                </a:ext>
              </a:extLst>
            </p:cNvPr>
            <p:cNvSpPr>
              <a:spLocks/>
            </p:cNvSpPr>
            <p:nvPr/>
          </p:nvSpPr>
          <p:spPr>
            <a:xfrm rot="10800000">
              <a:off x="23157072" y="13642435"/>
              <a:ext cx="441159" cy="726783"/>
            </a:xfrm>
            <a:prstGeom prst="moon">
              <a:avLst>
                <a:gd name="adj" fmla="val 55235"/>
              </a:avLst>
            </a:prstGeom>
            <a:solidFill>
              <a:srgbClr val="F1C40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89DADC03-707C-CA67-E3CF-18A186149F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119007" y="13477201"/>
              <a:ext cx="0" cy="80677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3" name="图片 42">
              <a:extLst>
                <a:ext uri="{FF2B5EF4-FFF2-40B4-BE49-F238E27FC236}">
                  <a16:creationId xmlns:a16="http://schemas.microsoft.com/office/drawing/2014/main" id="{A6B1266B-FA70-52E4-CBA8-FBD6D76E502D}"/>
                </a:ext>
              </a:extLst>
            </p:cNvPr>
            <p:cNvPicPr>
              <a:picLocks/>
            </p:cNvPicPr>
            <p:nvPr/>
          </p:nvPicPr>
          <p:blipFill>
            <a:blip r:embed="rId2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flipH="1">
              <a:off x="16177704" y="13583939"/>
              <a:ext cx="776247" cy="7913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" name="新月形 43">
              <a:extLst>
                <a:ext uri="{FF2B5EF4-FFF2-40B4-BE49-F238E27FC236}">
                  <a16:creationId xmlns:a16="http://schemas.microsoft.com/office/drawing/2014/main" id="{B9FA3E17-0428-969C-41CE-59CBD3405299}"/>
                </a:ext>
              </a:extLst>
            </p:cNvPr>
            <p:cNvSpPr>
              <a:spLocks/>
            </p:cNvSpPr>
            <p:nvPr/>
          </p:nvSpPr>
          <p:spPr>
            <a:xfrm rot="10800000">
              <a:off x="24279258" y="13633376"/>
              <a:ext cx="441159" cy="726783"/>
            </a:xfrm>
            <a:prstGeom prst="moon">
              <a:avLst>
                <a:gd name="adj" fmla="val 55235"/>
              </a:avLst>
            </a:prstGeom>
            <a:solidFill>
              <a:srgbClr val="F1C40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9EEBADA6-8A92-11BA-C71F-3D85B3370B47}"/>
                </a:ext>
              </a:extLst>
            </p:cNvPr>
            <p:cNvSpPr txBox="1"/>
            <p:nvPr/>
          </p:nvSpPr>
          <p:spPr>
            <a:xfrm>
              <a:off x="20850774" y="13447631"/>
              <a:ext cx="2444990" cy="40130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A</a:t>
              </a:r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ll-</a:t>
              </a:r>
              <a:r>
                <a:rPr lang="en-US" altLang="zh-CN" sz="12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ay </a:t>
              </a:r>
              <a:endParaRPr lang="en-US" altLang="zh-CN" sz="12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FAD0553B-769D-E8A0-7BAF-3B8CA00B4828}"/>
                </a:ext>
              </a:extLst>
            </p:cNvPr>
            <p:cNvSpPr txBox="1"/>
            <p:nvPr/>
          </p:nvSpPr>
          <p:spPr>
            <a:xfrm>
              <a:off x="14681139" y="16871478"/>
              <a:ext cx="1417531" cy="6688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i="1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Same</a:t>
              </a:r>
              <a:br>
                <a:rPr lang="en-US" altLang="zh-CN" sz="1200" b="1" i="1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1200" b="1" i="1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clothes</a:t>
              </a:r>
              <a:endParaRPr lang="zh-CN" altLang="en-US" sz="1200" b="1" i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501E33B9-E438-3512-BBBB-2FAD11ED2F77}"/>
                </a:ext>
              </a:extLst>
            </p:cNvPr>
            <p:cNvSpPr txBox="1"/>
            <p:nvPr/>
          </p:nvSpPr>
          <p:spPr>
            <a:xfrm>
              <a:off x="14539804" y="20361597"/>
              <a:ext cx="1680883" cy="6688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i="1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Clothes</a:t>
              </a:r>
            </a:p>
            <a:p>
              <a:pPr algn="ctr"/>
              <a:r>
                <a:rPr lang="en-US" altLang="zh-CN" sz="1200" b="1" i="1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changes</a:t>
              </a:r>
              <a:endParaRPr lang="zh-CN" altLang="en-US" sz="1200" b="1" i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3711A41E-9400-D816-0BC1-62A2494C15EB}"/>
                </a:ext>
              </a:extLst>
            </p:cNvPr>
            <p:cNvSpPr txBox="1"/>
            <p:nvPr/>
          </p:nvSpPr>
          <p:spPr>
            <a:xfrm>
              <a:off x="16673621" y="13924025"/>
              <a:ext cx="2708731" cy="401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i="1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RGB camera</a:t>
              </a:r>
              <a:endParaRPr lang="en-US" altLang="zh-CN" sz="1200" b="1" i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1272DCD3-1BB6-C6A9-6ACC-4EAB2F60C754}"/>
                </a:ext>
              </a:extLst>
            </p:cNvPr>
            <p:cNvSpPr txBox="1"/>
            <p:nvPr/>
          </p:nvSpPr>
          <p:spPr>
            <a:xfrm>
              <a:off x="24854511" y="13891220"/>
              <a:ext cx="2385067" cy="401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i="1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IR</a:t>
              </a:r>
              <a:r>
                <a:rPr lang="zh-CN" altLang="en-US" sz="1200" b="1" i="1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camera</a:t>
              </a:r>
              <a:endParaRPr lang="en-US" altLang="zh-CN" sz="1200" b="1" i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D5C46897-EDFC-1769-F29B-65B83C81F6FB}"/>
                </a:ext>
              </a:extLst>
            </p:cNvPr>
            <p:cNvSpPr txBox="1"/>
            <p:nvPr/>
          </p:nvSpPr>
          <p:spPr>
            <a:xfrm>
              <a:off x="20665019" y="13857548"/>
              <a:ext cx="2444990" cy="401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i="1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RGB        IR</a:t>
              </a:r>
            </a:p>
          </p:txBody>
        </p: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BD21F0D6-F125-C227-C79C-AEE04554BE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754463" y="14174672"/>
              <a:ext cx="626137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5A7CA1BB-8418-B9A0-87EE-C2F49CEB3CE8}"/>
                </a:ext>
              </a:extLst>
            </p:cNvPr>
            <p:cNvCxnSpPr>
              <a:cxnSpLocks/>
              <a:stCxn id="22" idx="1"/>
              <a:endCxn id="21" idx="3"/>
            </p:cNvCxnSpPr>
            <p:nvPr/>
          </p:nvCxnSpPr>
          <p:spPr>
            <a:xfrm flipH="1">
              <a:off x="17501410" y="16723995"/>
              <a:ext cx="1199048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箭头连接符 63">
              <a:extLst>
                <a:ext uri="{FF2B5EF4-FFF2-40B4-BE49-F238E27FC236}">
                  <a16:creationId xmlns:a16="http://schemas.microsoft.com/office/drawing/2014/main" id="{5BC0BD04-E32C-CD3A-FB14-C917976644FB}"/>
                </a:ext>
              </a:extLst>
            </p:cNvPr>
            <p:cNvCxnSpPr>
              <a:cxnSpLocks/>
              <a:stCxn id="19" idx="1"/>
              <a:endCxn id="20" idx="3"/>
            </p:cNvCxnSpPr>
            <p:nvPr/>
          </p:nvCxnSpPr>
          <p:spPr>
            <a:xfrm flipH="1">
              <a:off x="17503524" y="20224239"/>
              <a:ext cx="118702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7D6F1AF4-320F-7563-198C-2B043F31D8CE}"/>
                </a:ext>
              </a:extLst>
            </p:cNvPr>
            <p:cNvCxnSpPr>
              <a:cxnSpLocks/>
            </p:cNvCxnSpPr>
            <p:nvPr/>
          </p:nvCxnSpPr>
          <p:spPr>
            <a:xfrm>
              <a:off x="14635667" y="14509730"/>
              <a:ext cx="1335369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519AFF0F-2176-FCB7-FB8B-FAC74CA90CF7}"/>
                </a:ext>
              </a:extLst>
            </p:cNvPr>
            <p:cNvCxnSpPr>
              <a:cxnSpLocks/>
            </p:cNvCxnSpPr>
            <p:nvPr/>
          </p:nvCxnSpPr>
          <p:spPr>
            <a:xfrm>
              <a:off x="14635667" y="18049718"/>
              <a:ext cx="1335369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E064BFB3-74B7-EA10-3071-5F9BD86254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076133" y="13461473"/>
              <a:ext cx="0" cy="808351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646ACE6E-70BF-4D17-5185-7D94F68B74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028955" y="13481901"/>
              <a:ext cx="0" cy="80630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箭头连接符 68">
              <a:extLst>
                <a:ext uri="{FF2B5EF4-FFF2-40B4-BE49-F238E27FC236}">
                  <a16:creationId xmlns:a16="http://schemas.microsoft.com/office/drawing/2014/main" id="{7140F0BD-34DB-F80A-54B0-DA239F14E4C4}"/>
                </a:ext>
              </a:extLst>
            </p:cNvPr>
            <p:cNvCxnSpPr>
              <a:cxnSpLocks/>
              <a:stCxn id="27" idx="1"/>
              <a:endCxn id="26" idx="3"/>
            </p:cNvCxnSpPr>
            <p:nvPr/>
          </p:nvCxnSpPr>
          <p:spPr>
            <a:xfrm flipH="1" flipV="1">
              <a:off x="21447720" y="16723618"/>
              <a:ext cx="1213627" cy="377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箭头连接符 69">
              <a:extLst>
                <a:ext uri="{FF2B5EF4-FFF2-40B4-BE49-F238E27FC236}">
                  <a16:creationId xmlns:a16="http://schemas.microsoft.com/office/drawing/2014/main" id="{643FAA71-19FE-132C-B476-03E6CBE1562A}"/>
                </a:ext>
              </a:extLst>
            </p:cNvPr>
            <p:cNvCxnSpPr>
              <a:cxnSpLocks/>
              <a:stCxn id="28" idx="1"/>
              <a:endCxn id="29" idx="3"/>
            </p:cNvCxnSpPr>
            <p:nvPr/>
          </p:nvCxnSpPr>
          <p:spPr>
            <a:xfrm flipH="1" flipV="1">
              <a:off x="21454132" y="20224239"/>
              <a:ext cx="1205416" cy="3097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箭头连接符 70">
              <a:extLst>
                <a:ext uri="{FF2B5EF4-FFF2-40B4-BE49-F238E27FC236}">
                  <a16:creationId xmlns:a16="http://schemas.microsoft.com/office/drawing/2014/main" id="{9F34F0C4-CDF7-294A-9CB4-6B8232C95B2D}"/>
                </a:ext>
              </a:extLst>
            </p:cNvPr>
            <p:cNvCxnSpPr>
              <a:cxnSpLocks/>
              <a:stCxn id="30" idx="1"/>
              <a:endCxn id="23" idx="3"/>
            </p:cNvCxnSpPr>
            <p:nvPr/>
          </p:nvCxnSpPr>
          <p:spPr>
            <a:xfrm flipH="1" flipV="1">
              <a:off x="25412040" y="16709102"/>
              <a:ext cx="1213764" cy="1703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箭头连接符 71">
              <a:extLst>
                <a:ext uri="{FF2B5EF4-FFF2-40B4-BE49-F238E27FC236}">
                  <a16:creationId xmlns:a16="http://schemas.microsoft.com/office/drawing/2014/main" id="{1E3D48E2-1C11-0C65-7E7B-CFA38A898912}"/>
                </a:ext>
              </a:extLst>
            </p:cNvPr>
            <p:cNvCxnSpPr>
              <a:cxnSpLocks/>
              <a:stCxn id="25" idx="1"/>
              <a:endCxn id="24" idx="3"/>
            </p:cNvCxnSpPr>
            <p:nvPr/>
          </p:nvCxnSpPr>
          <p:spPr>
            <a:xfrm flipH="1">
              <a:off x="25410268" y="20244908"/>
              <a:ext cx="1191404" cy="11712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981C90C2-C321-CBBC-DB52-C6874F5C5987}"/>
                </a:ext>
              </a:extLst>
            </p:cNvPr>
            <p:cNvSpPr txBox="1"/>
            <p:nvPr/>
          </p:nvSpPr>
          <p:spPr>
            <a:xfrm>
              <a:off x="14502972" y="15855048"/>
              <a:ext cx="1802685" cy="668834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hort-</a:t>
              </a:r>
            </a:p>
            <a:p>
              <a:pPr algn="ctr"/>
              <a:r>
                <a:rPr lang="en-US" altLang="zh-CN" sz="12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erm</a:t>
              </a:r>
            </a:p>
          </p:txBody>
        </p:sp>
      </p:grpSp>
      <p:sp>
        <p:nvSpPr>
          <p:cNvPr id="84" name="文本框 83">
            <a:extLst>
              <a:ext uri="{FF2B5EF4-FFF2-40B4-BE49-F238E27FC236}">
                <a16:creationId xmlns:a16="http://schemas.microsoft.com/office/drawing/2014/main" id="{AECAE130-8451-6711-4ACF-E6135E915DC6}"/>
              </a:ext>
            </a:extLst>
          </p:cNvPr>
          <p:cNvSpPr txBox="1"/>
          <p:nvPr/>
        </p:nvSpPr>
        <p:spPr>
          <a:xfrm>
            <a:off x="325356" y="11813795"/>
            <a:ext cx="2546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501432F1-F61A-926B-536D-85219B010568}"/>
              </a:ext>
            </a:extLst>
          </p:cNvPr>
          <p:cNvSpPr/>
          <p:nvPr/>
        </p:nvSpPr>
        <p:spPr>
          <a:xfrm>
            <a:off x="380794" y="12233100"/>
            <a:ext cx="1863137" cy="447390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 Modality</a:t>
            </a:r>
          </a:p>
        </p:txBody>
      </p:sp>
      <p:sp>
        <p:nvSpPr>
          <p:cNvPr id="86" name="矩形: 圆角 85">
            <a:extLst>
              <a:ext uri="{FF2B5EF4-FFF2-40B4-BE49-F238E27FC236}">
                <a16:creationId xmlns:a16="http://schemas.microsoft.com/office/drawing/2014/main" id="{7C6D0E10-E341-E1C1-A1CD-83FF652059E3}"/>
              </a:ext>
            </a:extLst>
          </p:cNvPr>
          <p:cNvSpPr/>
          <p:nvPr/>
        </p:nvSpPr>
        <p:spPr>
          <a:xfrm>
            <a:off x="2342110" y="12229971"/>
            <a:ext cx="2044515" cy="447390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Clothes Changes</a:t>
            </a:r>
          </a:p>
        </p:txBody>
      </p: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6CEF905B-6E47-BF23-BFF3-BA0713C32AD0}"/>
              </a:ext>
            </a:extLst>
          </p:cNvPr>
          <p:cNvSpPr/>
          <p:nvPr/>
        </p:nvSpPr>
        <p:spPr>
          <a:xfrm>
            <a:off x="4484803" y="12229971"/>
            <a:ext cx="2203868" cy="447390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Scenarios</a:t>
            </a:r>
          </a:p>
        </p:txBody>
      </p:sp>
      <p:sp>
        <p:nvSpPr>
          <p:cNvPr id="96" name="矩形: 圆顶角 95">
            <a:extLst>
              <a:ext uri="{FF2B5EF4-FFF2-40B4-BE49-F238E27FC236}">
                <a16:creationId xmlns:a16="http://schemas.microsoft.com/office/drawing/2014/main" id="{913E26EA-5F06-26CB-9785-B6FF0F38E4CF}"/>
              </a:ext>
            </a:extLst>
          </p:cNvPr>
          <p:cNvSpPr/>
          <p:nvPr/>
        </p:nvSpPr>
        <p:spPr>
          <a:xfrm>
            <a:off x="231007" y="13057058"/>
            <a:ext cx="6789862" cy="6383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AT-USTC </a:t>
            </a:r>
            <a:r>
              <a:rPr lang="en-US" altLang="zh-CN" sz="2800" b="1" dirty="0">
                <a:solidFill>
                  <a:srgbClr val="1230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Benchmark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0766989C-92C4-67DC-7217-DAAD8D86A263}"/>
              </a:ext>
            </a:extLst>
          </p:cNvPr>
          <p:cNvSpPr/>
          <p:nvPr/>
        </p:nvSpPr>
        <p:spPr>
          <a:xfrm>
            <a:off x="244059" y="13695439"/>
            <a:ext cx="6776810" cy="7632114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5C74DEF2-22D2-6B88-3FF9-EF29EB3E6BCD}"/>
              </a:ext>
            </a:extLst>
          </p:cNvPr>
          <p:cNvSpPr/>
          <p:nvPr/>
        </p:nvSpPr>
        <p:spPr>
          <a:xfrm>
            <a:off x="417552" y="13817373"/>
            <a:ext cx="1074364" cy="446400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270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IDs</a:t>
            </a:r>
          </a:p>
        </p:txBody>
      </p:sp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91145599-A7B1-D6C9-6E73-FF3B138D4237}"/>
              </a:ext>
            </a:extLst>
          </p:cNvPr>
          <p:cNvSpPr/>
          <p:nvPr/>
        </p:nvSpPr>
        <p:spPr>
          <a:xfrm>
            <a:off x="417552" y="14475354"/>
            <a:ext cx="1605981" cy="446400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403K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Images</a:t>
            </a:r>
          </a:p>
        </p:txBody>
      </p:sp>
      <p:sp>
        <p:nvSpPr>
          <p:cNvPr id="102" name="矩形: 圆角 101">
            <a:extLst>
              <a:ext uri="{FF2B5EF4-FFF2-40B4-BE49-F238E27FC236}">
                <a16:creationId xmlns:a16="http://schemas.microsoft.com/office/drawing/2014/main" id="{C3D7BAC8-7A63-B0E2-E420-14E8839894B4}"/>
              </a:ext>
            </a:extLst>
          </p:cNvPr>
          <p:cNvSpPr/>
          <p:nvPr/>
        </p:nvSpPr>
        <p:spPr>
          <a:xfrm>
            <a:off x="417552" y="15791316"/>
            <a:ext cx="1920000" cy="446400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RGB Cameras</a:t>
            </a:r>
          </a:p>
        </p:txBody>
      </p:sp>
      <p:sp>
        <p:nvSpPr>
          <p:cNvPr id="103" name="矩形: 圆角 102">
            <a:extLst>
              <a:ext uri="{FF2B5EF4-FFF2-40B4-BE49-F238E27FC236}">
                <a16:creationId xmlns:a16="http://schemas.microsoft.com/office/drawing/2014/main" id="{AB6D0273-5FA3-5C75-32FF-606D14A94824}"/>
              </a:ext>
            </a:extLst>
          </p:cNvPr>
          <p:cNvSpPr/>
          <p:nvPr/>
        </p:nvSpPr>
        <p:spPr>
          <a:xfrm>
            <a:off x="2463985" y="15791316"/>
            <a:ext cx="1707581" cy="446400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IR Cameras</a:t>
            </a:r>
          </a:p>
        </p:txBody>
      </p:sp>
      <p:sp>
        <p:nvSpPr>
          <p:cNvPr id="104" name="矩形: 圆角 103">
            <a:extLst>
              <a:ext uri="{FF2B5EF4-FFF2-40B4-BE49-F238E27FC236}">
                <a16:creationId xmlns:a16="http://schemas.microsoft.com/office/drawing/2014/main" id="{F9FFA1B2-A8F6-FE14-8326-576F6ED471BD}"/>
              </a:ext>
            </a:extLst>
          </p:cNvPr>
          <p:cNvSpPr/>
          <p:nvPr/>
        </p:nvSpPr>
        <p:spPr>
          <a:xfrm>
            <a:off x="1626494" y="13817373"/>
            <a:ext cx="1505010" cy="446400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710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Clothes</a:t>
            </a:r>
          </a:p>
        </p:txBody>
      </p:sp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53F238FB-28AA-77BC-F04B-4E6F8FEF469D}"/>
              </a:ext>
            </a:extLst>
          </p:cNvPr>
          <p:cNvSpPr/>
          <p:nvPr/>
        </p:nvSpPr>
        <p:spPr>
          <a:xfrm>
            <a:off x="2148505" y="14479616"/>
            <a:ext cx="2017639" cy="446400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7.9K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50s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Videos</a:t>
            </a:r>
          </a:p>
        </p:txBody>
      </p:sp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8948564F-2C69-CBBE-1F0A-3DBCBD18BBD1}"/>
              </a:ext>
            </a:extLst>
          </p:cNvPr>
          <p:cNvSpPr/>
          <p:nvPr/>
        </p:nvSpPr>
        <p:spPr>
          <a:xfrm>
            <a:off x="417552" y="15113501"/>
            <a:ext cx="1457734" cy="446400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Months</a:t>
            </a:r>
          </a:p>
        </p:txBody>
      </p:sp>
      <p:sp>
        <p:nvSpPr>
          <p:cNvPr id="108" name="矩形: 圆角 107">
            <a:extLst>
              <a:ext uri="{FF2B5EF4-FFF2-40B4-BE49-F238E27FC236}">
                <a16:creationId xmlns:a16="http://schemas.microsoft.com/office/drawing/2014/main" id="{B36FB42A-B256-1E5F-093B-D70388FDB0BF}"/>
              </a:ext>
            </a:extLst>
          </p:cNvPr>
          <p:cNvSpPr/>
          <p:nvPr/>
        </p:nvSpPr>
        <p:spPr>
          <a:xfrm>
            <a:off x="1702765" y="16469131"/>
            <a:ext cx="1462606" cy="446400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Outdoor</a:t>
            </a:r>
          </a:p>
        </p:txBody>
      </p:sp>
      <p:sp>
        <p:nvSpPr>
          <p:cNvPr id="109" name="矩形: 圆角 108">
            <a:extLst>
              <a:ext uri="{FF2B5EF4-FFF2-40B4-BE49-F238E27FC236}">
                <a16:creationId xmlns:a16="http://schemas.microsoft.com/office/drawing/2014/main" id="{45A1ED82-1B91-9A30-DD61-AE91DBDCA240}"/>
              </a:ext>
            </a:extLst>
          </p:cNvPr>
          <p:cNvSpPr/>
          <p:nvPr/>
        </p:nvSpPr>
        <p:spPr>
          <a:xfrm>
            <a:off x="380795" y="16469131"/>
            <a:ext cx="1177072" cy="446400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Indoor</a:t>
            </a:r>
          </a:p>
        </p:txBody>
      </p:sp>
      <p:sp>
        <p:nvSpPr>
          <p:cNvPr id="110" name="矩形: 圆顶角 109">
            <a:extLst>
              <a:ext uri="{FF2B5EF4-FFF2-40B4-BE49-F238E27FC236}">
                <a16:creationId xmlns:a16="http://schemas.microsoft.com/office/drawing/2014/main" id="{CC5460CE-C34D-C9A6-6219-08777E9ADFBD}"/>
              </a:ext>
            </a:extLst>
          </p:cNvPr>
          <p:cNvSpPr/>
          <p:nvPr/>
        </p:nvSpPr>
        <p:spPr>
          <a:xfrm>
            <a:off x="7298253" y="5581357"/>
            <a:ext cx="13299335" cy="69439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Multi-Task Method:  Uni-AT</a:t>
            </a:r>
            <a:endParaRPr lang="zh-CN" alt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5B72E8DA-675D-5E54-58E1-9487B35300F2}"/>
              </a:ext>
            </a:extLst>
          </p:cNvPr>
          <p:cNvSpPr/>
          <p:nvPr/>
        </p:nvSpPr>
        <p:spPr>
          <a:xfrm>
            <a:off x="7298255" y="6267909"/>
            <a:ext cx="13299335" cy="15088995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C20B204-73B2-1F0F-4275-11E3B3BDE48C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738206" y="15044557"/>
            <a:ext cx="1920000" cy="1080000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97E6CC45-EF57-7016-904D-DA52BD47814A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8852" y="18350611"/>
            <a:ext cx="1920000" cy="1080000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53D155B3-A097-D02C-1BB3-D63AB872D76F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738206" y="13817373"/>
            <a:ext cx="1920000" cy="1080000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16261A06-8F68-74FE-5DE2-FB96FD69087E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58852" y="17123427"/>
            <a:ext cx="1920000" cy="1080000"/>
          </a:xfrm>
          <a:prstGeom prst="rect">
            <a:avLst/>
          </a:prstGeom>
        </p:spPr>
      </p:pic>
      <p:sp>
        <p:nvSpPr>
          <p:cNvPr id="1228" name="文本框 1227">
            <a:extLst>
              <a:ext uri="{FF2B5EF4-FFF2-40B4-BE49-F238E27FC236}">
                <a16:creationId xmlns:a16="http://schemas.microsoft.com/office/drawing/2014/main" id="{1A72444A-E772-1741-CCF4-09073FF67C44}"/>
              </a:ext>
            </a:extLst>
          </p:cNvPr>
          <p:cNvSpPr txBox="1"/>
          <p:nvPr/>
        </p:nvSpPr>
        <p:spPr>
          <a:xfrm>
            <a:off x="325356" y="6267909"/>
            <a:ext cx="667898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Anytime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real applications, person re-identification 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ReID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expects to retrieve the target person at any time, including both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daytime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nighttime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ranging from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short-term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long-term. 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investigate a new task called Anytime Person Re-identification (AT-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ReID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which aims to achieve effective retrieval in 6 scenarios based on variations in time.</a:t>
            </a:r>
            <a:endParaRPr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30" name="组合 1229">
            <a:extLst>
              <a:ext uri="{FF2B5EF4-FFF2-40B4-BE49-F238E27FC236}">
                <a16:creationId xmlns:a16="http://schemas.microsoft.com/office/drawing/2014/main" id="{924AEA9B-D26C-F47C-349E-805B827E6A95}"/>
              </a:ext>
            </a:extLst>
          </p:cNvPr>
          <p:cNvGrpSpPr/>
          <p:nvPr/>
        </p:nvGrpSpPr>
        <p:grpSpPr>
          <a:xfrm>
            <a:off x="7516455" y="6433222"/>
            <a:ext cx="12818799" cy="5072165"/>
            <a:chOff x="64520" y="69967"/>
            <a:chExt cx="11853290" cy="4517898"/>
          </a:xfrm>
        </p:grpSpPr>
        <p:cxnSp>
          <p:nvCxnSpPr>
            <p:cNvPr id="1231" name="直接连接符 1230">
              <a:extLst>
                <a:ext uri="{FF2B5EF4-FFF2-40B4-BE49-F238E27FC236}">
                  <a16:creationId xmlns:a16="http://schemas.microsoft.com/office/drawing/2014/main" id="{220A35B9-9425-E421-F8B0-F0B4EBE9A39F}"/>
                </a:ext>
              </a:extLst>
            </p:cNvPr>
            <p:cNvCxnSpPr>
              <a:cxnSpLocks/>
            </p:cNvCxnSpPr>
            <p:nvPr/>
          </p:nvCxnSpPr>
          <p:spPr>
            <a:xfrm>
              <a:off x="6747203" y="77937"/>
              <a:ext cx="0" cy="4374942"/>
            </a:xfrm>
            <a:prstGeom prst="line">
              <a:avLst/>
            </a:prstGeom>
            <a:ln w="19050">
              <a:solidFill>
                <a:srgbClr val="C00000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2" name="矩形: 圆角 1231">
              <a:extLst>
                <a:ext uri="{FF2B5EF4-FFF2-40B4-BE49-F238E27FC236}">
                  <a16:creationId xmlns:a16="http://schemas.microsoft.com/office/drawing/2014/main" id="{71DAD8DF-EED7-6579-5FBE-C0CF9E484358}"/>
                </a:ext>
              </a:extLst>
            </p:cNvPr>
            <p:cNvSpPr/>
            <p:nvPr/>
          </p:nvSpPr>
          <p:spPr>
            <a:xfrm>
              <a:off x="5978983" y="2477066"/>
              <a:ext cx="153627" cy="264780"/>
            </a:xfrm>
            <a:prstGeom prst="roundRect">
              <a:avLst>
                <a:gd name="adj" fmla="val 50000"/>
              </a:avLst>
            </a:prstGeom>
            <a:solidFill>
              <a:srgbClr val="EDEDE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33" name="直接箭头连接符 1232">
              <a:extLst>
                <a:ext uri="{FF2B5EF4-FFF2-40B4-BE49-F238E27FC236}">
                  <a16:creationId xmlns:a16="http://schemas.microsoft.com/office/drawing/2014/main" id="{86EB5997-B199-AF6C-8DD3-45D158BD01B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47974" y="1028530"/>
              <a:ext cx="250" cy="89155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4" name="直接箭头连接符 1233">
              <a:extLst>
                <a:ext uri="{FF2B5EF4-FFF2-40B4-BE49-F238E27FC236}">
                  <a16:creationId xmlns:a16="http://schemas.microsoft.com/office/drawing/2014/main" id="{F8D4714C-957F-41D0-1505-835352BC9BC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29775" y="1028530"/>
              <a:ext cx="250" cy="89155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5" name="直接箭头连接符 1234">
              <a:extLst>
                <a:ext uri="{FF2B5EF4-FFF2-40B4-BE49-F238E27FC236}">
                  <a16:creationId xmlns:a16="http://schemas.microsoft.com/office/drawing/2014/main" id="{01B0D3A6-F1CC-4250-9428-DE8A7662402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93377" y="1028530"/>
              <a:ext cx="250" cy="89155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36" name="图片 1235">
              <a:extLst>
                <a:ext uri="{FF2B5EF4-FFF2-40B4-BE49-F238E27FC236}">
                  <a16:creationId xmlns:a16="http://schemas.microsoft.com/office/drawing/2014/main" id="{44BD2DDB-8334-14A5-A715-F68A473416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07513" y="3454388"/>
              <a:ext cx="352425" cy="352425"/>
            </a:xfrm>
            <a:prstGeom prst="rect">
              <a:avLst/>
            </a:prstGeom>
          </p:spPr>
        </p:pic>
        <p:pic>
          <p:nvPicPr>
            <p:cNvPr id="1237" name="图片 1236">
              <a:extLst>
                <a:ext uri="{FF2B5EF4-FFF2-40B4-BE49-F238E27FC236}">
                  <a16:creationId xmlns:a16="http://schemas.microsoft.com/office/drawing/2014/main" id="{F56B50B4-628B-EA7C-A28B-4D1F01F769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35862" y="3454388"/>
              <a:ext cx="352425" cy="352425"/>
            </a:xfrm>
            <a:prstGeom prst="rect">
              <a:avLst/>
            </a:prstGeom>
          </p:spPr>
        </p:pic>
        <p:sp>
          <p:nvSpPr>
            <p:cNvPr id="1238" name="矩形: 圆角 1237">
              <a:extLst>
                <a:ext uri="{FF2B5EF4-FFF2-40B4-BE49-F238E27FC236}">
                  <a16:creationId xmlns:a16="http://schemas.microsoft.com/office/drawing/2014/main" id="{DF930503-0AF3-36D7-B830-AF94DF0CC82D}"/>
                </a:ext>
              </a:extLst>
            </p:cNvPr>
            <p:cNvSpPr/>
            <p:nvPr/>
          </p:nvSpPr>
          <p:spPr>
            <a:xfrm>
              <a:off x="4393996" y="2885480"/>
              <a:ext cx="2102788" cy="280497"/>
            </a:xfrm>
            <a:prstGeom prst="roundRect">
              <a:avLst/>
            </a:prstGeom>
            <a:solidFill>
              <a:srgbClr val="EDEDED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Linear Projection</a:t>
              </a:r>
              <a:endPara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39" name="直接箭头连接符 1238">
              <a:extLst>
                <a:ext uri="{FF2B5EF4-FFF2-40B4-BE49-F238E27FC236}">
                  <a16:creationId xmlns:a16="http://schemas.microsoft.com/office/drawing/2014/main" id="{DE1E9084-07C6-4938-8FD5-D58564AD4098}"/>
                </a:ext>
              </a:extLst>
            </p:cNvPr>
            <p:cNvCxnSpPr>
              <a:cxnSpLocks/>
            </p:cNvCxnSpPr>
            <p:nvPr/>
          </p:nvCxnSpPr>
          <p:spPr>
            <a:xfrm>
              <a:off x="4255579" y="3611243"/>
              <a:ext cx="24427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0" name="直接箭头连接符 1239">
              <a:extLst>
                <a:ext uri="{FF2B5EF4-FFF2-40B4-BE49-F238E27FC236}">
                  <a16:creationId xmlns:a16="http://schemas.microsoft.com/office/drawing/2014/main" id="{D1A16E6E-3E56-E6BE-FECF-9EAC23BD9968}"/>
                </a:ext>
              </a:extLst>
            </p:cNvPr>
            <p:cNvCxnSpPr>
              <a:cxnSpLocks/>
              <a:stCxn id="1237" idx="0"/>
            </p:cNvCxnSpPr>
            <p:nvPr/>
          </p:nvCxnSpPr>
          <p:spPr>
            <a:xfrm flipH="1" flipV="1">
              <a:off x="6212071" y="3169072"/>
              <a:ext cx="4" cy="28531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1" name="直接箭头连接符 1240">
              <a:extLst>
                <a:ext uri="{FF2B5EF4-FFF2-40B4-BE49-F238E27FC236}">
                  <a16:creationId xmlns:a16="http://schemas.microsoft.com/office/drawing/2014/main" id="{BC5694D5-1F32-2850-AD84-4A1CC11661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08020" y="2747972"/>
              <a:ext cx="0" cy="13904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2" name="直接箭头连接符 1241">
              <a:extLst>
                <a:ext uri="{FF2B5EF4-FFF2-40B4-BE49-F238E27FC236}">
                  <a16:creationId xmlns:a16="http://schemas.microsoft.com/office/drawing/2014/main" id="{60A26780-0DB0-8779-BED4-4FE552B8D3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06690" y="2739572"/>
              <a:ext cx="0" cy="139043"/>
            </a:xfrm>
            <a:prstGeom prst="straightConnector1">
              <a:avLst/>
            </a:prstGeom>
            <a:ln w="19050">
              <a:solidFill>
                <a:srgbClr val="00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3" name="文本框 1242">
              <a:extLst>
                <a:ext uri="{FF2B5EF4-FFF2-40B4-BE49-F238E27FC236}">
                  <a16:creationId xmlns:a16="http://schemas.microsoft.com/office/drawing/2014/main" id="{DF97E556-91CD-BF62-7F4A-9538D8D60E07}"/>
                </a:ext>
              </a:extLst>
            </p:cNvPr>
            <p:cNvSpPr txBox="1"/>
            <p:nvPr/>
          </p:nvSpPr>
          <p:spPr>
            <a:xfrm>
              <a:off x="5885487" y="2466260"/>
              <a:ext cx="349328" cy="2504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13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44" name="矩形: 圆角 1243">
              <a:extLst>
                <a:ext uri="{FF2B5EF4-FFF2-40B4-BE49-F238E27FC236}">
                  <a16:creationId xmlns:a16="http://schemas.microsoft.com/office/drawing/2014/main" id="{4015CC71-EE74-7AB2-8542-21794B34B603}"/>
                </a:ext>
              </a:extLst>
            </p:cNvPr>
            <p:cNvSpPr/>
            <p:nvPr/>
          </p:nvSpPr>
          <p:spPr>
            <a:xfrm>
              <a:off x="2584137" y="1922474"/>
              <a:ext cx="3954760" cy="342300"/>
            </a:xfrm>
            <a:prstGeom prst="roundRect">
              <a:avLst>
                <a:gd name="adj" fmla="val 24850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Transformer    Layer</a:t>
              </a:r>
              <a:endPara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45" name="矩形: 圆角 1244">
              <a:extLst>
                <a:ext uri="{FF2B5EF4-FFF2-40B4-BE49-F238E27FC236}">
                  <a16:creationId xmlns:a16="http://schemas.microsoft.com/office/drawing/2014/main" id="{9A736E75-D809-AB0D-ECB9-D892DB247668}"/>
                </a:ext>
              </a:extLst>
            </p:cNvPr>
            <p:cNvSpPr/>
            <p:nvPr/>
          </p:nvSpPr>
          <p:spPr>
            <a:xfrm>
              <a:off x="2584136" y="1245311"/>
              <a:ext cx="3955011" cy="342300"/>
            </a:xfrm>
            <a:prstGeom prst="roundRect">
              <a:avLst>
                <a:gd name="adj" fmla="val 24850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Transformer    Layer</a:t>
              </a:r>
              <a:endPara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46" name="直接箭头连接符 1245">
              <a:extLst>
                <a:ext uri="{FF2B5EF4-FFF2-40B4-BE49-F238E27FC236}">
                  <a16:creationId xmlns:a16="http://schemas.microsoft.com/office/drawing/2014/main" id="{F7A6A951-93FC-BDC3-DE0C-9351146530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1634" y="1593855"/>
              <a:ext cx="0" cy="3348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7" name="文本框 1246">
              <a:extLst>
                <a:ext uri="{FF2B5EF4-FFF2-40B4-BE49-F238E27FC236}">
                  <a16:creationId xmlns:a16="http://schemas.microsoft.com/office/drawing/2014/main" id="{4F4CF2A4-4491-F48A-0857-AB8817BDA86F}"/>
                </a:ext>
              </a:extLst>
            </p:cNvPr>
            <p:cNvSpPr txBox="1"/>
            <p:nvPr/>
          </p:nvSpPr>
          <p:spPr>
            <a:xfrm rot="5400000">
              <a:off x="3371217" y="1593047"/>
              <a:ext cx="458707" cy="3511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+mn-ea"/>
                </a:rPr>
                <a:t>…</a:t>
              </a:r>
            </a:p>
          </p:txBody>
        </p:sp>
        <p:sp>
          <p:nvSpPr>
            <p:cNvPr id="1248" name="矩形: 圆角 1247">
              <a:extLst>
                <a:ext uri="{FF2B5EF4-FFF2-40B4-BE49-F238E27FC236}">
                  <a16:creationId xmlns:a16="http://schemas.microsoft.com/office/drawing/2014/main" id="{6FAEA0EB-CA55-CFBB-BD22-CDFEB96F2691}"/>
                </a:ext>
              </a:extLst>
            </p:cNvPr>
            <p:cNvSpPr/>
            <p:nvPr/>
          </p:nvSpPr>
          <p:spPr>
            <a:xfrm>
              <a:off x="2699029" y="173277"/>
              <a:ext cx="1436240" cy="457449"/>
            </a:xfrm>
            <a:prstGeom prst="roundRect">
              <a:avLst/>
            </a:prstGeom>
            <a:solidFill>
              <a:srgbClr val="F8ECFE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Scenario-Aware Identity Loss</a:t>
              </a:r>
              <a:endPara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49" name="直接箭头连接符 1248">
              <a:extLst>
                <a:ext uri="{FF2B5EF4-FFF2-40B4-BE49-F238E27FC236}">
                  <a16:creationId xmlns:a16="http://schemas.microsoft.com/office/drawing/2014/main" id="{F7693195-C2C2-6965-F151-42FDE38AF9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47973" y="634272"/>
              <a:ext cx="0" cy="20975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0" name="矩形: 圆角 1249">
              <a:extLst>
                <a:ext uri="{FF2B5EF4-FFF2-40B4-BE49-F238E27FC236}">
                  <a16:creationId xmlns:a16="http://schemas.microsoft.com/office/drawing/2014/main" id="{CACB162D-6684-D650-F46F-F4583A8D9BD1}"/>
                </a:ext>
              </a:extLst>
            </p:cNvPr>
            <p:cNvSpPr/>
            <p:nvPr/>
          </p:nvSpPr>
          <p:spPr>
            <a:xfrm>
              <a:off x="9094147" y="156581"/>
              <a:ext cx="2652105" cy="1705783"/>
            </a:xfrm>
            <a:prstGeom prst="roundRect">
              <a:avLst>
                <a:gd name="adj" fmla="val 12462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accent4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51" name="矩形: 圆角 1250">
              <a:extLst>
                <a:ext uri="{FF2B5EF4-FFF2-40B4-BE49-F238E27FC236}">
                  <a16:creationId xmlns:a16="http://schemas.microsoft.com/office/drawing/2014/main" id="{DAFFF868-09FA-053F-3265-F3BD718F6E84}"/>
                </a:ext>
              </a:extLst>
            </p:cNvPr>
            <p:cNvSpPr/>
            <p:nvPr/>
          </p:nvSpPr>
          <p:spPr>
            <a:xfrm>
              <a:off x="9939538" y="269711"/>
              <a:ext cx="736032" cy="253755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Gating</a:t>
              </a:r>
              <a:endPara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52" name="流程图: 汇总连接 1251">
              <a:extLst>
                <a:ext uri="{FF2B5EF4-FFF2-40B4-BE49-F238E27FC236}">
                  <a16:creationId xmlns:a16="http://schemas.microsoft.com/office/drawing/2014/main" id="{04D3F601-3425-1DD7-3CC8-098423D90CE4}"/>
                </a:ext>
              </a:extLst>
            </p:cNvPr>
            <p:cNvSpPr/>
            <p:nvPr/>
          </p:nvSpPr>
          <p:spPr>
            <a:xfrm rot="2705619">
              <a:off x="10983127" y="1114832"/>
              <a:ext cx="173261" cy="173261"/>
            </a:xfrm>
            <a:prstGeom prst="flowChartSummingJunction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cxnSp>
          <p:nvCxnSpPr>
            <p:cNvPr id="1253" name="直接箭头连接符 1252">
              <a:extLst>
                <a:ext uri="{FF2B5EF4-FFF2-40B4-BE49-F238E27FC236}">
                  <a16:creationId xmlns:a16="http://schemas.microsoft.com/office/drawing/2014/main" id="{9F4EE3FD-CEF7-5F3E-57BD-46C2724ABDAE}"/>
                </a:ext>
              </a:extLst>
            </p:cNvPr>
            <p:cNvCxnSpPr>
              <a:cxnSpLocks/>
              <a:stCxn id="1252" idx="7"/>
              <a:endCxn id="1258" idx="2"/>
            </p:cNvCxnSpPr>
            <p:nvPr/>
          </p:nvCxnSpPr>
          <p:spPr>
            <a:xfrm>
              <a:off x="11156389" y="1201604"/>
              <a:ext cx="183743" cy="844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4" name="文本框 1253">
              <a:extLst>
                <a:ext uri="{FF2B5EF4-FFF2-40B4-BE49-F238E27FC236}">
                  <a16:creationId xmlns:a16="http://schemas.microsoft.com/office/drawing/2014/main" id="{54A669C4-5C50-6AFC-4AEE-BA6D23943FC0}"/>
                </a:ext>
              </a:extLst>
            </p:cNvPr>
            <p:cNvSpPr txBox="1"/>
            <p:nvPr/>
          </p:nvSpPr>
          <p:spPr>
            <a:xfrm rot="16200000">
              <a:off x="9473453" y="1039500"/>
              <a:ext cx="626904" cy="2888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Select  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55" name="矩形: 圆角 1254">
              <a:extLst>
                <a:ext uri="{FF2B5EF4-FFF2-40B4-BE49-F238E27FC236}">
                  <a16:creationId xmlns:a16="http://schemas.microsoft.com/office/drawing/2014/main" id="{2A4EC1FA-A87C-2362-0B69-8C66F253950E}"/>
                </a:ext>
              </a:extLst>
            </p:cNvPr>
            <p:cNvSpPr/>
            <p:nvPr/>
          </p:nvSpPr>
          <p:spPr>
            <a:xfrm rot="5400000">
              <a:off x="9230481" y="1070057"/>
              <a:ext cx="141815" cy="264780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56" name="矩形: 圆角 1255">
              <a:extLst>
                <a:ext uri="{FF2B5EF4-FFF2-40B4-BE49-F238E27FC236}">
                  <a16:creationId xmlns:a16="http://schemas.microsoft.com/office/drawing/2014/main" id="{A00E79B9-B957-FE8F-E08E-49A442E9868A}"/>
                </a:ext>
              </a:extLst>
            </p:cNvPr>
            <p:cNvSpPr/>
            <p:nvPr/>
          </p:nvSpPr>
          <p:spPr>
            <a:xfrm rot="5400000">
              <a:off x="9228335" y="1342334"/>
              <a:ext cx="141815" cy="264780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57" name="矩形: 圆角 1256">
              <a:extLst>
                <a:ext uri="{FF2B5EF4-FFF2-40B4-BE49-F238E27FC236}">
                  <a16:creationId xmlns:a16="http://schemas.microsoft.com/office/drawing/2014/main" id="{B81F12E0-C219-9E78-B22B-9446C3F43EF5}"/>
                </a:ext>
              </a:extLst>
            </p:cNvPr>
            <p:cNvSpPr/>
            <p:nvPr/>
          </p:nvSpPr>
          <p:spPr>
            <a:xfrm rot="5400000">
              <a:off x="9228808" y="798915"/>
              <a:ext cx="141815" cy="264780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58" name="矩形: 圆角 1257">
              <a:extLst>
                <a:ext uri="{FF2B5EF4-FFF2-40B4-BE49-F238E27FC236}">
                  <a16:creationId xmlns:a16="http://schemas.microsoft.com/office/drawing/2014/main" id="{7C869572-5265-E6CA-24E5-37915B2854E8}"/>
                </a:ext>
              </a:extLst>
            </p:cNvPr>
            <p:cNvSpPr/>
            <p:nvPr/>
          </p:nvSpPr>
          <p:spPr>
            <a:xfrm rot="5400000">
              <a:off x="11401614" y="1070057"/>
              <a:ext cx="141815" cy="264780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59" name="矩形: 圆角 1258">
              <a:extLst>
                <a:ext uri="{FF2B5EF4-FFF2-40B4-BE49-F238E27FC236}">
                  <a16:creationId xmlns:a16="http://schemas.microsoft.com/office/drawing/2014/main" id="{AA78460D-B34B-67BB-4498-A23FD00711D0}"/>
                </a:ext>
              </a:extLst>
            </p:cNvPr>
            <p:cNvSpPr/>
            <p:nvPr/>
          </p:nvSpPr>
          <p:spPr>
            <a:xfrm rot="5400000">
              <a:off x="11399468" y="1342334"/>
              <a:ext cx="141815" cy="264780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60" name="矩形: 圆角 1259">
              <a:extLst>
                <a:ext uri="{FF2B5EF4-FFF2-40B4-BE49-F238E27FC236}">
                  <a16:creationId xmlns:a16="http://schemas.microsoft.com/office/drawing/2014/main" id="{E42BB1AE-557C-A5A8-A2AC-E2DA57A8F12A}"/>
                </a:ext>
              </a:extLst>
            </p:cNvPr>
            <p:cNvSpPr/>
            <p:nvPr/>
          </p:nvSpPr>
          <p:spPr>
            <a:xfrm rot="5400000">
              <a:off x="11399941" y="798915"/>
              <a:ext cx="141815" cy="264780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61" name="矩形: 圆角 1260">
              <a:extLst>
                <a:ext uri="{FF2B5EF4-FFF2-40B4-BE49-F238E27FC236}">
                  <a16:creationId xmlns:a16="http://schemas.microsoft.com/office/drawing/2014/main" id="{5F012B35-5A29-FBEA-0409-A3872F1F85C9}"/>
                </a:ext>
              </a:extLst>
            </p:cNvPr>
            <p:cNvSpPr/>
            <p:nvPr/>
          </p:nvSpPr>
          <p:spPr>
            <a:xfrm>
              <a:off x="9917814" y="584429"/>
              <a:ext cx="810966" cy="1218273"/>
            </a:xfrm>
            <a:prstGeom prst="roundRect">
              <a:avLst>
                <a:gd name="adj" fmla="val 10102"/>
              </a:avLst>
            </a:prstGeom>
            <a:noFill/>
            <a:ln w="19050">
              <a:solidFill>
                <a:srgbClr val="C00000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62" name="文本框 1261">
              <a:extLst>
                <a:ext uri="{FF2B5EF4-FFF2-40B4-BE49-F238E27FC236}">
                  <a16:creationId xmlns:a16="http://schemas.microsoft.com/office/drawing/2014/main" id="{3DB66C4E-0A82-0559-153C-4D676BDFA717}"/>
                </a:ext>
              </a:extLst>
            </p:cNvPr>
            <p:cNvSpPr txBox="1"/>
            <p:nvPr/>
          </p:nvSpPr>
          <p:spPr>
            <a:xfrm>
              <a:off x="10772107" y="115393"/>
              <a:ext cx="944686" cy="4730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Weighted</a:t>
              </a:r>
            </a:p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sum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63" name="直接箭头连接符 1262">
              <a:extLst>
                <a:ext uri="{FF2B5EF4-FFF2-40B4-BE49-F238E27FC236}">
                  <a16:creationId xmlns:a16="http://schemas.microsoft.com/office/drawing/2014/main" id="{5ECC2504-EE54-3A88-6A81-411614E269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09334" y="3172514"/>
              <a:ext cx="4" cy="28531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4" name="文本框 1263">
              <a:extLst>
                <a:ext uri="{FF2B5EF4-FFF2-40B4-BE49-F238E27FC236}">
                  <a16:creationId xmlns:a16="http://schemas.microsoft.com/office/drawing/2014/main" id="{FE50D147-3B76-7C71-85CD-A53198843F31}"/>
                </a:ext>
              </a:extLst>
            </p:cNvPr>
            <p:cNvSpPr txBox="1"/>
            <p:nvPr/>
          </p:nvSpPr>
          <p:spPr>
            <a:xfrm>
              <a:off x="5678569" y="3426918"/>
              <a:ext cx="380440" cy="3339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+mn-ea"/>
                </a:rPr>
                <a:t>…</a:t>
              </a:r>
            </a:p>
          </p:txBody>
        </p:sp>
        <p:sp>
          <p:nvSpPr>
            <p:cNvPr id="1265" name="矩形: 圆角 1264">
              <a:extLst>
                <a:ext uri="{FF2B5EF4-FFF2-40B4-BE49-F238E27FC236}">
                  <a16:creationId xmlns:a16="http://schemas.microsoft.com/office/drawing/2014/main" id="{335734CE-236F-69DA-5CD9-04F10812F9E9}"/>
                </a:ext>
              </a:extLst>
            </p:cNvPr>
            <p:cNvSpPr/>
            <p:nvPr/>
          </p:nvSpPr>
          <p:spPr>
            <a:xfrm>
              <a:off x="2635505" y="2483511"/>
              <a:ext cx="141815" cy="264780"/>
            </a:xfrm>
            <a:prstGeom prst="roundRect">
              <a:avLst>
                <a:gd name="adj" fmla="val 50000"/>
              </a:avLst>
            </a:prstGeom>
            <a:solidFill>
              <a:srgbClr val="EDEDE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CN" alt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66" name="直接箭头连接符 1265">
              <a:extLst>
                <a:ext uri="{FF2B5EF4-FFF2-40B4-BE49-F238E27FC236}">
                  <a16:creationId xmlns:a16="http://schemas.microsoft.com/office/drawing/2014/main" id="{251C14B8-C6C8-7CF1-2D4E-43DA031782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48224" y="2273343"/>
              <a:ext cx="0" cy="20975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7" name="矩形: 圆角 1266">
              <a:extLst>
                <a:ext uri="{FF2B5EF4-FFF2-40B4-BE49-F238E27FC236}">
                  <a16:creationId xmlns:a16="http://schemas.microsoft.com/office/drawing/2014/main" id="{9123A0B7-07EE-0055-2181-9C6A94919980}"/>
                </a:ext>
              </a:extLst>
            </p:cNvPr>
            <p:cNvSpPr/>
            <p:nvPr/>
          </p:nvSpPr>
          <p:spPr>
            <a:xfrm>
              <a:off x="2777321" y="2483511"/>
              <a:ext cx="141815" cy="264780"/>
            </a:xfrm>
            <a:prstGeom prst="roundRect">
              <a:avLst>
                <a:gd name="adj" fmla="val 50000"/>
              </a:avLst>
            </a:prstGeom>
            <a:solidFill>
              <a:srgbClr val="DEEBF7"/>
            </a:solidFill>
            <a:ln w="127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zh-CN" alt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68" name="矩形: 圆角 1267">
              <a:extLst>
                <a:ext uri="{FF2B5EF4-FFF2-40B4-BE49-F238E27FC236}">
                  <a16:creationId xmlns:a16="http://schemas.microsoft.com/office/drawing/2014/main" id="{36BC3C71-5ADC-6865-221A-823D3E5C92C0}"/>
                </a:ext>
              </a:extLst>
            </p:cNvPr>
            <p:cNvSpPr/>
            <p:nvPr/>
          </p:nvSpPr>
          <p:spPr>
            <a:xfrm>
              <a:off x="3015842" y="2483511"/>
              <a:ext cx="141815" cy="264780"/>
            </a:xfrm>
            <a:prstGeom prst="roundRect">
              <a:avLst>
                <a:gd name="adj" fmla="val 50000"/>
              </a:avLst>
            </a:prstGeom>
            <a:solidFill>
              <a:srgbClr val="EDEDE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69" name="直接箭头连接符 1268">
              <a:extLst>
                <a:ext uri="{FF2B5EF4-FFF2-40B4-BE49-F238E27FC236}">
                  <a16:creationId xmlns:a16="http://schemas.microsoft.com/office/drawing/2014/main" id="{36AE7C0C-8E8E-6407-4554-C334A6804D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28561" y="2273343"/>
              <a:ext cx="0" cy="20975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0" name="矩形: 圆角 1269">
              <a:extLst>
                <a:ext uri="{FF2B5EF4-FFF2-40B4-BE49-F238E27FC236}">
                  <a16:creationId xmlns:a16="http://schemas.microsoft.com/office/drawing/2014/main" id="{7A2ABD5A-9D48-7999-53D6-F2A8F5CCCED9}"/>
                </a:ext>
              </a:extLst>
            </p:cNvPr>
            <p:cNvSpPr/>
            <p:nvPr/>
          </p:nvSpPr>
          <p:spPr>
            <a:xfrm>
              <a:off x="3157658" y="2483511"/>
              <a:ext cx="141815" cy="264780"/>
            </a:xfrm>
            <a:prstGeom prst="roundRect">
              <a:avLst>
                <a:gd name="adj" fmla="val 50000"/>
              </a:avLst>
            </a:prstGeom>
            <a:solidFill>
              <a:srgbClr val="DEEBF7"/>
            </a:solidFill>
            <a:ln w="127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zh-CN" alt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71" name="矩形: 圆角 1270">
              <a:extLst>
                <a:ext uri="{FF2B5EF4-FFF2-40B4-BE49-F238E27FC236}">
                  <a16:creationId xmlns:a16="http://schemas.microsoft.com/office/drawing/2014/main" id="{96E1145B-224F-B7B8-D916-5D23EDFD7ECE}"/>
                </a:ext>
              </a:extLst>
            </p:cNvPr>
            <p:cNvSpPr/>
            <p:nvPr/>
          </p:nvSpPr>
          <p:spPr>
            <a:xfrm>
              <a:off x="3782280" y="2480339"/>
              <a:ext cx="141815" cy="264780"/>
            </a:xfrm>
            <a:prstGeom prst="roundRect">
              <a:avLst>
                <a:gd name="adj" fmla="val 50000"/>
              </a:avLst>
            </a:prstGeom>
            <a:solidFill>
              <a:srgbClr val="EDEDE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CN" alt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72" name="直接箭头连接符 1271">
              <a:extLst>
                <a:ext uri="{FF2B5EF4-FFF2-40B4-BE49-F238E27FC236}">
                  <a16:creationId xmlns:a16="http://schemas.microsoft.com/office/drawing/2014/main" id="{5434CECB-4C25-0361-CDBB-7C7FBA463D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94999" y="2273346"/>
              <a:ext cx="0" cy="20975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3" name="矩形: 圆角 1272">
              <a:extLst>
                <a:ext uri="{FF2B5EF4-FFF2-40B4-BE49-F238E27FC236}">
                  <a16:creationId xmlns:a16="http://schemas.microsoft.com/office/drawing/2014/main" id="{DCF8581D-EFD1-02BF-C5A8-7BC78C881240}"/>
                </a:ext>
              </a:extLst>
            </p:cNvPr>
            <p:cNvSpPr/>
            <p:nvPr/>
          </p:nvSpPr>
          <p:spPr>
            <a:xfrm>
              <a:off x="3924096" y="2480339"/>
              <a:ext cx="141815" cy="264780"/>
            </a:xfrm>
            <a:prstGeom prst="roundRect">
              <a:avLst>
                <a:gd name="adj" fmla="val 50000"/>
              </a:avLst>
            </a:prstGeom>
            <a:solidFill>
              <a:srgbClr val="DEEBF7"/>
            </a:solidFill>
            <a:ln w="127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74" name="梯形 1273">
              <a:extLst>
                <a:ext uri="{FF2B5EF4-FFF2-40B4-BE49-F238E27FC236}">
                  <a16:creationId xmlns:a16="http://schemas.microsoft.com/office/drawing/2014/main" id="{48EC5E41-547C-B4D9-796D-C84D0F7F9E0A}"/>
                </a:ext>
              </a:extLst>
            </p:cNvPr>
            <p:cNvSpPr/>
            <p:nvPr/>
          </p:nvSpPr>
          <p:spPr>
            <a:xfrm>
              <a:off x="2699029" y="839558"/>
              <a:ext cx="297889" cy="183208"/>
            </a:xfrm>
            <a:prstGeom prst="trapezoid">
              <a:avLst>
                <a:gd name="adj" fmla="val 0"/>
              </a:avLst>
            </a:prstGeom>
            <a:solidFill>
              <a:srgbClr val="C5B7D8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275" name="梯形 1274">
              <a:extLst>
                <a:ext uri="{FF2B5EF4-FFF2-40B4-BE49-F238E27FC236}">
                  <a16:creationId xmlns:a16="http://schemas.microsoft.com/office/drawing/2014/main" id="{C79CF3B9-CED1-5304-5DB8-CDB57603B196}"/>
                </a:ext>
              </a:extLst>
            </p:cNvPr>
            <p:cNvSpPr/>
            <p:nvPr/>
          </p:nvSpPr>
          <p:spPr>
            <a:xfrm>
              <a:off x="3080855" y="839558"/>
              <a:ext cx="297889" cy="183208"/>
            </a:xfrm>
            <a:prstGeom prst="trapezoid">
              <a:avLst>
                <a:gd name="adj" fmla="val 0"/>
              </a:avLst>
            </a:prstGeom>
            <a:solidFill>
              <a:srgbClr val="C5B7D8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276" name="梯形 1275">
              <a:extLst>
                <a:ext uri="{FF2B5EF4-FFF2-40B4-BE49-F238E27FC236}">
                  <a16:creationId xmlns:a16="http://schemas.microsoft.com/office/drawing/2014/main" id="{6768DC18-59F6-9366-EC61-5E73D415DF76}"/>
                </a:ext>
              </a:extLst>
            </p:cNvPr>
            <p:cNvSpPr/>
            <p:nvPr/>
          </p:nvSpPr>
          <p:spPr>
            <a:xfrm>
              <a:off x="3844507" y="839558"/>
              <a:ext cx="297889" cy="183208"/>
            </a:xfrm>
            <a:prstGeom prst="trapezoid">
              <a:avLst>
                <a:gd name="adj" fmla="val 0"/>
              </a:avLst>
            </a:prstGeom>
            <a:solidFill>
              <a:srgbClr val="C5B7D8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cxnSp>
          <p:nvCxnSpPr>
            <p:cNvPr id="1277" name="直接箭头连接符 1276">
              <a:extLst>
                <a:ext uri="{FF2B5EF4-FFF2-40B4-BE49-F238E27FC236}">
                  <a16:creationId xmlns:a16="http://schemas.microsoft.com/office/drawing/2014/main" id="{7CFF0DF7-DD10-00FC-A96D-0F7E091592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29799" y="634272"/>
              <a:ext cx="0" cy="20975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8" name="直接箭头连接符 1277">
              <a:extLst>
                <a:ext uri="{FF2B5EF4-FFF2-40B4-BE49-F238E27FC236}">
                  <a16:creationId xmlns:a16="http://schemas.microsoft.com/office/drawing/2014/main" id="{94EE58D6-F3C8-0AC0-426F-9ABB7DE090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93451" y="634272"/>
              <a:ext cx="0" cy="20975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79" name="组合 1278">
              <a:extLst>
                <a:ext uri="{FF2B5EF4-FFF2-40B4-BE49-F238E27FC236}">
                  <a16:creationId xmlns:a16="http://schemas.microsoft.com/office/drawing/2014/main" id="{AF0ED389-9736-7F41-7AE0-F09CE5FBE84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498112" y="2843230"/>
              <a:ext cx="740487" cy="1539387"/>
              <a:chOff x="2071209" y="6264294"/>
              <a:chExt cx="740412" cy="1539237"/>
            </a:xfrm>
          </p:grpSpPr>
          <p:pic>
            <p:nvPicPr>
              <p:cNvPr id="1447" name="图片 1446">
                <a:extLst>
                  <a:ext uri="{FF2B5EF4-FFF2-40B4-BE49-F238E27FC236}">
                    <a16:creationId xmlns:a16="http://schemas.microsoft.com/office/drawing/2014/main" id="{19E4E568-BF16-2E83-6FEE-92D541B44F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71211" y="6264294"/>
                <a:ext cx="352425" cy="352425"/>
              </a:xfrm>
              <a:prstGeom prst="rect">
                <a:avLst/>
              </a:prstGeom>
            </p:spPr>
          </p:pic>
          <p:pic>
            <p:nvPicPr>
              <p:cNvPr id="1448" name="图片 1447">
                <a:extLst>
                  <a:ext uri="{FF2B5EF4-FFF2-40B4-BE49-F238E27FC236}">
                    <a16:creationId xmlns:a16="http://schemas.microsoft.com/office/drawing/2014/main" id="{E8E6B1D1-10D7-80DC-0093-F8CAEBD08A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59196" y="6264294"/>
                <a:ext cx="352425" cy="352425"/>
              </a:xfrm>
              <a:prstGeom prst="rect">
                <a:avLst/>
              </a:prstGeom>
            </p:spPr>
          </p:pic>
          <p:pic>
            <p:nvPicPr>
              <p:cNvPr id="1449" name="图片 1448">
                <a:extLst>
                  <a:ext uri="{FF2B5EF4-FFF2-40B4-BE49-F238E27FC236}">
                    <a16:creationId xmlns:a16="http://schemas.microsoft.com/office/drawing/2014/main" id="{E3253A9B-AF29-7501-A927-5785EFC2BB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71210" y="6659897"/>
                <a:ext cx="352425" cy="352425"/>
              </a:xfrm>
              <a:prstGeom prst="rect">
                <a:avLst/>
              </a:prstGeom>
            </p:spPr>
          </p:pic>
          <p:pic>
            <p:nvPicPr>
              <p:cNvPr id="1450" name="图片 1449">
                <a:extLst>
                  <a:ext uri="{FF2B5EF4-FFF2-40B4-BE49-F238E27FC236}">
                    <a16:creationId xmlns:a16="http://schemas.microsoft.com/office/drawing/2014/main" id="{037AE176-8CAE-13B9-5977-3DA1FCB334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59196" y="6659897"/>
                <a:ext cx="352425" cy="352425"/>
              </a:xfrm>
              <a:prstGeom prst="rect">
                <a:avLst/>
              </a:prstGeom>
            </p:spPr>
          </p:pic>
          <p:pic>
            <p:nvPicPr>
              <p:cNvPr id="1451" name="图片 1450">
                <a:extLst>
                  <a:ext uri="{FF2B5EF4-FFF2-40B4-BE49-F238E27FC236}">
                    <a16:creationId xmlns:a16="http://schemas.microsoft.com/office/drawing/2014/main" id="{51650017-E09A-6D4E-598B-8B9113664E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71210" y="7055501"/>
                <a:ext cx="352425" cy="352425"/>
              </a:xfrm>
              <a:prstGeom prst="rect">
                <a:avLst/>
              </a:prstGeom>
            </p:spPr>
          </p:pic>
          <p:pic>
            <p:nvPicPr>
              <p:cNvPr id="1452" name="图片 1451">
                <a:extLst>
                  <a:ext uri="{FF2B5EF4-FFF2-40B4-BE49-F238E27FC236}">
                    <a16:creationId xmlns:a16="http://schemas.microsoft.com/office/drawing/2014/main" id="{0AE5FC93-9080-2AAF-3376-89E4907C0B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59195" y="7055500"/>
                <a:ext cx="352425" cy="352425"/>
              </a:xfrm>
              <a:prstGeom prst="rect">
                <a:avLst/>
              </a:prstGeom>
            </p:spPr>
          </p:pic>
          <p:pic>
            <p:nvPicPr>
              <p:cNvPr id="1453" name="图片 1452">
                <a:extLst>
                  <a:ext uri="{FF2B5EF4-FFF2-40B4-BE49-F238E27FC236}">
                    <a16:creationId xmlns:a16="http://schemas.microsoft.com/office/drawing/2014/main" id="{3B38F5FE-862D-BC6C-ADB5-60A56D719D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71209" y="7451106"/>
                <a:ext cx="352425" cy="352425"/>
              </a:xfrm>
              <a:prstGeom prst="rect">
                <a:avLst/>
              </a:prstGeom>
            </p:spPr>
          </p:pic>
          <p:pic>
            <p:nvPicPr>
              <p:cNvPr id="1454" name="图片 1453">
                <a:extLst>
                  <a:ext uri="{FF2B5EF4-FFF2-40B4-BE49-F238E27FC236}">
                    <a16:creationId xmlns:a16="http://schemas.microsoft.com/office/drawing/2014/main" id="{A0E60409-B917-A300-7B6E-FAEA0A711A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59195" y="7451106"/>
                <a:ext cx="352425" cy="352425"/>
              </a:xfrm>
              <a:prstGeom prst="rect">
                <a:avLst/>
              </a:prstGeom>
            </p:spPr>
          </p:pic>
        </p:grpSp>
        <p:sp>
          <p:nvSpPr>
            <p:cNvPr id="1280" name="文本框 1279">
              <a:extLst>
                <a:ext uri="{FF2B5EF4-FFF2-40B4-BE49-F238E27FC236}">
                  <a16:creationId xmlns:a16="http://schemas.microsoft.com/office/drawing/2014/main" id="{BF7167B1-64D9-1A02-AEC7-A54F9DE3445E}"/>
                </a:ext>
              </a:extLst>
            </p:cNvPr>
            <p:cNvSpPr txBox="1"/>
            <p:nvPr/>
          </p:nvSpPr>
          <p:spPr>
            <a:xfrm>
              <a:off x="3350020" y="2424053"/>
              <a:ext cx="380440" cy="3339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+mn-ea"/>
                </a:rPr>
                <a:t>…</a:t>
              </a:r>
            </a:p>
          </p:txBody>
        </p:sp>
        <p:sp>
          <p:nvSpPr>
            <p:cNvPr id="1281" name="文本框 1280">
              <a:extLst>
                <a:ext uri="{FF2B5EF4-FFF2-40B4-BE49-F238E27FC236}">
                  <a16:creationId xmlns:a16="http://schemas.microsoft.com/office/drawing/2014/main" id="{CEF56E91-F7C3-B3DB-8BEE-630B135ADD9F}"/>
                </a:ext>
              </a:extLst>
            </p:cNvPr>
            <p:cNvSpPr txBox="1"/>
            <p:nvPr/>
          </p:nvSpPr>
          <p:spPr>
            <a:xfrm>
              <a:off x="3394598" y="734868"/>
              <a:ext cx="380440" cy="3339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+mn-ea"/>
                </a:rPr>
                <a:t>…</a:t>
              </a:r>
            </a:p>
          </p:txBody>
        </p:sp>
        <p:sp>
          <p:nvSpPr>
            <p:cNvPr id="1282" name="矩形: 圆角 1281">
              <a:extLst>
                <a:ext uri="{FF2B5EF4-FFF2-40B4-BE49-F238E27FC236}">
                  <a16:creationId xmlns:a16="http://schemas.microsoft.com/office/drawing/2014/main" id="{6FA3BA7C-307F-4474-D9C8-491169CF64EF}"/>
                </a:ext>
              </a:extLst>
            </p:cNvPr>
            <p:cNvSpPr/>
            <p:nvPr/>
          </p:nvSpPr>
          <p:spPr>
            <a:xfrm>
              <a:off x="4499850" y="2478647"/>
              <a:ext cx="141815" cy="264780"/>
            </a:xfrm>
            <a:prstGeom prst="roundRect">
              <a:avLst>
                <a:gd name="adj" fmla="val 50000"/>
              </a:avLst>
            </a:prstGeom>
            <a:solidFill>
              <a:srgbClr val="EDEDE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CN" alt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83" name="直接箭头连接符 1282">
              <a:extLst>
                <a:ext uri="{FF2B5EF4-FFF2-40B4-BE49-F238E27FC236}">
                  <a16:creationId xmlns:a16="http://schemas.microsoft.com/office/drawing/2014/main" id="{09731EB4-83B2-55EE-9C53-9FC0E200F4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2569" y="2271654"/>
              <a:ext cx="0" cy="20975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4" name="矩形: 圆角 1283">
              <a:extLst>
                <a:ext uri="{FF2B5EF4-FFF2-40B4-BE49-F238E27FC236}">
                  <a16:creationId xmlns:a16="http://schemas.microsoft.com/office/drawing/2014/main" id="{76363FD7-CCEC-F3B0-F478-2942776FF4B2}"/>
                </a:ext>
              </a:extLst>
            </p:cNvPr>
            <p:cNvSpPr/>
            <p:nvPr/>
          </p:nvSpPr>
          <p:spPr>
            <a:xfrm>
              <a:off x="4641666" y="2478647"/>
              <a:ext cx="141815" cy="264780"/>
            </a:xfrm>
            <a:prstGeom prst="roundRect">
              <a:avLst>
                <a:gd name="adj" fmla="val 50000"/>
              </a:avLst>
            </a:prstGeom>
            <a:solidFill>
              <a:srgbClr val="E2F0D9"/>
            </a:solidFill>
            <a:ln w="12700">
              <a:solidFill>
                <a:srgbClr val="54823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85" name="矩形: 圆角 1284">
              <a:extLst>
                <a:ext uri="{FF2B5EF4-FFF2-40B4-BE49-F238E27FC236}">
                  <a16:creationId xmlns:a16="http://schemas.microsoft.com/office/drawing/2014/main" id="{A8527041-E908-F2DD-CD75-EFFD18A07779}"/>
                </a:ext>
              </a:extLst>
            </p:cNvPr>
            <p:cNvSpPr/>
            <p:nvPr/>
          </p:nvSpPr>
          <p:spPr>
            <a:xfrm>
              <a:off x="4886537" y="2478647"/>
              <a:ext cx="141815" cy="264780"/>
            </a:xfrm>
            <a:prstGeom prst="roundRect">
              <a:avLst>
                <a:gd name="adj" fmla="val 50000"/>
              </a:avLst>
            </a:prstGeom>
            <a:solidFill>
              <a:srgbClr val="EDEDE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zh-CN" alt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86" name="直接箭头连接符 1285">
              <a:extLst>
                <a:ext uri="{FF2B5EF4-FFF2-40B4-BE49-F238E27FC236}">
                  <a16:creationId xmlns:a16="http://schemas.microsoft.com/office/drawing/2014/main" id="{B8BE0DFC-DC24-9BD1-50A5-082108DAFF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99256" y="2271654"/>
              <a:ext cx="0" cy="20975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7" name="矩形: 圆角 1286">
              <a:extLst>
                <a:ext uri="{FF2B5EF4-FFF2-40B4-BE49-F238E27FC236}">
                  <a16:creationId xmlns:a16="http://schemas.microsoft.com/office/drawing/2014/main" id="{A92DDA97-C498-B391-DFC7-D0C28C4FB1DA}"/>
                </a:ext>
              </a:extLst>
            </p:cNvPr>
            <p:cNvSpPr/>
            <p:nvPr/>
          </p:nvSpPr>
          <p:spPr>
            <a:xfrm>
              <a:off x="5028353" y="2478647"/>
              <a:ext cx="141815" cy="264780"/>
            </a:xfrm>
            <a:prstGeom prst="roundRect">
              <a:avLst>
                <a:gd name="adj" fmla="val 50000"/>
              </a:avLst>
            </a:prstGeom>
            <a:solidFill>
              <a:srgbClr val="E2F0D9"/>
            </a:solidFill>
            <a:ln w="12700">
              <a:solidFill>
                <a:srgbClr val="54823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88" name="直接箭头连接符 1287">
              <a:extLst>
                <a:ext uri="{FF2B5EF4-FFF2-40B4-BE49-F238E27FC236}">
                  <a16:creationId xmlns:a16="http://schemas.microsoft.com/office/drawing/2014/main" id="{D48490A9-AE07-1D30-A210-141C6CF968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03514" y="2270073"/>
              <a:ext cx="0" cy="20975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9" name="矩形: 圆角 1288">
              <a:extLst>
                <a:ext uri="{FF2B5EF4-FFF2-40B4-BE49-F238E27FC236}">
                  <a16:creationId xmlns:a16="http://schemas.microsoft.com/office/drawing/2014/main" id="{95DC9F98-870E-81B2-09DC-DBFDDCEB6C60}"/>
                </a:ext>
              </a:extLst>
            </p:cNvPr>
            <p:cNvSpPr/>
            <p:nvPr/>
          </p:nvSpPr>
          <p:spPr>
            <a:xfrm>
              <a:off x="6134729" y="2477066"/>
              <a:ext cx="141815" cy="264780"/>
            </a:xfrm>
            <a:prstGeom prst="roundRect">
              <a:avLst>
                <a:gd name="adj" fmla="val 50000"/>
              </a:avLst>
            </a:prstGeom>
            <a:solidFill>
              <a:srgbClr val="E2F0D9"/>
            </a:solidFill>
            <a:ln w="12700">
              <a:solidFill>
                <a:srgbClr val="54823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90" name="直接箭头连接符 1289">
              <a:extLst>
                <a:ext uri="{FF2B5EF4-FFF2-40B4-BE49-F238E27FC236}">
                  <a16:creationId xmlns:a16="http://schemas.microsoft.com/office/drawing/2014/main" id="{AF46BB5B-4B00-812F-CA17-F128E035C1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2150" y="1587611"/>
              <a:ext cx="0" cy="3348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1" name="直接箭头连接符 1290">
              <a:extLst>
                <a:ext uri="{FF2B5EF4-FFF2-40B4-BE49-F238E27FC236}">
                  <a16:creationId xmlns:a16="http://schemas.microsoft.com/office/drawing/2014/main" id="{4A4D98B4-D566-A7CD-C373-E290731A76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98688" y="1593855"/>
              <a:ext cx="0" cy="3348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2" name="文本框 1291">
              <a:extLst>
                <a:ext uri="{FF2B5EF4-FFF2-40B4-BE49-F238E27FC236}">
                  <a16:creationId xmlns:a16="http://schemas.microsoft.com/office/drawing/2014/main" id="{1C93DBB7-42EF-82E7-CDA2-24F6232978A8}"/>
                </a:ext>
              </a:extLst>
            </p:cNvPr>
            <p:cNvSpPr txBox="1"/>
            <p:nvPr/>
          </p:nvSpPr>
          <p:spPr>
            <a:xfrm>
              <a:off x="5630406" y="2401147"/>
              <a:ext cx="380440" cy="3339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+mn-ea"/>
                </a:rPr>
                <a:t>…</a:t>
              </a:r>
            </a:p>
          </p:txBody>
        </p:sp>
        <p:pic>
          <p:nvPicPr>
            <p:cNvPr id="1293" name="图片 1292">
              <a:extLst>
                <a:ext uri="{FF2B5EF4-FFF2-40B4-BE49-F238E27FC236}">
                  <a16:creationId xmlns:a16="http://schemas.microsoft.com/office/drawing/2014/main" id="{F516A479-8C93-5AA4-D041-4EBCFAF34C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32693" y="3453461"/>
              <a:ext cx="353438" cy="353437"/>
            </a:xfrm>
            <a:prstGeom prst="rect">
              <a:avLst/>
            </a:prstGeom>
          </p:spPr>
        </p:pic>
        <p:cxnSp>
          <p:nvCxnSpPr>
            <p:cNvPr id="1294" name="直接箭头连接符 1293">
              <a:extLst>
                <a:ext uri="{FF2B5EF4-FFF2-40B4-BE49-F238E27FC236}">
                  <a16:creationId xmlns:a16="http://schemas.microsoft.com/office/drawing/2014/main" id="{F0340EED-16B0-91AE-35AD-AAFCCD4CB28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01743" y="3168145"/>
              <a:ext cx="4" cy="28531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5" name="直接箭头连接符 1294">
              <a:extLst>
                <a:ext uri="{FF2B5EF4-FFF2-40B4-BE49-F238E27FC236}">
                  <a16:creationId xmlns:a16="http://schemas.microsoft.com/office/drawing/2014/main" id="{1022D2E0-3B88-E649-C425-390B77BDA2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98688" y="2746518"/>
              <a:ext cx="0" cy="13904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96" name="组合 1295">
              <a:extLst>
                <a:ext uri="{FF2B5EF4-FFF2-40B4-BE49-F238E27FC236}">
                  <a16:creationId xmlns:a16="http://schemas.microsoft.com/office/drawing/2014/main" id="{99736FC0-511D-D14D-2BFF-2BCE6DEC7AAE}"/>
                </a:ext>
              </a:extLst>
            </p:cNvPr>
            <p:cNvGrpSpPr/>
            <p:nvPr/>
          </p:nvGrpSpPr>
          <p:grpSpPr>
            <a:xfrm>
              <a:off x="6902898" y="152365"/>
              <a:ext cx="1969786" cy="3745104"/>
              <a:chOff x="7711420" y="453065"/>
              <a:chExt cx="1969786" cy="3830332"/>
            </a:xfrm>
          </p:grpSpPr>
          <p:sp>
            <p:nvSpPr>
              <p:cNvPr id="1417" name="矩形: 圆角 1416">
                <a:extLst>
                  <a:ext uri="{FF2B5EF4-FFF2-40B4-BE49-F238E27FC236}">
                    <a16:creationId xmlns:a16="http://schemas.microsoft.com/office/drawing/2014/main" id="{DFAD3698-4E5A-A6C6-0693-D63A646C29E9}"/>
                  </a:ext>
                </a:extLst>
              </p:cNvPr>
              <p:cNvSpPr/>
              <p:nvPr/>
            </p:nvSpPr>
            <p:spPr>
              <a:xfrm>
                <a:off x="7711420" y="453065"/>
                <a:ext cx="1969786" cy="3830332"/>
              </a:xfrm>
              <a:prstGeom prst="roundRect">
                <a:avLst>
                  <a:gd name="adj" fmla="val 10350"/>
                </a:avLst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418" name="直接箭头连接符 1417">
                <a:extLst>
                  <a:ext uri="{FF2B5EF4-FFF2-40B4-BE49-F238E27FC236}">
                    <a16:creationId xmlns:a16="http://schemas.microsoft.com/office/drawing/2014/main" id="{6BE3A175-9B4C-40CF-9EA3-DC83904E5D76}"/>
                  </a:ext>
                </a:extLst>
              </p:cNvPr>
              <p:cNvCxnSpPr>
                <a:cxnSpLocks/>
                <a:stCxn id="1423" idx="2"/>
              </p:cNvCxnSpPr>
              <p:nvPr/>
            </p:nvCxnSpPr>
            <p:spPr>
              <a:xfrm flipH="1" flipV="1">
                <a:off x="8762491" y="2333554"/>
                <a:ext cx="8307" cy="91998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9" name="直接箭头连接符 1418">
                <a:extLst>
                  <a:ext uri="{FF2B5EF4-FFF2-40B4-BE49-F238E27FC236}">
                    <a16:creationId xmlns:a16="http://schemas.microsoft.com/office/drawing/2014/main" id="{EDD36CE8-C2B7-6AB3-0284-100E241D8C61}"/>
                  </a:ext>
                </a:extLst>
              </p:cNvPr>
              <p:cNvCxnSpPr>
                <a:cxnSpLocks/>
                <a:stCxn id="1423" idx="2"/>
              </p:cNvCxnSpPr>
              <p:nvPr/>
            </p:nvCxnSpPr>
            <p:spPr>
              <a:xfrm flipH="1" flipV="1">
                <a:off x="8764522" y="2782046"/>
                <a:ext cx="6276" cy="47149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0" name="直接箭头连接符 1419">
                <a:extLst>
                  <a:ext uri="{FF2B5EF4-FFF2-40B4-BE49-F238E27FC236}">
                    <a16:creationId xmlns:a16="http://schemas.microsoft.com/office/drawing/2014/main" id="{298AB13B-7BE2-CE2F-4B9E-59930E04190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769695" y="3260606"/>
                <a:ext cx="0" cy="74686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21" name="矩形: 圆角 1420">
                <a:extLst>
                  <a:ext uri="{FF2B5EF4-FFF2-40B4-BE49-F238E27FC236}">
                    <a16:creationId xmlns:a16="http://schemas.microsoft.com/office/drawing/2014/main" id="{7B50E2FC-B681-B197-A01A-2538B0130908}"/>
                  </a:ext>
                </a:extLst>
              </p:cNvPr>
              <p:cNvSpPr/>
              <p:nvPr/>
            </p:nvSpPr>
            <p:spPr>
              <a:xfrm>
                <a:off x="8124450" y="3443740"/>
                <a:ext cx="1293023" cy="287296"/>
              </a:xfrm>
              <a:prstGeom prst="round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9050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Norm</a:t>
                </a:r>
                <a:endPara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22" name="矩形: 圆角 1421">
                <a:extLst>
                  <a:ext uri="{FF2B5EF4-FFF2-40B4-BE49-F238E27FC236}">
                    <a16:creationId xmlns:a16="http://schemas.microsoft.com/office/drawing/2014/main" id="{52E1F28D-41B6-C705-DD9F-01733499B6BD}"/>
                  </a:ext>
                </a:extLst>
              </p:cNvPr>
              <p:cNvSpPr/>
              <p:nvPr/>
            </p:nvSpPr>
            <p:spPr>
              <a:xfrm>
                <a:off x="8130181" y="2056278"/>
                <a:ext cx="1305525" cy="277276"/>
              </a:xfrm>
              <a:prstGeom prst="round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9050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Norm</a:t>
                </a:r>
                <a:endParaRPr lang="zh-CN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23" name="矩形: 圆角 1422">
                <a:extLst>
                  <a:ext uri="{FF2B5EF4-FFF2-40B4-BE49-F238E27FC236}">
                    <a16:creationId xmlns:a16="http://schemas.microsoft.com/office/drawing/2014/main" id="{F057D102-D8D7-27B4-CFB6-F3BA8274B15C}"/>
                  </a:ext>
                </a:extLst>
              </p:cNvPr>
              <p:cNvSpPr/>
              <p:nvPr/>
            </p:nvSpPr>
            <p:spPr>
              <a:xfrm>
                <a:off x="8124286" y="2949417"/>
                <a:ext cx="1293024" cy="304126"/>
              </a:xfrm>
              <a:prstGeom prst="round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Self-Attention</a:t>
                </a:r>
                <a:endPara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24" name="矩形: 圆角 1423">
                <a:extLst>
                  <a:ext uri="{FF2B5EF4-FFF2-40B4-BE49-F238E27FC236}">
                    <a16:creationId xmlns:a16="http://schemas.microsoft.com/office/drawing/2014/main" id="{E3F93A7C-A7C3-4462-07A9-416E023D5CB3}"/>
                  </a:ext>
                </a:extLst>
              </p:cNvPr>
              <p:cNvSpPr/>
              <p:nvPr/>
            </p:nvSpPr>
            <p:spPr>
              <a:xfrm>
                <a:off x="7942426" y="1428146"/>
                <a:ext cx="733918" cy="304126"/>
              </a:xfrm>
              <a:prstGeom prst="round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FFN</a:t>
                </a:r>
                <a:endPara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25" name="流程图: 汇总连接 1424">
                <a:extLst>
                  <a:ext uri="{FF2B5EF4-FFF2-40B4-BE49-F238E27FC236}">
                    <a16:creationId xmlns:a16="http://schemas.microsoft.com/office/drawing/2014/main" id="{8B74464E-DA11-F6AB-529F-18997371C1E2}"/>
                  </a:ext>
                </a:extLst>
              </p:cNvPr>
              <p:cNvSpPr/>
              <p:nvPr/>
            </p:nvSpPr>
            <p:spPr>
              <a:xfrm rot="18905619">
                <a:off x="8678169" y="2620157"/>
                <a:ext cx="173261" cy="170392"/>
              </a:xfrm>
              <a:prstGeom prst="flowChartSummingJunction">
                <a:avLst/>
              </a:prstGeom>
              <a:noFill/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  <p:sp>
            <p:nvSpPr>
              <p:cNvPr id="1426" name="流程图: 汇总连接 1425">
                <a:extLst>
                  <a:ext uri="{FF2B5EF4-FFF2-40B4-BE49-F238E27FC236}">
                    <a16:creationId xmlns:a16="http://schemas.microsoft.com/office/drawing/2014/main" id="{62C943B2-E810-09D5-F938-FDCA3218F61D}"/>
                  </a:ext>
                </a:extLst>
              </p:cNvPr>
              <p:cNvSpPr/>
              <p:nvPr/>
            </p:nvSpPr>
            <p:spPr>
              <a:xfrm rot="18905619">
                <a:off x="8677886" y="942205"/>
                <a:ext cx="173261" cy="170392"/>
              </a:xfrm>
              <a:prstGeom prst="flowChartSummingJunction">
                <a:avLst/>
              </a:prstGeom>
              <a:noFill/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  <p:cxnSp>
            <p:nvCxnSpPr>
              <p:cNvPr id="1427" name="直接箭头连接符 1426">
                <a:extLst>
                  <a:ext uri="{FF2B5EF4-FFF2-40B4-BE49-F238E27FC236}">
                    <a16:creationId xmlns:a16="http://schemas.microsoft.com/office/drawing/2014/main" id="{265EDA8F-E238-F4CB-D7DD-A6A784E8C42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764239" y="751612"/>
                <a:ext cx="0" cy="19635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28" name="矩形: 圆角 1427">
                <a:extLst>
                  <a:ext uri="{FF2B5EF4-FFF2-40B4-BE49-F238E27FC236}">
                    <a16:creationId xmlns:a16="http://schemas.microsoft.com/office/drawing/2014/main" id="{C9DA8D27-A3E4-8045-E67D-22D39E2E3E00}"/>
                  </a:ext>
                </a:extLst>
              </p:cNvPr>
              <p:cNvSpPr/>
              <p:nvPr/>
            </p:nvSpPr>
            <p:spPr>
              <a:xfrm>
                <a:off x="8820440" y="1429211"/>
                <a:ext cx="753103" cy="304126"/>
              </a:xfrm>
              <a:prstGeom prst="roundRect">
                <a:avLst/>
              </a:prstGeom>
              <a:solidFill>
                <a:srgbClr val="FFF2CC"/>
              </a:solidFill>
              <a:ln w="19050">
                <a:solidFill>
                  <a:schemeClr val="accent4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MoAE</a:t>
                </a:r>
                <a:endParaRPr lang="zh-CN" altLang="en-US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429" name="连接符: 肘形 1428">
                <a:extLst>
                  <a:ext uri="{FF2B5EF4-FFF2-40B4-BE49-F238E27FC236}">
                    <a16:creationId xmlns:a16="http://schemas.microsoft.com/office/drawing/2014/main" id="{5550C5BE-8F60-2942-5A36-304CF41E803A}"/>
                  </a:ext>
                </a:extLst>
              </p:cNvPr>
              <p:cNvCxnSpPr>
                <a:cxnSpLocks/>
                <a:stCxn id="1421" idx="2"/>
                <a:endCxn id="1425" idx="1"/>
              </p:cNvCxnSpPr>
              <p:nvPr/>
            </p:nvCxnSpPr>
            <p:spPr>
              <a:xfrm rot="5400000" flipH="1">
                <a:off x="8211653" y="3171728"/>
                <a:ext cx="1025823" cy="92794"/>
              </a:xfrm>
              <a:prstGeom prst="bentConnector5">
                <a:avLst>
                  <a:gd name="adj1" fmla="val -13150"/>
                  <a:gd name="adj2" fmla="val 986866"/>
                  <a:gd name="adj3" fmla="val 100000"/>
                </a:avLst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0" name="连接符: 肘形 1429">
                <a:extLst>
                  <a:ext uri="{FF2B5EF4-FFF2-40B4-BE49-F238E27FC236}">
                    <a16:creationId xmlns:a16="http://schemas.microsoft.com/office/drawing/2014/main" id="{6A3802B9-868B-6808-2F09-DD5C172CC2BB}"/>
                  </a:ext>
                </a:extLst>
              </p:cNvPr>
              <p:cNvCxnSpPr>
                <a:cxnSpLocks/>
                <a:stCxn id="1425" idx="7"/>
                <a:endCxn id="1426" idx="1"/>
              </p:cNvCxnSpPr>
              <p:nvPr/>
            </p:nvCxnSpPr>
            <p:spPr>
              <a:xfrm rot="16200000" flipV="1">
                <a:off x="7924967" y="1780181"/>
                <a:ext cx="1592894" cy="87056"/>
              </a:xfrm>
              <a:prstGeom prst="bentConnector5">
                <a:avLst>
                  <a:gd name="adj1" fmla="val 6156"/>
                  <a:gd name="adj2" fmla="val 1044592"/>
                  <a:gd name="adj3" fmla="val 100196"/>
                </a:avLst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1" name="连接符: 肘形 1430">
                <a:extLst>
                  <a:ext uri="{FF2B5EF4-FFF2-40B4-BE49-F238E27FC236}">
                    <a16:creationId xmlns:a16="http://schemas.microsoft.com/office/drawing/2014/main" id="{2726D83E-0738-8667-02AC-73EFCD99565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8350644" y="1658197"/>
                <a:ext cx="324006" cy="472156"/>
              </a:xfrm>
              <a:prstGeom prst="bentConnector3">
                <a:avLst/>
              </a:prstGeom>
              <a:ln w="1905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2" name="连接符: 肘形 1431">
                <a:extLst>
                  <a:ext uri="{FF2B5EF4-FFF2-40B4-BE49-F238E27FC236}">
                    <a16:creationId xmlns:a16="http://schemas.microsoft.com/office/drawing/2014/main" id="{0101FD1F-9D7A-3BD5-5EC5-6CB90626D587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8349472" y="1042877"/>
                <a:ext cx="315548" cy="454990"/>
              </a:xfrm>
              <a:prstGeom prst="bentConnector3">
                <a:avLst/>
              </a:prstGeom>
              <a:ln w="1905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3" name="连接符: 肘形 1432">
                <a:extLst>
                  <a:ext uri="{FF2B5EF4-FFF2-40B4-BE49-F238E27FC236}">
                    <a16:creationId xmlns:a16="http://schemas.microsoft.com/office/drawing/2014/main" id="{62C62D92-61B4-9480-9CD6-2661024F059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8855187" y="1054596"/>
                <a:ext cx="316613" cy="432617"/>
              </a:xfrm>
              <a:prstGeom prst="bentConnector3">
                <a:avLst/>
              </a:prstGeom>
              <a:ln w="19050">
                <a:solidFill>
                  <a:srgbClr val="2E75B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4" name="连接符: 肘形 1433">
                <a:extLst>
                  <a:ext uri="{FF2B5EF4-FFF2-40B4-BE49-F238E27FC236}">
                    <a16:creationId xmlns:a16="http://schemas.microsoft.com/office/drawing/2014/main" id="{0E16B849-5A1B-7B53-8EBC-B13D036C58B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8846095" y="1686609"/>
                <a:ext cx="322941" cy="415451"/>
              </a:xfrm>
              <a:prstGeom prst="bentConnector3">
                <a:avLst>
                  <a:gd name="adj1" fmla="val 50645"/>
                </a:avLst>
              </a:prstGeom>
              <a:ln w="19050">
                <a:solidFill>
                  <a:srgbClr val="2E75B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35" name="矩形: 圆角 1434">
                <a:extLst>
                  <a:ext uri="{FF2B5EF4-FFF2-40B4-BE49-F238E27FC236}">
                    <a16:creationId xmlns:a16="http://schemas.microsoft.com/office/drawing/2014/main" id="{A587667F-FEC9-01E4-5E3F-87B5A446F49B}"/>
                  </a:ext>
                </a:extLst>
              </p:cNvPr>
              <p:cNvSpPr/>
              <p:nvPr/>
            </p:nvSpPr>
            <p:spPr>
              <a:xfrm>
                <a:off x="8296639" y="3962125"/>
                <a:ext cx="141815" cy="260395"/>
              </a:xfrm>
              <a:prstGeom prst="roundRect">
                <a:avLst>
                  <a:gd name="adj" fmla="val 5000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rgbClr val="54823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436" name="矩形: 圆角 1435">
                <a:extLst>
                  <a:ext uri="{FF2B5EF4-FFF2-40B4-BE49-F238E27FC236}">
                    <a16:creationId xmlns:a16="http://schemas.microsoft.com/office/drawing/2014/main" id="{61D5B7D6-556B-DFA8-8BFD-44BA318232BC}"/>
                  </a:ext>
                </a:extLst>
              </p:cNvPr>
              <p:cNvSpPr/>
              <p:nvPr/>
            </p:nvSpPr>
            <p:spPr>
              <a:xfrm>
                <a:off x="8536016" y="3962125"/>
                <a:ext cx="141815" cy="260395"/>
              </a:xfrm>
              <a:prstGeom prst="roundRect">
                <a:avLst>
                  <a:gd name="adj" fmla="val 5000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rgbClr val="54823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437" name="矩形: 圆角 1436">
                <a:extLst>
                  <a:ext uri="{FF2B5EF4-FFF2-40B4-BE49-F238E27FC236}">
                    <a16:creationId xmlns:a16="http://schemas.microsoft.com/office/drawing/2014/main" id="{A62DB9C6-14BE-4ABF-17C0-0E79A2B022F0}"/>
                  </a:ext>
                </a:extLst>
              </p:cNvPr>
              <p:cNvSpPr/>
              <p:nvPr/>
            </p:nvSpPr>
            <p:spPr>
              <a:xfrm>
                <a:off x="8052528" y="3967360"/>
                <a:ext cx="141815" cy="260395"/>
              </a:xfrm>
              <a:prstGeom prst="roundRect">
                <a:avLst>
                  <a:gd name="adj" fmla="val 5000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rgbClr val="54823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438" name="矩形: 圆角 1437">
                <a:extLst>
                  <a:ext uri="{FF2B5EF4-FFF2-40B4-BE49-F238E27FC236}">
                    <a16:creationId xmlns:a16="http://schemas.microsoft.com/office/drawing/2014/main" id="{7385B387-8CAF-9664-E3D0-77C48CF782A2}"/>
                  </a:ext>
                </a:extLst>
              </p:cNvPr>
              <p:cNvSpPr/>
              <p:nvPr/>
            </p:nvSpPr>
            <p:spPr>
              <a:xfrm>
                <a:off x="8883736" y="3958295"/>
                <a:ext cx="141815" cy="260395"/>
              </a:xfrm>
              <a:prstGeom prst="roundRect">
                <a:avLst>
                  <a:gd name="adj" fmla="val 5000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</a:t>
                </a:r>
                <a:endParaRPr lang="zh-CN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9" name="矩形: 圆角 1438">
                <a:extLst>
                  <a:ext uri="{FF2B5EF4-FFF2-40B4-BE49-F238E27FC236}">
                    <a16:creationId xmlns:a16="http://schemas.microsoft.com/office/drawing/2014/main" id="{643D993B-C53A-434B-2F94-15A7242EEFE0}"/>
                  </a:ext>
                </a:extLst>
              </p:cNvPr>
              <p:cNvSpPr/>
              <p:nvPr/>
            </p:nvSpPr>
            <p:spPr>
              <a:xfrm>
                <a:off x="9130582" y="3954427"/>
                <a:ext cx="141815" cy="260395"/>
              </a:xfrm>
              <a:prstGeom prst="roundRect">
                <a:avLst>
                  <a:gd name="adj" fmla="val 5000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</a:t>
                </a:r>
                <a:endPara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40" name="矩形: 圆角 1439">
                <a:extLst>
                  <a:ext uri="{FF2B5EF4-FFF2-40B4-BE49-F238E27FC236}">
                    <a16:creationId xmlns:a16="http://schemas.microsoft.com/office/drawing/2014/main" id="{800D46A3-5589-EF45-E334-16E90978DAD2}"/>
                  </a:ext>
                </a:extLst>
              </p:cNvPr>
              <p:cNvSpPr/>
              <p:nvPr/>
            </p:nvSpPr>
            <p:spPr>
              <a:xfrm>
                <a:off x="9382620" y="3954221"/>
                <a:ext cx="141815" cy="260395"/>
              </a:xfrm>
              <a:prstGeom prst="roundRect">
                <a:avLst>
                  <a:gd name="adj" fmla="val 5000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</a:t>
                </a:r>
                <a:endPara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41" name="矩形: 圆角 1440">
                <a:extLst>
                  <a:ext uri="{FF2B5EF4-FFF2-40B4-BE49-F238E27FC236}">
                    <a16:creationId xmlns:a16="http://schemas.microsoft.com/office/drawing/2014/main" id="{906C9C6E-E350-A094-B5B0-36BDAF49D2D1}"/>
                  </a:ext>
                </a:extLst>
              </p:cNvPr>
              <p:cNvSpPr/>
              <p:nvPr/>
            </p:nvSpPr>
            <p:spPr>
              <a:xfrm>
                <a:off x="8279534" y="571878"/>
                <a:ext cx="141815" cy="260395"/>
              </a:xfrm>
              <a:prstGeom prst="roundRect">
                <a:avLst>
                  <a:gd name="adj" fmla="val 5000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rgbClr val="54823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442" name="矩形: 圆角 1441">
                <a:extLst>
                  <a:ext uri="{FF2B5EF4-FFF2-40B4-BE49-F238E27FC236}">
                    <a16:creationId xmlns:a16="http://schemas.microsoft.com/office/drawing/2014/main" id="{79B8F8FB-FAE4-90B8-C1DC-4CE9AF9A43B5}"/>
                  </a:ext>
                </a:extLst>
              </p:cNvPr>
              <p:cNvSpPr/>
              <p:nvPr/>
            </p:nvSpPr>
            <p:spPr>
              <a:xfrm>
                <a:off x="8518911" y="571878"/>
                <a:ext cx="141815" cy="260395"/>
              </a:xfrm>
              <a:prstGeom prst="roundRect">
                <a:avLst>
                  <a:gd name="adj" fmla="val 5000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rgbClr val="54823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443" name="矩形: 圆角 1442">
                <a:extLst>
                  <a:ext uri="{FF2B5EF4-FFF2-40B4-BE49-F238E27FC236}">
                    <a16:creationId xmlns:a16="http://schemas.microsoft.com/office/drawing/2014/main" id="{18B8CEA7-E7CC-7669-E6F4-01F1061ECAE8}"/>
                  </a:ext>
                </a:extLst>
              </p:cNvPr>
              <p:cNvSpPr/>
              <p:nvPr/>
            </p:nvSpPr>
            <p:spPr>
              <a:xfrm>
                <a:off x="8035423" y="577113"/>
                <a:ext cx="141815" cy="260395"/>
              </a:xfrm>
              <a:prstGeom prst="roundRect">
                <a:avLst>
                  <a:gd name="adj" fmla="val 5000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rgbClr val="54823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444" name="矩形: 圆角 1443">
                <a:extLst>
                  <a:ext uri="{FF2B5EF4-FFF2-40B4-BE49-F238E27FC236}">
                    <a16:creationId xmlns:a16="http://schemas.microsoft.com/office/drawing/2014/main" id="{C8F08884-159A-09EB-B5E2-6B8CA4449251}"/>
                  </a:ext>
                </a:extLst>
              </p:cNvPr>
              <p:cNvSpPr/>
              <p:nvPr/>
            </p:nvSpPr>
            <p:spPr>
              <a:xfrm>
                <a:off x="8866631" y="568049"/>
                <a:ext cx="141815" cy="260395"/>
              </a:xfrm>
              <a:prstGeom prst="roundRect">
                <a:avLst>
                  <a:gd name="adj" fmla="val 5000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</a:t>
                </a:r>
                <a:endPara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45" name="矩形: 圆角 1444">
                <a:extLst>
                  <a:ext uri="{FF2B5EF4-FFF2-40B4-BE49-F238E27FC236}">
                    <a16:creationId xmlns:a16="http://schemas.microsoft.com/office/drawing/2014/main" id="{56E09CB8-E98E-CACF-A2B1-D041BE4CDF48}"/>
                  </a:ext>
                </a:extLst>
              </p:cNvPr>
              <p:cNvSpPr/>
              <p:nvPr/>
            </p:nvSpPr>
            <p:spPr>
              <a:xfrm>
                <a:off x="9113477" y="564180"/>
                <a:ext cx="141815" cy="260395"/>
              </a:xfrm>
              <a:prstGeom prst="roundRect">
                <a:avLst>
                  <a:gd name="adj" fmla="val 5000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</a:t>
                </a:r>
                <a:endPara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46" name="矩形: 圆角 1445">
                <a:extLst>
                  <a:ext uri="{FF2B5EF4-FFF2-40B4-BE49-F238E27FC236}">
                    <a16:creationId xmlns:a16="http://schemas.microsoft.com/office/drawing/2014/main" id="{E616362C-95AB-86DE-9A12-A659500F4754}"/>
                  </a:ext>
                </a:extLst>
              </p:cNvPr>
              <p:cNvSpPr/>
              <p:nvPr/>
            </p:nvSpPr>
            <p:spPr>
              <a:xfrm>
                <a:off x="9365515" y="563974"/>
                <a:ext cx="141815" cy="260395"/>
              </a:xfrm>
              <a:prstGeom prst="roundRect">
                <a:avLst>
                  <a:gd name="adj" fmla="val 5000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</a:t>
                </a:r>
                <a:endPara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297" name="矩形: 圆角 1296">
              <a:extLst>
                <a:ext uri="{FF2B5EF4-FFF2-40B4-BE49-F238E27FC236}">
                  <a16:creationId xmlns:a16="http://schemas.microsoft.com/office/drawing/2014/main" id="{DF35A223-1F61-045C-C179-3FC9F202CE0D}"/>
                </a:ext>
              </a:extLst>
            </p:cNvPr>
            <p:cNvSpPr/>
            <p:nvPr/>
          </p:nvSpPr>
          <p:spPr>
            <a:xfrm>
              <a:off x="5498784" y="688256"/>
              <a:ext cx="141815" cy="26478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298" name="矩形: 圆角 1297">
              <a:extLst>
                <a:ext uri="{FF2B5EF4-FFF2-40B4-BE49-F238E27FC236}">
                  <a16:creationId xmlns:a16="http://schemas.microsoft.com/office/drawing/2014/main" id="{9EEAE242-6244-7BB4-9B84-5F94997F4E23}"/>
                </a:ext>
              </a:extLst>
            </p:cNvPr>
            <p:cNvSpPr/>
            <p:nvPr/>
          </p:nvSpPr>
          <p:spPr>
            <a:xfrm>
              <a:off x="4501792" y="688256"/>
              <a:ext cx="141815" cy="264780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99" name="文本框 1298">
              <a:extLst>
                <a:ext uri="{FF2B5EF4-FFF2-40B4-BE49-F238E27FC236}">
                  <a16:creationId xmlns:a16="http://schemas.microsoft.com/office/drawing/2014/main" id="{B1CD0B7A-7562-1554-715F-BF7417BF3EB5}"/>
                </a:ext>
              </a:extLst>
            </p:cNvPr>
            <p:cNvSpPr txBox="1"/>
            <p:nvPr/>
          </p:nvSpPr>
          <p:spPr>
            <a:xfrm>
              <a:off x="5588793" y="580527"/>
              <a:ext cx="1000517" cy="4730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Position</a:t>
              </a:r>
            </a:p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Embedding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00" name="文本框 1299">
              <a:extLst>
                <a:ext uri="{FF2B5EF4-FFF2-40B4-BE49-F238E27FC236}">
                  <a16:creationId xmlns:a16="http://schemas.microsoft.com/office/drawing/2014/main" id="{FF0AC21B-3739-78AA-27DA-D6A981B16F5E}"/>
                </a:ext>
              </a:extLst>
            </p:cNvPr>
            <p:cNvSpPr txBox="1"/>
            <p:nvPr/>
          </p:nvSpPr>
          <p:spPr>
            <a:xfrm>
              <a:off x="4581509" y="580526"/>
              <a:ext cx="980516" cy="4730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Scenario</a:t>
              </a:r>
            </a:p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CLS Token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01" name="文本框 1300">
              <a:extLst>
                <a:ext uri="{FF2B5EF4-FFF2-40B4-BE49-F238E27FC236}">
                  <a16:creationId xmlns:a16="http://schemas.microsoft.com/office/drawing/2014/main" id="{3AC3A6B6-647F-2CA5-ADFA-B7505EDFA8F4}"/>
                </a:ext>
              </a:extLst>
            </p:cNvPr>
            <p:cNvSpPr txBox="1"/>
            <p:nvPr/>
          </p:nvSpPr>
          <p:spPr>
            <a:xfrm>
              <a:off x="5665973" y="117072"/>
              <a:ext cx="836265" cy="4730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Scenario Head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02" name="矩形: 圆角 1301">
              <a:extLst>
                <a:ext uri="{FF2B5EF4-FFF2-40B4-BE49-F238E27FC236}">
                  <a16:creationId xmlns:a16="http://schemas.microsoft.com/office/drawing/2014/main" id="{9518FF66-76F3-60CA-8651-09F50055EF2F}"/>
                </a:ext>
              </a:extLst>
            </p:cNvPr>
            <p:cNvSpPr/>
            <p:nvPr/>
          </p:nvSpPr>
          <p:spPr>
            <a:xfrm>
              <a:off x="4505848" y="238212"/>
              <a:ext cx="141815" cy="264780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54823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303" name="文本框 1302">
              <a:extLst>
                <a:ext uri="{FF2B5EF4-FFF2-40B4-BE49-F238E27FC236}">
                  <a16:creationId xmlns:a16="http://schemas.microsoft.com/office/drawing/2014/main" id="{A95D28AE-9BAD-D323-FDD9-785799C0FC14}"/>
                </a:ext>
              </a:extLst>
            </p:cNvPr>
            <p:cNvSpPr txBox="1"/>
            <p:nvPr/>
          </p:nvSpPr>
          <p:spPr>
            <a:xfrm>
              <a:off x="4664347" y="138142"/>
              <a:ext cx="662124" cy="4730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Patch </a:t>
              </a:r>
            </a:p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Token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04" name="矩形 1303">
              <a:extLst>
                <a:ext uri="{FF2B5EF4-FFF2-40B4-BE49-F238E27FC236}">
                  <a16:creationId xmlns:a16="http://schemas.microsoft.com/office/drawing/2014/main" id="{65A93F5D-2A90-70ED-3FCE-094D9B841543}"/>
                </a:ext>
              </a:extLst>
            </p:cNvPr>
            <p:cNvSpPr/>
            <p:nvPr/>
          </p:nvSpPr>
          <p:spPr>
            <a:xfrm>
              <a:off x="4373119" y="135431"/>
              <a:ext cx="2180713" cy="94383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305" name="梯形 1304">
              <a:extLst>
                <a:ext uri="{FF2B5EF4-FFF2-40B4-BE49-F238E27FC236}">
                  <a16:creationId xmlns:a16="http://schemas.microsoft.com/office/drawing/2014/main" id="{D664C1FA-090C-D5D2-56A7-38DCBD4E264C}"/>
                </a:ext>
              </a:extLst>
            </p:cNvPr>
            <p:cNvSpPr/>
            <p:nvPr/>
          </p:nvSpPr>
          <p:spPr>
            <a:xfrm>
              <a:off x="5406067" y="289661"/>
              <a:ext cx="297889" cy="183208"/>
            </a:xfrm>
            <a:prstGeom prst="trapezoid">
              <a:avLst>
                <a:gd name="adj" fmla="val 0"/>
              </a:avLst>
            </a:prstGeom>
            <a:solidFill>
              <a:srgbClr val="C5B7D8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pic>
          <p:nvPicPr>
            <p:cNvPr id="1306" name="图片 1305">
              <a:extLst>
                <a:ext uri="{FF2B5EF4-FFF2-40B4-BE49-F238E27FC236}">
                  <a16:creationId xmlns:a16="http://schemas.microsoft.com/office/drawing/2014/main" id="{BBE78248-0E17-5EFC-9571-1FF680059C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57802" y="3450255"/>
              <a:ext cx="353438" cy="353437"/>
            </a:xfrm>
            <a:prstGeom prst="rect">
              <a:avLst/>
            </a:prstGeom>
          </p:spPr>
        </p:pic>
        <p:sp>
          <p:nvSpPr>
            <p:cNvPr id="1307" name="矩形: 圆角 1306">
              <a:extLst>
                <a:ext uri="{FF2B5EF4-FFF2-40B4-BE49-F238E27FC236}">
                  <a16:creationId xmlns:a16="http://schemas.microsoft.com/office/drawing/2014/main" id="{B85056F4-BA20-3316-E2FE-2FDE3BE9041B}"/>
                </a:ext>
              </a:extLst>
            </p:cNvPr>
            <p:cNvSpPr/>
            <p:nvPr/>
          </p:nvSpPr>
          <p:spPr>
            <a:xfrm>
              <a:off x="5296190" y="2472401"/>
              <a:ext cx="141815" cy="264780"/>
            </a:xfrm>
            <a:prstGeom prst="roundRect">
              <a:avLst>
                <a:gd name="adj" fmla="val 50000"/>
              </a:avLst>
            </a:prstGeom>
            <a:solidFill>
              <a:srgbClr val="EDEDE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zh-CN" alt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08" name="直接箭头连接符 1307">
              <a:extLst>
                <a:ext uri="{FF2B5EF4-FFF2-40B4-BE49-F238E27FC236}">
                  <a16:creationId xmlns:a16="http://schemas.microsoft.com/office/drawing/2014/main" id="{98964C06-5289-8CAD-8FCF-7165496A17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8909" y="2265408"/>
              <a:ext cx="0" cy="20975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9" name="矩形: 圆角 1308">
              <a:extLst>
                <a:ext uri="{FF2B5EF4-FFF2-40B4-BE49-F238E27FC236}">
                  <a16:creationId xmlns:a16="http://schemas.microsoft.com/office/drawing/2014/main" id="{E12EA308-B81B-1139-B4E4-4D21CC219302}"/>
                </a:ext>
              </a:extLst>
            </p:cNvPr>
            <p:cNvSpPr/>
            <p:nvPr/>
          </p:nvSpPr>
          <p:spPr>
            <a:xfrm>
              <a:off x="5438006" y="2472401"/>
              <a:ext cx="141815" cy="264780"/>
            </a:xfrm>
            <a:prstGeom prst="roundRect">
              <a:avLst>
                <a:gd name="adj" fmla="val 50000"/>
              </a:avLst>
            </a:prstGeom>
            <a:solidFill>
              <a:srgbClr val="E2F0D9"/>
            </a:solidFill>
            <a:ln w="12700">
              <a:solidFill>
                <a:srgbClr val="54823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10" name="直接箭头连接符 1309">
              <a:extLst>
                <a:ext uri="{FF2B5EF4-FFF2-40B4-BE49-F238E27FC236}">
                  <a16:creationId xmlns:a16="http://schemas.microsoft.com/office/drawing/2014/main" id="{CF40E87E-8DF5-C103-F8CC-827A33A6BA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8341" y="1587609"/>
              <a:ext cx="0" cy="3348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1" name="直接箭头连接符 1310">
              <a:extLst>
                <a:ext uri="{FF2B5EF4-FFF2-40B4-BE49-F238E27FC236}">
                  <a16:creationId xmlns:a16="http://schemas.microsoft.com/office/drawing/2014/main" id="{83E4D502-62E7-A501-3318-653B1E7D43C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11396" y="3161899"/>
              <a:ext cx="4" cy="28531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2" name="直接箭头连接符 1311">
              <a:extLst>
                <a:ext uri="{FF2B5EF4-FFF2-40B4-BE49-F238E27FC236}">
                  <a16:creationId xmlns:a16="http://schemas.microsoft.com/office/drawing/2014/main" id="{8B8767BC-E007-4354-AC54-2CF6922611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8341" y="2740272"/>
              <a:ext cx="0" cy="13904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3" name="箭头: 右 1312">
              <a:extLst>
                <a:ext uri="{FF2B5EF4-FFF2-40B4-BE49-F238E27FC236}">
                  <a16:creationId xmlns:a16="http://schemas.microsoft.com/office/drawing/2014/main" id="{4AD61D21-E398-7DCB-3243-01BA6CE7FA43}"/>
                </a:ext>
              </a:extLst>
            </p:cNvPr>
            <p:cNvSpPr/>
            <p:nvPr/>
          </p:nvSpPr>
          <p:spPr>
            <a:xfrm rot="10800000">
              <a:off x="6551782" y="1308331"/>
              <a:ext cx="361701" cy="235433"/>
            </a:xfrm>
            <a:prstGeom prst="rightArrow">
              <a:avLst/>
            </a:prstGeom>
            <a:solidFill>
              <a:schemeClr val="accent5">
                <a:lumMod val="75000"/>
              </a:schemeClr>
            </a:solidFill>
            <a:ln cap="flat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cxnSp>
          <p:nvCxnSpPr>
            <p:cNvPr id="1314" name="直接连接符 1313">
              <a:extLst>
                <a:ext uri="{FF2B5EF4-FFF2-40B4-BE49-F238E27FC236}">
                  <a16:creationId xmlns:a16="http://schemas.microsoft.com/office/drawing/2014/main" id="{14CDB2B2-51BC-7E26-4990-20DA304A247A}"/>
                </a:ext>
              </a:extLst>
            </p:cNvPr>
            <p:cNvCxnSpPr>
              <a:cxnSpLocks/>
            </p:cNvCxnSpPr>
            <p:nvPr/>
          </p:nvCxnSpPr>
          <p:spPr>
            <a:xfrm>
              <a:off x="2389385" y="69967"/>
              <a:ext cx="0" cy="4374942"/>
            </a:xfrm>
            <a:prstGeom prst="line">
              <a:avLst/>
            </a:prstGeom>
            <a:ln w="19050">
              <a:solidFill>
                <a:srgbClr val="C00000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5" name="矩形: 剪去对角 1314">
              <a:extLst>
                <a:ext uri="{FF2B5EF4-FFF2-40B4-BE49-F238E27FC236}">
                  <a16:creationId xmlns:a16="http://schemas.microsoft.com/office/drawing/2014/main" id="{298E9A7F-9211-DF41-41BF-DF26EBBE5854}"/>
                </a:ext>
              </a:extLst>
            </p:cNvPr>
            <p:cNvSpPr/>
            <p:nvPr/>
          </p:nvSpPr>
          <p:spPr>
            <a:xfrm rot="10800000">
              <a:off x="84839" y="71437"/>
              <a:ext cx="11832971" cy="4374942"/>
            </a:xfrm>
            <a:prstGeom prst="snip2DiagRect">
              <a:avLst>
                <a:gd name="adj1" fmla="val 18299"/>
                <a:gd name="adj2" fmla="val 0"/>
              </a:avLst>
            </a:prstGeom>
            <a:noFill/>
            <a:ln w="1905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cxnSp>
          <p:nvCxnSpPr>
            <p:cNvPr id="1316" name="直接箭头连接符 1315">
              <a:extLst>
                <a:ext uri="{FF2B5EF4-FFF2-40B4-BE49-F238E27FC236}">
                  <a16:creationId xmlns:a16="http://schemas.microsoft.com/office/drawing/2014/main" id="{7CB3979E-AF17-BF8A-0119-980F8D7917AB}"/>
                </a:ext>
              </a:extLst>
            </p:cNvPr>
            <p:cNvCxnSpPr>
              <a:cxnSpLocks/>
            </p:cNvCxnSpPr>
            <p:nvPr/>
          </p:nvCxnSpPr>
          <p:spPr>
            <a:xfrm>
              <a:off x="430284" y="2511989"/>
              <a:ext cx="181104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7" name="直接箭头连接符 1316">
              <a:extLst>
                <a:ext uri="{FF2B5EF4-FFF2-40B4-BE49-F238E27FC236}">
                  <a16:creationId xmlns:a16="http://schemas.microsoft.com/office/drawing/2014/main" id="{2C05799D-0D74-D54C-AD2A-04AA0C6CA8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667" y="887519"/>
              <a:ext cx="0" cy="181885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8" name="矩形 1317">
              <a:extLst>
                <a:ext uri="{FF2B5EF4-FFF2-40B4-BE49-F238E27FC236}">
                  <a16:creationId xmlns:a16="http://schemas.microsoft.com/office/drawing/2014/main" id="{AED4C6B3-3DAA-596B-747A-17AB058FB176}"/>
                </a:ext>
              </a:extLst>
            </p:cNvPr>
            <p:cNvSpPr/>
            <p:nvPr/>
          </p:nvSpPr>
          <p:spPr>
            <a:xfrm>
              <a:off x="645470" y="1185706"/>
              <a:ext cx="1306972" cy="1306973"/>
            </a:xfrm>
            <a:prstGeom prst="rect">
              <a:avLst/>
            </a:prstGeom>
            <a:gradFill flip="none" rotWithShape="1">
              <a:gsLst>
                <a:gs pos="100000">
                  <a:srgbClr val="870102">
                    <a:lumMod val="100000"/>
                  </a:srgbClr>
                </a:gs>
                <a:gs pos="78000">
                  <a:srgbClr val="E10001"/>
                </a:gs>
                <a:gs pos="36000">
                  <a:srgbClr val="02BDFE"/>
                </a:gs>
                <a:gs pos="0">
                  <a:srgbClr val="0013F7"/>
                </a:gs>
                <a:gs pos="44000">
                  <a:srgbClr val="2DFFD2"/>
                </a:gs>
                <a:gs pos="56000">
                  <a:srgbClr val="8DFF73"/>
                </a:gs>
                <a:gs pos="66000">
                  <a:srgbClr val="FFF102"/>
                </a:gs>
                <a:gs pos="70000">
                  <a:srgbClr val="FFB001"/>
                </a:gs>
                <a:gs pos="74000">
                  <a:srgbClr val="FF4801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319" name="文本框 1318">
              <a:extLst>
                <a:ext uri="{FF2B5EF4-FFF2-40B4-BE49-F238E27FC236}">
                  <a16:creationId xmlns:a16="http://schemas.microsoft.com/office/drawing/2014/main" id="{FD447FE0-4844-3EF5-58B8-A6B351B1007D}"/>
                </a:ext>
              </a:extLst>
            </p:cNvPr>
            <p:cNvSpPr txBox="1"/>
            <p:nvPr/>
          </p:nvSpPr>
          <p:spPr>
            <a:xfrm>
              <a:off x="893714" y="2524343"/>
              <a:ext cx="1484602" cy="5287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Confidence</a:t>
              </a:r>
            </a:p>
            <a:p>
              <a:pPr algn="ctr"/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(Time Moment)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20" name="文本框 1319">
              <a:extLst>
                <a:ext uri="{FF2B5EF4-FFF2-40B4-BE49-F238E27FC236}">
                  <a16:creationId xmlns:a16="http://schemas.microsoft.com/office/drawing/2014/main" id="{C18BB2EB-5DD2-980E-C4E9-327EDDA6BBC5}"/>
                </a:ext>
              </a:extLst>
            </p:cNvPr>
            <p:cNvSpPr txBox="1"/>
            <p:nvPr/>
          </p:nvSpPr>
          <p:spPr>
            <a:xfrm rot="16200000">
              <a:off x="-361433" y="1392100"/>
              <a:ext cx="1400778" cy="5488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Confidence</a:t>
              </a:r>
              <a:endPara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(Time Interval)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21" name="矩形 1320">
              <a:extLst>
                <a:ext uri="{FF2B5EF4-FFF2-40B4-BE49-F238E27FC236}">
                  <a16:creationId xmlns:a16="http://schemas.microsoft.com/office/drawing/2014/main" id="{C88214AF-C91F-8C52-2A25-064904AD963F}"/>
                </a:ext>
              </a:extLst>
            </p:cNvPr>
            <p:cNvSpPr/>
            <p:nvPr/>
          </p:nvSpPr>
          <p:spPr>
            <a:xfrm>
              <a:off x="646500" y="1185692"/>
              <a:ext cx="1306972" cy="1306973"/>
            </a:xfrm>
            <a:prstGeom prst="rect">
              <a:avLst/>
            </a:prstGeom>
            <a:solidFill>
              <a:schemeClr val="bg1">
                <a:alpha val="34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322" name="文本框 1321">
              <a:extLst>
                <a:ext uri="{FF2B5EF4-FFF2-40B4-BE49-F238E27FC236}">
                  <a16:creationId xmlns:a16="http://schemas.microsoft.com/office/drawing/2014/main" id="{6AA48B2C-306D-C4CC-F9DB-E9495AC8074F}"/>
                </a:ext>
              </a:extLst>
            </p:cNvPr>
            <p:cNvSpPr txBox="1"/>
            <p:nvPr/>
          </p:nvSpPr>
          <p:spPr>
            <a:xfrm>
              <a:off x="624667" y="3362449"/>
              <a:ext cx="1327975" cy="3060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Loss weight</a:t>
              </a:r>
            </a:p>
          </p:txBody>
        </p:sp>
        <p:grpSp>
          <p:nvGrpSpPr>
            <p:cNvPr id="1323" name="组合 1322">
              <a:extLst>
                <a:ext uri="{FF2B5EF4-FFF2-40B4-BE49-F238E27FC236}">
                  <a16:creationId xmlns:a16="http://schemas.microsoft.com/office/drawing/2014/main" id="{5D77FC11-2218-9D82-35AC-21DC02C0295F}"/>
                </a:ext>
              </a:extLst>
            </p:cNvPr>
            <p:cNvGrpSpPr/>
            <p:nvPr/>
          </p:nvGrpSpPr>
          <p:grpSpPr>
            <a:xfrm rot="5400000">
              <a:off x="1207445" y="2681733"/>
              <a:ext cx="233220" cy="1217022"/>
              <a:chOff x="2945950" y="719153"/>
              <a:chExt cx="233220" cy="1229554"/>
            </a:xfrm>
          </p:grpSpPr>
          <p:sp>
            <p:nvSpPr>
              <p:cNvPr id="1415" name="箭头: 上 1414">
                <a:extLst>
                  <a:ext uri="{FF2B5EF4-FFF2-40B4-BE49-F238E27FC236}">
                    <a16:creationId xmlns:a16="http://schemas.microsoft.com/office/drawing/2014/main" id="{B476812A-B8D7-3CB9-5C23-E4B0201CCCD2}"/>
                  </a:ext>
                </a:extLst>
              </p:cNvPr>
              <p:cNvSpPr/>
              <p:nvPr/>
            </p:nvSpPr>
            <p:spPr>
              <a:xfrm>
                <a:off x="2945950" y="719153"/>
                <a:ext cx="233220" cy="1229554"/>
              </a:xfrm>
              <a:prstGeom prst="upArrow">
                <a:avLst>
                  <a:gd name="adj1" fmla="val 50000"/>
                  <a:gd name="adj2" fmla="val 93564"/>
                </a:avLst>
              </a:prstGeom>
              <a:gradFill flip="none" rotWithShape="1">
                <a:gsLst>
                  <a:gs pos="100000">
                    <a:srgbClr val="870102"/>
                  </a:gs>
                  <a:gs pos="79000">
                    <a:srgbClr val="E10001"/>
                  </a:gs>
                  <a:gs pos="22000">
                    <a:srgbClr val="02BDFE"/>
                  </a:gs>
                  <a:gs pos="0">
                    <a:srgbClr val="0013F7"/>
                  </a:gs>
                  <a:gs pos="30000">
                    <a:srgbClr val="2DFFD2"/>
                  </a:gs>
                  <a:gs pos="46000">
                    <a:srgbClr val="8DFF73"/>
                  </a:gs>
                  <a:gs pos="54000">
                    <a:srgbClr val="FFF102"/>
                  </a:gs>
                  <a:gs pos="61000">
                    <a:srgbClr val="FFB001"/>
                  </a:gs>
                  <a:gs pos="69000">
                    <a:srgbClr val="FF4801"/>
                  </a:gs>
                </a:gsLst>
                <a:lin ang="16200000" scaled="1"/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416" name="箭头: 上 1415">
                <a:extLst>
                  <a:ext uri="{FF2B5EF4-FFF2-40B4-BE49-F238E27FC236}">
                    <a16:creationId xmlns:a16="http://schemas.microsoft.com/office/drawing/2014/main" id="{B07CBF9A-E4B3-5AB5-4F46-576776CC4545}"/>
                  </a:ext>
                </a:extLst>
              </p:cNvPr>
              <p:cNvSpPr/>
              <p:nvPr/>
            </p:nvSpPr>
            <p:spPr>
              <a:xfrm>
                <a:off x="2945950" y="719153"/>
                <a:ext cx="233220" cy="1229554"/>
              </a:xfrm>
              <a:prstGeom prst="upArrow">
                <a:avLst>
                  <a:gd name="adj1" fmla="val 50000"/>
                  <a:gd name="adj2" fmla="val 93564"/>
                </a:avLst>
              </a:prstGeom>
              <a:solidFill>
                <a:schemeClr val="bg1">
                  <a:alpha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</p:grpSp>
        <p:cxnSp>
          <p:nvCxnSpPr>
            <p:cNvPr id="1324" name="直接连接符 1323">
              <a:extLst>
                <a:ext uri="{FF2B5EF4-FFF2-40B4-BE49-F238E27FC236}">
                  <a16:creationId xmlns:a16="http://schemas.microsoft.com/office/drawing/2014/main" id="{BD59E87A-94F7-EF1D-ABC9-36AA0B5F49E8}"/>
                </a:ext>
              </a:extLst>
            </p:cNvPr>
            <p:cNvCxnSpPr>
              <a:cxnSpLocks/>
              <a:endCxn id="1328" idx="6"/>
            </p:cNvCxnSpPr>
            <p:nvPr/>
          </p:nvCxnSpPr>
          <p:spPr>
            <a:xfrm>
              <a:off x="640401" y="1382868"/>
              <a:ext cx="931333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5" name="直接连接符 1324">
              <a:extLst>
                <a:ext uri="{FF2B5EF4-FFF2-40B4-BE49-F238E27FC236}">
                  <a16:creationId xmlns:a16="http://schemas.microsoft.com/office/drawing/2014/main" id="{B12873F4-7FC2-1EE2-ACCA-9673F1C184BA}"/>
                </a:ext>
              </a:extLst>
            </p:cNvPr>
            <p:cNvCxnSpPr>
              <a:cxnSpLocks/>
              <a:endCxn id="1327" idx="4"/>
            </p:cNvCxnSpPr>
            <p:nvPr/>
          </p:nvCxnSpPr>
          <p:spPr>
            <a:xfrm flipV="1">
              <a:off x="935555" y="1453071"/>
              <a:ext cx="0" cy="1035565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6" name="椭圆 1325">
              <a:extLst>
                <a:ext uri="{FF2B5EF4-FFF2-40B4-BE49-F238E27FC236}">
                  <a16:creationId xmlns:a16="http://schemas.microsoft.com/office/drawing/2014/main" id="{19DC75FA-37FC-94DD-5631-B1618723F583}"/>
                </a:ext>
              </a:extLst>
            </p:cNvPr>
            <p:cNvSpPr/>
            <p:nvPr/>
          </p:nvSpPr>
          <p:spPr>
            <a:xfrm>
              <a:off x="865352" y="2238277"/>
              <a:ext cx="140406" cy="14040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327" name="椭圆 1326">
              <a:extLst>
                <a:ext uri="{FF2B5EF4-FFF2-40B4-BE49-F238E27FC236}">
                  <a16:creationId xmlns:a16="http://schemas.microsoft.com/office/drawing/2014/main" id="{F31199F8-6B45-72BC-A59A-3FA9A975C8F3}"/>
                </a:ext>
              </a:extLst>
            </p:cNvPr>
            <p:cNvSpPr/>
            <p:nvPr/>
          </p:nvSpPr>
          <p:spPr>
            <a:xfrm>
              <a:off x="865352" y="1312665"/>
              <a:ext cx="140406" cy="14040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328" name="椭圆 1327">
              <a:extLst>
                <a:ext uri="{FF2B5EF4-FFF2-40B4-BE49-F238E27FC236}">
                  <a16:creationId xmlns:a16="http://schemas.microsoft.com/office/drawing/2014/main" id="{C7EEB868-C7F7-B777-23F6-9AE180D141D2}"/>
                </a:ext>
              </a:extLst>
            </p:cNvPr>
            <p:cNvSpPr/>
            <p:nvPr/>
          </p:nvSpPr>
          <p:spPr>
            <a:xfrm>
              <a:off x="1431328" y="1312665"/>
              <a:ext cx="140406" cy="14040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cxnSp>
          <p:nvCxnSpPr>
            <p:cNvPr id="1329" name="直接连接符 1328">
              <a:extLst>
                <a:ext uri="{FF2B5EF4-FFF2-40B4-BE49-F238E27FC236}">
                  <a16:creationId xmlns:a16="http://schemas.microsoft.com/office/drawing/2014/main" id="{B8991504-E339-329A-9A7B-811E024E10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4538" y="2388013"/>
              <a:ext cx="166435" cy="436604"/>
            </a:xfrm>
            <a:prstGeom prst="line">
              <a:avLst/>
            </a:prstGeom>
            <a:ln w="12700"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0" name="文本框 1329">
              <a:extLst>
                <a:ext uri="{FF2B5EF4-FFF2-40B4-BE49-F238E27FC236}">
                  <a16:creationId xmlns:a16="http://schemas.microsoft.com/office/drawing/2014/main" id="{796B0F53-2E6D-C42E-4890-14ED204A16B6}"/>
                </a:ext>
              </a:extLst>
            </p:cNvPr>
            <p:cNvSpPr txBox="1"/>
            <p:nvPr/>
          </p:nvSpPr>
          <p:spPr>
            <a:xfrm>
              <a:off x="360026" y="2773497"/>
              <a:ext cx="721811" cy="3060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Task1</a:t>
              </a:r>
              <a:endPara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1" name="文本框 1330">
              <a:extLst>
                <a:ext uri="{FF2B5EF4-FFF2-40B4-BE49-F238E27FC236}">
                  <a16:creationId xmlns:a16="http://schemas.microsoft.com/office/drawing/2014/main" id="{767E5F5E-6E22-1342-185A-A4570F973618}"/>
                </a:ext>
              </a:extLst>
            </p:cNvPr>
            <p:cNvSpPr txBox="1"/>
            <p:nvPr/>
          </p:nvSpPr>
          <p:spPr>
            <a:xfrm>
              <a:off x="718707" y="553836"/>
              <a:ext cx="721811" cy="3060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Task2</a:t>
              </a:r>
            </a:p>
          </p:txBody>
        </p:sp>
        <p:sp>
          <p:nvSpPr>
            <p:cNvPr id="1332" name="文本框 1331">
              <a:extLst>
                <a:ext uri="{FF2B5EF4-FFF2-40B4-BE49-F238E27FC236}">
                  <a16:creationId xmlns:a16="http://schemas.microsoft.com/office/drawing/2014/main" id="{30441C5C-6F64-BFF0-9221-077BD9731B8A}"/>
                </a:ext>
              </a:extLst>
            </p:cNvPr>
            <p:cNvSpPr txBox="1"/>
            <p:nvPr/>
          </p:nvSpPr>
          <p:spPr>
            <a:xfrm>
              <a:off x="1396899" y="560678"/>
              <a:ext cx="721811" cy="3060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Task3</a:t>
              </a:r>
            </a:p>
          </p:txBody>
        </p:sp>
        <p:sp>
          <p:nvSpPr>
            <p:cNvPr id="1333" name="箭头: 右 1332">
              <a:extLst>
                <a:ext uri="{FF2B5EF4-FFF2-40B4-BE49-F238E27FC236}">
                  <a16:creationId xmlns:a16="http://schemas.microsoft.com/office/drawing/2014/main" id="{84571B24-BFB3-86BD-E398-1AB539285A79}"/>
                </a:ext>
              </a:extLst>
            </p:cNvPr>
            <p:cNvSpPr/>
            <p:nvPr/>
          </p:nvSpPr>
          <p:spPr>
            <a:xfrm>
              <a:off x="2254247" y="303303"/>
              <a:ext cx="446308" cy="235433"/>
            </a:xfrm>
            <a:prstGeom prst="rightArrow">
              <a:avLst/>
            </a:prstGeom>
            <a:solidFill>
              <a:schemeClr val="accent5">
                <a:lumMod val="75000"/>
              </a:schemeClr>
            </a:solidFill>
            <a:ln cap="flat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cxnSp>
          <p:nvCxnSpPr>
            <p:cNvPr id="1334" name="直接连接符 1333">
              <a:extLst>
                <a:ext uri="{FF2B5EF4-FFF2-40B4-BE49-F238E27FC236}">
                  <a16:creationId xmlns:a16="http://schemas.microsoft.com/office/drawing/2014/main" id="{4D51B21B-434A-51F7-D528-8ABA52EBC7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5632" y="854202"/>
              <a:ext cx="156303" cy="454130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5" name="直接连接符 1334">
              <a:extLst>
                <a:ext uri="{FF2B5EF4-FFF2-40B4-BE49-F238E27FC236}">
                  <a16:creationId xmlns:a16="http://schemas.microsoft.com/office/drawing/2014/main" id="{8B0BE921-A026-D618-2A15-EF2CADD6A4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32639" y="854202"/>
              <a:ext cx="156303" cy="454130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6" name="箭头: 右 1335">
              <a:extLst>
                <a:ext uri="{FF2B5EF4-FFF2-40B4-BE49-F238E27FC236}">
                  <a16:creationId xmlns:a16="http://schemas.microsoft.com/office/drawing/2014/main" id="{1963D0C0-7BE5-F342-5E23-5E4128404D6B}"/>
                </a:ext>
              </a:extLst>
            </p:cNvPr>
            <p:cNvSpPr/>
            <p:nvPr/>
          </p:nvSpPr>
          <p:spPr>
            <a:xfrm rot="10800000">
              <a:off x="6552325" y="1979658"/>
              <a:ext cx="344716" cy="235433"/>
            </a:xfrm>
            <a:prstGeom prst="rightArrow">
              <a:avLst/>
            </a:prstGeom>
            <a:solidFill>
              <a:schemeClr val="accent5">
                <a:lumMod val="75000"/>
              </a:schemeClr>
            </a:solidFill>
            <a:ln cap="flat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337" name="矩形 1336">
              <a:extLst>
                <a:ext uri="{FF2B5EF4-FFF2-40B4-BE49-F238E27FC236}">
                  <a16:creationId xmlns:a16="http://schemas.microsoft.com/office/drawing/2014/main" id="{72A35B9E-D02B-9690-9378-C74B4C8891E9}"/>
                </a:ext>
              </a:extLst>
            </p:cNvPr>
            <p:cNvSpPr/>
            <p:nvPr/>
          </p:nvSpPr>
          <p:spPr>
            <a:xfrm>
              <a:off x="329965" y="4027671"/>
              <a:ext cx="1807430" cy="56019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338" name="文本框 1337">
              <a:extLst>
                <a:ext uri="{FF2B5EF4-FFF2-40B4-BE49-F238E27FC236}">
                  <a16:creationId xmlns:a16="http://schemas.microsoft.com/office/drawing/2014/main" id="{1A3E8575-1E78-0D15-30CC-3E4F914A0AB7}"/>
                </a:ext>
              </a:extLst>
            </p:cNvPr>
            <p:cNvSpPr txBox="1"/>
            <p:nvPr/>
          </p:nvSpPr>
          <p:spPr>
            <a:xfrm>
              <a:off x="229336" y="4019906"/>
              <a:ext cx="2011830" cy="5287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Hierarchical Dynamic Weighting (</a:t>
              </a:r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HDW</a:t>
              </a: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9" name="矩形 1338">
              <a:extLst>
                <a:ext uri="{FF2B5EF4-FFF2-40B4-BE49-F238E27FC236}">
                  <a16:creationId xmlns:a16="http://schemas.microsoft.com/office/drawing/2014/main" id="{39FE22F8-EDA7-707B-0CC9-724A83DDE457}"/>
                </a:ext>
              </a:extLst>
            </p:cNvPr>
            <p:cNvSpPr/>
            <p:nvPr/>
          </p:nvSpPr>
          <p:spPr>
            <a:xfrm>
              <a:off x="4514905" y="4019573"/>
              <a:ext cx="1807430" cy="56019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340" name="矩形 1339">
              <a:extLst>
                <a:ext uri="{FF2B5EF4-FFF2-40B4-BE49-F238E27FC236}">
                  <a16:creationId xmlns:a16="http://schemas.microsoft.com/office/drawing/2014/main" id="{103929A5-EA33-9D6C-AB36-803BDE9D1E8E}"/>
                </a:ext>
              </a:extLst>
            </p:cNvPr>
            <p:cNvSpPr/>
            <p:nvPr/>
          </p:nvSpPr>
          <p:spPr>
            <a:xfrm>
              <a:off x="7435723" y="4027671"/>
              <a:ext cx="1807430" cy="56019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341" name="文本框 1340">
              <a:extLst>
                <a:ext uri="{FF2B5EF4-FFF2-40B4-BE49-F238E27FC236}">
                  <a16:creationId xmlns:a16="http://schemas.microsoft.com/office/drawing/2014/main" id="{8DB98C3A-0779-95FE-4FC2-3D7984F3298C}"/>
                </a:ext>
              </a:extLst>
            </p:cNvPr>
            <p:cNvSpPr txBox="1"/>
            <p:nvPr/>
          </p:nvSpPr>
          <p:spPr>
            <a:xfrm>
              <a:off x="4671041" y="4007532"/>
              <a:ext cx="1540593" cy="5287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Multi-Scenario </a:t>
              </a:r>
              <a:r>
                <a:rPr lang="en-US" altLang="zh-CN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ReID</a:t>
              </a: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</a:t>
              </a:r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MS-</a:t>
              </a:r>
              <a:r>
                <a:rPr lang="en-US" altLang="zh-CN" sz="16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ReID</a:t>
              </a: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42" name="文本框 1341">
              <a:extLst>
                <a:ext uri="{FF2B5EF4-FFF2-40B4-BE49-F238E27FC236}">
                  <a16:creationId xmlns:a16="http://schemas.microsoft.com/office/drawing/2014/main" id="{CD11D310-3BC0-A3A4-F047-655B1B17D90E}"/>
                </a:ext>
              </a:extLst>
            </p:cNvPr>
            <p:cNvSpPr txBox="1"/>
            <p:nvPr/>
          </p:nvSpPr>
          <p:spPr>
            <a:xfrm>
              <a:off x="7388111" y="4012290"/>
              <a:ext cx="1913801" cy="5287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Mixture-of-Attribute- </a:t>
              </a:r>
            </a:p>
            <a:p>
              <a:pPr algn="ctr"/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Experts (</a:t>
              </a:r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MoAE</a:t>
              </a: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43" name="圆柱体 1342">
              <a:extLst>
                <a:ext uri="{FF2B5EF4-FFF2-40B4-BE49-F238E27FC236}">
                  <a16:creationId xmlns:a16="http://schemas.microsoft.com/office/drawing/2014/main" id="{273D12A2-1850-3D65-5A47-70F94C3D396E}"/>
                </a:ext>
              </a:extLst>
            </p:cNvPr>
            <p:cNvSpPr/>
            <p:nvPr/>
          </p:nvSpPr>
          <p:spPr>
            <a:xfrm>
              <a:off x="2588546" y="3599749"/>
              <a:ext cx="636348" cy="353437"/>
            </a:xfrm>
            <a:prstGeom prst="can">
              <a:avLst>
                <a:gd name="adj" fmla="val 56659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344" name="圆柱体 1343">
              <a:extLst>
                <a:ext uri="{FF2B5EF4-FFF2-40B4-BE49-F238E27FC236}">
                  <a16:creationId xmlns:a16="http://schemas.microsoft.com/office/drawing/2014/main" id="{8E1010C4-B110-D6EE-1676-46D2992B7CF3}"/>
                </a:ext>
              </a:extLst>
            </p:cNvPr>
            <p:cNvSpPr/>
            <p:nvPr/>
          </p:nvSpPr>
          <p:spPr>
            <a:xfrm>
              <a:off x="2588546" y="3328908"/>
              <a:ext cx="636348" cy="353437"/>
            </a:xfrm>
            <a:prstGeom prst="can">
              <a:avLst>
                <a:gd name="adj" fmla="val 56659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345" name="圆柱体 1344">
              <a:extLst>
                <a:ext uri="{FF2B5EF4-FFF2-40B4-BE49-F238E27FC236}">
                  <a16:creationId xmlns:a16="http://schemas.microsoft.com/office/drawing/2014/main" id="{C0614D77-43C1-76AD-AC33-8D52CAFAD0B9}"/>
                </a:ext>
              </a:extLst>
            </p:cNvPr>
            <p:cNvSpPr/>
            <p:nvPr/>
          </p:nvSpPr>
          <p:spPr>
            <a:xfrm>
              <a:off x="2588546" y="3058066"/>
              <a:ext cx="636348" cy="353437"/>
            </a:xfrm>
            <a:prstGeom prst="can">
              <a:avLst>
                <a:gd name="adj" fmla="val 56659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cxnSp>
          <p:nvCxnSpPr>
            <p:cNvPr id="1346" name="直接箭头连接符 1345">
              <a:extLst>
                <a:ext uri="{FF2B5EF4-FFF2-40B4-BE49-F238E27FC236}">
                  <a16:creationId xmlns:a16="http://schemas.microsoft.com/office/drawing/2014/main" id="{4BA6ADFD-21D6-4C8D-D557-FEC2440E2E78}"/>
                </a:ext>
              </a:extLst>
            </p:cNvPr>
            <p:cNvCxnSpPr>
              <a:cxnSpLocks/>
            </p:cNvCxnSpPr>
            <p:nvPr/>
          </p:nvCxnSpPr>
          <p:spPr>
            <a:xfrm>
              <a:off x="3231059" y="3615820"/>
              <a:ext cx="24427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47" name="文本框 1346">
              <a:extLst>
                <a:ext uri="{FF2B5EF4-FFF2-40B4-BE49-F238E27FC236}">
                  <a16:creationId xmlns:a16="http://schemas.microsoft.com/office/drawing/2014/main" id="{073C2EAB-7454-C228-1751-57ADF17089A2}"/>
                </a:ext>
              </a:extLst>
            </p:cNvPr>
            <p:cNvSpPr txBox="1"/>
            <p:nvPr/>
          </p:nvSpPr>
          <p:spPr>
            <a:xfrm>
              <a:off x="2404964" y="3921954"/>
              <a:ext cx="1031892" cy="5287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AT-USTC</a:t>
              </a:r>
            </a:p>
            <a:p>
              <a:pPr algn="ctr"/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Dataset</a:t>
              </a:r>
            </a:p>
          </p:txBody>
        </p:sp>
        <p:cxnSp>
          <p:nvCxnSpPr>
            <p:cNvPr id="1348" name="直接箭头连接符 1347">
              <a:extLst>
                <a:ext uri="{FF2B5EF4-FFF2-40B4-BE49-F238E27FC236}">
                  <a16:creationId xmlns:a16="http://schemas.microsoft.com/office/drawing/2014/main" id="{A360EED8-4A03-56DF-0202-775E44E0320C}"/>
                </a:ext>
              </a:extLst>
            </p:cNvPr>
            <p:cNvCxnSpPr>
              <a:cxnSpLocks/>
              <a:stCxn id="1359" idx="1"/>
              <a:endCxn id="1381" idx="0"/>
            </p:cNvCxnSpPr>
            <p:nvPr/>
          </p:nvCxnSpPr>
          <p:spPr>
            <a:xfrm flipV="1">
              <a:off x="9705149" y="2830656"/>
              <a:ext cx="1155238" cy="387504"/>
            </a:xfrm>
            <a:prstGeom prst="straightConnector1">
              <a:avLst/>
            </a:prstGeom>
            <a:ln w="12700" cmpd="sng">
              <a:solidFill>
                <a:schemeClr val="accent6">
                  <a:lumMod val="75000"/>
                </a:schemeClr>
              </a:solidFill>
              <a:prstDash val="lg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9" name="直接箭头连接符 1348">
              <a:extLst>
                <a:ext uri="{FF2B5EF4-FFF2-40B4-BE49-F238E27FC236}">
                  <a16:creationId xmlns:a16="http://schemas.microsoft.com/office/drawing/2014/main" id="{B53954D8-1794-EED1-EC24-8BB3B0559DB5}"/>
                </a:ext>
              </a:extLst>
            </p:cNvPr>
            <p:cNvCxnSpPr>
              <a:cxnSpLocks/>
              <a:stCxn id="1352" idx="0"/>
              <a:endCxn id="1380" idx="3"/>
            </p:cNvCxnSpPr>
            <p:nvPr/>
          </p:nvCxnSpPr>
          <p:spPr>
            <a:xfrm>
              <a:off x="9929905" y="2514911"/>
              <a:ext cx="492354" cy="242676"/>
            </a:xfrm>
            <a:prstGeom prst="straightConnector1">
              <a:avLst/>
            </a:prstGeom>
            <a:ln w="12700" cmpd="sng">
              <a:solidFill>
                <a:schemeClr val="accent4">
                  <a:lumMod val="75000"/>
                </a:schemeClr>
              </a:solidFill>
              <a:prstDash val="lg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0" name="文本框 1349">
              <a:extLst>
                <a:ext uri="{FF2B5EF4-FFF2-40B4-BE49-F238E27FC236}">
                  <a16:creationId xmlns:a16="http://schemas.microsoft.com/office/drawing/2014/main" id="{4AD336AB-630D-1EDE-9A37-0319520E4A3E}"/>
                </a:ext>
              </a:extLst>
            </p:cNvPr>
            <p:cNvSpPr txBox="1"/>
            <p:nvPr/>
          </p:nvSpPr>
          <p:spPr>
            <a:xfrm>
              <a:off x="9004584" y="2033455"/>
              <a:ext cx="651589" cy="27827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[ DT ] </a:t>
              </a:r>
            </a:p>
          </p:txBody>
        </p:sp>
        <p:sp>
          <p:nvSpPr>
            <p:cNvPr id="1351" name="椭圆 1350">
              <a:extLst>
                <a:ext uri="{FF2B5EF4-FFF2-40B4-BE49-F238E27FC236}">
                  <a16:creationId xmlns:a16="http://schemas.microsoft.com/office/drawing/2014/main" id="{75DB9130-E2A0-DCB3-9463-10E9AB054C42}"/>
                </a:ext>
              </a:extLst>
            </p:cNvPr>
            <p:cNvSpPr/>
            <p:nvPr/>
          </p:nvSpPr>
          <p:spPr>
            <a:xfrm rot="5400000">
              <a:off x="9726680" y="2045708"/>
              <a:ext cx="203225" cy="203225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352" name="椭圆 1351">
              <a:extLst>
                <a:ext uri="{FF2B5EF4-FFF2-40B4-BE49-F238E27FC236}">
                  <a16:creationId xmlns:a16="http://schemas.microsoft.com/office/drawing/2014/main" id="{9BAB0057-05F4-9F5C-EF1E-CB958DAFBB3F}"/>
                </a:ext>
              </a:extLst>
            </p:cNvPr>
            <p:cNvSpPr/>
            <p:nvPr/>
          </p:nvSpPr>
          <p:spPr>
            <a:xfrm rot="5400000">
              <a:off x="9726680" y="2413298"/>
              <a:ext cx="203225" cy="203225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353" name="椭圆 1352">
              <a:extLst>
                <a:ext uri="{FF2B5EF4-FFF2-40B4-BE49-F238E27FC236}">
                  <a16:creationId xmlns:a16="http://schemas.microsoft.com/office/drawing/2014/main" id="{FFF38172-E4F3-99CC-17A6-E98E19C394E7}"/>
                </a:ext>
              </a:extLst>
            </p:cNvPr>
            <p:cNvSpPr/>
            <p:nvPr/>
          </p:nvSpPr>
          <p:spPr>
            <a:xfrm rot="5400000">
              <a:off x="9726680" y="2780888"/>
              <a:ext cx="203225" cy="203225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354" name="矩形 1353">
              <a:extLst>
                <a:ext uri="{FF2B5EF4-FFF2-40B4-BE49-F238E27FC236}">
                  <a16:creationId xmlns:a16="http://schemas.microsoft.com/office/drawing/2014/main" id="{4C6C04B4-9806-2016-33E0-014631C47FEB}"/>
                </a:ext>
              </a:extLst>
            </p:cNvPr>
            <p:cNvSpPr/>
            <p:nvPr/>
          </p:nvSpPr>
          <p:spPr>
            <a:xfrm rot="5400000">
              <a:off x="9726680" y="3148478"/>
              <a:ext cx="203225" cy="20322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355" name="矩形 1354">
              <a:extLst>
                <a:ext uri="{FF2B5EF4-FFF2-40B4-BE49-F238E27FC236}">
                  <a16:creationId xmlns:a16="http://schemas.microsoft.com/office/drawing/2014/main" id="{D9E8CB6A-0865-FCCC-8CF7-4CBFA7EF35E9}"/>
                </a:ext>
              </a:extLst>
            </p:cNvPr>
            <p:cNvSpPr/>
            <p:nvPr/>
          </p:nvSpPr>
          <p:spPr>
            <a:xfrm rot="5400000">
              <a:off x="9726680" y="3516068"/>
              <a:ext cx="203225" cy="203225"/>
            </a:xfrm>
            <a:prstGeom prst="rect">
              <a:avLst/>
            </a:prstGeom>
            <a:solidFill>
              <a:srgbClr val="FDE1E1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356" name="椭圆 1355">
              <a:extLst>
                <a:ext uri="{FF2B5EF4-FFF2-40B4-BE49-F238E27FC236}">
                  <a16:creationId xmlns:a16="http://schemas.microsoft.com/office/drawing/2014/main" id="{4DA0664A-1529-9FCD-928D-D7E3A15BD017}"/>
                </a:ext>
              </a:extLst>
            </p:cNvPr>
            <p:cNvSpPr/>
            <p:nvPr/>
          </p:nvSpPr>
          <p:spPr>
            <a:xfrm rot="5400000">
              <a:off x="9603537" y="2111055"/>
              <a:ext cx="203225" cy="203225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357" name="椭圆 1356">
              <a:extLst>
                <a:ext uri="{FF2B5EF4-FFF2-40B4-BE49-F238E27FC236}">
                  <a16:creationId xmlns:a16="http://schemas.microsoft.com/office/drawing/2014/main" id="{11AC1F15-0139-9A97-3BA2-7E5FA54C1CD3}"/>
                </a:ext>
              </a:extLst>
            </p:cNvPr>
            <p:cNvSpPr/>
            <p:nvPr/>
          </p:nvSpPr>
          <p:spPr>
            <a:xfrm rot="5400000">
              <a:off x="9603537" y="2480090"/>
              <a:ext cx="203225" cy="203225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358" name="椭圆 1357">
              <a:extLst>
                <a:ext uri="{FF2B5EF4-FFF2-40B4-BE49-F238E27FC236}">
                  <a16:creationId xmlns:a16="http://schemas.microsoft.com/office/drawing/2014/main" id="{A1305C41-7ADD-F76E-C2FA-F97B6BCD830E}"/>
                </a:ext>
              </a:extLst>
            </p:cNvPr>
            <p:cNvSpPr/>
            <p:nvPr/>
          </p:nvSpPr>
          <p:spPr>
            <a:xfrm rot="5400000">
              <a:off x="9603537" y="2849125"/>
              <a:ext cx="203225" cy="203225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359" name="矩形 1358">
              <a:extLst>
                <a:ext uri="{FF2B5EF4-FFF2-40B4-BE49-F238E27FC236}">
                  <a16:creationId xmlns:a16="http://schemas.microsoft.com/office/drawing/2014/main" id="{40FC5F2F-239B-A24A-7B35-4C3D5CA49146}"/>
                </a:ext>
              </a:extLst>
            </p:cNvPr>
            <p:cNvSpPr/>
            <p:nvPr/>
          </p:nvSpPr>
          <p:spPr>
            <a:xfrm rot="5400000">
              <a:off x="9603537" y="3218160"/>
              <a:ext cx="203225" cy="20322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360" name="矩形 1359">
              <a:extLst>
                <a:ext uri="{FF2B5EF4-FFF2-40B4-BE49-F238E27FC236}">
                  <a16:creationId xmlns:a16="http://schemas.microsoft.com/office/drawing/2014/main" id="{B9F0ED5A-D4D0-DD81-9D19-0D9EF5B86CB3}"/>
                </a:ext>
              </a:extLst>
            </p:cNvPr>
            <p:cNvSpPr/>
            <p:nvPr/>
          </p:nvSpPr>
          <p:spPr>
            <a:xfrm rot="5400000">
              <a:off x="9603537" y="3587194"/>
              <a:ext cx="203225" cy="203225"/>
            </a:xfrm>
            <a:prstGeom prst="rect">
              <a:avLst/>
            </a:prstGeom>
            <a:solidFill>
              <a:srgbClr val="FDE1E1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361" name="文本框 1360">
              <a:extLst>
                <a:ext uri="{FF2B5EF4-FFF2-40B4-BE49-F238E27FC236}">
                  <a16:creationId xmlns:a16="http://schemas.microsoft.com/office/drawing/2014/main" id="{D9C302E5-985D-3C16-CB55-4DB603F36405}"/>
                </a:ext>
              </a:extLst>
            </p:cNvPr>
            <p:cNvSpPr txBox="1"/>
            <p:nvPr/>
          </p:nvSpPr>
          <p:spPr>
            <a:xfrm>
              <a:off x="9004584" y="2407616"/>
              <a:ext cx="651589" cy="27827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[ NT ] </a:t>
              </a:r>
            </a:p>
          </p:txBody>
        </p:sp>
        <p:sp>
          <p:nvSpPr>
            <p:cNvPr id="1362" name="文本框 1361">
              <a:extLst>
                <a:ext uri="{FF2B5EF4-FFF2-40B4-BE49-F238E27FC236}">
                  <a16:creationId xmlns:a16="http://schemas.microsoft.com/office/drawing/2014/main" id="{A831400C-3B76-E3BA-F205-EDBBFF75A31E}"/>
                </a:ext>
              </a:extLst>
            </p:cNvPr>
            <p:cNvSpPr txBox="1"/>
            <p:nvPr/>
          </p:nvSpPr>
          <p:spPr>
            <a:xfrm>
              <a:off x="9004584" y="2781777"/>
              <a:ext cx="655949" cy="27827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[ AD ] </a:t>
              </a:r>
            </a:p>
          </p:txBody>
        </p:sp>
        <p:sp>
          <p:nvSpPr>
            <p:cNvPr id="1363" name="文本框 1362">
              <a:extLst>
                <a:ext uri="{FF2B5EF4-FFF2-40B4-BE49-F238E27FC236}">
                  <a16:creationId xmlns:a16="http://schemas.microsoft.com/office/drawing/2014/main" id="{EE917D1D-7A61-4B2B-152B-1C1D039DE33D}"/>
                </a:ext>
              </a:extLst>
            </p:cNvPr>
            <p:cNvSpPr txBox="1"/>
            <p:nvPr/>
          </p:nvSpPr>
          <p:spPr>
            <a:xfrm>
              <a:off x="9004584" y="3155938"/>
              <a:ext cx="625941" cy="27827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[ ST ] </a:t>
              </a:r>
            </a:p>
          </p:txBody>
        </p:sp>
        <p:sp>
          <p:nvSpPr>
            <p:cNvPr id="1364" name="文本框 1363">
              <a:extLst>
                <a:ext uri="{FF2B5EF4-FFF2-40B4-BE49-F238E27FC236}">
                  <a16:creationId xmlns:a16="http://schemas.microsoft.com/office/drawing/2014/main" id="{51593074-3F2D-0BDE-DF19-E5F5787E396A}"/>
                </a:ext>
              </a:extLst>
            </p:cNvPr>
            <p:cNvSpPr txBox="1"/>
            <p:nvPr/>
          </p:nvSpPr>
          <p:spPr>
            <a:xfrm>
              <a:off x="9004584" y="3530099"/>
              <a:ext cx="629468" cy="27827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[ LT ] </a:t>
              </a:r>
            </a:p>
          </p:txBody>
        </p:sp>
        <p:sp>
          <p:nvSpPr>
            <p:cNvPr id="1365" name="矩形: 圆角 1364">
              <a:extLst>
                <a:ext uri="{FF2B5EF4-FFF2-40B4-BE49-F238E27FC236}">
                  <a16:creationId xmlns:a16="http://schemas.microsoft.com/office/drawing/2014/main" id="{CBCF4E53-7C91-814F-1641-31A0FF08B824}"/>
                </a:ext>
              </a:extLst>
            </p:cNvPr>
            <p:cNvSpPr/>
            <p:nvPr/>
          </p:nvSpPr>
          <p:spPr>
            <a:xfrm>
              <a:off x="10340660" y="2003197"/>
              <a:ext cx="606897" cy="292195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66" name="椭圆 1365">
              <a:extLst>
                <a:ext uri="{FF2B5EF4-FFF2-40B4-BE49-F238E27FC236}">
                  <a16:creationId xmlns:a16="http://schemas.microsoft.com/office/drawing/2014/main" id="{E7506559-F5E0-0EB3-2800-096814B4B739}"/>
                </a:ext>
              </a:extLst>
            </p:cNvPr>
            <p:cNvSpPr/>
            <p:nvPr/>
          </p:nvSpPr>
          <p:spPr>
            <a:xfrm rot="5400000">
              <a:off x="10397159" y="2046849"/>
              <a:ext cx="203225" cy="203225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367" name="矩形 1366">
              <a:extLst>
                <a:ext uri="{FF2B5EF4-FFF2-40B4-BE49-F238E27FC236}">
                  <a16:creationId xmlns:a16="http://schemas.microsoft.com/office/drawing/2014/main" id="{01B81E40-2049-9456-DA4B-A08523E072F8}"/>
                </a:ext>
              </a:extLst>
            </p:cNvPr>
            <p:cNvSpPr/>
            <p:nvPr/>
          </p:nvSpPr>
          <p:spPr>
            <a:xfrm rot="5400000">
              <a:off x="10661824" y="2048067"/>
              <a:ext cx="203225" cy="20322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368" name="文本框 1367">
              <a:extLst>
                <a:ext uri="{FF2B5EF4-FFF2-40B4-BE49-F238E27FC236}">
                  <a16:creationId xmlns:a16="http://schemas.microsoft.com/office/drawing/2014/main" id="{D072BF1F-9701-2D79-79EE-F8722A71B8BA}"/>
                </a:ext>
              </a:extLst>
            </p:cNvPr>
            <p:cNvSpPr txBox="1"/>
            <p:nvPr/>
          </p:nvSpPr>
          <p:spPr>
            <a:xfrm>
              <a:off x="9316734" y="3809841"/>
              <a:ext cx="976762" cy="5287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Attribute  </a:t>
              </a:r>
            </a:p>
            <a:p>
              <a:pPr algn="ctr"/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layers</a:t>
              </a:r>
              <a:endPara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69" name="文本框 1368">
              <a:extLst>
                <a:ext uri="{FF2B5EF4-FFF2-40B4-BE49-F238E27FC236}">
                  <a16:creationId xmlns:a16="http://schemas.microsoft.com/office/drawing/2014/main" id="{EB964A5B-E6C3-A500-0201-357342CCEE9D}"/>
                </a:ext>
              </a:extLst>
            </p:cNvPr>
            <p:cNvSpPr txBox="1"/>
            <p:nvPr/>
          </p:nvSpPr>
          <p:spPr>
            <a:xfrm>
              <a:off x="10177005" y="3827028"/>
              <a:ext cx="844696" cy="5287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Experts</a:t>
              </a: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pPr algn="ctr"/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(FFN)</a:t>
              </a:r>
              <a:endPara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70" name="矩形: 圆角 1369">
              <a:extLst>
                <a:ext uri="{FF2B5EF4-FFF2-40B4-BE49-F238E27FC236}">
                  <a16:creationId xmlns:a16="http://schemas.microsoft.com/office/drawing/2014/main" id="{E5066C6C-90FD-3917-0488-5CAA26F74972}"/>
                </a:ext>
              </a:extLst>
            </p:cNvPr>
            <p:cNvSpPr/>
            <p:nvPr/>
          </p:nvSpPr>
          <p:spPr>
            <a:xfrm>
              <a:off x="10177607" y="2112118"/>
              <a:ext cx="606897" cy="292195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71" name="椭圆 1370">
              <a:extLst>
                <a:ext uri="{FF2B5EF4-FFF2-40B4-BE49-F238E27FC236}">
                  <a16:creationId xmlns:a16="http://schemas.microsoft.com/office/drawing/2014/main" id="{1973844A-0148-6634-C0BA-4580CBD3A369}"/>
                </a:ext>
              </a:extLst>
            </p:cNvPr>
            <p:cNvSpPr/>
            <p:nvPr/>
          </p:nvSpPr>
          <p:spPr>
            <a:xfrm rot="5400000">
              <a:off x="10234106" y="2155770"/>
              <a:ext cx="203225" cy="203225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372" name="矩形 1371">
              <a:extLst>
                <a:ext uri="{FF2B5EF4-FFF2-40B4-BE49-F238E27FC236}">
                  <a16:creationId xmlns:a16="http://schemas.microsoft.com/office/drawing/2014/main" id="{D8A82420-0F0B-D398-1530-68EF977ED05D}"/>
                </a:ext>
              </a:extLst>
            </p:cNvPr>
            <p:cNvSpPr/>
            <p:nvPr/>
          </p:nvSpPr>
          <p:spPr>
            <a:xfrm rot="5400000">
              <a:off x="10498771" y="2156988"/>
              <a:ext cx="203225" cy="20322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373" name="矩形: 圆角 1372">
              <a:extLst>
                <a:ext uri="{FF2B5EF4-FFF2-40B4-BE49-F238E27FC236}">
                  <a16:creationId xmlns:a16="http://schemas.microsoft.com/office/drawing/2014/main" id="{99AF930E-8023-08C4-E7D5-A2C2F1FDD767}"/>
                </a:ext>
              </a:extLst>
            </p:cNvPr>
            <p:cNvSpPr/>
            <p:nvPr/>
          </p:nvSpPr>
          <p:spPr>
            <a:xfrm>
              <a:off x="10330669" y="3389379"/>
              <a:ext cx="606897" cy="29219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74" name="椭圆 1373">
              <a:extLst>
                <a:ext uri="{FF2B5EF4-FFF2-40B4-BE49-F238E27FC236}">
                  <a16:creationId xmlns:a16="http://schemas.microsoft.com/office/drawing/2014/main" id="{788AD415-BAA5-F8ED-5220-6865A13F7A29}"/>
                </a:ext>
              </a:extLst>
            </p:cNvPr>
            <p:cNvSpPr/>
            <p:nvPr/>
          </p:nvSpPr>
          <p:spPr>
            <a:xfrm rot="5400000">
              <a:off x="10387168" y="3433031"/>
              <a:ext cx="203225" cy="203225"/>
            </a:xfrm>
            <a:prstGeom prst="ellipse">
              <a:avLst/>
            </a:prstGeom>
            <a:solidFill>
              <a:srgbClr val="DEEBF7"/>
            </a:solidFill>
            <a:ln>
              <a:solidFill>
                <a:srgbClr val="9DC3E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375" name="矩形 1374">
              <a:extLst>
                <a:ext uri="{FF2B5EF4-FFF2-40B4-BE49-F238E27FC236}">
                  <a16:creationId xmlns:a16="http://schemas.microsoft.com/office/drawing/2014/main" id="{5CA3EDA5-9546-AC38-727A-E466FC4619F7}"/>
                </a:ext>
              </a:extLst>
            </p:cNvPr>
            <p:cNvSpPr/>
            <p:nvPr/>
          </p:nvSpPr>
          <p:spPr>
            <a:xfrm rot="5400000">
              <a:off x="10651833" y="3434249"/>
              <a:ext cx="203225" cy="203225"/>
            </a:xfrm>
            <a:prstGeom prst="rect">
              <a:avLst/>
            </a:prstGeom>
            <a:solidFill>
              <a:srgbClr val="FDE1E1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376" name="矩形: 圆角 1375">
              <a:extLst>
                <a:ext uri="{FF2B5EF4-FFF2-40B4-BE49-F238E27FC236}">
                  <a16:creationId xmlns:a16="http://schemas.microsoft.com/office/drawing/2014/main" id="{4C81E606-FCE1-EFFF-C6D8-44DFB9A866AD}"/>
                </a:ext>
              </a:extLst>
            </p:cNvPr>
            <p:cNvSpPr/>
            <p:nvPr/>
          </p:nvSpPr>
          <p:spPr>
            <a:xfrm>
              <a:off x="10167616" y="3498300"/>
              <a:ext cx="606897" cy="29219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77" name="椭圆 1376">
              <a:extLst>
                <a:ext uri="{FF2B5EF4-FFF2-40B4-BE49-F238E27FC236}">
                  <a16:creationId xmlns:a16="http://schemas.microsoft.com/office/drawing/2014/main" id="{C5111C5C-CDDB-60B7-48EB-52604D8D461F}"/>
                </a:ext>
              </a:extLst>
            </p:cNvPr>
            <p:cNvSpPr/>
            <p:nvPr/>
          </p:nvSpPr>
          <p:spPr>
            <a:xfrm rot="5400000">
              <a:off x="10224115" y="3541952"/>
              <a:ext cx="203225" cy="203225"/>
            </a:xfrm>
            <a:prstGeom prst="ellipse">
              <a:avLst/>
            </a:prstGeom>
            <a:solidFill>
              <a:srgbClr val="DEEBF7"/>
            </a:solidFill>
            <a:ln>
              <a:solidFill>
                <a:srgbClr val="9DC3E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378" name="矩形 1377">
              <a:extLst>
                <a:ext uri="{FF2B5EF4-FFF2-40B4-BE49-F238E27FC236}">
                  <a16:creationId xmlns:a16="http://schemas.microsoft.com/office/drawing/2014/main" id="{C96F8B0D-91E8-80DC-93E4-F7BD127A8BA7}"/>
                </a:ext>
              </a:extLst>
            </p:cNvPr>
            <p:cNvSpPr/>
            <p:nvPr/>
          </p:nvSpPr>
          <p:spPr>
            <a:xfrm rot="5400000">
              <a:off x="10488780" y="3543170"/>
              <a:ext cx="203225" cy="203225"/>
            </a:xfrm>
            <a:prstGeom prst="rect">
              <a:avLst/>
            </a:prstGeom>
            <a:solidFill>
              <a:srgbClr val="FDE1E1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379" name="矩形: 圆角 1378">
              <a:extLst>
                <a:ext uri="{FF2B5EF4-FFF2-40B4-BE49-F238E27FC236}">
                  <a16:creationId xmlns:a16="http://schemas.microsoft.com/office/drawing/2014/main" id="{6A4A9C61-AF8B-47DE-95CD-4579CA00CBD9}"/>
                </a:ext>
              </a:extLst>
            </p:cNvPr>
            <p:cNvSpPr/>
            <p:nvPr/>
          </p:nvSpPr>
          <p:spPr>
            <a:xfrm>
              <a:off x="10335998" y="2684173"/>
              <a:ext cx="606897" cy="29219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80" name="椭圆 1379">
              <a:extLst>
                <a:ext uri="{FF2B5EF4-FFF2-40B4-BE49-F238E27FC236}">
                  <a16:creationId xmlns:a16="http://schemas.microsoft.com/office/drawing/2014/main" id="{1C84B993-EB3A-8052-758C-83C77C06AE81}"/>
                </a:ext>
              </a:extLst>
            </p:cNvPr>
            <p:cNvSpPr/>
            <p:nvPr/>
          </p:nvSpPr>
          <p:spPr>
            <a:xfrm rot="5400000">
              <a:off x="10392497" y="2727825"/>
              <a:ext cx="203225" cy="203225"/>
            </a:xfrm>
            <a:prstGeom prst="ellipse">
              <a:avLst/>
            </a:prstGeom>
            <a:solidFill>
              <a:srgbClr val="FFF2CC"/>
            </a:solidFill>
            <a:ln>
              <a:solidFill>
                <a:srgbClr val="FFDC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381" name="矩形 1380">
              <a:extLst>
                <a:ext uri="{FF2B5EF4-FFF2-40B4-BE49-F238E27FC236}">
                  <a16:creationId xmlns:a16="http://schemas.microsoft.com/office/drawing/2014/main" id="{6731B7E1-F996-6228-A49B-EC357654A088}"/>
                </a:ext>
              </a:extLst>
            </p:cNvPr>
            <p:cNvSpPr/>
            <p:nvPr/>
          </p:nvSpPr>
          <p:spPr>
            <a:xfrm rot="5400000">
              <a:off x="10657162" y="2729043"/>
              <a:ext cx="203225" cy="203225"/>
            </a:xfrm>
            <a:prstGeom prst="rect">
              <a:avLst/>
            </a:prstGeom>
            <a:solidFill>
              <a:srgbClr val="E2F0D9"/>
            </a:solidFill>
            <a:ln>
              <a:solidFill>
                <a:srgbClr val="A9D18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382" name="矩形: 圆角 1381">
              <a:extLst>
                <a:ext uri="{FF2B5EF4-FFF2-40B4-BE49-F238E27FC236}">
                  <a16:creationId xmlns:a16="http://schemas.microsoft.com/office/drawing/2014/main" id="{C43A53E2-43BF-7168-F550-2261CC55EC8F}"/>
                </a:ext>
              </a:extLst>
            </p:cNvPr>
            <p:cNvSpPr/>
            <p:nvPr/>
          </p:nvSpPr>
          <p:spPr>
            <a:xfrm>
              <a:off x="10172945" y="2793094"/>
              <a:ext cx="606897" cy="29219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83" name="椭圆 1382">
              <a:extLst>
                <a:ext uri="{FF2B5EF4-FFF2-40B4-BE49-F238E27FC236}">
                  <a16:creationId xmlns:a16="http://schemas.microsoft.com/office/drawing/2014/main" id="{6F583DA8-3AA6-DFDD-E4A9-4ABD6B79BA87}"/>
                </a:ext>
              </a:extLst>
            </p:cNvPr>
            <p:cNvSpPr/>
            <p:nvPr/>
          </p:nvSpPr>
          <p:spPr>
            <a:xfrm rot="5400000">
              <a:off x="10229444" y="2836746"/>
              <a:ext cx="203225" cy="203225"/>
            </a:xfrm>
            <a:prstGeom prst="ellipse">
              <a:avLst/>
            </a:prstGeom>
            <a:solidFill>
              <a:srgbClr val="FFF2CC"/>
            </a:solidFill>
            <a:ln>
              <a:solidFill>
                <a:srgbClr val="FFDC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384" name="矩形 1383">
              <a:extLst>
                <a:ext uri="{FF2B5EF4-FFF2-40B4-BE49-F238E27FC236}">
                  <a16:creationId xmlns:a16="http://schemas.microsoft.com/office/drawing/2014/main" id="{27391764-919C-A9EB-32F5-ADEEC98D23D4}"/>
                </a:ext>
              </a:extLst>
            </p:cNvPr>
            <p:cNvSpPr/>
            <p:nvPr/>
          </p:nvSpPr>
          <p:spPr>
            <a:xfrm rot="5400000">
              <a:off x="10494109" y="2837964"/>
              <a:ext cx="203225" cy="203225"/>
            </a:xfrm>
            <a:prstGeom prst="rect">
              <a:avLst/>
            </a:prstGeom>
            <a:solidFill>
              <a:srgbClr val="E2F0D9"/>
            </a:solidFill>
            <a:ln>
              <a:solidFill>
                <a:srgbClr val="A9D18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385" name="文本框 1384">
              <a:extLst>
                <a:ext uri="{FF2B5EF4-FFF2-40B4-BE49-F238E27FC236}">
                  <a16:creationId xmlns:a16="http://schemas.microsoft.com/office/drawing/2014/main" id="{67EB3063-9BAF-051A-A3F8-A41197FF77F8}"/>
                </a:ext>
              </a:extLst>
            </p:cNvPr>
            <p:cNvSpPr txBox="1"/>
            <p:nvPr/>
          </p:nvSpPr>
          <p:spPr>
            <a:xfrm rot="5400000">
              <a:off x="10351193" y="2376409"/>
              <a:ext cx="387219" cy="3511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+mn-ea"/>
                </a:rPr>
                <a:t>…</a:t>
              </a:r>
            </a:p>
          </p:txBody>
        </p:sp>
        <p:sp>
          <p:nvSpPr>
            <p:cNvPr id="1386" name="文本框 1385">
              <a:extLst>
                <a:ext uri="{FF2B5EF4-FFF2-40B4-BE49-F238E27FC236}">
                  <a16:creationId xmlns:a16="http://schemas.microsoft.com/office/drawing/2014/main" id="{C5061ACF-7F1F-07E0-F844-3058D12EB8CC}"/>
                </a:ext>
              </a:extLst>
            </p:cNvPr>
            <p:cNvSpPr txBox="1"/>
            <p:nvPr/>
          </p:nvSpPr>
          <p:spPr>
            <a:xfrm rot="5400000">
              <a:off x="10351192" y="3057987"/>
              <a:ext cx="387219" cy="3511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+mn-ea"/>
                </a:rPr>
                <a:t>…</a:t>
              </a:r>
            </a:p>
          </p:txBody>
        </p:sp>
        <p:sp>
          <p:nvSpPr>
            <p:cNvPr id="1387" name="矩形: 圆角 1386">
              <a:extLst>
                <a:ext uri="{FF2B5EF4-FFF2-40B4-BE49-F238E27FC236}">
                  <a16:creationId xmlns:a16="http://schemas.microsoft.com/office/drawing/2014/main" id="{14CB8CB6-BC00-0DC2-2057-561E786E8630}"/>
                </a:ext>
              </a:extLst>
            </p:cNvPr>
            <p:cNvSpPr/>
            <p:nvPr/>
          </p:nvSpPr>
          <p:spPr>
            <a:xfrm>
              <a:off x="11459537" y="2039990"/>
              <a:ext cx="141815" cy="264780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88" name="矩形: 圆角 1387">
              <a:extLst>
                <a:ext uri="{FF2B5EF4-FFF2-40B4-BE49-F238E27FC236}">
                  <a16:creationId xmlns:a16="http://schemas.microsoft.com/office/drawing/2014/main" id="{EF062091-9434-37A4-39F1-83135BDA9EF8}"/>
                </a:ext>
              </a:extLst>
            </p:cNvPr>
            <p:cNvSpPr/>
            <p:nvPr/>
          </p:nvSpPr>
          <p:spPr>
            <a:xfrm>
              <a:off x="11459537" y="3436725"/>
              <a:ext cx="141815" cy="264780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89" name="矩形: 圆角 1388">
              <a:extLst>
                <a:ext uri="{FF2B5EF4-FFF2-40B4-BE49-F238E27FC236}">
                  <a16:creationId xmlns:a16="http://schemas.microsoft.com/office/drawing/2014/main" id="{B2711123-08CD-BC9B-C656-B9BD79B553A4}"/>
                </a:ext>
              </a:extLst>
            </p:cNvPr>
            <p:cNvSpPr/>
            <p:nvPr/>
          </p:nvSpPr>
          <p:spPr>
            <a:xfrm>
              <a:off x="11459537" y="2732995"/>
              <a:ext cx="141815" cy="264780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90" name="文本框 1389">
              <a:extLst>
                <a:ext uri="{FF2B5EF4-FFF2-40B4-BE49-F238E27FC236}">
                  <a16:creationId xmlns:a16="http://schemas.microsoft.com/office/drawing/2014/main" id="{CBDE006B-774D-82CC-DBB0-96B51EB42955}"/>
                </a:ext>
              </a:extLst>
            </p:cNvPr>
            <p:cNvSpPr txBox="1"/>
            <p:nvPr/>
          </p:nvSpPr>
          <p:spPr>
            <a:xfrm>
              <a:off x="10883926" y="3636708"/>
              <a:ext cx="687642" cy="2782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AD-LT</a:t>
              </a:r>
              <a:endPara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91" name="直接箭头连接符 1390">
              <a:extLst>
                <a:ext uri="{FF2B5EF4-FFF2-40B4-BE49-F238E27FC236}">
                  <a16:creationId xmlns:a16="http://schemas.microsoft.com/office/drawing/2014/main" id="{377A85B7-165C-52C5-5850-046C851EEB2A}"/>
                </a:ext>
              </a:extLst>
            </p:cNvPr>
            <p:cNvCxnSpPr>
              <a:cxnSpLocks/>
              <a:stCxn id="1357" idx="7"/>
              <a:endCxn id="1383" idx="4"/>
            </p:cNvCxnSpPr>
            <p:nvPr/>
          </p:nvCxnSpPr>
          <p:spPr>
            <a:xfrm>
              <a:off x="9777000" y="2653553"/>
              <a:ext cx="452444" cy="284806"/>
            </a:xfrm>
            <a:prstGeom prst="straightConnector1">
              <a:avLst/>
            </a:prstGeom>
            <a:ln w="12700" cmpd="sng">
              <a:solidFill>
                <a:schemeClr val="accent4">
                  <a:lumMod val="75000"/>
                </a:schemeClr>
              </a:solidFill>
              <a:prstDash val="lg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2" name="直接箭头连接符 1391">
              <a:extLst>
                <a:ext uri="{FF2B5EF4-FFF2-40B4-BE49-F238E27FC236}">
                  <a16:creationId xmlns:a16="http://schemas.microsoft.com/office/drawing/2014/main" id="{C9BD3515-51D1-387A-4DE2-CBE71E12B098}"/>
                </a:ext>
              </a:extLst>
            </p:cNvPr>
            <p:cNvCxnSpPr>
              <a:cxnSpLocks/>
              <a:stCxn id="1359" idx="0"/>
              <a:endCxn id="1384" idx="3"/>
            </p:cNvCxnSpPr>
            <p:nvPr/>
          </p:nvCxnSpPr>
          <p:spPr>
            <a:xfrm flipV="1">
              <a:off x="9806762" y="3041189"/>
              <a:ext cx="788959" cy="278584"/>
            </a:xfrm>
            <a:prstGeom prst="straightConnector1">
              <a:avLst/>
            </a:prstGeom>
            <a:ln w="12700" cmpd="sng">
              <a:solidFill>
                <a:schemeClr val="accent6">
                  <a:lumMod val="75000"/>
                </a:schemeClr>
              </a:solidFill>
              <a:prstDash val="lg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3" name="文本框 1392">
              <a:extLst>
                <a:ext uri="{FF2B5EF4-FFF2-40B4-BE49-F238E27FC236}">
                  <a16:creationId xmlns:a16="http://schemas.microsoft.com/office/drawing/2014/main" id="{BB4755DB-A9FC-9C64-3D95-7607A9C8A99F}"/>
                </a:ext>
              </a:extLst>
            </p:cNvPr>
            <p:cNvSpPr txBox="1"/>
            <p:nvPr/>
          </p:nvSpPr>
          <p:spPr>
            <a:xfrm rot="5400000">
              <a:off x="11336834" y="2350173"/>
              <a:ext cx="387219" cy="3511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+mn-ea"/>
                </a:rPr>
                <a:t>…</a:t>
              </a:r>
            </a:p>
          </p:txBody>
        </p:sp>
        <p:sp>
          <p:nvSpPr>
            <p:cNvPr id="1394" name="文本框 1393">
              <a:extLst>
                <a:ext uri="{FF2B5EF4-FFF2-40B4-BE49-F238E27FC236}">
                  <a16:creationId xmlns:a16="http://schemas.microsoft.com/office/drawing/2014/main" id="{F885740F-2A3C-4E52-9EC6-1E1930185B0A}"/>
                </a:ext>
              </a:extLst>
            </p:cNvPr>
            <p:cNvSpPr txBox="1"/>
            <p:nvPr/>
          </p:nvSpPr>
          <p:spPr>
            <a:xfrm rot="5400000">
              <a:off x="11323128" y="3041699"/>
              <a:ext cx="387219" cy="3511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+mn-ea"/>
                </a:rPr>
                <a:t>…</a:t>
              </a:r>
            </a:p>
          </p:txBody>
        </p:sp>
        <p:sp>
          <p:nvSpPr>
            <p:cNvPr id="1395" name="箭头: 右 1394">
              <a:extLst>
                <a:ext uri="{FF2B5EF4-FFF2-40B4-BE49-F238E27FC236}">
                  <a16:creationId xmlns:a16="http://schemas.microsoft.com/office/drawing/2014/main" id="{97226756-36D7-9A21-BDD7-F62D89595364}"/>
                </a:ext>
              </a:extLst>
            </p:cNvPr>
            <p:cNvSpPr/>
            <p:nvPr/>
          </p:nvSpPr>
          <p:spPr>
            <a:xfrm rot="10800000">
              <a:off x="10993975" y="2070257"/>
              <a:ext cx="413534" cy="235433"/>
            </a:xfrm>
            <a:prstGeom prst="rightArrow">
              <a:avLst/>
            </a:prstGeom>
            <a:solidFill>
              <a:schemeClr val="accent5">
                <a:lumMod val="75000"/>
              </a:schemeClr>
            </a:solidFill>
            <a:ln cap="flat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396" name="箭头: 右 1395">
              <a:extLst>
                <a:ext uri="{FF2B5EF4-FFF2-40B4-BE49-F238E27FC236}">
                  <a16:creationId xmlns:a16="http://schemas.microsoft.com/office/drawing/2014/main" id="{C70F38F4-D2CB-2F49-37E8-3CFB64C0A12C}"/>
                </a:ext>
              </a:extLst>
            </p:cNvPr>
            <p:cNvSpPr/>
            <p:nvPr/>
          </p:nvSpPr>
          <p:spPr>
            <a:xfrm rot="10800000">
              <a:off x="8765019" y="1146946"/>
              <a:ext cx="368352" cy="235433"/>
            </a:xfrm>
            <a:prstGeom prst="rightArrow">
              <a:avLst/>
            </a:prstGeom>
            <a:solidFill>
              <a:schemeClr val="accent5">
                <a:lumMod val="75000"/>
              </a:schemeClr>
            </a:solidFill>
            <a:ln cap="flat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397" name="矩形: 圆角 1396">
              <a:extLst>
                <a:ext uri="{FF2B5EF4-FFF2-40B4-BE49-F238E27FC236}">
                  <a16:creationId xmlns:a16="http://schemas.microsoft.com/office/drawing/2014/main" id="{0F5E15B1-2752-8BEB-39FD-A9D6FE8EB17E}"/>
                </a:ext>
              </a:extLst>
            </p:cNvPr>
            <p:cNvSpPr/>
            <p:nvPr/>
          </p:nvSpPr>
          <p:spPr>
            <a:xfrm>
              <a:off x="10023531" y="632445"/>
              <a:ext cx="606897" cy="292195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98" name="椭圆 1397">
              <a:extLst>
                <a:ext uri="{FF2B5EF4-FFF2-40B4-BE49-F238E27FC236}">
                  <a16:creationId xmlns:a16="http://schemas.microsoft.com/office/drawing/2014/main" id="{45B01237-D558-75AE-EA35-FB479A756FF1}"/>
                </a:ext>
              </a:extLst>
            </p:cNvPr>
            <p:cNvSpPr/>
            <p:nvPr/>
          </p:nvSpPr>
          <p:spPr>
            <a:xfrm rot="5400000">
              <a:off x="10080030" y="676097"/>
              <a:ext cx="203225" cy="203225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399" name="矩形 1398">
              <a:extLst>
                <a:ext uri="{FF2B5EF4-FFF2-40B4-BE49-F238E27FC236}">
                  <a16:creationId xmlns:a16="http://schemas.microsoft.com/office/drawing/2014/main" id="{78181A3F-5A6B-4395-4F97-3B8D2CE01618}"/>
                </a:ext>
              </a:extLst>
            </p:cNvPr>
            <p:cNvSpPr/>
            <p:nvPr/>
          </p:nvSpPr>
          <p:spPr>
            <a:xfrm rot="5400000">
              <a:off x="10344695" y="677315"/>
              <a:ext cx="203225" cy="20322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400" name="矩形: 圆角 1399">
              <a:extLst>
                <a:ext uri="{FF2B5EF4-FFF2-40B4-BE49-F238E27FC236}">
                  <a16:creationId xmlns:a16="http://schemas.microsoft.com/office/drawing/2014/main" id="{D88DDC97-CA49-8069-7617-962EBAB1C255}"/>
                </a:ext>
              </a:extLst>
            </p:cNvPr>
            <p:cNvSpPr/>
            <p:nvPr/>
          </p:nvSpPr>
          <p:spPr>
            <a:xfrm>
              <a:off x="10021040" y="1453341"/>
              <a:ext cx="606897" cy="29219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01" name="椭圆 1400">
              <a:extLst>
                <a:ext uri="{FF2B5EF4-FFF2-40B4-BE49-F238E27FC236}">
                  <a16:creationId xmlns:a16="http://schemas.microsoft.com/office/drawing/2014/main" id="{0DBDA4C8-4211-FC88-F94D-FC0F4B6FE4BB}"/>
                </a:ext>
              </a:extLst>
            </p:cNvPr>
            <p:cNvSpPr/>
            <p:nvPr/>
          </p:nvSpPr>
          <p:spPr>
            <a:xfrm rot="5400000">
              <a:off x="10077539" y="1496993"/>
              <a:ext cx="203225" cy="203225"/>
            </a:xfrm>
            <a:prstGeom prst="ellipse">
              <a:avLst/>
            </a:prstGeom>
            <a:solidFill>
              <a:srgbClr val="DEEBF7"/>
            </a:solidFill>
            <a:ln>
              <a:solidFill>
                <a:srgbClr val="9DC3E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402" name="矩形 1401">
              <a:extLst>
                <a:ext uri="{FF2B5EF4-FFF2-40B4-BE49-F238E27FC236}">
                  <a16:creationId xmlns:a16="http://schemas.microsoft.com/office/drawing/2014/main" id="{F6A78A26-0535-2B4D-9849-587CC46E2D4F}"/>
                </a:ext>
              </a:extLst>
            </p:cNvPr>
            <p:cNvSpPr/>
            <p:nvPr/>
          </p:nvSpPr>
          <p:spPr>
            <a:xfrm rot="5400000">
              <a:off x="10342204" y="1498211"/>
              <a:ext cx="203225" cy="203225"/>
            </a:xfrm>
            <a:prstGeom prst="rect">
              <a:avLst/>
            </a:prstGeom>
            <a:solidFill>
              <a:srgbClr val="FDE1E1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403" name="文本框 1402">
              <a:extLst>
                <a:ext uri="{FF2B5EF4-FFF2-40B4-BE49-F238E27FC236}">
                  <a16:creationId xmlns:a16="http://schemas.microsoft.com/office/drawing/2014/main" id="{7769970D-95F4-EE70-D59C-19E4409DFCFA}"/>
                </a:ext>
              </a:extLst>
            </p:cNvPr>
            <p:cNvSpPr txBox="1"/>
            <p:nvPr/>
          </p:nvSpPr>
          <p:spPr>
            <a:xfrm rot="5400000">
              <a:off x="10149990" y="1093721"/>
              <a:ext cx="387219" cy="3511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+mn-ea"/>
                </a:rPr>
                <a:t>…</a:t>
              </a:r>
            </a:p>
          </p:txBody>
        </p:sp>
        <p:cxnSp>
          <p:nvCxnSpPr>
            <p:cNvPr id="1404" name="连接符: 肘形 1403">
              <a:extLst>
                <a:ext uri="{FF2B5EF4-FFF2-40B4-BE49-F238E27FC236}">
                  <a16:creationId xmlns:a16="http://schemas.microsoft.com/office/drawing/2014/main" id="{CDD9D3E4-0282-A702-B190-C16B62E22FD8}"/>
                </a:ext>
              </a:extLst>
            </p:cNvPr>
            <p:cNvCxnSpPr>
              <a:cxnSpLocks/>
              <a:stCxn id="1255" idx="0"/>
              <a:endCxn id="1397" idx="1"/>
            </p:cNvCxnSpPr>
            <p:nvPr/>
          </p:nvCxnSpPr>
          <p:spPr>
            <a:xfrm flipV="1">
              <a:off x="9433779" y="778543"/>
              <a:ext cx="589752" cy="423905"/>
            </a:xfrm>
            <a:prstGeom prst="bentConnector3">
              <a:avLst>
                <a:gd name="adj1" fmla="val 3952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5" name="文本框 1404">
              <a:extLst>
                <a:ext uri="{FF2B5EF4-FFF2-40B4-BE49-F238E27FC236}">
                  <a16:creationId xmlns:a16="http://schemas.microsoft.com/office/drawing/2014/main" id="{43692644-86A4-FDC8-EE59-113743C04BA7}"/>
                </a:ext>
              </a:extLst>
            </p:cNvPr>
            <p:cNvSpPr txBox="1"/>
            <p:nvPr/>
          </p:nvSpPr>
          <p:spPr>
            <a:xfrm>
              <a:off x="9966991" y="873532"/>
              <a:ext cx="743646" cy="2782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Expert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06" name="连接符: 肘形 1405">
              <a:extLst>
                <a:ext uri="{FF2B5EF4-FFF2-40B4-BE49-F238E27FC236}">
                  <a16:creationId xmlns:a16="http://schemas.microsoft.com/office/drawing/2014/main" id="{95992566-2A70-A667-5FC7-B5937C51DFD4}"/>
                </a:ext>
              </a:extLst>
            </p:cNvPr>
            <p:cNvCxnSpPr>
              <a:cxnSpLocks/>
              <a:stCxn id="1255" idx="0"/>
              <a:endCxn id="1400" idx="1"/>
            </p:cNvCxnSpPr>
            <p:nvPr/>
          </p:nvCxnSpPr>
          <p:spPr>
            <a:xfrm>
              <a:off x="9433779" y="1202448"/>
              <a:ext cx="587261" cy="396991"/>
            </a:xfrm>
            <a:prstGeom prst="bentConnector3">
              <a:avLst>
                <a:gd name="adj1" fmla="val 3962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7" name="连接符: 肘形 1406">
              <a:extLst>
                <a:ext uri="{FF2B5EF4-FFF2-40B4-BE49-F238E27FC236}">
                  <a16:creationId xmlns:a16="http://schemas.microsoft.com/office/drawing/2014/main" id="{9321E3C3-80D0-7A57-9351-5961AD4F6A97}"/>
                </a:ext>
              </a:extLst>
            </p:cNvPr>
            <p:cNvCxnSpPr>
              <a:cxnSpLocks/>
              <a:stCxn id="1255" idx="0"/>
              <a:endCxn id="1251" idx="1"/>
            </p:cNvCxnSpPr>
            <p:nvPr/>
          </p:nvCxnSpPr>
          <p:spPr>
            <a:xfrm flipV="1">
              <a:off x="9433779" y="396589"/>
              <a:ext cx="505759" cy="805859"/>
            </a:xfrm>
            <a:prstGeom prst="bentConnector3">
              <a:avLst>
                <a:gd name="adj1" fmla="val 21123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8" name="连接符: 肘形 1407">
              <a:extLst>
                <a:ext uri="{FF2B5EF4-FFF2-40B4-BE49-F238E27FC236}">
                  <a16:creationId xmlns:a16="http://schemas.microsoft.com/office/drawing/2014/main" id="{27E3C1CF-E8EA-D514-7342-17ECC909B580}"/>
                </a:ext>
              </a:extLst>
            </p:cNvPr>
            <p:cNvCxnSpPr>
              <a:cxnSpLocks/>
              <a:stCxn id="1397" idx="3"/>
              <a:endCxn id="1252" idx="3"/>
            </p:cNvCxnSpPr>
            <p:nvPr/>
          </p:nvCxnSpPr>
          <p:spPr>
            <a:xfrm>
              <a:off x="10630428" y="778543"/>
              <a:ext cx="352698" cy="422778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9" name="连接符: 肘形 1408">
              <a:extLst>
                <a:ext uri="{FF2B5EF4-FFF2-40B4-BE49-F238E27FC236}">
                  <a16:creationId xmlns:a16="http://schemas.microsoft.com/office/drawing/2014/main" id="{A5C0CE59-111F-B3D1-8CD8-4AA3BDB18E5B}"/>
                </a:ext>
              </a:extLst>
            </p:cNvPr>
            <p:cNvCxnSpPr>
              <a:cxnSpLocks/>
              <a:stCxn id="1400" idx="3"/>
              <a:endCxn id="1252" idx="3"/>
            </p:cNvCxnSpPr>
            <p:nvPr/>
          </p:nvCxnSpPr>
          <p:spPr>
            <a:xfrm flipV="1">
              <a:off x="10627937" y="1201321"/>
              <a:ext cx="355189" cy="398118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0" name="连接符: 肘形 1409">
              <a:extLst>
                <a:ext uri="{FF2B5EF4-FFF2-40B4-BE49-F238E27FC236}">
                  <a16:creationId xmlns:a16="http://schemas.microsoft.com/office/drawing/2014/main" id="{A84650BA-C56B-E137-437E-2943A9E89493}"/>
                </a:ext>
              </a:extLst>
            </p:cNvPr>
            <p:cNvCxnSpPr>
              <a:cxnSpLocks/>
              <a:stCxn id="1251" idx="3"/>
              <a:endCxn id="1252" idx="1"/>
            </p:cNvCxnSpPr>
            <p:nvPr/>
          </p:nvCxnSpPr>
          <p:spPr>
            <a:xfrm>
              <a:off x="10675570" y="396589"/>
              <a:ext cx="394329" cy="718242"/>
            </a:xfrm>
            <a:prstGeom prst="bentConnector3">
              <a:avLst>
                <a:gd name="adj1" fmla="val 99388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1" name="文本框 1410">
              <a:extLst>
                <a:ext uri="{FF2B5EF4-FFF2-40B4-BE49-F238E27FC236}">
                  <a16:creationId xmlns:a16="http://schemas.microsoft.com/office/drawing/2014/main" id="{D1C7AC0C-8EA2-F808-6DB7-5F6B0549C23C}"/>
                </a:ext>
              </a:extLst>
            </p:cNvPr>
            <p:cNvSpPr txBox="1"/>
            <p:nvPr/>
          </p:nvSpPr>
          <p:spPr>
            <a:xfrm>
              <a:off x="10894666" y="2939894"/>
              <a:ext cx="687642" cy="2782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NT-ST</a:t>
              </a:r>
            </a:p>
          </p:txBody>
        </p:sp>
        <p:sp>
          <p:nvSpPr>
            <p:cNvPr id="1412" name="文本框 1411">
              <a:extLst>
                <a:ext uri="{FF2B5EF4-FFF2-40B4-BE49-F238E27FC236}">
                  <a16:creationId xmlns:a16="http://schemas.microsoft.com/office/drawing/2014/main" id="{8C955B9A-3DC3-BA8F-349D-27FE29BAD1B2}"/>
                </a:ext>
              </a:extLst>
            </p:cNvPr>
            <p:cNvSpPr txBox="1"/>
            <p:nvPr/>
          </p:nvSpPr>
          <p:spPr>
            <a:xfrm>
              <a:off x="10894666" y="2243777"/>
              <a:ext cx="687642" cy="2782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DT-ST</a:t>
              </a:r>
              <a:endPara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13" name="箭头: 右 1412">
              <a:extLst>
                <a:ext uri="{FF2B5EF4-FFF2-40B4-BE49-F238E27FC236}">
                  <a16:creationId xmlns:a16="http://schemas.microsoft.com/office/drawing/2014/main" id="{ACABC3B1-CC0E-5F35-5FD8-5F2EA44D30E8}"/>
                </a:ext>
              </a:extLst>
            </p:cNvPr>
            <p:cNvSpPr/>
            <p:nvPr/>
          </p:nvSpPr>
          <p:spPr>
            <a:xfrm rot="10800000">
              <a:off x="10990645" y="2748680"/>
              <a:ext cx="413534" cy="235433"/>
            </a:xfrm>
            <a:prstGeom prst="rightArrow">
              <a:avLst/>
            </a:prstGeom>
            <a:solidFill>
              <a:schemeClr val="accent5">
                <a:lumMod val="75000"/>
              </a:schemeClr>
            </a:solidFill>
            <a:ln cap="flat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414" name="箭头: 右 1413">
              <a:extLst>
                <a:ext uri="{FF2B5EF4-FFF2-40B4-BE49-F238E27FC236}">
                  <a16:creationId xmlns:a16="http://schemas.microsoft.com/office/drawing/2014/main" id="{50730B29-DF00-1D34-A6AE-883FED7C909F}"/>
                </a:ext>
              </a:extLst>
            </p:cNvPr>
            <p:cNvSpPr/>
            <p:nvPr/>
          </p:nvSpPr>
          <p:spPr>
            <a:xfrm rot="10800000">
              <a:off x="10985505" y="3451259"/>
              <a:ext cx="413534" cy="235433"/>
            </a:xfrm>
            <a:prstGeom prst="rightArrow">
              <a:avLst/>
            </a:prstGeom>
            <a:solidFill>
              <a:schemeClr val="accent5">
                <a:lumMod val="75000"/>
              </a:schemeClr>
            </a:solidFill>
            <a:ln cap="flat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</p:grpSp>
      <p:pic>
        <p:nvPicPr>
          <p:cNvPr id="1456" name="图片 1455">
            <a:extLst>
              <a:ext uri="{FF2B5EF4-FFF2-40B4-BE49-F238E27FC236}">
                <a16:creationId xmlns:a16="http://schemas.microsoft.com/office/drawing/2014/main" id="{244C3F42-2EF8-1448-3950-272433603F27}"/>
              </a:ext>
            </a:extLst>
          </p:cNvPr>
          <p:cNvPicPr preferRelativeResize="0">
            <a:picLocks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2121" y="13944355"/>
            <a:ext cx="2110812" cy="2110812"/>
          </a:xfrm>
          <a:prstGeom prst="rect">
            <a:avLst/>
          </a:prstGeom>
        </p:spPr>
      </p:pic>
      <p:sp>
        <p:nvSpPr>
          <p:cNvPr id="1458" name="矩形: 圆角 1457">
            <a:extLst>
              <a:ext uri="{FF2B5EF4-FFF2-40B4-BE49-F238E27FC236}">
                <a16:creationId xmlns:a16="http://schemas.microsoft.com/office/drawing/2014/main" id="{9FC47B36-B0A0-879B-5A5B-9B3C34A4096B}"/>
              </a:ext>
            </a:extLst>
          </p:cNvPr>
          <p:cNvSpPr/>
          <p:nvPr/>
        </p:nvSpPr>
        <p:spPr>
          <a:xfrm>
            <a:off x="1947067" y="15113501"/>
            <a:ext cx="2216031" cy="446400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29.1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Videos Per ID</a:t>
            </a:r>
          </a:p>
        </p:txBody>
      </p:sp>
      <p:graphicFrame>
        <p:nvGraphicFramePr>
          <p:cNvPr id="1470" name="图表 1469">
            <a:extLst>
              <a:ext uri="{FF2B5EF4-FFF2-40B4-BE49-F238E27FC236}">
                <a16:creationId xmlns:a16="http://schemas.microsoft.com/office/drawing/2014/main" id="{FA8A078D-9528-5088-047F-F164C606C1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84546299"/>
              </p:ext>
            </p:extLst>
          </p:nvPr>
        </p:nvGraphicFramePr>
        <p:xfrm>
          <a:off x="3131504" y="16312042"/>
          <a:ext cx="3935745" cy="3323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7"/>
          </a:graphicData>
        </a:graphic>
      </p:graphicFrame>
      <p:pic>
        <p:nvPicPr>
          <p:cNvPr id="1473" name="图片 1472">
            <a:extLst>
              <a:ext uri="{FF2B5EF4-FFF2-40B4-BE49-F238E27FC236}">
                <a16:creationId xmlns:a16="http://schemas.microsoft.com/office/drawing/2014/main" id="{75E19F2F-7EF3-C654-4197-7D7A744F65A3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291902" y="19486949"/>
            <a:ext cx="6728968" cy="1851600"/>
          </a:xfrm>
          <a:prstGeom prst="rect">
            <a:avLst/>
          </a:prstGeom>
        </p:spPr>
      </p:pic>
      <p:sp>
        <p:nvSpPr>
          <p:cNvPr id="1474" name="矩形: 圆顶角 1473">
            <a:extLst>
              <a:ext uri="{FF2B5EF4-FFF2-40B4-BE49-F238E27FC236}">
                <a16:creationId xmlns:a16="http://schemas.microsoft.com/office/drawing/2014/main" id="{7D70735E-F639-1AB7-155C-6654781CCA72}"/>
              </a:ext>
            </a:extLst>
          </p:cNvPr>
          <p:cNvSpPr/>
          <p:nvPr/>
        </p:nvSpPr>
        <p:spPr>
          <a:xfrm>
            <a:off x="20891498" y="5591335"/>
            <a:ext cx="3542534" cy="66750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5" name="矩形 1474">
            <a:extLst>
              <a:ext uri="{FF2B5EF4-FFF2-40B4-BE49-F238E27FC236}">
                <a16:creationId xmlns:a16="http://schemas.microsoft.com/office/drawing/2014/main" id="{2B4C419E-5EF8-DB54-7D9E-81C87BA2A5AA}"/>
              </a:ext>
            </a:extLst>
          </p:cNvPr>
          <p:cNvSpPr/>
          <p:nvPr/>
        </p:nvSpPr>
        <p:spPr>
          <a:xfrm>
            <a:off x="20891499" y="6267910"/>
            <a:ext cx="13077008" cy="15059640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76" name="文本框 1475">
            <a:extLst>
              <a:ext uri="{FF2B5EF4-FFF2-40B4-BE49-F238E27FC236}">
                <a16:creationId xmlns:a16="http://schemas.microsoft.com/office/drawing/2014/main" id="{4BCDE5B6-C22E-6CE6-F47A-38FCE6B486F4}"/>
              </a:ext>
            </a:extLst>
          </p:cNvPr>
          <p:cNvSpPr txBox="1"/>
          <p:nvPr/>
        </p:nvSpPr>
        <p:spPr>
          <a:xfrm>
            <a:off x="7681199" y="11782219"/>
            <a:ext cx="49284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Multi-Scenario 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ReID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 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different features for different scenarios separately to capture specific clues in each scenario. </a:t>
            </a:r>
          </a:p>
        </p:txBody>
      </p:sp>
      <p:sp>
        <p:nvSpPr>
          <p:cNvPr id="1477" name="文本框 1476">
            <a:extLst>
              <a:ext uri="{FF2B5EF4-FFF2-40B4-BE49-F238E27FC236}">
                <a16:creationId xmlns:a16="http://schemas.microsoft.com/office/drawing/2014/main" id="{E9D9EF43-3C5A-DB6C-CA54-02E76136836E}"/>
              </a:ext>
            </a:extLst>
          </p:cNvPr>
          <p:cNvSpPr txBox="1"/>
          <p:nvPr/>
        </p:nvSpPr>
        <p:spPr>
          <a:xfrm>
            <a:off x="7712457" y="13362719"/>
            <a:ext cx="57231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scenarios have non-shared classifiers, distinct negative category sets, and different modality filtering mechanisms. </a:t>
            </a:r>
          </a:p>
        </p:txBody>
      </p:sp>
      <p:sp>
        <p:nvSpPr>
          <p:cNvPr id="1480" name="文本框 1479">
            <a:extLst>
              <a:ext uri="{FF2B5EF4-FFF2-40B4-BE49-F238E27FC236}">
                <a16:creationId xmlns:a16="http://schemas.microsoft.com/office/drawing/2014/main" id="{84719AED-3A77-9594-CEA6-EC471071D588}"/>
              </a:ext>
            </a:extLst>
          </p:cNvPr>
          <p:cNvSpPr txBox="1"/>
          <p:nvPr/>
        </p:nvSpPr>
        <p:spPr>
          <a:xfrm>
            <a:off x="13991567" y="11813795"/>
            <a:ext cx="64046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Mixture-of-Attribute-Experts</a:t>
            </a:r>
          </a:p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alleviate interference between scenarios. We define the attribute layer as the basic cell shared among experts with similar scenario attributes. With this, the model can benefit from multiple inter-related scenarios.</a:t>
            </a:r>
          </a:p>
        </p:txBody>
      </p:sp>
      <p:sp>
        <p:nvSpPr>
          <p:cNvPr id="1483" name="文本框 1482">
            <a:extLst>
              <a:ext uri="{FF2B5EF4-FFF2-40B4-BE49-F238E27FC236}">
                <a16:creationId xmlns:a16="http://schemas.microsoft.com/office/drawing/2014/main" id="{AF94296A-C7A4-F1C2-9D8A-AE55AA392D16}"/>
              </a:ext>
            </a:extLst>
          </p:cNvPr>
          <p:cNvSpPr txBox="1"/>
          <p:nvPr/>
        </p:nvSpPr>
        <p:spPr>
          <a:xfrm>
            <a:off x="7681199" y="18326334"/>
            <a:ext cx="66843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Dynamic Weighting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Balances the training for different tasks with a loss weighting scheme, which considers multiple relevant tasks when computing weights.</a:t>
            </a:r>
          </a:p>
        </p:txBody>
      </p:sp>
      <p:pic>
        <p:nvPicPr>
          <p:cNvPr id="1490" name="图片 1489">
            <a:extLst>
              <a:ext uri="{FF2B5EF4-FFF2-40B4-BE49-F238E27FC236}">
                <a16:creationId xmlns:a16="http://schemas.microsoft.com/office/drawing/2014/main" id="{44683516-FEEB-EFF2-7E87-A991A3FFC753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20891498" y="18525281"/>
            <a:ext cx="13115918" cy="2841209"/>
          </a:xfrm>
          <a:prstGeom prst="rect">
            <a:avLst/>
          </a:prstGeom>
        </p:spPr>
      </p:pic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B232D955-3334-900A-2873-D0F35951E2EC}"/>
              </a:ext>
            </a:extLst>
          </p:cNvPr>
          <p:cNvSpPr/>
          <p:nvPr/>
        </p:nvSpPr>
        <p:spPr>
          <a:xfrm>
            <a:off x="7735304" y="12884490"/>
            <a:ext cx="1726329" cy="447390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CLS Tokens</a:t>
            </a: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A81F4AD9-B336-A700-2C73-12E15A758C54}"/>
              </a:ext>
            </a:extLst>
          </p:cNvPr>
          <p:cNvSpPr/>
          <p:nvPr/>
        </p:nvSpPr>
        <p:spPr>
          <a:xfrm>
            <a:off x="9585099" y="12878461"/>
            <a:ext cx="2399358" cy="447390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Shared Patch Tokens</a:t>
            </a:r>
          </a:p>
        </p:txBody>
      </p: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5840D5BC-A1E1-EED1-DACE-F3A483816D6B}"/>
              </a:ext>
            </a:extLst>
          </p:cNvPr>
          <p:cNvCxnSpPr>
            <a:cxnSpLocks/>
          </p:cNvCxnSpPr>
          <p:nvPr/>
        </p:nvCxnSpPr>
        <p:spPr>
          <a:xfrm flipH="1">
            <a:off x="7681199" y="18162406"/>
            <a:ext cx="12715001" cy="0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58">
            <a:extLst>
              <a:ext uri="{FF2B5EF4-FFF2-40B4-BE49-F238E27FC236}">
                <a16:creationId xmlns:a16="http://schemas.microsoft.com/office/drawing/2014/main" id="{2D1B7738-2E5F-3F68-8F41-0FE2A9FD98C5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774325" y="15302797"/>
            <a:ext cx="4042654" cy="1084614"/>
          </a:xfrm>
          <a:prstGeom prst="rect">
            <a:avLst/>
          </a:prstGeom>
        </p:spPr>
      </p:pic>
      <p:pic>
        <p:nvPicPr>
          <p:cNvPr id="61" name="图片 60">
            <a:extLst>
              <a:ext uri="{FF2B5EF4-FFF2-40B4-BE49-F238E27FC236}">
                <a16:creationId xmlns:a16="http://schemas.microsoft.com/office/drawing/2014/main" id="{15A5989A-CC02-9A85-7DB4-FADB3C44925F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820836" y="14326886"/>
            <a:ext cx="2374822" cy="379410"/>
          </a:xfrm>
          <a:prstGeom prst="rect">
            <a:avLst/>
          </a:prstGeom>
        </p:spPr>
      </p:pic>
      <p:pic>
        <p:nvPicPr>
          <p:cNvPr id="91" name="图片 90">
            <a:extLst>
              <a:ext uri="{FF2B5EF4-FFF2-40B4-BE49-F238E27FC236}">
                <a16:creationId xmlns:a16="http://schemas.microsoft.com/office/drawing/2014/main" id="{42BF844E-5ABB-8B97-995B-DCAE9FFE3CA5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735305" y="16521973"/>
            <a:ext cx="5106445" cy="1461011"/>
          </a:xfrm>
          <a:prstGeom prst="rect">
            <a:avLst/>
          </a:prstGeom>
        </p:spPr>
      </p:pic>
      <p:sp>
        <p:nvSpPr>
          <p:cNvPr id="95" name="矩形: 圆角 94">
            <a:extLst>
              <a:ext uri="{FF2B5EF4-FFF2-40B4-BE49-F238E27FC236}">
                <a16:creationId xmlns:a16="http://schemas.microsoft.com/office/drawing/2014/main" id="{1030F53F-80AB-5BD4-9258-376F15264082}"/>
              </a:ext>
            </a:extLst>
          </p:cNvPr>
          <p:cNvSpPr/>
          <p:nvPr/>
        </p:nvSpPr>
        <p:spPr>
          <a:xfrm>
            <a:off x="7735305" y="14875309"/>
            <a:ext cx="2374822" cy="447390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ID-clothing category</a:t>
            </a:r>
          </a:p>
        </p:txBody>
      </p:sp>
      <p:pic>
        <p:nvPicPr>
          <p:cNvPr id="1472" name="图片 1471">
            <a:extLst>
              <a:ext uri="{FF2B5EF4-FFF2-40B4-BE49-F238E27FC236}">
                <a16:creationId xmlns:a16="http://schemas.microsoft.com/office/drawing/2014/main" id="{D2CE8D3A-453C-F596-E467-9702609F0559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4098462" y="15865412"/>
            <a:ext cx="5319353" cy="2171806"/>
          </a:xfrm>
          <a:prstGeom prst="rect">
            <a:avLst/>
          </a:prstGeom>
        </p:spPr>
      </p:pic>
      <p:pic>
        <p:nvPicPr>
          <p:cNvPr id="1489" name="图片 1488">
            <a:extLst>
              <a:ext uri="{FF2B5EF4-FFF2-40B4-BE49-F238E27FC236}">
                <a16:creationId xmlns:a16="http://schemas.microsoft.com/office/drawing/2014/main" id="{C5AD1D61-AAB8-B254-C149-933BC6FDA9DB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4098464" y="13858268"/>
            <a:ext cx="6132636" cy="1382849"/>
          </a:xfrm>
          <a:prstGeom prst="rect">
            <a:avLst/>
          </a:prstGeom>
        </p:spPr>
      </p:pic>
      <p:sp>
        <p:nvSpPr>
          <p:cNvPr id="1468" name="矩形: 圆角 1467">
            <a:extLst>
              <a:ext uri="{FF2B5EF4-FFF2-40B4-BE49-F238E27FC236}">
                <a16:creationId xmlns:a16="http://schemas.microsoft.com/office/drawing/2014/main" id="{A3AA4744-03EA-DFA4-D89B-FD2957C88B66}"/>
              </a:ext>
            </a:extLst>
          </p:cNvPr>
          <p:cNvSpPr/>
          <p:nvPr/>
        </p:nvSpPr>
        <p:spPr>
          <a:xfrm>
            <a:off x="14098463" y="13317885"/>
            <a:ext cx="2764998" cy="447390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Shared Attribute Layers</a:t>
            </a:r>
          </a:p>
        </p:txBody>
      </p:sp>
      <p:sp>
        <p:nvSpPr>
          <p:cNvPr id="1467" name="矩形: 圆角 1466">
            <a:extLst>
              <a:ext uri="{FF2B5EF4-FFF2-40B4-BE49-F238E27FC236}">
                <a16:creationId xmlns:a16="http://schemas.microsoft.com/office/drawing/2014/main" id="{574F9A6A-770A-F84A-FCD9-189C55867AE0}"/>
              </a:ext>
            </a:extLst>
          </p:cNvPr>
          <p:cNvSpPr/>
          <p:nvPr/>
        </p:nvSpPr>
        <p:spPr>
          <a:xfrm>
            <a:off x="14098463" y="15317120"/>
            <a:ext cx="2764998" cy="447390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Expert-Balance Routing</a:t>
            </a:r>
          </a:p>
        </p:txBody>
      </p:sp>
      <p:pic>
        <p:nvPicPr>
          <p:cNvPr id="1496" name="图片 1495">
            <a:extLst>
              <a:ext uri="{FF2B5EF4-FFF2-40B4-BE49-F238E27FC236}">
                <a16:creationId xmlns:a16="http://schemas.microsoft.com/office/drawing/2014/main" id="{01ED1A6F-E76D-9325-635B-431F8C1A1D31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735305" y="19386361"/>
            <a:ext cx="6256262" cy="1004092"/>
          </a:xfrm>
          <a:prstGeom prst="rect">
            <a:avLst/>
          </a:prstGeom>
        </p:spPr>
      </p:pic>
      <p:pic>
        <p:nvPicPr>
          <p:cNvPr id="1500" name="图片 1499">
            <a:extLst>
              <a:ext uri="{FF2B5EF4-FFF2-40B4-BE49-F238E27FC236}">
                <a16:creationId xmlns:a16="http://schemas.microsoft.com/office/drawing/2014/main" id="{D790BE8E-9653-6C64-B35A-6C9B710C022A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4319124" y="18455529"/>
            <a:ext cx="6056838" cy="2683211"/>
          </a:xfrm>
          <a:prstGeom prst="rect">
            <a:avLst/>
          </a:prstGeom>
        </p:spPr>
      </p:pic>
      <p:sp>
        <p:nvSpPr>
          <p:cNvPr id="1501" name="矩形: 圆角 1500">
            <a:extLst>
              <a:ext uri="{FF2B5EF4-FFF2-40B4-BE49-F238E27FC236}">
                <a16:creationId xmlns:a16="http://schemas.microsoft.com/office/drawing/2014/main" id="{8755508C-AC10-D739-055D-9AD93FF866C5}"/>
              </a:ext>
            </a:extLst>
          </p:cNvPr>
          <p:cNvSpPr/>
          <p:nvPr/>
        </p:nvSpPr>
        <p:spPr>
          <a:xfrm>
            <a:off x="7697271" y="20569369"/>
            <a:ext cx="2648996" cy="447390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Weighting</a:t>
            </a: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FC741487-ED64-3BDD-A977-4028F88ADB1D}"/>
              </a:ext>
            </a:extLst>
          </p:cNvPr>
          <p:cNvSpPr/>
          <p:nvPr/>
        </p:nvSpPr>
        <p:spPr>
          <a:xfrm>
            <a:off x="193618" y="4773138"/>
            <a:ext cx="1758744" cy="665842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b="1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ReID</a:t>
            </a:r>
            <a:endParaRPr lang="en-US" altLang="zh-CN" sz="4000" b="1" dirty="0">
              <a:solidFill>
                <a:schemeClr val="accent4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646CB053-1252-6AF3-512D-B9FA101B3D8F}"/>
              </a:ext>
            </a:extLst>
          </p:cNvPr>
          <p:cNvSpPr/>
          <p:nvPr/>
        </p:nvSpPr>
        <p:spPr>
          <a:xfrm>
            <a:off x="2713112" y="4773138"/>
            <a:ext cx="1758744" cy="665842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b="1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MoE</a:t>
            </a:r>
            <a:endParaRPr lang="en-US" altLang="zh-CN" sz="4400" b="1" dirty="0">
              <a:solidFill>
                <a:schemeClr val="accent4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D490DDC1-076B-4906-4A4F-C3A7A39216F1}"/>
              </a:ext>
            </a:extLst>
          </p:cNvPr>
          <p:cNvSpPr/>
          <p:nvPr/>
        </p:nvSpPr>
        <p:spPr>
          <a:xfrm>
            <a:off x="5232606" y="4773138"/>
            <a:ext cx="1758744" cy="665842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MTL</a:t>
            </a:r>
            <a:endParaRPr lang="en-US" altLang="zh-CN" sz="4400" b="1" dirty="0">
              <a:solidFill>
                <a:schemeClr val="accent4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6" name="图片 55">
            <a:extLst>
              <a:ext uri="{FF2B5EF4-FFF2-40B4-BE49-F238E27FC236}">
                <a16:creationId xmlns:a16="http://schemas.microsoft.com/office/drawing/2014/main" id="{D29DF7A7-E605-2160-49B5-3C981771EC6A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22454" y="6269845"/>
            <a:ext cx="7347091" cy="3206572"/>
          </a:xfrm>
          <a:prstGeom prst="rect">
            <a:avLst/>
          </a:prstGeom>
        </p:spPr>
      </p:pic>
      <p:pic>
        <p:nvPicPr>
          <p:cNvPr id="89" name="图片 88">
            <a:extLst>
              <a:ext uri="{FF2B5EF4-FFF2-40B4-BE49-F238E27FC236}">
                <a16:creationId xmlns:a16="http://schemas.microsoft.com/office/drawing/2014/main" id="{7DF72D98-B60B-DDDD-5F62-3B1391D21617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33147" y="9537564"/>
            <a:ext cx="6662944" cy="3043620"/>
          </a:xfrm>
          <a:prstGeom prst="rect">
            <a:avLst/>
          </a:prstGeom>
        </p:spPr>
      </p:pic>
      <p:pic>
        <p:nvPicPr>
          <p:cNvPr id="119" name="图片 118">
            <a:extLst>
              <a:ext uri="{FF2B5EF4-FFF2-40B4-BE49-F238E27FC236}">
                <a16:creationId xmlns:a16="http://schemas.microsoft.com/office/drawing/2014/main" id="{7D0889C7-AE3D-4293-E2F2-2C2AEAEC0838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66653" y="12558576"/>
            <a:ext cx="6662944" cy="3043620"/>
          </a:xfrm>
          <a:prstGeom prst="rect">
            <a:avLst/>
          </a:prstGeom>
        </p:spPr>
      </p:pic>
      <p:pic>
        <p:nvPicPr>
          <p:cNvPr id="121" name="图片 120">
            <a:extLst>
              <a:ext uri="{FF2B5EF4-FFF2-40B4-BE49-F238E27FC236}">
                <a16:creationId xmlns:a16="http://schemas.microsoft.com/office/drawing/2014/main" id="{5B57E098-7D31-CB4A-732E-AEBE24EFCD42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33148" y="12547580"/>
            <a:ext cx="6662944" cy="3043620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72046B94-4F3E-599F-4813-A83DD491FE09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78365" y="9509535"/>
            <a:ext cx="6751232" cy="3043620"/>
          </a:xfrm>
          <a:prstGeom prst="rect">
            <a:avLst/>
          </a:prstGeom>
        </p:spPr>
      </p:pic>
      <p:pic>
        <p:nvPicPr>
          <p:cNvPr id="1488" name="图片 1487">
            <a:extLst>
              <a:ext uri="{FF2B5EF4-FFF2-40B4-BE49-F238E27FC236}">
                <a16:creationId xmlns:a16="http://schemas.microsoft.com/office/drawing/2014/main" id="{9C200CA3-EE29-B371-86B9-F9DC11678DFE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28284680" y="6253746"/>
            <a:ext cx="5698961" cy="3216849"/>
          </a:xfrm>
          <a:prstGeom prst="rect">
            <a:avLst/>
          </a:prstGeom>
        </p:spPr>
      </p:pic>
      <p:pic>
        <p:nvPicPr>
          <p:cNvPr id="94" name="图片 93">
            <a:extLst>
              <a:ext uri="{FF2B5EF4-FFF2-40B4-BE49-F238E27FC236}">
                <a16:creationId xmlns:a16="http://schemas.microsoft.com/office/drawing/2014/main" id="{D80C4A62-76E1-C7C7-405F-458A826FB258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04975" y="15540815"/>
            <a:ext cx="6524622" cy="3043620"/>
          </a:xfrm>
          <a:prstGeom prst="rect">
            <a:avLst/>
          </a:prstGeom>
        </p:spPr>
      </p:pic>
      <p:pic>
        <p:nvPicPr>
          <p:cNvPr id="117" name="图片 116">
            <a:extLst>
              <a:ext uri="{FF2B5EF4-FFF2-40B4-BE49-F238E27FC236}">
                <a16:creationId xmlns:a16="http://schemas.microsoft.com/office/drawing/2014/main" id="{8BD0F00A-3445-7C0B-6F66-85FBFE17ECD3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18781" y="15542751"/>
            <a:ext cx="6751232" cy="304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897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2540</TotalTime>
  <Words>442</Words>
  <Application>Microsoft Office PowerPoint</Application>
  <PresentationFormat>自定义</PresentationFormat>
  <Paragraphs>151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Helvetica Neue</vt:lpstr>
      <vt:lpstr>微软雅黑</vt:lpstr>
      <vt:lpstr>Arial</vt:lpstr>
      <vt:lpstr>Calibri</vt:lpstr>
      <vt:lpstr>Calibri Light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旭霖 李</dc:creator>
  <cp:lastModifiedBy>旭霖 李</cp:lastModifiedBy>
  <cp:revision>26</cp:revision>
  <dcterms:created xsi:type="dcterms:W3CDTF">2026-04-26T14:46:03Z</dcterms:created>
  <dcterms:modified xsi:type="dcterms:W3CDTF">2026-05-07T16:44:56Z</dcterms:modified>
</cp:coreProperties>
</file>