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9" r:id="rId13"/>
    <p:sldId id="270" r:id="rId14"/>
    <p:sldId id="268" r:id="rId15"/>
    <p:sldId id="267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0EC"/>
    <a:srgbClr val="DEEBF7"/>
    <a:srgbClr val="DFF5EF"/>
    <a:srgbClr val="E2F0D9"/>
    <a:srgbClr val="FFF2CC"/>
    <a:srgbClr val="FBE5D6"/>
    <a:srgbClr val="F2DCDB"/>
    <a:srgbClr val="EB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8" autoAdjust="0"/>
    <p:restoredTop sz="94660"/>
  </p:normalViewPr>
  <p:slideViewPr>
    <p:cSldViewPr snapToGrid="0">
      <p:cViewPr varScale="1">
        <p:scale>
          <a:sx n="95" d="100"/>
          <a:sy n="95" d="100"/>
        </p:scale>
        <p:origin x="4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D7AE5-E3E1-3920-D0FC-996C21D46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FB78A8-3E7A-2392-B24F-2F5A55C78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ECEF8-A200-0F2B-6CE7-6D91BCF1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AD303-4358-C4DD-7811-BA891D19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861F6-9250-FE74-FF2D-50A307D8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59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FD7DA-9616-1F83-CD3E-DC9DA626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51B7F-12F3-5182-CAE9-4A921649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DB97F-7D6C-E26A-BE1F-24CB4CEA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0611-DCCF-9BE0-F676-4F3A1365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9B1B01-DDC7-E79E-F4AF-6365550A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55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23980-7F03-025D-F504-3C221092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EFB7E2-EE5D-485B-F3AC-E91D9B28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F6034-D11A-9D7A-3AFA-E16C141A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F4AD7-5CB4-CD7C-AEC6-45BDB51E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60DE9-CEBE-F883-1A7F-B2CCDFC1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98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BA2B1-4D3C-79EF-8151-203EBE42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D00CA6-367F-7362-FA87-C3B3EA7B9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E2C59B-C2FB-8DBD-D93D-3CB0BB292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FEC77C-5CBB-B6CF-C9B2-2BB36428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76E28C-1C44-B289-CFB0-A46DF85C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EFE1F1-87EB-3B80-6540-CAAE6FA6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05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3C7FC-E19C-68F3-4D04-28BECBC4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EBBE66-BA43-CBCC-20E5-FD22BA3C4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2CF87F-644F-9C87-83F0-78D415774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702D61-C7D9-6ED7-1B87-0DFADB16D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005FA1-2F41-AFA3-D196-1B2FAD217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E2988A-AC7B-F847-CAA7-A242785C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ED02E8-0DFF-989E-88EF-0714D0C2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2723C1-3861-0443-3563-A31CB0FA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1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975E9-C4B5-51E8-66CC-7E4D1162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C928DE-17AC-A1B7-4247-BBC66113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AF6962-4F8C-CABC-C959-04433F72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CD307F-7196-A5AD-4B5D-C3DFC82E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19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2E9F12-53B6-C857-C6AA-220F63A6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BEA34C-AB7C-E349-18DB-46403DED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4126AD-C32D-C22A-F6F0-879ED66A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42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C517B-AA98-E549-72CB-8F10F0A2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DC732-8027-35B1-CA67-8ACF0E17B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DEC4D2-6083-1262-DE75-A9799ABEC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E741A-E6A9-F1D7-F6C2-96659961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BE90C5-18DE-FC47-82DD-58EF4F44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9D1DBB-E3A3-4950-490B-9D7FC969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6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E0A72-5C7F-AB80-F823-939EC515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365616-0B52-9D33-5165-F3E1D194B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8FC696-4559-3612-1F42-3216C5084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2D8A4F-90B0-5243-F100-867FBB70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2D3923-DEAC-AA9C-FD90-0EFB7995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585D29-5040-53C9-D0A5-7D3585EC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6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4B9D4-3F93-5E27-6879-E6C34F5E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236FFC-AAB6-14BF-6CD7-BBF6824F5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6E02F-D547-1556-86F4-C5EF6D8A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FCA0C-6D7E-2128-8B8F-5CE2444B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AD11B-B2F8-BB28-50BD-2FF3905D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7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5D0F2B-4336-B3F9-ED9A-DA842BDF0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24AFA9-5392-9344-822D-E9EAC9E01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76E85-6C07-0012-C428-DAF642D8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310332-6AA5-75FA-0855-8D56AB68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1D0E4C-DB0C-623C-5B6E-ACE15472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7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4649D1-CED4-08A9-DDBB-63076CCA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C00A6C-46BF-DA96-B13E-F15ABE60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12680-43A9-6549-FDD8-3C7832835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965D3-82C6-4EBC-BDED-8A671561E939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214A8-D27C-B008-E8BC-A3E05DF63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BEED54-8470-9FAA-E18E-357F3B41C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8CA-5BA9-4E09-97A4-4E02A65F3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23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8E66B8B6-8A92-2030-4D48-53564E5BA179}"/>
              </a:ext>
            </a:extLst>
          </p:cNvPr>
          <p:cNvGrpSpPr/>
          <p:nvPr/>
        </p:nvGrpSpPr>
        <p:grpSpPr>
          <a:xfrm>
            <a:off x="10871284" y="197005"/>
            <a:ext cx="1080000" cy="6463990"/>
            <a:chOff x="10051775" y="197005"/>
            <a:chExt cx="1080000" cy="646399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2D9B91D-5FF6-CFCB-D8B3-F791C4B23FC5}"/>
                </a:ext>
              </a:extLst>
            </p:cNvPr>
            <p:cNvSpPr/>
            <p:nvPr/>
          </p:nvSpPr>
          <p:spPr>
            <a:xfrm>
              <a:off x="10051775" y="197005"/>
              <a:ext cx="1080000" cy="10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6B23328-3F4E-5F4B-DAEA-766A8CF2D5AF}"/>
                </a:ext>
              </a:extLst>
            </p:cNvPr>
            <p:cNvSpPr/>
            <p:nvPr/>
          </p:nvSpPr>
          <p:spPr>
            <a:xfrm>
              <a:off x="10051775" y="1273803"/>
              <a:ext cx="1080000" cy="108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73BF2FA-FCC7-1812-97AC-E05A6DDF204A}"/>
                </a:ext>
              </a:extLst>
            </p:cNvPr>
            <p:cNvSpPr/>
            <p:nvPr/>
          </p:nvSpPr>
          <p:spPr>
            <a:xfrm>
              <a:off x="10051775" y="2350601"/>
              <a:ext cx="1080000" cy="108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B6AD6B7-A644-94B5-7E24-E1405BC8BC72}"/>
                </a:ext>
              </a:extLst>
            </p:cNvPr>
            <p:cNvSpPr/>
            <p:nvPr/>
          </p:nvSpPr>
          <p:spPr>
            <a:xfrm>
              <a:off x="10051775" y="3427399"/>
              <a:ext cx="1080000" cy="1080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FDC163B-09C8-6722-4B2B-42CBB8711261}"/>
                </a:ext>
              </a:extLst>
            </p:cNvPr>
            <p:cNvSpPr/>
            <p:nvPr/>
          </p:nvSpPr>
          <p:spPr>
            <a:xfrm>
              <a:off x="10051775" y="4504197"/>
              <a:ext cx="1080000" cy="10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97C9274-ABE1-5CC6-E083-EA0CCF21336A}"/>
                </a:ext>
              </a:extLst>
            </p:cNvPr>
            <p:cNvSpPr/>
            <p:nvPr/>
          </p:nvSpPr>
          <p:spPr>
            <a:xfrm>
              <a:off x="10051775" y="5580995"/>
              <a:ext cx="1080000" cy="108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4E84A3D-1AAD-C5F3-9E11-2F156FB98E43}"/>
              </a:ext>
            </a:extLst>
          </p:cNvPr>
          <p:cNvGrpSpPr/>
          <p:nvPr/>
        </p:nvGrpSpPr>
        <p:grpSpPr>
          <a:xfrm>
            <a:off x="9230572" y="197005"/>
            <a:ext cx="1080000" cy="6463990"/>
            <a:chOff x="8411063" y="197005"/>
            <a:chExt cx="1080000" cy="646399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050E620-8A62-836E-35EE-D4C970EF98DC}"/>
                </a:ext>
              </a:extLst>
            </p:cNvPr>
            <p:cNvSpPr/>
            <p:nvPr/>
          </p:nvSpPr>
          <p:spPr>
            <a:xfrm>
              <a:off x="8411063" y="197005"/>
              <a:ext cx="1080000" cy="108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E64A86C-F48E-D564-56C3-D90FCD5E7293}"/>
                </a:ext>
              </a:extLst>
            </p:cNvPr>
            <p:cNvSpPr/>
            <p:nvPr/>
          </p:nvSpPr>
          <p:spPr>
            <a:xfrm>
              <a:off x="8411063" y="1273803"/>
              <a:ext cx="1080000" cy="10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294CE99-EB92-637A-2039-17D0AF418CFA}"/>
                </a:ext>
              </a:extLst>
            </p:cNvPr>
            <p:cNvSpPr/>
            <p:nvPr/>
          </p:nvSpPr>
          <p:spPr>
            <a:xfrm>
              <a:off x="8411063" y="2350601"/>
              <a:ext cx="1080000" cy="108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E7A7814-3601-0C54-6CE2-04379040F776}"/>
                </a:ext>
              </a:extLst>
            </p:cNvPr>
            <p:cNvSpPr/>
            <p:nvPr/>
          </p:nvSpPr>
          <p:spPr>
            <a:xfrm>
              <a:off x="8411063" y="3427399"/>
              <a:ext cx="1080000" cy="108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0F7D3EE-236A-7F2B-A3C0-FF865AD0110A}"/>
                </a:ext>
              </a:extLst>
            </p:cNvPr>
            <p:cNvSpPr/>
            <p:nvPr/>
          </p:nvSpPr>
          <p:spPr>
            <a:xfrm>
              <a:off x="8411063" y="4504197"/>
              <a:ext cx="1080000" cy="1080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C8BE25E-E136-0663-F650-FC345DE56C64}"/>
                </a:ext>
              </a:extLst>
            </p:cNvPr>
            <p:cNvSpPr/>
            <p:nvPr/>
          </p:nvSpPr>
          <p:spPr>
            <a:xfrm>
              <a:off x="8411063" y="5580995"/>
              <a:ext cx="1080000" cy="1080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0375E02-64AF-8494-D54E-93E8825A7A7E}"/>
              </a:ext>
            </a:extLst>
          </p:cNvPr>
          <p:cNvGrpSpPr/>
          <p:nvPr/>
        </p:nvGrpSpPr>
        <p:grpSpPr>
          <a:xfrm>
            <a:off x="7529468" y="193803"/>
            <a:ext cx="1080000" cy="6463990"/>
            <a:chOff x="6709959" y="193803"/>
            <a:chExt cx="1080000" cy="646399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C552370-03C2-96D9-79F8-6882E14B22EF}"/>
                </a:ext>
              </a:extLst>
            </p:cNvPr>
            <p:cNvSpPr/>
            <p:nvPr/>
          </p:nvSpPr>
          <p:spPr>
            <a:xfrm>
              <a:off x="6709959" y="193803"/>
              <a:ext cx="1080000" cy="108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534407A-76CB-55D6-C3EB-06DF060D7088}"/>
                </a:ext>
              </a:extLst>
            </p:cNvPr>
            <p:cNvSpPr/>
            <p:nvPr/>
          </p:nvSpPr>
          <p:spPr>
            <a:xfrm>
              <a:off x="6709959" y="1270601"/>
              <a:ext cx="1080000" cy="1080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F89FB2C-004F-31BE-FA5E-07CAA7C6CF0E}"/>
                </a:ext>
              </a:extLst>
            </p:cNvPr>
            <p:cNvSpPr/>
            <p:nvPr/>
          </p:nvSpPr>
          <p:spPr>
            <a:xfrm>
              <a:off x="6709959" y="2347399"/>
              <a:ext cx="1080000" cy="108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EECF98-92D7-DEE3-617C-374891A47801}"/>
                </a:ext>
              </a:extLst>
            </p:cNvPr>
            <p:cNvSpPr/>
            <p:nvPr/>
          </p:nvSpPr>
          <p:spPr>
            <a:xfrm>
              <a:off x="6709959" y="3424197"/>
              <a:ext cx="1080000" cy="108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DC4AFF7-DB5A-F4F5-AA0E-786172099624}"/>
                </a:ext>
              </a:extLst>
            </p:cNvPr>
            <p:cNvSpPr/>
            <p:nvPr/>
          </p:nvSpPr>
          <p:spPr>
            <a:xfrm>
              <a:off x="6709959" y="4500995"/>
              <a:ext cx="1080000" cy="1080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A6F9EDB-2D56-DEB1-B3A6-22C4EEDB3C29}"/>
                </a:ext>
              </a:extLst>
            </p:cNvPr>
            <p:cNvSpPr/>
            <p:nvPr/>
          </p:nvSpPr>
          <p:spPr>
            <a:xfrm>
              <a:off x="6709959" y="5577793"/>
              <a:ext cx="1080000" cy="1080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823B88D-A4DF-3903-5F8D-08E95F4A0DA8}"/>
              </a:ext>
            </a:extLst>
          </p:cNvPr>
          <p:cNvGrpSpPr/>
          <p:nvPr/>
        </p:nvGrpSpPr>
        <p:grpSpPr>
          <a:xfrm>
            <a:off x="5761551" y="198606"/>
            <a:ext cx="1080000" cy="6463990"/>
            <a:chOff x="6709959" y="193803"/>
            <a:chExt cx="1080000" cy="646399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3FBDBB6-3D51-3943-49C4-5F8B530709E5}"/>
                </a:ext>
              </a:extLst>
            </p:cNvPr>
            <p:cNvSpPr/>
            <p:nvPr/>
          </p:nvSpPr>
          <p:spPr>
            <a:xfrm>
              <a:off x="6709959" y="193803"/>
              <a:ext cx="1080000" cy="10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7182EB09-2C22-F0EB-B3A6-917CD96C7947}"/>
                </a:ext>
              </a:extLst>
            </p:cNvPr>
            <p:cNvSpPr/>
            <p:nvPr/>
          </p:nvSpPr>
          <p:spPr>
            <a:xfrm>
              <a:off x="6709959" y="1270601"/>
              <a:ext cx="1080000" cy="1080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5053A45-B2D1-FF6E-CC72-7512F6375255}"/>
                </a:ext>
              </a:extLst>
            </p:cNvPr>
            <p:cNvSpPr/>
            <p:nvPr/>
          </p:nvSpPr>
          <p:spPr>
            <a:xfrm>
              <a:off x="6709959" y="2347399"/>
              <a:ext cx="1080000" cy="108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EC1C38-47C8-47BC-7CC7-DAF5BC5CED94}"/>
                </a:ext>
              </a:extLst>
            </p:cNvPr>
            <p:cNvSpPr/>
            <p:nvPr/>
          </p:nvSpPr>
          <p:spPr>
            <a:xfrm>
              <a:off x="6709959" y="3424197"/>
              <a:ext cx="1080000" cy="108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12B2685-1861-642A-835A-FE4D00F33EAA}"/>
                </a:ext>
              </a:extLst>
            </p:cNvPr>
            <p:cNvSpPr/>
            <p:nvPr/>
          </p:nvSpPr>
          <p:spPr>
            <a:xfrm>
              <a:off x="6709959" y="4500995"/>
              <a:ext cx="1080000" cy="108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B156152-F8EB-9F94-BAC3-A29CDBD7FAD8}"/>
                </a:ext>
              </a:extLst>
            </p:cNvPr>
            <p:cNvSpPr/>
            <p:nvPr/>
          </p:nvSpPr>
          <p:spPr>
            <a:xfrm>
              <a:off x="6709959" y="5577793"/>
              <a:ext cx="1080000" cy="1080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D0E140F-80F4-AF28-9AE9-A5E11DD2D9AD}"/>
              </a:ext>
            </a:extLst>
          </p:cNvPr>
          <p:cNvGrpSpPr/>
          <p:nvPr/>
        </p:nvGrpSpPr>
        <p:grpSpPr>
          <a:xfrm>
            <a:off x="3993634" y="198606"/>
            <a:ext cx="1080000" cy="6463990"/>
            <a:chOff x="6709959" y="193803"/>
            <a:chExt cx="1080000" cy="646399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798DA83-B7B5-390A-10EA-480DCC0017A2}"/>
                </a:ext>
              </a:extLst>
            </p:cNvPr>
            <p:cNvSpPr/>
            <p:nvPr/>
          </p:nvSpPr>
          <p:spPr>
            <a:xfrm>
              <a:off x="6709959" y="193803"/>
              <a:ext cx="1080000" cy="10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B27B04E-9489-019E-A89C-4032E1A4B0DB}"/>
                </a:ext>
              </a:extLst>
            </p:cNvPr>
            <p:cNvSpPr/>
            <p:nvPr/>
          </p:nvSpPr>
          <p:spPr>
            <a:xfrm>
              <a:off x="6709959" y="1270601"/>
              <a:ext cx="1080000" cy="10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1164C8B-B3B7-88B5-4D00-870F36022985}"/>
                </a:ext>
              </a:extLst>
            </p:cNvPr>
            <p:cNvSpPr/>
            <p:nvPr/>
          </p:nvSpPr>
          <p:spPr>
            <a:xfrm>
              <a:off x="6709959" y="2347399"/>
              <a:ext cx="1080000" cy="108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01946DB-2730-1FA9-63E1-6532F2645448}"/>
                </a:ext>
              </a:extLst>
            </p:cNvPr>
            <p:cNvSpPr/>
            <p:nvPr/>
          </p:nvSpPr>
          <p:spPr>
            <a:xfrm>
              <a:off x="6709959" y="3424197"/>
              <a:ext cx="1080000" cy="10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2CE0A0A-8AED-D094-F7DE-F6416B41AC75}"/>
                </a:ext>
              </a:extLst>
            </p:cNvPr>
            <p:cNvSpPr/>
            <p:nvPr/>
          </p:nvSpPr>
          <p:spPr>
            <a:xfrm>
              <a:off x="6709959" y="4500995"/>
              <a:ext cx="1080000" cy="108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36B5AA9-9E7C-F77C-8DEE-8B3BA8CC36C4}"/>
                </a:ext>
              </a:extLst>
            </p:cNvPr>
            <p:cNvSpPr/>
            <p:nvPr/>
          </p:nvSpPr>
          <p:spPr>
            <a:xfrm>
              <a:off x="6709959" y="5577793"/>
              <a:ext cx="1080000" cy="1080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EAD0FAF-C706-6A45-E65A-17EA79979A6F}"/>
              </a:ext>
            </a:extLst>
          </p:cNvPr>
          <p:cNvGrpSpPr/>
          <p:nvPr/>
        </p:nvGrpSpPr>
        <p:grpSpPr>
          <a:xfrm>
            <a:off x="2225717" y="198606"/>
            <a:ext cx="1080000" cy="6463990"/>
            <a:chOff x="6709959" y="193803"/>
            <a:chExt cx="1080000" cy="6463990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FEBCD64-D2D7-FF60-7E92-433758B851D3}"/>
                </a:ext>
              </a:extLst>
            </p:cNvPr>
            <p:cNvSpPr/>
            <p:nvPr/>
          </p:nvSpPr>
          <p:spPr>
            <a:xfrm>
              <a:off x="6709959" y="193803"/>
              <a:ext cx="1080000" cy="108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18953F0-C522-4F2D-F544-06DFB2C87235}"/>
                </a:ext>
              </a:extLst>
            </p:cNvPr>
            <p:cNvSpPr/>
            <p:nvPr/>
          </p:nvSpPr>
          <p:spPr>
            <a:xfrm>
              <a:off x="6709959" y="1270601"/>
              <a:ext cx="1080000" cy="108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9367563-2FAC-CA22-5408-BDB49195D590}"/>
                </a:ext>
              </a:extLst>
            </p:cNvPr>
            <p:cNvSpPr/>
            <p:nvPr/>
          </p:nvSpPr>
          <p:spPr>
            <a:xfrm>
              <a:off x="6709959" y="2347399"/>
              <a:ext cx="1080000" cy="10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9BA8067-9FC9-7FE0-2864-681BC6D9FB81}"/>
                </a:ext>
              </a:extLst>
            </p:cNvPr>
            <p:cNvSpPr/>
            <p:nvPr/>
          </p:nvSpPr>
          <p:spPr>
            <a:xfrm>
              <a:off x="6709959" y="3424197"/>
              <a:ext cx="1080000" cy="108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34B5F9-5807-BAB6-DD48-D105BA814803}"/>
                </a:ext>
              </a:extLst>
            </p:cNvPr>
            <p:cNvSpPr/>
            <p:nvPr/>
          </p:nvSpPr>
          <p:spPr>
            <a:xfrm>
              <a:off x="6709959" y="4500995"/>
              <a:ext cx="1080000" cy="108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24C1D8E2-955E-1206-9FA0-FC254F2C9F8D}"/>
                </a:ext>
              </a:extLst>
            </p:cNvPr>
            <p:cNvSpPr/>
            <p:nvPr/>
          </p:nvSpPr>
          <p:spPr>
            <a:xfrm>
              <a:off x="6709959" y="5577793"/>
              <a:ext cx="1080000" cy="108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0F4B527-868A-B419-ACA0-B679C1DFF475}"/>
              </a:ext>
            </a:extLst>
          </p:cNvPr>
          <p:cNvGrpSpPr/>
          <p:nvPr/>
        </p:nvGrpSpPr>
        <p:grpSpPr>
          <a:xfrm>
            <a:off x="524613" y="198606"/>
            <a:ext cx="1080000" cy="6463990"/>
            <a:chOff x="6709959" y="193803"/>
            <a:chExt cx="1080000" cy="6463990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42ACC5-F529-4352-D531-F4C4C94E82C6}"/>
                </a:ext>
              </a:extLst>
            </p:cNvPr>
            <p:cNvSpPr/>
            <p:nvPr/>
          </p:nvSpPr>
          <p:spPr>
            <a:xfrm>
              <a:off x="6709959" y="193803"/>
              <a:ext cx="1080000" cy="108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4C2AE3D-9BA7-4C3C-475F-F7AE01A40983}"/>
                </a:ext>
              </a:extLst>
            </p:cNvPr>
            <p:cNvSpPr/>
            <p:nvPr/>
          </p:nvSpPr>
          <p:spPr>
            <a:xfrm>
              <a:off x="6709959" y="1270601"/>
              <a:ext cx="1080000" cy="1080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3850CA4-652B-704B-AEF8-CEE1F177195A}"/>
                </a:ext>
              </a:extLst>
            </p:cNvPr>
            <p:cNvSpPr/>
            <p:nvPr/>
          </p:nvSpPr>
          <p:spPr>
            <a:xfrm>
              <a:off x="6709959" y="2347399"/>
              <a:ext cx="1080000" cy="1080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20ACB58-4B17-463E-6B29-2AF383D56CF5}"/>
                </a:ext>
              </a:extLst>
            </p:cNvPr>
            <p:cNvSpPr/>
            <p:nvPr/>
          </p:nvSpPr>
          <p:spPr>
            <a:xfrm>
              <a:off x="6709959" y="3424197"/>
              <a:ext cx="1080000" cy="108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6E16FC70-9BC0-023F-D0F6-355FB15729A0}"/>
                </a:ext>
              </a:extLst>
            </p:cNvPr>
            <p:cNvSpPr/>
            <p:nvPr/>
          </p:nvSpPr>
          <p:spPr>
            <a:xfrm>
              <a:off x="6709959" y="4500995"/>
              <a:ext cx="1080000" cy="10800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1239C48-8095-FDD4-66B6-20EDFAC8CFB4}"/>
                </a:ext>
              </a:extLst>
            </p:cNvPr>
            <p:cNvSpPr/>
            <p:nvPr/>
          </p:nvSpPr>
          <p:spPr>
            <a:xfrm>
              <a:off x="6709959" y="5577793"/>
              <a:ext cx="1080000" cy="10800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653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4A52-61FF-4AD2-E259-551E565D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F3906C-E993-A90A-C2E6-59D53AFC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" y="0"/>
            <a:ext cx="12186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5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6ADD50E-96A8-74CF-A377-F160961A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4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AA391-6B66-F974-296B-0A800203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A0084-9991-6822-BD89-22822AE7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DB94A5-C3C0-6618-5A7F-265F197F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9"/>
            <a:ext cx="12192000" cy="68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8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34898-F3F2-DCCD-DBB9-AE061FF6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EABE1-5A17-889B-C274-F236B48DE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7152D8-0651-7599-45CF-0A4A700D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2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98F33-6378-E105-B684-05807C88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D1AAB-483F-2F98-5747-4E2461124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A2E719-B1F5-B73F-D1C7-F5CBB469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2"/>
            <a:ext cx="12192000" cy="681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91EAE-F0E7-755E-AD47-635B398D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3FB9BE-1948-4410-BF6A-EDD09C4BE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B51B71-88C6-0E8E-EFC3-883FBC72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" y="0"/>
            <a:ext cx="12174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9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12066-C7A7-E996-9663-6125C065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3BC88-67B9-3F22-EEFC-2E6D96F05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FC8751-B055-9B41-BE23-8C89D1F4D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52"/>
            <a:ext cx="12192000" cy="675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1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C71D45-5D11-399F-772E-1520D9B01369}"/>
              </a:ext>
            </a:extLst>
          </p:cNvPr>
          <p:cNvSpPr/>
          <p:nvPr/>
        </p:nvSpPr>
        <p:spPr>
          <a:xfrm>
            <a:off x="2232212" y="1768288"/>
            <a:ext cx="3227294" cy="14321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9316BC-A10B-11BE-884B-CFAF52A47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87" r="12343" b="53614"/>
          <a:stretch>
            <a:fillRect/>
          </a:stretch>
        </p:blipFill>
        <p:spPr>
          <a:xfrm>
            <a:off x="5905785" y="350230"/>
            <a:ext cx="5362648" cy="585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4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C450C27-768B-4837-248C-D46B8AC3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89" t="1417" b="55392"/>
          <a:stretch>
            <a:fillRect/>
          </a:stretch>
        </p:blipFill>
        <p:spPr>
          <a:xfrm>
            <a:off x="1257298" y="941901"/>
            <a:ext cx="9092569" cy="514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2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370C500C-DAB9-5EBD-C6FF-4DDB84CF1692}"/>
              </a:ext>
            </a:extLst>
          </p:cNvPr>
          <p:cNvGrpSpPr/>
          <p:nvPr/>
        </p:nvGrpSpPr>
        <p:grpSpPr>
          <a:xfrm>
            <a:off x="2570948" y="315309"/>
            <a:ext cx="6734096" cy="5970674"/>
            <a:chOff x="4252343" y="-1"/>
            <a:chExt cx="6734096" cy="597067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6225AF0-65C5-E5F7-935B-6FBC4F59D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7615" y="-1"/>
              <a:ext cx="3150000" cy="18000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3034851-8C36-125B-A5B3-05E7F304C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7615" y="4170673"/>
              <a:ext cx="3207782" cy="1800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73136B1-36FF-0A4B-B8E3-9BCAF9ED3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6800" y="4158002"/>
              <a:ext cx="3199219" cy="180000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C5B2493-7637-0AA8-4BE0-5D34B54D1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7615" y="2079000"/>
              <a:ext cx="3218824" cy="1800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5CD3E5A-C1F9-E63E-3F25-370FBE450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06800" y="-1"/>
              <a:ext cx="3195349" cy="180000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D44EC57-72D7-90F2-8EF9-E05D7FDA5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52343" y="2079000"/>
              <a:ext cx="3249806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978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093C768-8CBB-FDC7-878B-200FADCA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14" t="1285" r="1691" b="59231"/>
          <a:stretch>
            <a:fillRect/>
          </a:stretch>
        </p:blipFill>
        <p:spPr>
          <a:xfrm>
            <a:off x="1347537" y="639391"/>
            <a:ext cx="9054622" cy="539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28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BF1F3BE-5A1C-FE64-1BD3-16ACE60E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62" t="1476" r="2695" b="60798"/>
          <a:stretch>
            <a:fillRect/>
          </a:stretch>
        </p:blipFill>
        <p:spPr>
          <a:xfrm>
            <a:off x="1498791" y="577516"/>
            <a:ext cx="8552734" cy="54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47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044126-93D7-C326-915C-9E23C7EEA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29" y="0"/>
            <a:ext cx="1237957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1D346C-C411-4A37-410D-43683F73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962" y="0"/>
            <a:ext cx="1225146" cy="685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02AF3A3-D947-9665-311F-C274C844B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788" y="0"/>
            <a:ext cx="1209009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79E6D25-7959-8017-2C91-33EB3F320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272" y="0"/>
            <a:ext cx="1226127" cy="6858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348B6DA-7B0F-F945-EFF1-544157D26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649" y="0"/>
            <a:ext cx="1223889" cy="6858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4B23823-57B0-6D4C-FE64-5F80620C30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9235" y="0"/>
            <a:ext cx="1202787" cy="6858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4C8EAEE-1F63-73F3-A341-DCB5F1C641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0047" y="0"/>
            <a:ext cx="1227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8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DA2538C-C014-956F-9420-12366AFE3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2" y="0"/>
            <a:ext cx="12937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71206D-CD48-87FB-1111-B92A3E7AF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771" y="0"/>
            <a:ext cx="1309255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D0AA93-58FE-68C9-172F-1A7D41953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605" y="0"/>
            <a:ext cx="1219049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DD0BF7-41D9-2CC2-4BF9-0DB4731B2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800" y="0"/>
            <a:ext cx="1342681" cy="691178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6E1CA2-1E05-1E2E-9720-F8121DB82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233" y="0"/>
            <a:ext cx="1271544" cy="685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6411BAB-9600-CE31-1110-7816F2F4B9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9356" y="0"/>
            <a:ext cx="1276865" cy="6858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F656CBE-EEF0-3026-3746-914D7E0918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062" y="26894"/>
            <a:ext cx="1235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46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2A3FA99-AF17-4443-0EC7-4D35A3C7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93" t="1275" r="14374" b="54804"/>
          <a:stretch>
            <a:fillRect/>
          </a:stretch>
        </p:blipFill>
        <p:spPr>
          <a:xfrm>
            <a:off x="3541407" y="87406"/>
            <a:ext cx="5952218" cy="625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0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F14124"/>
      </a:dk2>
      <a:lt2>
        <a:srgbClr val="E32D91"/>
      </a:lt2>
      <a:accent1>
        <a:srgbClr val="FF8021"/>
      </a:accent1>
      <a:accent2>
        <a:srgbClr val="FFCA08"/>
      </a:accent2>
      <a:accent3>
        <a:srgbClr val="A7EA52"/>
      </a:accent3>
      <a:accent4>
        <a:srgbClr val="0BD0D9"/>
      </a:accent4>
      <a:accent5>
        <a:srgbClr val="5ECCF3"/>
      </a:accent5>
      <a:accent6>
        <a:srgbClr val="9B57D3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宽屏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9</cp:revision>
  <dcterms:created xsi:type="dcterms:W3CDTF">2025-09-18T12:16:49Z</dcterms:created>
  <dcterms:modified xsi:type="dcterms:W3CDTF">2025-09-21T09:39:28Z</dcterms:modified>
</cp:coreProperties>
</file>