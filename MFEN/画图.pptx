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6" r:id="rId2"/>
    <p:sldId id="265" r:id="rId3"/>
    <p:sldId id="264" r:id="rId4"/>
    <p:sldId id="261" r:id="rId5"/>
    <p:sldId id="262" r:id="rId6"/>
    <p:sldId id="263" r:id="rId7"/>
    <p:sldId id="256" r:id="rId8"/>
    <p:sldId id="257" r:id="rId9"/>
    <p:sldId id="258" r:id="rId10"/>
    <p:sldId id="260" r:id="rId11"/>
  </p:sldIdLst>
  <p:sldSz cx="21601113" cy="12960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85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139" y="2121058"/>
            <a:ext cx="16200835" cy="4512122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6807185"/>
            <a:ext cx="16200835" cy="3129084"/>
          </a:xfrm>
        </p:spPr>
        <p:txBody>
          <a:bodyPr/>
          <a:lstStyle>
            <a:lvl1pPr marL="0" indent="0" algn="ctr">
              <a:buNone/>
              <a:defRPr sz="4252"/>
            </a:lvl1pPr>
            <a:lvl2pPr marL="810021" indent="0" algn="ctr">
              <a:buNone/>
              <a:defRPr sz="3543"/>
            </a:lvl2pPr>
            <a:lvl3pPr marL="1620042" indent="0" algn="ctr">
              <a:buNone/>
              <a:defRPr sz="3189"/>
            </a:lvl3pPr>
            <a:lvl4pPr marL="2430064" indent="0" algn="ctr">
              <a:buNone/>
              <a:defRPr sz="2835"/>
            </a:lvl4pPr>
            <a:lvl5pPr marL="3240085" indent="0" algn="ctr">
              <a:buNone/>
              <a:defRPr sz="2835"/>
            </a:lvl5pPr>
            <a:lvl6pPr marL="4050106" indent="0" algn="ctr">
              <a:buNone/>
              <a:defRPr sz="2835"/>
            </a:lvl6pPr>
            <a:lvl7pPr marL="4860127" indent="0" algn="ctr">
              <a:buNone/>
              <a:defRPr sz="2835"/>
            </a:lvl7pPr>
            <a:lvl8pPr marL="5670149" indent="0" algn="ctr">
              <a:buNone/>
              <a:defRPr sz="2835"/>
            </a:lvl8pPr>
            <a:lvl9pPr marL="6480170" indent="0" algn="ctr">
              <a:buNone/>
              <a:defRPr sz="283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E469-A3B8-4060-BCF2-D3A8F1B04062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8A60-0209-479B-924E-6CD62729A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21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E469-A3B8-4060-BCF2-D3A8F1B04062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8A60-0209-479B-924E-6CD62729A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921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6" y="3231089"/>
            <a:ext cx="18630960" cy="5391145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6" y="8673236"/>
            <a:ext cx="18630960" cy="2835076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  <a:lvl2pPr marL="810021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2pPr>
            <a:lvl3pPr marL="1620042" indent="0">
              <a:buNone/>
              <a:defRPr sz="3189">
                <a:solidFill>
                  <a:schemeClr val="tx1">
                    <a:tint val="75000"/>
                  </a:schemeClr>
                </a:solidFill>
              </a:defRPr>
            </a:lvl3pPr>
            <a:lvl4pPr marL="2430064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4pPr>
            <a:lvl5pPr marL="3240085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5pPr>
            <a:lvl6pPr marL="4050106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6pPr>
            <a:lvl7pPr marL="486012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7pPr>
            <a:lvl8pPr marL="5670149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8pPr>
            <a:lvl9pPr marL="648017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E469-A3B8-4060-BCF2-D3A8F1B04062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8A60-0209-479B-924E-6CD62729A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25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450093"/>
            <a:ext cx="9180473" cy="82232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450093"/>
            <a:ext cx="9180473" cy="82232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E469-A3B8-4060-BCF2-D3A8F1B04062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8A60-0209-479B-924E-6CD62729A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81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690019"/>
            <a:ext cx="18630960" cy="250506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1" y="3177087"/>
            <a:ext cx="9138282" cy="1557041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10021" indent="0">
              <a:buNone/>
              <a:defRPr sz="3543" b="1"/>
            </a:lvl2pPr>
            <a:lvl3pPr marL="1620042" indent="0">
              <a:buNone/>
              <a:defRPr sz="3189" b="1"/>
            </a:lvl3pPr>
            <a:lvl4pPr marL="2430064" indent="0">
              <a:buNone/>
              <a:defRPr sz="2835" b="1"/>
            </a:lvl4pPr>
            <a:lvl5pPr marL="3240085" indent="0">
              <a:buNone/>
              <a:defRPr sz="2835" b="1"/>
            </a:lvl5pPr>
            <a:lvl6pPr marL="4050106" indent="0">
              <a:buNone/>
              <a:defRPr sz="2835" b="1"/>
            </a:lvl6pPr>
            <a:lvl7pPr marL="4860127" indent="0">
              <a:buNone/>
              <a:defRPr sz="2835" b="1"/>
            </a:lvl7pPr>
            <a:lvl8pPr marL="5670149" indent="0">
              <a:buNone/>
              <a:defRPr sz="2835" b="1"/>
            </a:lvl8pPr>
            <a:lvl9pPr marL="6480170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1" y="4734128"/>
            <a:ext cx="9138282" cy="696318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3" y="3177087"/>
            <a:ext cx="9183287" cy="1557041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10021" indent="0">
              <a:buNone/>
              <a:defRPr sz="3543" b="1"/>
            </a:lvl2pPr>
            <a:lvl3pPr marL="1620042" indent="0">
              <a:buNone/>
              <a:defRPr sz="3189" b="1"/>
            </a:lvl3pPr>
            <a:lvl4pPr marL="2430064" indent="0">
              <a:buNone/>
              <a:defRPr sz="2835" b="1"/>
            </a:lvl4pPr>
            <a:lvl5pPr marL="3240085" indent="0">
              <a:buNone/>
              <a:defRPr sz="2835" b="1"/>
            </a:lvl5pPr>
            <a:lvl6pPr marL="4050106" indent="0">
              <a:buNone/>
              <a:defRPr sz="2835" b="1"/>
            </a:lvl6pPr>
            <a:lvl7pPr marL="4860127" indent="0">
              <a:buNone/>
              <a:defRPr sz="2835" b="1"/>
            </a:lvl7pPr>
            <a:lvl8pPr marL="5670149" indent="0">
              <a:buNone/>
              <a:defRPr sz="2835" b="1"/>
            </a:lvl8pPr>
            <a:lvl9pPr marL="6480170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3" y="4734128"/>
            <a:ext cx="9183287" cy="696318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E469-A3B8-4060-BCF2-D3A8F1B04062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8A60-0209-479B-924E-6CD62729A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124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E469-A3B8-4060-BCF2-D3A8F1B04062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8A60-0209-479B-924E-6CD62729A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710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E469-A3B8-4060-BCF2-D3A8F1B04062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8A60-0209-479B-924E-6CD62729A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935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1" y="864023"/>
            <a:ext cx="6966921" cy="302408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1866051"/>
            <a:ext cx="10935563" cy="9210249"/>
          </a:xfrm>
        </p:spPr>
        <p:txBody>
          <a:bodyPr/>
          <a:lstStyle>
            <a:lvl1pPr>
              <a:defRPr sz="5669"/>
            </a:lvl1pPr>
            <a:lvl2pPr>
              <a:defRPr sz="4961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1" y="3888105"/>
            <a:ext cx="6966921" cy="7203195"/>
          </a:xfrm>
        </p:spPr>
        <p:txBody>
          <a:bodyPr/>
          <a:lstStyle>
            <a:lvl1pPr marL="0" indent="0">
              <a:buNone/>
              <a:defRPr sz="2835"/>
            </a:lvl1pPr>
            <a:lvl2pPr marL="810021" indent="0">
              <a:buNone/>
              <a:defRPr sz="2480"/>
            </a:lvl2pPr>
            <a:lvl3pPr marL="1620042" indent="0">
              <a:buNone/>
              <a:defRPr sz="2126"/>
            </a:lvl3pPr>
            <a:lvl4pPr marL="2430064" indent="0">
              <a:buNone/>
              <a:defRPr sz="1772"/>
            </a:lvl4pPr>
            <a:lvl5pPr marL="3240085" indent="0">
              <a:buNone/>
              <a:defRPr sz="1772"/>
            </a:lvl5pPr>
            <a:lvl6pPr marL="4050106" indent="0">
              <a:buNone/>
              <a:defRPr sz="1772"/>
            </a:lvl6pPr>
            <a:lvl7pPr marL="4860127" indent="0">
              <a:buNone/>
              <a:defRPr sz="1772"/>
            </a:lvl7pPr>
            <a:lvl8pPr marL="5670149" indent="0">
              <a:buNone/>
              <a:defRPr sz="1772"/>
            </a:lvl8pPr>
            <a:lvl9pPr marL="6480170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E469-A3B8-4060-BCF2-D3A8F1B04062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8A60-0209-479B-924E-6CD62729A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379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1" y="864023"/>
            <a:ext cx="6966921" cy="302408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1866051"/>
            <a:ext cx="10935563" cy="9210249"/>
          </a:xfrm>
        </p:spPr>
        <p:txBody>
          <a:bodyPr anchor="t"/>
          <a:lstStyle>
            <a:lvl1pPr marL="0" indent="0">
              <a:buNone/>
              <a:defRPr sz="5669"/>
            </a:lvl1pPr>
            <a:lvl2pPr marL="810021" indent="0">
              <a:buNone/>
              <a:defRPr sz="4961"/>
            </a:lvl2pPr>
            <a:lvl3pPr marL="1620042" indent="0">
              <a:buNone/>
              <a:defRPr sz="4252"/>
            </a:lvl3pPr>
            <a:lvl4pPr marL="2430064" indent="0">
              <a:buNone/>
              <a:defRPr sz="3543"/>
            </a:lvl4pPr>
            <a:lvl5pPr marL="3240085" indent="0">
              <a:buNone/>
              <a:defRPr sz="3543"/>
            </a:lvl5pPr>
            <a:lvl6pPr marL="4050106" indent="0">
              <a:buNone/>
              <a:defRPr sz="3543"/>
            </a:lvl6pPr>
            <a:lvl7pPr marL="4860127" indent="0">
              <a:buNone/>
              <a:defRPr sz="3543"/>
            </a:lvl7pPr>
            <a:lvl8pPr marL="5670149" indent="0">
              <a:buNone/>
              <a:defRPr sz="3543"/>
            </a:lvl8pPr>
            <a:lvl9pPr marL="6480170" indent="0">
              <a:buNone/>
              <a:defRPr sz="354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1" y="3888105"/>
            <a:ext cx="6966921" cy="7203195"/>
          </a:xfrm>
        </p:spPr>
        <p:txBody>
          <a:bodyPr/>
          <a:lstStyle>
            <a:lvl1pPr marL="0" indent="0">
              <a:buNone/>
              <a:defRPr sz="2835"/>
            </a:lvl1pPr>
            <a:lvl2pPr marL="810021" indent="0">
              <a:buNone/>
              <a:defRPr sz="2480"/>
            </a:lvl2pPr>
            <a:lvl3pPr marL="1620042" indent="0">
              <a:buNone/>
              <a:defRPr sz="2126"/>
            </a:lvl3pPr>
            <a:lvl4pPr marL="2430064" indent="0">
              <a:buNone/>
              <a:defRPr sz="1772"/>
            </a:lvl4pPr>
            <a:lvl5pPr marL="3240085" indent="0">
              <a:buNone/>
              <a:defRPr sz="1772"/>
            </a:lvl5pPr>
            <a:lvl6pPr marL="4050106" indent="0">
              <a:buNone/>
              <a:defRPr sz="1772"/>
            </a:lvl6pPr>
            <a:lvl7pPr marL="4860127" indent="0">
              <a:buNone/>
              <a:defRPr sz="1772"/>
            </a:lvl7pPr>
            <a:lvl8pPr marL="5670149" indent="0">
              <a:buNone/>
              <a:defRPr sz="1772"/>
            </a:lvl8pPr>
            <a:lvl9pPr marL="6480170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E469-A3B8-4060-BCF2-D3A8F1B04062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8A60-0209-479B-924E-6CD62729A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72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E469-A3B8-4060-BCF2-D3A8F1B04062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8A60-0209-479B-924E-6CD62729A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419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6" y="690018"/>
            <a:ext cx="4657740" cy="109832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7" y="690018"/>
            <a:ext cx="13703206" cy="109832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E469-A3B8-4060-BCF2-D3A8F1B04062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8A60-0209-479B-924E-6CD62729A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46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690019"/>
            <a:ext cx="18630960" cy="2505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450093"/>
            <a:ext cx="18630960" cy="8223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2012325"/>
            <a:ext cx="4860250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7E469-A3B8-4060-BCF2-D3A8F1B04062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2012325"/>
            <a:ext cx="7290376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2012325"/>
            <a:ext cx="4860250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08A60-0209-479B-924E-6CD62729A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39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20042" rtl="0" eaLnBrk="1" latinLnBrk="0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5011" indent="-405011" algn="l" defTabSz="162004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15032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5053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5074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5096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5117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5138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5159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5181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10021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20042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30064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40085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50106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60127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70149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80170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2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jpg"/><Relationship Id="rId4" Type="http://schemas.openxmlformats.org/officeDocument/2006/relationships/image" Target="../media/image21.jp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0.jpg"/><Relationship Id="rId7" Type="http://schemas.openxmlformats.org/officeDocument/2006/relationships/image" Target="../media/image25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1.jp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7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8.png"/><Relationship Id="rId10" Type="http://schemas.openxmlformats.org/officeDocument/2006/relationships/image" Target="../media/image29.png"/><Relationship Id="rId4" Type="http://schemas.openxmlformats.org/officeDocument/2006/relationships/image" Target="../media/image21.jp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7.png"/><Relationship Id="rId21" Type="http://schemas.openxmlformats.org/officeDocument/2006/relationships/image" Target="../media/image21.jpg"/><Relationship Id="rId7" Type="http://schemas.openxmlformats.org/officeDocument/2006/relationships/image" Target="../media/image32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30.png"/><Relationship Id="rId16" Type="http://schemas.openxmlformats.org/officeDocument/2006/relationships/image" Target="../media/image39.pn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5" Type="http://schemas.openxmlformats.org/officeDocument/2006/relationships/image" Target="../media/image38.png"/><Relationship Id="rId10" Type="http://schemas.openxmlformats.org/officeDocument/2006/relationships/image" Target="../media/image25.png"/><Relationship Id="rId19" Type="http://schemas.openxmlformats.org/officeDocument/2006/relationships/image" Target="../media/image42.png"/><Relationship Id="rId4" Type="http://schemas.openxmlformats.org/officeDocument/2006/relationships/image" Target="../media/image26.png"/><Relationship Id="rId9" Type="http://schemas.openxmlformats.org/officeDocument/2006/relationships/image" Target="../media/image24.png"/><Relationship Id="rId1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48D4F-C8B1-1ACA-6582-9AEEB74CD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8096109-86C5-9902-4FC7-1885AF95E6D1}"/>
              </a:ext>
            </a:extLst>
          </p:cNvPr>
          <p:cNvSpPr/>
          <p:nvPr/>
        </p:nvSpPr>
        <p:spPr>
          <a:xfrm>
            <a:off x="4474636" y="1571366"/>
            <a:ext cx="325965" cy="207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03D04DB-BC4E-B8EA-5CD6-BF2BCA6F81A2}"/>
              </a:ext>
            </a:extLst>
          </p:cNvPr>
          <p:cNvSpPr/>
          <p:nvPr/>
        </p:nvSpPr>
        <p:spPr>
          <a:xfrm rot="5400000">
            <a:off x="367483" y="1887718"/>
            <a:ext cx="4790478" cy="4582163"/>
          </a:xfrm>
          <a:custGeom>
            <a:avLst/>
            <a:gdLst>
              <a:gd name="connsiteX0" fmla="*/ 0 w 4790477"/>
              <a:gd name="connsiteY0" fmla="*/ 396730 h 4505978"/>
              <a:gd name="connsiteX1" fmla="*/ 964879 w 4790477"/>
              <a:gd name="connsiteY1" fmla="*/ 0 h 4505978"/>
              <a:gd name="connsiteX2" fmla="*/ 3825598 w 4790477"/>
              <a:gd name="connsiteY2" fmla="*/ 0 h 4505978"/>
              <a:gd name="connsiteX3" fmla="*/ 4790477 w 4790477"/>
              <a:gd name="connsiteY3" fmla="*/ 396730 h 4505978"/>
              <a:gd name="connsiteX4" fmla="*/ 2977032 w 4790477"/>
              <a:gd name="connsiteY4" fmla="*/ 396730 h 4505978"/>
              <a:gd name="connsiteX5" fmla="*/ 2977031 w 4790477"/>
              <a:gd name="connsiteY5" fmla="*/ 4505978 h 4505978"/>
              <a:gd name="connsiteX6" fmla="*/ 3280 w 4790477"/>
              <a:gd name="connsiteY6" fmla="*/ 4505978 h 4505978"/>
              <a:gd name="connsiteX7" fmla="*/ 3280 w 4790477"/>
              <a:gd name="connsiteY7" fmla="*/ 396730 h 4505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90477" h="4505978">
                <a:moveTo>
                  <a:pt x="0" y="396730"/>
                </a:moveTo>
                <a:lnTo>
                  <a:pt x="964879" y="0"/>
                </a:lnTo>
                <a:lnTo>
                  <a:pt x="3825598" y="0"/>
                </a:lnTo>
                <a:lnTo>
                  <a:pt x="4790477" y="396730"/>
                </a:lnTo>
                <a:lnTo>
                  <a:pt x="2977032" y="396730"/>
                </a:lnTo>
                <a:lnTo>
                  <a:pt x="2977031" y="4505978"/>
                </a:lnTo>
                <a:lnTo>
                  <a:pt x="3280" y="4505978"/>
                </a:lnTo>
                <a:lnTo>
                  <a:pt x="3280" y="39673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A98E0DF6-71CA-16E3-C9DD-A784A4CF798F}"/>
              </a:ext>
            </a:extLst>
          </p:cNvPr>
          <p:cNvSpPr/>
          <p:nvPr/>
        </p:nvSpPr>
        <p:spPr>
          <a:xfrm>
            <a:off x="8897930" y="1786835"/>
            <a:ext cx="5006641" cy="4444136"/>
          </a:xfrm>
          <a:custGeom>
            <a:avLst/>
            <a:gdLst>
              <a:gd name="connsiteX0" fmla="*/ 396729 w 4967932"/>
              <a:gd name="connsiteY0" fmla="*/ 0 h 4444136"/>
              <a:gd name="connsiteX1" fmla="*/ 396730 w 4967932"/>
              <a:gd name="connsiteY1" fmla="*/ 0 h 4444136"/>
              <a:gd name="connsiteX2" fmla="*/ 4967932 w 4967932"/>
              <a:gd name="connsiteY2" fmla="*/ 0 h 4444136"/>
              <a:gd name="connsiteX3" fmla="*/ 4967932 w 4967932"/>
              <a:gd name="connsiteY3" fmla="*/ 2977262 h 4444136"/>
              <a:gd name="connsiteX4" fmla="*/ 396730 w 4967932"/>
              <a:gd name="connsiteY4" fmla="*/ 2977262 h 4444136"/>
              <a:gd name="connsiteX5" fmla="*/ 396730 w 4967932"/>
              <a:gd name="connsiteY5" fmla="*/ 4444136 h 4444136"/>
              <a:gd name="connsiteX6" fmla="*/ 0 w 4967932"/>
              <a:gd name="connsiteY6" fmla="*/ 3479257 h 4444136"/>
              <a:gd name="connsiteX7" fmla="*/ 0 w 4967932"/>
              <a:gd name="connsiteY7" fmla="*/ 964879 h 4444136"/>
              <a:gd name="connsiteX8" fmla="*/ 396729 w 4967932"/>
              <a:gd name="connsiteY8" fmla="*/ 2 h 444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7932" h="4444136">
                <a:moveTo>
                  <a:pt x="396729" y="0"/>
                </a:moveTo>
                <a:lnTo>
                  <a:pt x="396730" y="0"/>
                </a:lnTo>
                <a:lnTo>
                  <a:pt x="4967932" y="0"/>
                </a:lnTo>
                <a:lnTo>
                  <a:pt x="4967932" y="2977262"/>
                </a:lnTo>
                <a:lnTo>
                  <a:pt x="396730" y="2977262"/>
                </a:lnTo>
                <a:lnTo>
                  <a:pt x="396730" y="4444136"/>
                </a:lnTo>
                <a:lnTo>
                  <a:pt x="0" y="3479257"/>
                </a:lnTo>
                <a:lnTo>
                  <a:pt x="0" y="964879"/>
                </a:lnTo>
                <a:lnTo>
                  <a:pt x="396729" y="2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6F4C60F-17F6-EA6E-C430-832DB0CDE78A}"/>
              </a:ext>
            </a:extLst>
          </p:cNvPr>
          <p:cNvSpPr/>
          <p:nvPr/>
        </p:nvSpPr>
        <p:spPr>
          <a:xfrm>
            <a:off x="4619593" y="4805939"/>
            <a:ext cx="435885" cy="14828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446B3D3-750D-DE71-31FE-9E7A64D3AFE3}"/>
              </a:ext>
            </a:extLst>
          </p:cNvPr>
          <p:cNvSpPr/>
          <p:nvPr/>
        </p:nvSpPr>
        <p:spPr>
          <a:xfrm>
            <a:off x="8899567" y="4811020"/>
            <a:ext cx="435883" cy="14828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FE98B34-1D66-4973-6E1A-7F5EAC403F99}"/>
              </a:ext>
            </a:extLst>
          </p:cNvPr>
          <p:cNvCxnSpPr>
            <a:cxnSpLocks/>
            <a:endCxn id="183" idx="3"/>
          </p:cNvCxnSpPr>
          <p:nvPr/>
        </p:nvCxnSpPr>
        <p:spPr>
          <a:xfrm>
            <a:off x="5253010" y="1981283"/>
            <a:ext cx="0" cy="8143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61A49DCE-3AA5-88A5-4821-5EC4D741D3B1}"/>
              </a:ext>
            </a:extLst>
          </p:cNvPr>
          <p:cNvCxnSpPr>
            <a:cxnSpLocks/>
          </p:cNvCxnSpPr>
          <p:nvPr/>
        </p:nvCxnSpPr>
        <p:spPr>
          <a:xfrm>
            <a:off x="8653221" y="1955880"/>
            <a:ext cx="0" cy="8058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D58DF275-7C8A-004C-CD5D-0570074DCAC9}"/>
              </a:ext>
            </a:extLst>
          </p:cNvPr>
          <p:cNvCxnSpPr>
            <a:cxnSpLocks/>
          </p:cNvCxnSpPr>
          <p:nvPr/>
        </p:nvCxnSpPr>
        <p:spPr>
          <a:xfrm>
            <a:off x="6397702" y="1955877"/>
            <a:ext cx="0" cy="8058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76F6938-37A5-AD95-2232-3668609A6E7F}"/>
              </a:ext>
            </a:extLst>
          </p:cNvPr>
          <p:cNvCxnSpPr>
            <a:cxnSpLocks/>
          </p:cNvCxnSpPr>
          <p:nvPr/>
        </p:nvCxnSpPr>
        <p:spPr>
          <a:xfrm>
            <a:off x="7520381" y="1955877"/>
            <a:ext cx="0" cy="8058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F845E409-1438-5B64-9382-6A73F4140CCA}"/>
              </a:ext>
            </a:extLst>
          </p:cNvPr>
          <p:cNvSpPr/>
          <p:nvPr/>
        </p:nvSpPr>
        <p:spPr>
          <a:xfrm>
            <a:off x="471642" y="4757943"/>
            <a:ext cx="6500589" cy="3531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B3424E4-515D-C02C-911C-427E5BE1B7FD}"/>
              </a:ext>
            </a:extLst>
          </p:cNvPr>
          <p:cNvSpPr/>
          <p:nvPr/>
        </p:nvSpPr>
        <p:spPr>
          <a:xfrm>
            <a:off x="6958413" y="4764654"/>
            <a:ext cx="6959900" cy="35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05237AED-23BB-FE74-4B6D-8D31FF8DFA30}"/>
              </a:ext>
            </a:extLst>
          </p:cNvPr>
          <p:cNvSpPr/>
          <p:nvPr/>
        </p:nvSpPr>
        <p:spPr>
          <a:xfrm>
            <a:off x="5210839" y="1592516"/>
            <a:ext cx="3500024" cy="53797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Information</a:t>
            </a:r>
          </a:p>
        </p:txBody>
      </p: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0DC6C3C8-6156-FA2B-7D9F-111E224A6268}"/>
              </a:ext>
            </a:extLst>
          </p:cNvPr>
          <p:cNvSpPr/>
          <p:nvPr/>
        </p:nvSpPr>
        <p:spPr>
          <a:xfrm rot="16200000">
            <a:off x="4839668" y="3551212"/>
            <a:ext cx="1997883" cy="435883"/>
          </a:xfrm>
          <a:prstGeom prst="flowChart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1&amp;2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B63B68CE-A1E0-2607-BA91-5D44801C5254}"/>
              </a:ext>
            </a:extLst>
          </p:cNvPr>
          <p:cNvSpPr/>
          <p:nvPr/>
        </p:nvSpPr>
        <p:spPr>
          <a:xfrm rot="16200000">
            <a:off x="5976995" y="3542745"/>
            <a:ext cx="1997883" cy="435883"/>
          </a:xfrm>
          <a:prstGeom prst="flowChart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06A8892A-A5A9-A2F1-52CA-18BF48B3D019}"/>
              </a:ext>
            </a:extLst>
          </p:cNvPr>
          <p:cNvSpPr/>
          <p:nvPr/>
        </p:nvSpPr>
        <p:spPr>
          <a:xfrm rot="16200000">
            <a:off x="7114320" y="3555444"/>
            <a:ext cx="1997881" cy="435883"/>
          </a:xfrm>
          <a:prstGeom prst="flowChart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流程图: 过程 182">
            <a:extLst>
              <a:ext uri="{FF2B5EF4-FFF2-40B4-BE49-F238E27FC236}">
                <a16:creationId xmlns:a16="http://schemas.microsoft.com/office/drawing/2014/main" id="{5CE14D3B-B921-C679-0181-A1FACEF0AB34}"/>
              </a:ext>
            </a:extLst>
          </p:cNvPr>
          <p:cNvSpPr/>
          <p:nvPr/>
        </p:nvSpPr>
        <p:spPr>
          <a:xfrm rot="16200000">
            <a:off x="4268489" y="3562192"/>
            <a:ext cx="1969042" cy="435883"/>
          </a:xfrm>
          <a:prstGeom prst="flowChart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流程图: 过程 183">
            <a:extLst>
              <a:ext uri="{FF2B5EF4-FFF2-40B4-BE49-F238E27FC236}">
                <a16:creationId xmlns:a16="http://schemas.microsoft.com/office/drawing/2014/main" id="{D4267BA5-D9AD-9C0E-17AF-0A9F49C650C3}"/>
              </a:ext>
            </a:extLst>
          </p:cNvPr>
          <p:cNvSpPr/>
          <p:nvPr/>
        </p:nvSpPr>
        <p:spPr>
          <a:xfrm rot="16200000">
            <a:off x="7714332" y="3562186"/>
            <a:ext cx="1969040" cy="435885"/>
          </a:xfrm>
          <a:prstGeom prst="flowChart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FEO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流程图: 过程 188">
            <a:extLst>
              <a:ext uri="{FF2B5EF4-FFF2-40B4-BE49-F238E27FC236}">
                <a16:creationId xmlns:a16="http://schemas.microsoft.com/office/drawing/2014/main" id="{7ECC9121-5FE4-A6F7-0D29-B3EB1BB16829}"/>
              </a:ext>
            </a:extLst>
          </p:cNvPr>
          <p:cNvSpPr/>
          <p:nvPr/>
        </p:nvSpPr>
        <p:spPr>
          <a:xfrm rot="16200000">
            <a:off x="5372343" y="3578733"/>
            <a:ext cx="2069869" cy="435883"/>
          </a:xfrm>
          <a:prstGeom prst="flowChart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流程图: 过程 189">
            <a:extLst>
              <a:ext uri="{FF2B5EF4-FFF2-40B4-BE49-F238E27FC236}">
                <a16:creationId xmlns:a16="http://schemas.microsoft.com/office/drawing/2014/main" id="{53B27AFE-6FEF-3AAB-D075-79BF674585C5}"/>
              </a:ext>
            </a:extLst>
          </p:cNvPr>
          <p:cNvSpPr/>
          <p:nvPr/>
        </p:nvSpPr>
        <p:spPr>
          <a:xfrm rot="16200000">
            <a:off x="6509670" y="3578735"/>
            <a:ext cx="2069869" cy="435883"/>
          </a:xfrm>
          <a:prstGeom prst="flowChart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SFA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43B800-B57E-7E69-B2E3-2023E797DC8A}"/>
              </a:ext>
            </a:extLst>
          </p:cNvPr>
          <p:cNvSpPr txBox="1"/>
          <p:nvPr/>
        </p:nvSpPr>
        <p:spPr>
          <a:xfrm>
            <a:off x="1453149" y="8444518"/>
            <a:ext cx="11157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先画框架，试试这种嵌入型结构</a:t>
            </a:r>
          </a:p>
        </p:txBody>
      </p:sp>
    </p:spTree>
    <p:extLst>
      <p:ext uri="{BB962C8B-B14F-4D97-AF65-F5344CB8AC3E}">
        <p14:creationId xmlns:p14="http://schemas.microsoft.com/office/powerpoint/2010/main" val="1281119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46574-579B-9EC9-B1DD-4BC481DC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56189E4-2F4A-E2CF-7C71-C3513C80C85D}"/>
              </a:ext>
            </a:extLst>
          </p:cNvPr>
          <p:cNvSpPr/>
          <p:nvPr/>
        </p:nvSpPr>
        <p:spPr>
          <a:xfrm>
            <a:off x="4474636" y="1571366"/>
            <a:ext cx="325965" cy="207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E59327B-51E7-3B17-3984-CE932E7762A4}"/>
              </a:ext>
            </a:extLst>
          </p:cNvPr>
          <p:cNvSpPr/>
          <p:nvPr/>
        </p:nvSpPr>
        <p:spPr>
          <a:xfrm rot="5400000">
            <a:off x="367483" y="1887718"/>
            <a:ext cx="4790478" cy="4582163"/>
          </a:xfrm>
          <a:custGeom>
            <a:avLst/>
            <a:gdLst>
              <a:gd name="connsiteX0" fmla="*/ 0 w 4790477"/>
              <a:gd name="connsiteY0" fmla="*/ 396730 h 4505978"/>
              <a:gd name="connsiteX1" fmla="*/ 964879 w 4790477"/>
              <a:gd name="connsiteY1" fmla="*/ 0 h 4505978"/>
              <a:gd name="connsiteX2" fmla="*/ 3825598 w 4790477"/>
              <a:gd name="connsiteY2" fmla="*/ 0 h 4505978"/>
              <a:gd name="connsiteX3" fmla="*/ 4790477 w 4790477"/>
              <a:gd name="connsiteY3" fmla="*/ 396730 h 4505978"/>
              <a:gd name="connsiteX4" fmla="*/ 2977032 w 4790477"/>
              <a:gd name="connsiteY4" fmla="*/ 396730 h 4505978"/>
              <a:gd name="connsiteX5" fmla="*/ 2977031 w 4790477"/>
              <a:gd name="connsiteY5" fmla="*/ 4505978 h 4505978"/>
              <a:gd name="connsiteX6" fmla="*/ 3280 w 4790477"/>
              <a:gd name="connsiteY6" fmla="*/ 4505978 h 4505978"/>
              <a:gd name="connsiteX7" fmla="*/ 3280 w 4790477"/>
              <a:gd name="connsiteY7" fmla="*/ 396730 h 4505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90477" h="4505978">
                <a:moveTo>
                  <a:pt x="0" y="396730"/>
                </a:moveTo>
                <a:lnTo>
                  <a:pt x="964879" y="0"/>
                </a:lnTo>
                <a:lnTo>
                  <a:pt x="3825598" y="0"/>
                </a:lnTo>
                <a:lnTo>
                  <a:pt x="4790477" y="396730"/>
                </a:lnTo>
                <a:lnTo>
                  <a:pt x="2977032" y="396730"/>
                </a:lnTo>
                <a:lnTo>
                  <a:pt x="2977031" y="4505978"/>
                </a:lnTo>
                <a:lnTo>
                  <a:pt x="3280" y="4505978"/>
                </a:lnTo>
                <a:lnTo>
                  <a:pt x="3280" y="39673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EEA8EDF9-F5D4-B91F-7C95-FF7B23B5A592}"/>
              </a:ext>
            </a:extLst>
          </p:cNvPr>
          <p:cNvSpPr/>
          <p:nvPr/>
        </p:nvSpPr>
        <p:spPr>
          <a:xfrm rot="16200000">
            <a:off x="4839668" y="3542745"/>
            <a:ext cx="1997883" cy="435883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1&amp;2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AC04DB76-6448-85B6-95D9-88F641978EBE}"/>
              </a:ext>
            </a:extLst>
          </p:cNvPr>
          <p:cNvSpPr/>
          <p:nvPr/>
        </p:nvSpPr>
        <p:spPr>
          <a:xfrm rot="16200000">
            <a:off x="5976995" y="3542745"/>
            <a:ext cx="1997883" cy="435883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1042A612-DB30-3EA8-F464-6E05B704822F}"/>
              </a:ext>
            </a:extLst>
          </p:cNvPr>
          <p:cNvSpPr/>
          <p:nvPr/>
        </p:nvSpPr>
        <p:spPr>
          <a:xfrm rot="16200000">
            <a:off x="7114320" y="3542745"/>
            <a:ext cx="1997881" cy="435883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690C1BE7-062B-1710-F409-CB19074F284D}"/>
              </a:ext>
            </a:extLst>
          </p:cNvPr>
          <p:cNvSpPr/>
          <p:nvPr/>
        </p:nvSpPr>
        <p:spPr>
          <a:xfrm>
            <a:off x="8897930" y="1786835"/>
            <a:ext cx="5006641" cy="4444136"/>
          </a:xfrm>
          <a:custGeom>
            <a:avLst/>
            <a:gdLst>
              <a:gd name="connsiteX0" fmla="*/ 396729 w 4967932"/>
              <a:gd name="connsiteY0" fmla="*/ 0 h 4444136"/>
              <a:gd name="connsiteX1" fmla="*/ 396730 w 4967932"/>
              <a:gd name="connsiteY1" fmla="*/ 0 h 4444136"/>
              <a:gd name="connsiteX2" fmla="*/ 4967932 w 4967932"/>
              <a:gd name="connsiteY2" fmla="*/ 0 h 4444136"/>
              <a:gd name="connsiteX3" fmla="*/ 4967932 w 4967932"/>
              <a:gd name="connsiteY3" fmla="*/ 2977262 h 4444136"/>
              <a:gd name="connsiteX4" fmla="*/ 396730 w 4967932"/>
              <a:gd name="connsiteY4" fmla="*/ 2977262 h 4444136"/>
              <a:gd name="connsiteX5" fmla="*/ 396730 w 4967932"/>
              <a:gd name="connsiteY5" fmla="*/ 4444136 h 4444136"/>
              <a:gd name="connsiteX6" fmla="*/ 0 w 4967932"/>
              <a:gd name="connsiteY6" fmla="*/ 3479257 h 4444136"/>
              <a:gd name="connsiteX7" fmla="*/ 0 w 4967932"/>
              <a:gd name="connsiteY7" fmla="*/ 964879 h 4444136"/>
              <a:gd name="connsiteX8" fmla="*/ 396729 w 4967932"/>
              <a:gd name="connsiteY8" fmla="*/ 2 h 444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7932" h="4444136">
                <a:moveTo>
                  <a:pt x="396729" y="0"/>
                </a:moveTo>
                <a:lnTo>
                  <a:pt x="396730" y="0"/>
                </a:lnTo>
                <a:lnTo>
                  <a:pt x="4967932" y="0"/>
                </a:lnTo>
                <a:lnTo>
                  <a:pt x="4967932" y="2977262"/>
                </a:lnTo>
                <a:lnTo>
                  <a:pt x="396730" y="2977262"/>
                </a:lnTo>
                <a:lnTo>
                  <a:pt x="396730" y="4444136"/>
                </a:lnTo>
                <a:lnTo>
                  <a:pt x="0" y="3479257"/>
                </a:lnTo>
                <a:lnTo>
                  <a:pt x="0" y="964879"/>
                </a:lnTo>
                <a:lnTo>
                  <a:pt x="396729" y="2"/>
                </a:lnTo>
                <a:close/>
              </a:path>
            </a:pathLst>
          </a:custGeom>
          <a:solidFill>
            <a:srgbClr val="EBE7F2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C35112A-FF80-B948-2E25-651FC281EEA8}"/>
              </a:ext>
            </a:extLst>
          </p:cNvPr>
          <p:cNvSpPr/>
          <p:nvPr/>
        </p:nvSpPr>
        <p:spPr>
          <a:xfrm>
            <a:off x="4619593" y="4805939"/>
            <a:ext cx="435885" cy="14828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BEAAD14-E63B-48FF-BC92-1BE48DA97F45}"/>
              </a:ext>
            </a:extLst>
          </p:cNvPr>
          <p:cNvSpPr/>
          <p:nvPr/>
        </p:nvSpPr>
        <p:spPr>
          <a:xfrm>
            <a:off x="8899567" y="4811020"/>
            <a:ext cx="435883" cy="14828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AA3B4A63-29EC-8DD9-3252-18783ED3B92A}"/>
              </a:ext>
            </a:extLst>
          </p:cNvPr>
          <p:cNvCxnSpPr>
            <a:cxnSpLocks/>
            <a:endCxn id="183" idx="3"/>
          </p:cNvCxnSpPr>
          <p:nvPr/>
        </p:nvCxnSpPr>
        <p:spPr>
          <a:xfrm>
            <a:off x="5253010" y="1955882"/>
            <a:ext cx="0" cy="81432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628EE79E-B140-6EEE-369A-BAEBA3546E1D}"/>
              </a:ext>
            </a:extLst>
          </p:cNvPr>
          <p:cNvCxnSpPr>
            <a:cxnSpLocks/>
          </p:cNvCxnSpPr>
          <p:nvPr/>
        </p:nvCxnSpPr>
        <p:spPr>
          <a:xfrm>
            <a:off x="8653221" y="1955880"/>
            <a:ext cx="0" cy="80586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38B6947-35F6-7F84-8F99-1F6FB33FF589}"/>
              </a:ext>
            </a:extLst>
          </p:cNvPr>
          <p:cNvCxnSpPr>
            <a:cxnSpLocks/>
          </p:cNvCxnSpPr>
          <p:nvPr/>
        </p:nvCxnSpPr>
        <p:spPr>
          <a:xfrm>
            <a:off x="6397702" y="1955877"/>
            <a:ext cx="0" cy="80586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2A665726-2DCC-F756-F619-B1612DE56E42}"/>
              </a:ext>
            </a:extLst>
          </p:cNvPr>
          <p:cNvCxnSpPr>
            <a:cxnSpLocks/>
          </p:cNvCxnSpPr>
          <p:nvPr/>
        </p:nvCxnSpPr>
        <p:spPr>
          <a:xfrm>
            <a:off x="7520381" y="1955877"/>
            <a:ext cx="0" cy="80586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B03BE1AF-DB93-FC9A-458F-9DFC2B484AA6}"/>
              </a:ext>
            </a:extLst>
          </p:cNvPr>
          <p:cNvSpPr/>
          <p:nvPr/>
        </p:nvSpPr>
        <p:spPr>
          <a:xfrm>
            <a:off x="471642" y="4757943"/>
            <a:ext cx="6500589" cy="3531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2863AE4-D387-C820-831B-AFE90D6ECE0F}"/>
              </a:ext>
            </a:extLst>
          </p:cNvPr>
          <p:cNvSpPr/>
          <p:nvPr/>
        </p:nvSpPr>
        <p:spPr>
          <a:xfrm>
            <a:off x="6958413" y="4764654"/>
            <a:ext cx="6959900" cy="3538554"/>
          </a:xfrm>
          <a:prstGeom prst="rect">
            <a:avLst/>
          </a:prstGeom>
          <a:solidFill>
            <a:srgbClr val="F9E0E0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3" name="流程图: 过程 182">
            <a:extLst>
              <a:ext uri="{FF2B5EF4-FFF2-40B4-BE49-F238E27FC236}">
                <a16:creationId xmlns:a16="http://schemas.microsoft.com/office/drawing/2014/main" id="{66CEEBB6-ED65-6E12-9930-F3355D7E0B64}"/>
              </a:ext>
            </a:extLst>
          </p:cNvPr>
          <p:cNvSpPr/>
          <p:nvPr/>
        </p:nvSpPr>
        <p:spPr>
          <a:xfrm rot="16200000">
            <a:off x="4268489" y="3536791"/>
            <a:ext cx="1969042" cy="435883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流程图: 过程 183">
            <a:extLst>
              <a:ext uri="{FF2B5EF4-FFF2-40B4-BE49-F238E27FC236}">
                <a16:creationId xmlns:a16="http://schemas.microsoft.com/office/drawing/2014/main" id="{8388DE98-39EE-17EF-DFA5-874994BEE41C}"/>
              </a:ext>
            </a:extLst>
          </p:cNvPr>
          <p:cNvSpPr/>
          <p:nvPr/>
        </p:nvSpPr>
        <p:spPr>
          <a:xfrm rot="16200000">
            <a:off x="7714332" y="3536788"/>
            <a:ext cx="1969040" cy="435885"/>
          </a:xfrm>
          <a:prstGeom prst="flowChartProcess">
            <a:avLst/>
          </a:prstGeom>
          <a:gradFill flip="none" rotWithShape="1">
            <a:gsLst>
              <a:gs pos="25000">
                <a:srgbClr val="F4F2F8"/>
              </a:gs>
              <a:gs pos="0">
                <a:srgbClr val="DFD7E7"/>
              </a:gs>
              <a:gs pos="50000">
                <a:schemeClr val="bg1"/>
              </a:gs>
              <a:gs pos="74700">
                <a:srgbClr val="F5F3F9"/>
              </a:gs>
              <a:gs pos="100000">
                <a:srgbClr val="DFD7E7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FEO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流程图: 过程 188">
            <a:extLst>
              <a:ext uri="{FF2B5EF4-FFF2-40B4-BE49-F238E27FC236}">
                <a16:creationId xmlns:a16="http://schemas.microsoft.com/office/drawing/2014/main" id="{60663BD0-DDF4-75E1-2523-C53F8F4C9248}"/>
              </a:ext>
            </a:extLst>
          </p:cNvPr>
          <p:cNvSpPr/>
          <p:nvPr/>
        </p:nvSpPr>
        <p:spPr>
          <a:xfrm rot="16200000">
            <a:off x="5372343" y="3578733"/>
            <a:ext cx="2069869" cy="435883"/>
          </a:xfrm>
          <a:prstGeom prst="flowChartProcess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bg1"/>
              </a:gs>
              <a:gs pos="25000">
                <a:schemeClr val="accent2">
                  <a:lumMod val="20000"/>
                  <a:lumOff val="80000"/>
                </a:schemeClr>
              </a:gs>
              <a:gs pos="75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流程图: 过程 189">
            <a:extLst>
              <a:ext uri="{FF2B5EF4-FFF2-40B4-BE49-F238E27FC236}">
                <a16:creationId xmlns:a16="http://schemas.microsoft.com/office/drawing/2014/main" id="{6535B486-D696-7CB5-72E5-48652714AB80}"/>
              </a:ext>
            </a:extLst>
          </p:cNvPr>
          <p:cNvSpPr/>
          <p:nvPr/>
        </p:nvSpPr>
        <p:spPr>
          <a:xfrm rot="16200000">
            <a:off x="6509670" y="3578735"/>
            <a:ext cx="2069869" cy="435883"/>
          </a:xfrm>
          <a:prstGeom prst="flowChartProcess">
            <a:avLst/>
          </a:prstGeom>
          <a:gradFill flip="none" rotWithShape="1">
            <a:gsLst>
              <a:gs pos="0">
                <a:srgbClr val="F2CED2"/>
              </a:gs>
              <a:gs pos="50000">
                <a:schemeClr val="bg1"/>
              </a:gs>
              <a:gs pos="25000">
                <a:srgbClr val="F9E0E0"/>
              </a:gs>
              <a:gs pos="75000">
                <a:srgbClr val="F9E0E0"/>
              </a:gs>
              <a:gs pos="100000">
                <a:srgbClr val="F2CED2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SFA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A3D40B8E-7C76-6EDB-ACDA-F9555270795C}"/>
              </a:ext>
            </a:extLst>
          </p:cNvPr>
          <p:cNvSpPr/>
          <p:nvPr/>
        </p:nvSpPr>
        <p:spPr>
          <a:xfrm>
            <a:off x="5210839" y="1592516"/>
            <a:ext cx="3500024" cy="537976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75000">
                <a:srgbClr val="DFD7E7"/>
              </a:gs>
              <a:gs pos="100000">
                <a:srgbClr val="CC99FF"/>
              </a:gs>
              <a:gs pos="25000">
                <a:srgbClr val="DFD7E7"/>
              </a:gs>
              <a:gs pos="0">
                <a:srgbClr val="CC99FF"/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Information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B633F4-7CF3-3AEE-8381-821F75E300F5}"/>
              </a:ext>
            </a:extLst>
          </p:cNvPr>
          <p:cNvSpPr txBox="1"/>
          <p:nvPr/>
        </p:nvSpPr>
        <p:spPr>
          <a:xfrm>
            <a:off x="1453149" y="8444518"/>
            <a:ext cx="11157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上色，渐变高光与阴影加立体感</a:t>
            </a:r>
          </a:p>
        </p:txBody>
      </p:sp>
    </p:spTree>
    <p:extLst>
      <p:ext uri="{BB962C8B-B14F-4D97-AF65-F5344CB8AC3E}">
        <p14:creationId xmlns:p14="http://schemas.microsoft.com/office/powerpoint/2010/main" val="438740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64EF7EE-D7E2-84EE-BCE0-24A8DC221E86}"/>
              </a:ext>
            </a:extLst>
          </p:cNvPr>
          <p:cNvSpPr/>
          <p:nvPr/>
        </p:nvSpPr>
        <p:spPr>
          <a:xfrm>
            <a:off x="4474636" y="1571366"/>
            <a:ext cx="325965" cy="207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D0BEE7E4-3EC8-2F72-8D33-7955512E8A30}"/>
              </a:ext>
            </a:extLst>
          </p:cNvPr>
          <p:cNvSpPr/>
          <p:nvPr/>
        </p:nvSpPr>
        <p:spPr>
          <a:xfrm rot="5400000">
            <a:off x="367483" y="1887718"/>
            <a:ext cx="4790478" cy="4582163"/>
          </a:xfrm>
          <a:custGeom>
            <a:avLst/>
            <a:gdLst>
              <a:gd name="connsiteX0" fmla="*/ 0 w 4790477"/>
              <a:gd name="connsiteY0" fmla="*/ 396730 h 4505978"/>
              <a:gd name="connsiteX1" fmla="*/ 964879 w 4790477"/>
              <a:gd name="connsiteY1" fmla="*/ 0 h 4505978"/>
              <a:gd name="connsiteX2" fmla="*/ 3825598 w 4790477"/>
              <a:gd name="connsiteY2" fmla="*/ 0 h 4505978"/>
              <a:gd name="connsiteX3" fmla="*/ 4790477 w 4790477"/>
              <a:gd name="connsiteY3" fmla="*/ 396730 h 4505978"/>
              <a:gd name="connsiteX4" fmla="*/ 2977032 w 4790477"/>
              <a:gd name="connsiteY4" fmla="*/ 396730 h 4505978"/>
              <a:gd name="connsiteX5" fmla="*/ 2977031 w 4790477"/>
              <a:gd name="connsiteY5" fmla="*/ 4505978 h 4505978"/>
              <a:gd name="connsiteX6" fmla="*/ 3280 w 4790477"/>
              <a:gd name="connsiteY6" fmla="*/ 4505978 h 4505978"/>
              <a:gd name="connsiteX7" fmla="*/ 3280 w 4790477"/>
              <a:gd name="connsiteY7" fmla="*/ 396730 h 4505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90477" h="4505978">
                <a:moveTo>
                  <a:pt x="0" y="396730"/>
                </a:moveTo>
                <a:lnTo>
                  <a:pt x="964879" y="0"/>
                </a:lnTo>
                <a:lnTo>
                  <a:pt x="3825598" y="0"/>
                </a:lnTo>
                <a:lnTo>
                  <a:pt x="4790477" y="396730"/>
                </a:lnTo>
                <a:lnTo>
                  <a:pt x="2977032" y="396730"/>
                </a:lnTo>
                <a:lnTo>
                  <a:pt x="2977031" y="4505978"/>
                </a:lnTo>
                <a:lnTo>
                  <a:pt x="3280" y="4505978"/>
                </a:lnTo>
                <a:lnTo>
                  <a:pt x="3280" y="39673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E274E4FF-0844-9124-56FE-A668A06812A4}"/>
              </a:ext>
            </a:extLst>
          </p:cNvPr>
          <p:cNvSpPr/>
          <p:nvPr/>
        </p:nvSpPr>
        <p:spPr>
          <a:xfrm rot="16200000">
            <a:off x="4839668" y="3542745"/>
            <a:ext cx="1997883" cy="435883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1&amp;2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126461EA-F33A-3EA6-CA67-A939F7731249}"/>
              </a:ext>
            </a:extLst>
          </p:cNvPr>
          <p:cNvSpPr/>
          <p:nvPr/>
        </p:nvSpPr>
        <p:spPr>
          <a:xfrm rot="16200000">
            <a:off x="5976995" y="3542745"/>
            <a:ext cx="1997883" cy="435883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DCAFD6C7-6E18-E69E-E787-AA8382162DDB}"/>
              </a:ext>
            </a:extLst>
          </p:cNvPr>
          <p:cNvSpPr/>
          <p:nvPr/>
        </p:nvSpPr>
        <p:spPr>
          <a:xfrm rot="16200000">
            <a:off x="7114320" y="3542745"/>
            <a:ext cx="1997881" cy="435883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7378177-43FC-96F3-3C15-768838B84E4D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69" t="885" r="17511" b="60788"/>
          <a:stretch/>
        </p:blipFill>
        <p:spPr>
          <a:xfrm>
            <a:off x="1832313" y="3373745"/>
            <a:ext cx="648000" cy="108000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B149E88-6023-4776-939C-57D04B6A0794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" t="885" r="84126" b="60787"/>
          <a:stretch/>
        </p:blipFill>
        <p:spPr>
          <a:xfrm>
            <a:off x="638301" y="1911183"/>
            <a:ext cx="648000" cy="108000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3CC4068-0FEF-589A-57F7-400EB51CED14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47" t="997" r="67431" b="60674"/>
          <a:stretch/>
        </p:blipFill>
        <p:spPr>
          <a:xfrm>
            <a:off x="1847876" y="1899877"/>
            <a:ext cx="648000" cy="108000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2D60588-6463-8105-5FBC-8B758B046D35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79" t="997" r="50700" b="60674"/>
          <a:stretch/>
        </p:blipFill>
        <p:spPr>
          <a:xfrm>
            <a:off x="2585130" y="1904230"/>
            <a:ext cx="648000" cy="108000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29F8896-3473-39CB-2C72-A4EE8300F65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10" t="683" r="33936" b="60990"/>
          <a:stretch/>
        </p:blipFill>
        <p:spPr>
          <a:xfrm>
            <a:off x="635151" y="3381450"/>
            <a:ext cx="648000" cy="108000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6D07E9BE-A123-8AC2-65A3-BB80391A70FE}"/>
              </a:ext>
            </a:extLst>
          </p:cNvPr>
          <p:cNvSpPr/>
          <p:nvPr/>
        </p:nvSpPr>
        <p:spPr>
          <a:xfrm>
            <a:off x="2054852" y="3727198"/>
            <a:ext cx="225854" cy="37269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7FF6E9F-29C2-E4C7-66B8-51FA5B7D4AED}"/>
              </a:ext>
            </a:extLst>
          </p:cNvPr>
          <p:cNvSpPr/>
          <p:nvPr/>
        </p:nvSpPr>
        <p:spPr>
          <a:xfrm>
            <a:off x="2059931" y="2249684"/>
            <a:ext cx="225854" cy="35562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AF9A900-B317-90D2-89C3-2F7C4702CD6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02" t="885" r="750" b="60788"/>
          <a:stretch/>
        </p:blipFill>
        <p:spPr>
          <a:xfrm>
            <a:off x="2585130" y="3377283"/>
            <a:ext cx="648000" cy="108000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02FAA95-4026-631E-C938-090E15A3D667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77" t="54031" r="834" b="7641"/>
          <a:stretch/>
        </p:blipFill>
        <p:spPr>
          <a:xfrm>
            <a:off x="3936948" y="3381450"/>
            <a:ext cx="648000" cy="108000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9F375FC-5941-9F3D-0A38-0628E773A181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26" t="54170" r="50743" b="7482"/>
          <a:stretch/>
        </p:blipFill>
        <p:spPr>
          <a:xfrm>
            <a:off x="3925291" y="1899877"/>
            <a:ext cx="648000" cy="1080001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B02E92F-5EEB-77A4-C398-4E29A3BAD01F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 flipH="1">
            <a:off x="2167781" y="2605314"/>
            <a:ext cx="5079" cy="1121882"/>
          </a:xfrm>
          <a:prstGeom prst="straightConnector1">
            <a:avLst/>
          </a:prstGeom>
          <a:ln w="381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箭头: 右 19">
            <a:extLst>
              <a:ext uri="{FF2B5EF4-FFF2-40B4-BE49-F238E27FC236}">
                <a16:creationId xmlns:a16="http://schemas.microsoft.com/office/drawing/2014/main" id="{E143D4D3-374E-AF04-9B69-0A24776660F0}"/>
              </a:ext>
            </a:extLst>
          </p:cNvPr>
          <p:cNvSpPr/>
          <p:nvPr/>
        </p:nvSpPr>
        <p:spPr>
          <a:xfrm>
            <a:off x="1351901" y="3714886"/>
            <a:ext cx="449852" cy="341228"/>
          </a:xfrm>
          <a:prstGeom prst="rightArrow">
            <a:avLst/>
          </a:prstGeom>
          <a:gradFill flip="none" rotWithShape="1">
            <a:gsLst>
              <a:gs pos="0">
                <a:srgbClr val="E09A9C"/>
              </a:gs>
              <a:gs pos="21000">
                <a:srgbClr val="F0BFBB"/>
              </a:gs>
              <a:gs pos="79000">
                <a:srgbClr val="BCDFFD"/>
              </a:gs>
              <a:gs pos="100000">
                <a:srgbClr val="AACAF1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1C7959D9-6D57-C756-863C-15403F2D312A}"/>
              </a:ext>
            </a:extLst>
          </p:cNvPr>
          <p:cNvSpPr/>
          <p:nvPr/>
        </p:nvSpPr>
        <p:spPr>
          <a:xfrm>
            <a:off x="3319587" y="3724453"/>
            <a:ext cx="449852" cy="341228"/>
          </a:xfrm>
          <a:prstGeom prst="rightArrow">
            <a:avLst/>
          </a:prstGeom>
          <a:gradFill flip="none" rotWithShape="1">
            <a:gsLst>
              <a:gs pos="0">
                <a:srgbClr val="E09A9C"/>
              </a:gs>
              <a:gs pos="21000">
                <a:srgbClr val="F0BFBB"/>
              </a:gs>
              <a:gs pos="79000">
                <a:srgbClr val="BCDFFD"/>
              </a:gs>
              <a:gs pos="100000">
                <a:srgbClr val="AACAF1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FC32FBBB-2D95-63A2-2339-19C43C711560}"/>
              </a:ext>
            </a:extLst>
          </p:cNvPr>
          <p:cNvSpPr/>
          <p:nvPr/>
        </p:nvSpPr>
        <p:spPr>
          <a:xfrm>
            <a:off x="1348900" y="2248373"/>
            <a:ext cx="449852" cy="341228"/>
          </a:xfrm>
          <a:prstGeom prst="rightArrow">
            <a:avLst/>
          </a:prstGeom>
          <a:gradFill flip="none" rotWithShape="1">
            <a:gsLst>
              <a:gs pos="0">
                <a:srgbClr val="E09A9C"/>
              </a:gs>
              <a:gs pos="21000">
                <a:srgbClr val="F0BFBB"/>
              </a:gs>
              <a:gs pos="79000">
                <a:srgbClr val="BCDFFD"/>
              </a:gs>
              <a:gs pos="100000">
                <a:srgbClr val="AACAF1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9C2112F3-3A87-0C20-3CBB-938803682A81}"/>
              </a:ext>
            </a:extLst>
          </p:cNvPr>
          <p:cNvSpPr/>
          <p:nvPr/>
        </p:nvSpPr>
        <p:spPr>
          <a:xfrm>
            <a:off x="3316295" y="2259957"/>
            <a:ext cx="449852" cy="341228"/>
          </a:xfrm>
          <a:prstGeom prst="rightArrow">
            <a:avLst/>
          </a:prstGeom>
          <a:gradFill flip="none" rotWithShape="1">
            <a:gsLst>
              <a:gs pos="0">
                <a:srgbClr val="E09A9C"/>
              </a:gs>
              <a:gs pos="21000">
                <a:srgbClr val="F0BFBB"/>
              </a:gs>
              <a:gs pos="79000">
                <a:srgbClr val="BCDFFD"/>
              </a:gs>
              <a:gs pos="100000">
                <a:srgbClr val="AACAF1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92031C4-3722-D9CF-11C4-4EB229232E31}"/>
              </a:ext>
            </a:extLst>
          </p:cNvPr>
          <p:cNvSpPr txBox="1"/>
          <p:nvPr/>
        </p:nvSpPr>
        <p:spPr>
          <a:xfrm>
            <a:off x="1256439" y="4056118"/>
            <a:ext cx="573794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98CB7AC-422E-6C1D-B08F-5C60386D0940}"/>
              </a:ext>
            </a:extLst>
          </p:cNvPr>
          <p:cNvSpPr txBox="1"/>
          <p:nvPr/>
        </p:nvSpPr>
        <p:spPr>
          <a:xfrm>
            <a:off x="3182678" y="4045955"/>
            <a:ext cx="739141" cy="739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IFFT &amp; Gray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BCA93AE-4A9B-7FF4-D53F-978B6B2E0E7D}"/>
              </a:ext>
            </a:extLst>
          </p:cNvPr>
          <p:cNvSpPr txBox="1"/>
          <p:nvPr/>
        </p:nvSpPr>
        <p:spPr>
          <a:xfrm>
            <a:off x="1261650" y="1925332"/>
            <a:ext cx="573794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8016040-EA3B-A1E0-4FE6-FF4790C9B23A}"/>
              </a:ext>
            </a:extLst>
          </p:cNvPr>
          <p:cNvSpPr txBox="1"/>
          <p:nvPr/>
        </p:nvSpPr>
        <p:spPr>
          <a:xfrm>
            <a:off x="3190759" y="1955881"/>
            <a:ext cx="670314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3E206E5-1B48-3A0A-DE88-9B5925935553}"/>
              </a:ext>
            </a:extLst>
          </p:cNvPr>
          <p:cNvSpPr txBox="1"/>
          <p:nvPr/>
        </p:nvSpPr>
        <p:spPr>
          <a:xfrm>
            <a:off x="1516961" y="2898028"/>
            <a:ext cx="2078317" cy="523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  Low-Frequency </a:t>
            </a:r>
          </a:p>
          <a:p>
            <a:pPr algn="ctr"/>
            <a:r>
              <a:rPr lang="en-US" altLang="zh-CN" sz="1401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Components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F86630A-EE45-7807-0EF2-6109FA20AD49}"/>
              </a:ext>
            </a:extLst>
          </p:cNvPr>
          <p:cNvSpPr txBox="1"/>
          <p:nvPr/>
        </p:nvSpPr>
        <p:spPr>
          <a:xfrm>
            <a:off x="1661577" y="4423009"/>
            <a:ext cx="1179184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Amplitude</a:t>
            </a:r>
            <a:endParaRPr lang="zh-CN" altLang="en-US" sz="140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43ACF16-0381-6BD8-2EE0-0E85316AA979}"/>
              </a:ext>
            </a:extLst>
          </p:cNvPr>
          <p:cNvSpPr txBox="1"/>
          <p:nvPr/>
        </p:nvSpPr>
        <p:spPr>
          <a:xfrm>
            <a:off x="2604178" y="4447566"/>
            <a:ext cx="706762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endParaRPr lang="zh-CN" altLang="en-US" sz="1401" dirty="0"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25F7805C-4A20-F749-6A75-491E33CBA4EA}"/>
              </a:ext>
            </a:extLst>
          </p:cNvPr>
          <p:cNvSpPr/>
          <p:nvPr/>
        </p:nvSpPr>
        <p:spPr>
          <a:xfrm>
            <a:off x="8897930" y="1786835"/>
            <a:ext cx="5006641" cy="4444136"/>
          </a:xfrm>
          <a:custGeom>
            <a:avLst/>
            <a:gdLst>
              <a:gd name="connsiteX0" fmla="*/ 396729 w 4967932"/>
              <a:gd name="connsiteY0" fmla="*/ 0 h 4444136"/>
              <a:gd name="connsiteX1" fmla="*/ 396730 w 4967932"/>
              <a:gd name="connsiteY1" fmla="*/ 0 h 4444136"/>
              <a:gd name="connsiteX2" fmla="*/ 4967932 w 4967932"/>
              <a:gd name="connsiteY2" fmla="*/ 0 h 4444136"/>
              <a:gd name="connsiteX3" fmla="*/ 4967932 w 4967932"/>
              <a:gd name="connsiteY3" fmla="*/ 2977262 h 4444136"/>
              <a:gd name="connsiteX4" fmla="*/ 396730 w 4967932"/>
              <a:gd name="connsiteY4" fmla="*/ 2977262 h 4444136"/>
              <a:gd name="connsiteX5" fmla="*/ 396730 w 4967932"/>
              <a:gd name="connsiteY5" fmla="*/ 4444136 h 4444136"/>
              <a:gd name="connsiteX6" fmla="*/ 0 w 4967932"/>
              <a:gd name="connsiteY6" fmla="*/ 3479257 h 4444136"/>
              <a:gd name="connsiteX7" fmla="*/ 0 w 4967932"/>
              <a:gd name="connsiteY7" fmla="*/ 964879 h 4444136"/>
              <a:gd name="connsiteX8" fmla="*/ 396729 w 4967932"/>
              <a:gd name="connsiteY8" fmla="*/ 2 h 444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7932" h="4444136">
                <a:moveTo>
                  <a:pt x="396729" y="0"/>
                </a:moveTo>
                <a:lnTo>
                  <a:pt x="396730" y="0"/>
                </a:lnTo>
                <a:lnTo>
                  <a:pt x="4967932" y="0"/>
                </a:lnTo>
                <a:lnTo>
                  <a:pt x="4967932" y="2977262"/>
                </a:lnTo>
                <a:lnTo>
                  <a:pt x="396730" y="2977262"/>
                </a:lnTo>
                <a:lnTo>
                  <a:pt x="396730" y="4444136"/>
                </a:lnTo>
                <a:lnTo>
                  <a:pt x="0" y="3479257"/>
                </a:lnTo>
                <a:lnTo>
                  <a:pt x="0" y="964879"/>
                </a:lnTo>
                <a:lnTo>
                  <a:pt x="396729" y="2"/>
                </a:lnTo>
                <a:close/>
              </a:path>
            </a:pathLst>
          </a:custGeom>
          <a:solidFill>
            <a:srgbClr val="EBE7F2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589A068-969C-C1CC-FB68-F7641D13ACC9}"/>
              </a:ext>
            </a:extLst>
          </p:cNvPr>
          <p:cNvSpPr/>
          <p:nvPr/>
        </p:nvSpPr>
        <p:spPr>
          <a:xfrm>
            <a:off x="4619593" y="4805939"/>
            <a:ext cx="435885" cy="14828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E1325A9-6ADA-5E1E-1F75-4A6863381680}"/>
              </a:ext>
            </a:extLst>
          </p:cNvPr>
          <p:cNvSpPr/>
          <p:nvPr/>
        </p:nvSpPr>
        <p:spPr>
          <a:xfrm>
            <a:off x="8899567" y="4811020"/>
            <a:ext cx="435883" cy="14828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D286EDD-59B7-51FD-6E48-721564A16B78}"/>
              </a:ext>
            </a:extLst>
          </p:cNvPr>
          <p:cNvCxnSpPr>
            <a:cxnSpLocks/>
            <a:endCxn id="183" idx="3"/>
          </p:cNvCxnSpPr>
          <p:nvPr/>
        </p:nvCxnSpPr>
        <p:spPr>
          <a:xfrm>
            <a:off x="5253010" y="1955882"/>
            <a:ext cx="0" cy="81432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6C573278-5194-7B5D-5B42-DF419FA6EEE4}"/>
              </a:ext>
            </a:extLst>
          </p:cNvPr>
          <p:cNvCxnSpPr>
            <a:cxnSpLocks/>
          </p:cNvCxnSpPr>
          <p:nvPr/>
        </p:nvCxnSpPr>
        <p:spPr>
          <a:xfrm>
            <a:off x="8653221" y="1955880"/>
            <a:ext cx="0" cy="80586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D2735CCA-03C8-44F8-2C50-9767A38D9F41}"/>
              </a:ext>
            </a:extLst>
          </p:cNvPr>
          <p:cNvCxnSpPr>
            <a:cxnSpLocks/>
          </p:cNvCxnSpPr>
          <p:nvPr/>
        </p:nvCxnSpPr>
        <p:spPr>
          <a:xfrm>
            <a:off x="6397702" y="1955877"/>
            <a:ext cx="0" cy="80586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588B8F7-E923-397C-F3D7-3EE8AA327DEB}"/>
              </a:ext>
            </a:extLst>
          </p:cNvPr>
          <p:cNvCxnSpPr>
            <a:cxnSpLocks/>
          </p:cNvCxnSpPr>
          <p:nvPr/>
        </p:nvCxnSpPr>
        <p:spPr>
          <a:xfrm>
            <a:off x="7520381" y="1955877"/>
            <a:ext cx="0" cy="80586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E314CC17-070E-65C0-2F2D-8F0D08369B02}"/>
              </a:ext>
            </a:extLst>
          </p:cNvPr>
          <p:cNvSpPr/>
          <p:nvPr/>
        </p:nvSpPr>
        <p:spPr>
          <a:xfrm>
            <a:off x="471642" y="4757943"/>
            <a:ext cx="6500589" cy="3531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2DBB110-022D-630C-5CDE-00D9EACCD772}"/>
              </a:ext>
            </a:extLst>
          </p:cNvPr>
          <p:cNvSpPr/>
          <p:nvPr/>
        </p:nvSpPr>
        <p:spPr>
          <a:xfrm>
            <a:off x="6958413" y="4764654"/>
            <a:ext cx="6959900" cy="3538554"/>
          </a:xfrm>
          <a:prstGeom prst="rect">
            <a:avLst/>
          </a:prstGeom>
          <a:solidFill>
            <a:srgbClr val="F9E0E0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2798EEF9-0382-F0CD-4FD4-D8060BC5A4F3}"/>
              </a:ext>
            </a:extLst>
          </p:cNvPr>
          <p:cNvSpPr/>
          <p:nvPr/>
        </p:nvSpPr>
        <p:spPr>
          <a:xfrm>
            <a:off x="4516226" y="3002850"/>
            <a:ext cx="449852" cy="341228"/>
          </a:xfrm>
          <a:prstGeom prst="rightArrow">
            <a:avLst/>
          </a:prstGeom>
          <a:gradFill flip="none" rotWithShape="1">
            <a:gsLst>
              <a:gs pos="0">
                <a:srgbClr val="E09A9C"/>
              </a:gs>
              <a:gs pos="21000">
                <a:srgbClr val="F0BFBB"/>
              </a:gs>
              <a:gs pos="79000">
                <a:srgbClr val="BCDFFD"/>
              </a:gs>
              <a:gs pos="100000">
                <a:srgbClr val="AACAF1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F46B08B-4E73-03B3-4F61-CD39258D5A43}"/>
              </a:ext>
            </a:extLst>
          </p:cNvPr>
          <p:cNvGrpSpPr/>
          <p:nvPr/>
        </p:nvGrpSpPr>
        <p:grpSpPr>
          <a:xfrm>
            <a:off x="4199734" y="5908232"/>
            <a:ext cx="180000" cy="180000"/>
            <a:chOff x="2860993" y="3897083"/>
            <a:chExt cx="135143" cy="13514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74A10437-0E4A-1C9C-9B46-734895577A78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4C724BB9-A231-7BB0-1E40-DF76EEA1273D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8931953B-7BB4-FAA4-023A-59BF88704882}"/>
              </a:ext>
            </a:extLst>
          </p:cNvPr>
          <p:cNvCxnSpPr>
            <a:cxnSpLocks/>
          </p:cNvCxnSpPr>
          <p:nvPr/>
        </p:nvCxnSpPr>
        <p:spPr>
          <a:xfrm>
            <a:off x="1158241" y="6407844"/>
            <a:ext cx="70052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AF7AA502-AC72-780C-6EFA-788926F30C9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5441" y="6609513"/>
            <a:ext cx="810994" cy="356173"/>
          </a:xfrm>
          <a:prstGeom prst="bentConnector3">
            <a:avLst>
              <a:gd name="adj1" fmla="val 997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82D42277-1733-3FB6-D6E8-FE2793FCD96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315597" y="5805976"/>
            <a:ext cx="783387" cy="368871"/>
          </a:xfrm>
          <a:prstGeom prst="bentConnector3">
            <a:avLst>
              <a:gd name="adj1" fmla="val 9944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44218B2D-7937-FD6D-3E02-A58A39EF22FF}"/>
              </a:ext>
            </a:extLst>
          </p:cNvPr>
          <p:cNvCxnSpPr>
            <a:cxnSpLocks/>
          </p:cNvCxnSpPr>
          <p:nvPr/>
        </p:nvCxnSpPr>
        <p:spPr>
          <a:xfrm>
            <a:off x="2542026" y="5604570"/>
            <a:ext cx="574040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1C8CE58-AB43-2D0C-9F96-00598DF69271}"/>
              </a:ext>
            </a:extLst>
          </p:cNvPr>
          <p:cNvCxnSpPr>
            <a:cxnSpLocks/>
          </p:cNvCxnSpPr>
          <p:nvPr/>
        </p:nvCxnSpPr>
        <p:spPr>
          <a:xfrm>
            <a:off x="2487538" y="6424170"/>
            <a:ext cx="574040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953603FF-F260-234A-BB70-BC99F3C2BB7A}"/>
              </a:ext>
            </a:extLst>
          </p:cNvPr>
          <p:cNvSpPr txBox="1"/>
          <p:nvPr/>
        </p:nvSpPr>
        <p:spPr>
          <a:xfrm>
            <a:off x="2433802" y="5644128"/>
            <a:ext cx="813922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1D-FFT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F897238-83B7-42F6-13E3-1B6096324CED}"/>
              </a:ext>
            </a:extLst>
          </p:cNvPr>
          <p:cNvSpPr txBox="1"/>
          <p:nvPr/>
        </p:nvSpPr>
        <p:spPr>
          <a:xfrm>
            <a:off x="2409990" y="6031781"/>
            <a:ext cx="861546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1D-FFT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2E38B5E8-7DD1-A4C4-1471-A8A4CE09A61C}"/>
              </a:ext>
            </a:extLst>
          </p:cNvPr>
          <p:cNvCxnSpPr>
            <a:cxnSpLocks/>
          </p:cNvCxnSpPr>
          <p:nvPr/>
        </p:nvCxnSpPr>
        <p:spPr>
          <a:xfrm>
            <a:off x="3921425" y="5587497"/>
            <a:ext cx="370026" cy="320737"/>
          </a:xfrm>
          <a:prstGeom prst="bentConnector3">
            <a:avLst>
              <a:gd name="adj1" fmla="val 98909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6AA014AF-FA38-0F9D-7CEA-5F79B31F9166}"/>
              </a:ext>
            </a:extLst>
          </p:cNvPr>
          <p:cNvCxnSpPr>
            <a:cxnSpLocks/>
          </p:cNvCxnSpPr>
          <p:nvPr/>
        </p:nvCxnSpPr>
        <p:spPr>
          <a:xfrm flipV="1">
            <a:off x="3828238" y="6093973"/>
            <a:ext cx="462101" cy="344485"/>
          </a:xfrm>
          <a:prstGeom prst="bentConnector3">
            <a:avLst>
              <a:gd name="adj1" fmla="val 100157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7025F3D4-E202-9D21-52DF-B6BC5BD93E85}"/>
              </a:ext>
            </a:extLst>
          </p:cNvPr>
          <p:cNvCxnSpPr>
            <a:cxnSpLocks/>
          </p:cNvCxnSpPr>
          <p:nvPr/>
        </p:nvCxnSpPr>
        <p:spPr>
          <a:xfrm>
            <a:off x="4389259" y="5990867"/>
            <a:ext cx="574040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2067AF3E-CED2-B1DB-BC68-0809FEF6836C}"/>
              </a:ext>
            </a:extLst>
          </p:cNvPr>
          <p:cNvSpPr txBox="1"/>
          <p:nvPr/>
        </p:nvSpPr>
        <p:spPr>
          <a:xfrm>
            <a:off x="4111083" y="5653767"/>
            <a:ext cx="1226153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1D-IFFT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立方体 54">
            <a:extLst>
              <a:ext uri="{FF2B5EF4-FFF2-40B4-BE49-F238E27FC236}">
                <a16:creationId xmlns:a16="http://schemas.microsoft.com/office/drawing/2014/main" id="{13AAF45F-1795-BD48-E27A-EFFADF8DA87F}"/>
              </a:ext>
            </a:extLst>
          </p:cNvPr>
          <p:cNvSpPr/>
          <p:nvPr/>
        </p:nvSpPr>
        <p:spPr>
          <a:xfrm>
            <a:off x="4944785" y="5770998"/>
            <a:ext cx="444500" cy="439738"/>
          </a:xfrm>
          <a:prstGeom prst="cube">
            <a:avLst>
              <a:gd name="adj" fmla="val 67104"/>
            </a:avLst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30000">
                <a:schemeClr val="accent5">
                  <a:lumMod val="60000"/>
                  <a:lumOff val="4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69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4FED407A-8A00-115A-6F68-E1C36569FF8F}"/>
              </a:ext>
            </a:extLst>
          </p:cNvPr>
          <p:cNvGrpSpPr/>
          <p:nvPr/>
        </p:nvGrpSpPr>
        <p:grpSpPr>
          <a:xfrm>
            <a:off x="5073415" y="6623435"/>
            <a:ext cx="180000" cy="180000"/>
            <a:chOff x="2860993" y="3897083"/>
            <a:chExt cx="135143" cy="135143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A377CE8-5EFA-CCB3-ED65-1D94BE3AA3CE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AE29FBD8-6687-A22B-B62D-A18EDE0072AB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11E3CB19-A847-625E-27DB-3C1EB72103A5}"/>
              </a:ext>
            </a:extLst>
          </p:cNvPr>
          <p:cNvCxnSpPr>
            <a:cxnSpLocks/>
          </p:cNvCxnSpPr>
          <p:nvPr/>
        </p:nvCxnSpPr>
        <p:spPr>
          <a:xfrm>
            <a:off x="5164855" y="6194778"/>
            <a:ext cx="0" cy="421639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ED64D30D-5832-3464-0CE0-E5AC299EE89D}"/>
              </a:ext>
            </a:extLst>
          </p:cNvPr>
          <p:cNvCxnSpPr>
            <a:cxnSpLocks/>
          </p:cNvCxnSpPr>
          <p:nvPr/>
        </p:nvCxnSpPr>
        <p:spPr>
          <a:xfrm flipV="1">
            <a:off x="2497164" y="6824554"/>
            <a:ext cx="2664033" cy="374587"/>
          </a:xfrm>
          <a:prstGeom prst="bentConnector3">
            <a:avLst>
              <a:gd name="adj1" fmla="val 10015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A6A41F7F-A3F1-E80E-15B7-F822259394B4}"/>
              </a:ext>
            </a:extLst>
          </p:cNvPr>
          <p:cNvGrpSpPr/>
          <p:nvPr/>
        </p:nvGrpSpPr>
        <p:grpSpPr>
          <a:xfrm rot="18827285">
            <a:off x="5648895" y="6612617"/>
            <a:ext cx="180000" cy="180000"/>
            <a:chOff x="4892460" y="2186404"/>
            <a:chExt cx="142638" cy="142638"/>
          </a:xfrm>
        </p:grpSpPr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BD471F62-69D5-DC67-DD6F-253FCD0F2531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269B18A1-B44C-7663-57F5-F1E50084D9BE}"/>
                </a:ext>
              </a:extLst>
            </p:cNvPr>
            <p:cNvCxnSpPr>
              <a:cxnSpLocks/>
              <a:stCxn id="62" idx="1"/>
              <a:endCxn id="62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75CACB83-9D1B-2C02-6F5C-61D090D0691C}"/>
                </a:ext>
              </a:extLst>
            </p:cNvPr>
            <p:cNvCxnSpPr>
              <a:cxnSpLocks/>
              <a:stCxn id="62" idx="3"/>
              <a:endCxn id="62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1C66DAFB-3894-B3DA-84D8-F163EFA5CE1D}"/>
              </a:ext>
            </a:extLst>
          </p:cNvPr>
          <p:cNvCxnSpPr>
            <a:cxnSpLocks/>
          </p:cNvCxnSpPr>
          <p:nvPr/>
        </p:nvCxnSpPr>
        <p:spPr>
          <a:xfrm>
            <a:off x="5247359" y="6702615"/>
            <a:ext cx="408987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7B05E70C-F049-2D09-65E6-3C3B47619C4B}"/>
              </a:ext>
            </a:extLst>
          </p:cNvPr>
          <p:cNvCxnSpPr>
            <a:cxnSpLocks/>
          </p:cNvCxnSpPr>
          <p:nvPr/>
        </p:nvCxnSpPr>
        <p:spPr>
          <a:xfrm>
            <a:off x="5829655" y="6702615"/>
            <a:ext cx="658899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7A45BF33-D9DC-1213-B5A7-2B1611820832}"/>
              </a:ext>
            </a:extLst>
          </p:cNvPr>
          <p:cNvCxnSpPr>
            <a:cxnSpLocks/>
            <a:endCxn id="62" idx="3"/>
          </p:cNvCxnSpPr>
          <p:nvPr/>
        </p:nvCxnSpPr>
        <p:spPr>
          <a:xfrm rot="16200000" flipH="1">
            <a:off x="3171372" y="4223172"/>
            <a:ext cx="227802" cy="4911053"/>
          </a:xfrm>
          <a:prstGeom prst="bentConnector4">
            <a:avLst>
              <a:gd name="adj1" fmla="val 585838"/>
              <a:gd name="adj2" fmla="val 10003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4953545B-72A9-6665-B9EB-1E894ACD1546}"/>
              </a:ext>
            </a:extLst>
          </p:cNvPr>
          <p:cNvSpPr txBox="1"/>
          <p:nvPr/>
        </p:nvSpPr>
        <p:spPr>
          <a:xfrm>
            <a:off x="1504146" y="6914164"/>
            <a:ext cx="34255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83C0739-13CE-A0A0-F22C-9DEB3EC7964C}"/>
              </a:ext>
            </a:extLst>
          </p:cNvPr>
          <p:cNvSpPr txBox="1"/>
          <p:nvPr/>
        </p:nvSpPr>
        <p:spPr>
          <a:xfrm>
            <a:off x="1494184" y="5273401"/>
            <a:ext cx="34255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4CE947-7406-0252-44D8-8B2868F9324E}"/>
              </a:ext>
            </a:extLst>
          </p:cNvPr>
          <p:cNvSpPr txBox="1"/>
          <p:nvPr/>
        </p:nvSpPr>
        <p:spPr>
          <a:xfrm>
            <a:off x="1506883" y="6078090"/>
            <a:ext cx="34255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4C08D28-8135-1634-F930-265BEC65E9A6}"/>
              </a:ext>
            </a:extLst>
          </p:cNvPr>
          <p:cNvSpPr txBox="1"/>
          <p:nvPr/>
        </p:nvSpPr>
        <p:spPr>
          <a:xfrm>
            <a:off x="4318298" y="5999759"/>
            <a:ext cx="614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23A61F73-ECC4-F81C-5141-50A8811FA46E}"/>
              </a:ext>
            </a:extLst>
          </p:cNvPr>
          <p:cNvCxnSpPr>
            <a:cxnSpLocks/>
          </p:cNvCxnSpPr>
          <p:nvPr/>
        </p:nvCxnSpPr>
        <p:spPr>
          <a:xfrm>
            <a:off x="7708197" y="6855777"/>
            <a:ext cx="574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5FC72AE4-322B-9573-142A-E7D360BFAB4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18912" y="7057444"/>
            <a:ext cx="810994" cy="356173"/>
          </a:xfrm>
          <a:prstGeom prst="bentConnector3">
            <a:avLst>
              <a:gd name="adj1" fmla="val 9972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7C4B1305-C771-17EA-6CBF-E42A11991EE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739070" y="6253907"/>
            <a:ext cx="783387" cy="368871"/>
          </a:xfrm>
          <a:prstGeom prst="bentConnector3">
            <a:avLst>
              <a:gd name="adj1" fmla="val 9944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立方体 74">
            <a:extLst>
              <a:ext uri="{FF2B5EF4-FFF2-40B4-BE49-F238E27FC236}">
                <a16:creationId xmlns:a16="http://schemas.microsoft.com/office/drawing/2014/main" id="{C4926152-900C-10CD-699C-5B8F53572B64}"/>
              </a:ext>
            </a:extLst>
          </p:cNvPr>
          <p:cNvSpPr/>
          <p:nvPr/>
        </p:nvSpPr>
        <p:spPr>
          <a:xfrm>
            <a:off x="8304969" y="7124137"/>
            <a:ext cx="648000" cy="656562"/>
          </a:xfrm>
          <a:prstGeom prst="cube">
            <a:avLst>
              <a:gd name="adj" fmla="val 38388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立方体 75">
            <a:extLst>
              <a:ext uri="{FF2B5EF4-FFF2-40B4-BE49-F238E27FC236}">
                <a16:creationId xmlns:a16="http://schemas.microsoft.com/office/drawing/2014/main" id="{0E3483C7-433A-69E0-5585-CE42709EB490}"/>
              </a:ext>
            </a:extLst>
          </p:cNvPr>
          <p:cNvSpPr/>
          <p:nvPr/>
        </p:nvSpPr>
        <p:spPr>
          <a:xfrm>
            <a:off x="8283804" y="6398497"/>
            <a:ext cx="648000" cy="656562"/>
          </a:xfrm>
          <a:prstGeom prst="cube">
            <a:avLst>
              <a:gd name="adj" fmla="val 38388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立方体 76">
            <a:extLst>
              <a:ext uri="{FF2B5EF4-FFF2-40B4-BE49-F238E27FC236}">
                <a16:creationId xmlns:a16="http://schemas.microsoft.com/office/drawing/2014/main" id="{3E6F963F-ADBB-EFD2-74BB-8F116AC74CDD}"/>
              </a:ext>
            </a:extLst>
          </p:cNvPr>
          <p:cNvSpPr/>
          <p:nvPr/>
        </p:nvSpPr>
        <p:spPr>
          <a:xfrm>
            <a:off x="8309203" y="5652334"/>
            <a:ext cx="648000" cy="656562"/>
          </a:xfrm>
          <a:prstGeom prst="cube">
            <a:avLst>
              <a:gd name="adj" fmla="val 38388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A707097D-2920-A070-A0BA-78053ABEA25C}"/>
              </a:ext>
            </a:extLst>
          </p:cNvPr>
          <p:cNvCxnSpPr>
            <a:cxnSpLocks/>
          </p:cNvCxnSpPr>
          <p:nvPr/>
        </p:nvCxnSpPr>
        <p:spPr>
          <a:xfrm>
            <a:off x="8965500" y="6052503"/>
            <a:ext cx="804510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8205A7BB-F84D-91D6-D24E-F1FB7CEE91C7}"/>
              </a:ext>
            </a:extLst>
          </p:cNvPr>
          <p:cNvCxnSpPr>
            <a:cxnSpLocks/>
          </p:cNvCxnSpPr>
          <p:nvPr/>
        </p:nvCxnSpPr>
        <p:spPr>
          <a:xfrm>
            <a:off x="8911012" y="6872103"/>
            <a:ext cx="771470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9CB916B2-76C9-0E51-40E5-6AD8532BE15A}"/>
              </a:ext>
            </a:extLst>
          </p:cNvPr>
          <p:cNvSpPr txBox="1"/>
          <p:nvPr/>
        </p:nvSpPr>
        <p:spPr>
          <a:xfrm>
            <a:off x="8840237" y="6053715"/>
            <a:ext cx="907014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2D-FFT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827EE96-BB34-B99C-2AA5-9A4DBC2CEEA7}"/>
              </a:ext>
            </a:extLst>
          </p:cNvPr>
          <p:cNvSpPr txBox="1"/>
          <p:nvPr/>
        </p:nvSpPr>
        <p:spPr>
          <a:xfrm>
            <a:off x="8875164" y="6559733"/>
            <a:ext cx="88478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2D-FFT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C0E61D66-0652-76CE-26F6-BE217B667F56}"/>
              </a:ext>
            </a:extLst>
          </p:cNvPr>
          <p:cNvCxnSpPr>
            <a:cxnSpLocks/>
          </p:cNvCxnSpPr>
          <p:nvPr/>
        </p:nvCxnSpPr>
        <p:spPr>
          <a:xfrm flipV="1">
            <a:off x="10138311" y="6184415"/>
            <a:ext cx="848785" cy="714377"/>
          </a:xfrm>
          <a:prstGeom prst="bentConnector3">
            <a:avLst>
              <a:gd name="adj1" fmla="val 99377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646CFF57-52CA-7C2E-2719-4C2AA08E9144}"/>
              </a:ext>
            </a:extLst>
          </p:cNvPr>
          <p:cNvCxnSpPr>
            <a:cxnSpLocks/>
          </p:cNvCxnSpPr>
          <p:nvPr/>
        </p:nvCxnSpPr>
        <p:spPr>
          <a:xfrm>
            <a:off x="12494616" y="7635016"/>
            <a:ext cx="350912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E17C6D21-3C3E-5756-9C76-B2C2D5FDC2DC}"/>
              </a:ext>
            </a:extLst>
          </p:cNvPr>
          <p:cNvSpPr txBox="1"/>
          <p:nvPr/>
        </p:nvSpPr>
        <p:spPr>
          <a:xfrm>
            <a:off x="10666883" y="5512166"/>
            <a:ext cx="1149013" cy="523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2D-</a:t>
            </a:r>
          </a:p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6D9E8091-C72C-0F7C-6366-0C27F248F390}"/>
              </a:ext>
            </a:extLst>
          </p:cNvPr>
          <p:cNvGrpSpPr/>
          <p:nvPr/>
        </p:nvGrpSpPr>
        <p:grpSpPr>
          <a:xfrm>
            <a:off x="12309943" y="7540236"/>
            <a:ext cx="180000" cy="180000"/>
            <a:chOff x="2860993" y="3897083"/>
            <a:chExt cx="135143" cy="135143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7E840083-6851-C736-7DDB-527403CEA8E8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3A155359-579D-82DE-9663-247D33777933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9A3AE7F0-0BF3-88A0-C01A-6EA39D046BA7}"/>
              </a:ext>
            </a:extLst>
          </p:cNvPr>
          <p:cNvCxnSpPr>
            <a:cxnSpLocks/>
          </p:cNvCxnSpPr>
          <p:nvPr/>
        </p:nvCxnSpPr>
        <p:spPr>
          <a:xfrm>
            <a:off x="11086967" y="6072534"/>
            <a:ext cx="40898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B895605D-E50C-BAB4-AE58-1340168E5D28}"/>
              </a:ext>
            </a:extLst>
          </p:cNvPr>
          <p:cNvGrpSpPr/>
          <p:nvPr/>
        </p:nvGrpSpPr>
        <p:grpSpPr>
          <a:xfrm rot="18827285">
            <a:off x="12846931" y="7537124"/>
            <a:ext cx="180000" cy="180000"/>
            <a:chOff x="4892460" y="2186404"/>
            <a:chExt cx="142638" cy="142638"/>
          </a:xfrm>
        </p:grpSpPr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41A31CC2-00B8-C01D-878C-2275FB71AF15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239ED1AC-81A9-671B-0F9A-5C26DC3C4DBA}"/>
                </a:ext>
              </a:extLst>
            </p:cNvPr>
            <p:cNvCxnSpPr>
              <a:cxnSpLocks/>
              <a:stCxn id="90" idx="1"/>
              <a:endCxn id="90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A806C9A3-DE44-AD43-4363-979C4698C7A1}"/>
                </a:ext>
              </a:extLst>
            </p:cNvPr>
            <p:cNvCxnSpPr>
              <a:cxnSpLocks/>
              <a:stCxn id="90" idx="3"/>
              <a:endCxn id="90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DDA315B6-791A-B3A8-844F-7445EE5F0D9B}"/>
              </a:ext>
            </a:extLst>
          </p:cNvPr>
          <p:cNvCxnSpPr>
            <a:cxnSpLocks/>
          </p:cNvCxnSpPr>
          <p:nvPr/>
        </p:nvCxnSpPr>
        <p:spPr>
          <a:xfrm>
            <a:off x="10459265" y="5106834"/>
            <a:ext cx="243949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90B4A21E-E41C-C267-8A1D-37E169FD57A1}"/>
              </a:ext>
            </a:extLst>
          </p:cNvPr>
          <p:cNvCxnSpPr>
            <a:cxnSpLocks/>
            <a:stCxn id="182" idx="3"/>
            <a:endCxn id="90" idx="3"/>
          </p:cNvCxnSpPr>
          <p:nvPr/>
        </p:nvCxnSpPr>
        <p:spPr>
          <a:xfrm rot="16200000" flipH="1">
            <a:off x="9789558" y="4567832"/>
            <a:ext cx="704379" cy="5594175"/>
          </a:xfrm>
          <a:prstGeom prst="bentConnector4">
            <a:avLst>
              <a:gd name="adj1" fmla="val 146005"/>
              <a:gd name="adj2" fmla="val 10000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4EDECF2-6DAD-B424-BD93-90CE9A6EF046}"/>
              </a:ext>
            </a:extLst>
          </p:cNvPr>
          <p:cNvSpPr txBox="1"/>
          <p:nvPr/>
        </p:nvSpPr>
        <p:spPr>
          <a:xfrm>
            <a:off x="7927617" y="7362096"/>
            <a:ext cx="34255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A86276A8-B6F0-D36D-A659-B70E0AB5F417}"/>
              </a:ext>
            </a:extLst>
          </p:cNvPr>
          <p:cNvSpPr txBox="1"/>
          <p:nvPr/>
        </p:nvSpPr>
        <p:spPr>
          <a:xfrm>
            <a:off x="7917656" y="5721331"/>
            <a:ext cx="34255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626FA03-10E8-0020-5FD6-677B8AB6365E}"/>
              </a:ext>
            </a:extLst>
          </p:cNvPr>
          <p:cNvSpPr txBox="1"/>
          <p:nvPr/>
        </p:nvSpPr>
        <p:spPr>
          <a:xfrm>
            <a:off x="7930356" y="6526020"/>
            <a:ext cx="34255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立方体 97">
            <a:extLst>
              <a:ext uri="{FF2B5EF4-FFF2-40B4-BE49-F238E27FC236}">
                <a16:creationId xmlns:a16="http://schemas.microsoft.com/office/drawing/2014/main" id="{8C4D142E-9A9A-EC93-C73E-730E668393E0}"/>
              </a:ext>
            </a:extLst>
          </p:cNvPr>
          <p:cNvSpPr/>
          <p:nvPr/>
        </p:nvSpPr>
        <p:spPr>
          <a:xfrm>
            <a:off x="9968293" y="6399887"/>
            <a:ext cx="444500" cy="439738"/>
          </a:xfrm>
          <a:prstGeom prst="cube">
            <a:avLst>
              <a:gd name="adj" fmla="val 12230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1000">
                <a:schemeClr val="accent5">
                  <a:lumMod val="40000"/>
                  <a:lumOff val="60000"/>
                </a:schemeClr>
              </a:gs>
              <a:gs pos="20000">
                <a:schemeClr val="accent5">
                  <a:lumMod val="75000"/>
                </a:schemeClr>
              </a:gs>
              <a:gs pos="87000">
                <a:srgbClr val="CEE1F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立方体 98">
            <a:extLst>
              <a:ext uri="{FF2B5EF4-FFF2-40B4-BE49-F238E27FC236}">
                <a16:creationId xmlns:a16="http://schemas.microsoft.com/office/drawing/2014/main" id="{AC70CBFC-CCE7-28B8-42BD-BF670F3C7550}"/>
              </a:ext>
            </a:extLst>
          </p:cNvPr>
          <p:cNvSpPr/>
          <p:nvPr/>
        </p:nvSpPr>
        <p:spPr>
          <a:xfrm>
            <a:off x="9847789" y="6509733"/>
            <a:ext cx="444500" cy="439738"/>
          </a:xfrm>
          <a:prstGeom prst="cube">
            <a:avLst>
              <a:gd name="adj" fmla="val 12230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1000">
                <a:schemeClr val="accent5">
                  <a:lumMod val="40000"/>
                  <a:lumOff val="60000"/>
                </a:schemeClr>
              </a:gs>
              <a:gs pos="20000">
                <a:schemeClr val="accent5">
                  <a:lumMod val="75000"/>
                </a:schemeClr>
              </a:gs>
              <a:gs pos="87000">
                <a:srgbClr val="CEE1F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立方体 99">
            <a:extLst>
              <a:ext uri="{FF2B5EF4-FFF2-40B4-BE49-F238E27FC236}">
                <a16:creationId xmlns:a16="http://schemas.microsoft.com/office/drawing/2014/main" id="{34D177E6-90F3-9B27-87EB-5EA9A5C9B0AF}"/>
              </a:ext>
            </a:extLst>
          </p:cNvPr>
          <p:cNvSpPr/>
          <p:nvPr/>
        </p:nvSpPr>
        <p:spPr>
          <a:xfrm>
            <a:off x="9725529" y="6636432"/>
            <a:ext cx="444500" cy="439738"/>
          </a:xfrm>
          <a:prstGeom prst="cube">
            <a:avLst>
              <a:gd name="adj" fmla="val 12230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4000">
                <a:schemeClr val="accent5">
                  <a:lumMod val="60000"/>
                  <a:lumOff val="40000"/>
                </a:schemeClr>
              </a:gs>
              <a:gs pos="15000">
                <a:schemeClr val="accent5">
                  <a:lumMod val="75000"/>
                </a:schemeClr>
              </a:gs>
              <a:gs pos="86000">
                <a:srgbClr val="CEE1F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立方体 100">
            <a:extLst>
              <a:ext uri="{FF2B5EF4-FFF2-40B4-BE49-F238E27FC236}">
                <a16:creationId xmlns:a16="http://schemas.microsoft.com/office/drawing/2014/main" id="{EA9FC96F-BDE4-1F78-E5D1-1F5C7E27BDDE}"/>
              </a:ext>
            </a:extLst>
          </p:cNvPr>
          <p:cNvSpPr/>
          <p:nvPr/>
        </p:nvSpPr>
        <p:spPr>
          <a:xfrm>
            <a:off x="11504640" y="5598116"/>
            <a:ext cx="648000" cy="656562"/>
          </a:xfrm>
          <a:prstGeom prst="cube">
            <a:avLst>
              <a:gd name="adj" fmla="val 38388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64000">
                <a:schemeClr val="accent5">
                  <a:lumMod val="40000"/>
                  <a:lumOff val="60000"/>
                </a:schemeClr>
              </a:gs>
              <a:gs pos="15000">
                <a:schemeClr val="accent5">
                  <a:lumMod val="60000"/>
                  <a:lumOff val="40000"/>
                </a:schemeClr>
              </a:gs>
              <a:gs pos="86000">
                <a:srgbClr val="CEE1F3"/>
              </a:gs>
              <a:gs pos="100000">
                <a:schemeClr val="bg1"/>
              </a:gs>
            </a:gsLst>
            <a:path path="circle">
              <a:fillToRect t="100000" r="100000"/>
            </a:path>
          </a:gradFill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7E2B7A47-A55B-D2C0-643F-D47C32C8C05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226703" y="5491628"/>
            <a:ext cx="737411" cy="349217"/>
          </a:xfrm>
          <a:prstGeom prst="bentConnector3">
            <a:avLst>
              <a:gd name="adj1" fmla="val 99515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4D438FFA-A0D3-982F-ADCA-D59C107DA038}"/>
              </a:ext>
            </a:extLst>
          </p:cNvPr>
          <p:cNvGrpSpPr/>
          <p:nvPr/>
        </p:nvGrpSpPr>
        <p:grpSpPr>
          <a:xfrm>
            <a:off x="10031650" y="5654836"/>
            <a:ext cx="444500" cy="439738"/>
            <a:chOff x="13787345" y="4270155"/>
            <a:chExt cx="444501" cy="4397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4" name="立方体 103">
              <a:extLst>
                <a:ext uri="{FF2B5EF4-FFF2-40B4-BE49-F238E27FC236}">
                  <a16:creationId xmlns:a16="http://schemas.microsoft.com/office/drawing/2014/main" id="{E9F3EA4E-9966-AF4C-D89C-2BB103D59B54}"/>
                </a:ext>
              </a:extLst>
            </p:cNvPr>
            <p:cNvSpPr/>
            <p:nvPr/>
          </p:nvSpPr>
          <p:spPr>
            <a:xfrm>
              <a:off x="13787345" y="4270155"/>
              <a:ext cx="444501" cy="439738"/>
            </a:xfrm>
            <a:prstGeom prst="cube">
              <a:avLst>
                <a:gd name="adj" fmla="val 12230"/>
              </a:avLst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1000">
                  <a:schemeClr val="accent5">
                    <a:lumMod val="40000"/>
                    <a:lumOff val="60000"/>
                  </a:schemeClr>
                </a:gs>
                <a:gs pos="20000">
                  <a:schemeClr val="accent5">
                    <a:lumMod val="75000"/>
                  </a:schemeClr>
                </a:gs>
                <a:gs pos="87000">
                  <a:srgbClr val="CEE1F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4EA4937F-053B-ADC7-79DB-F1608A00A408}"/>
                </a:ext>
              </a:extLst>
            </p:cNvPr>
            <p:cNvSpPr/>
            <p:nvPr/>
          </p:nvSpPr>
          <p:spPr>
            <a:xfrm>
              <a:off x="13791938" y="4330735"/>
              <a:ext cx="383439" cy="375496"/>
            </a:xfrm>
            <a:custGeom>
              <a:avLst/>
              <a:gdLst>
                <a:gd name="connsiteX0" fmla="*/ 289034 w 802580"/>
                <a:gd name="connsiteY0" fmla="*/ 577805 h 1604433"/>
                <a:gd name="connsiteX1" fmla="*/ 289034 w 802580"/>
                <a:gd name="connsiteY1" fmla="*/ 1026626 h 1604433"/>
                <a:gd name="connsiteX2" fmla="*/ 513546 w 802580"/>
                <a:gd name="connsiteY2" fmla="*/ 1026626 h 1604433"/>
                <a:gd name="connsiteX3" fmla="*/ 513546 w 802580"/>
                <a:gd name="connsiteY3" fmla="*/ 577805 h 1604433"/>
                <a:gd name="connsiteX4" fmla="*/ 0 w 802580"/>
                <a:gd name="connsiteY4" fmla="*/ 0 h 1604433"/>
                <a:gd name="connsiteX5" fmla="*/ 802580 w 802580"/>
                <a:gd name="connsiteY5" fmla="*/ 0 h 1604433"/>
                <a:gd name="connsiteX6" fmla="*/ 802580 w 802580"/>
                <a:gd name="connsiteY6" fmla="*/ 1604433 h 1604433"/>
                <a:gd name="connsiteX7" fmla="*/ 0 w 802580"/>
                <a:gd name="connsiteY7" fmla="*/ 1604433 h 1604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2580" h="1604433">
                  <a:moveTo>
                    <a:pt x="289034" y="577805"/>
                  </a:moveTo>
                  <a:lnTo>
                    <a:pt x="289034" y="1026626"/>
                  </a:lnTo>
                  <a:lnTo>
                    <a:pt x="513546" y="1026626"/>
                  </a:lnTo>
                  <a:lnTo>
                    <a:pt x="513546" y="577805"/>
                  </a:lnTo>
                  <a:close/>
                  <a:moveTo>
                    <a:pt x="0" y="0"/>
                  </a:moveTo>
                  <a:lnTo>
                    <a:pt x="802580" y="0"/>
                  </a:lnTo>
                  <a:lnTo>
                    <a:pt x="802580" y="1604433"/>
                  </a:lnTo>
                  <a:lnTo>
                    <a:pt x="0" y="1604433"/>
                  </a:lnTo>
                  <a:close/>
                </a:path>
              </a:pathLst>
            </a:custGeom>
            <a:solidFill>
              <a:srgbClr val="002060"/>
            </a:solidFill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F16A34F2-10B5-BCF5-2CA4-53ED627F60CD}"/>
              </a:ext>
            </a:extLst>
          </p:cNvPr>
          <p:cNvGrpSpPr/>
          <p:nvPr/>
        </p:nvGrpSpPr>
        <p:grpSpPr>
          <a:xfrm>
            <a:off x="9911149" y="5764683"/>
            <a:ext cx="444500" cy="439738"/>
            <a:chOff x="13666843" y="4380001"/>
            <a:chExt cx="444501" cy="4397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7" name="立方体 106">
              <a:extLst>
                <a:ext uri="{FF2B5EF4-FFF2-40B4-BE49-F238E27FC236}">
                  <a16:creationId xmlns:a16="http://schemas.microsoft.com/office/drawing/2014/main" id="{CEB9B7D6-E411-1B06-B464-AAAAF62860B3}"/>
                </a:ext>
              </a:extLst>
            </p:cNvPr>
            <p:cNvSpPr/>
            <p:nvPr/>
          </p:nvSpPr>
          <p:spPr>
            <a:xfrm>
              <a:off x="13666843" y="4380001"/>
              <a:ext cx="444501" cy="439738"/>
            </a:xfrm>
            <a:prstGeom prst="cube">
              <a:avLst>
                <a:gd name="adj" fmla="val 12230"/>
              </a:avLst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1000">
                  <a:schemeClr val="accent5">
                    <a:lumMod val="40000"/>
                    <a:lumOff val="60000"/>
                  </a:schemeClr>
                </a:gs>
                <a:gs pos="20000">
                  <a:schemeClr val="accent5">
                    <a:lumMod val="75000"/>
                  </a:schemeClr>
                </a:gs>
                <a:gs pos="87000">
                  <a:srgbClr val="CEE1F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9410BA52-90BC-7EF0-0AF9-3EA99B991CEB}"/>
                </a:ext>
              </a:extLst>
            </p:cNvPr>
            <p:cNvSpPr/>
            <p:nvPr/>
          </p:nvSpPr>
          <p:spPr>
            <a:xfrm>
              <a:off x="13671435" y="4442200"/>
              <a:ext cx="383439" cy="375496"/>
            </a:xfrm>
            <a:custGeom>
              <a:avLst/>
              <a:gdLst>
                <a:gd name="connsiteX0" fmla="*/ 289034 w 802580"/>
                <a:gd name="connsiteY0" fmla="*/ 577805 h 1604433"/>
                <a:gd name="connsiteX1" fmla="*/ 289034 w 802580"/>
                <a:gd name="connsiteY1" fmla="*/ 1026626 h 1604433"/>
                <a:gd name="connsiteX2" fmla="*/ 513546 w 802580"/>
                <a:gd name="connsiteY2" fmla="*/ 1026626 h 1604433"/>
                <a:gd name="connsiteX3" fmla="*/ 513546 w 802580"/>
                <a:gd name="connsiteY3" fmla="*/ 577805 h 1604433"/>
                <a:gd name="connsiteX4" fmla="*/ 0 w 802580"/>
                <a:gd name="connsiteY4" fmla="*/ 0 h 1604433"/>
                <a:gd name="connsiteX5" fmla="*/ 802580 w 802580"/>
                <a:gd name="connsiteY5" fmla="*/ 0 h 1604433"/>
                <a:gd name="connsiteX6" fmla="*/ 802580 w 802580"/>
                <a:gd name="connsiteY6" fmla="*/ 1604433 h 1604433"/>
                <a:gd name="connsiteX7" fmla="*/ 0 w 802580"/>
                <a:gd name="connsiteY7" fmla="*/ 1604433 h 1604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2580" h="1604433">
                  <a:moveTo>
                    <a:pt x="289034" y="577805"/>
                  </a:moveTo>
                  <a:lnTo>
                    <a:pt x="289034" y="1026626"/>
                  </a:lnTo>
                  <a:lnTo>
                    <a:pt x="513546" y="1026626"/>
                  </a:lnTo>
                  <a:lnTo>
                    <a:pt x="513546" y="577805"/>
                  </a:lnTo>
                  <a:close/>
                  <a:moveTo>
                    <a:pt x="0" y="0"/>
                  </a:moveTo>
                  <a:lnTo>
                    <a:pt x="802580" y="0"/>
                  </a:lnTo>
                  <a:lnTo>
                    <a:pt x="802580" y="1604433"/>
                  </a:lnTo>
                  <a:lnTo>
                    <a:pt x="0" y="1604433"/>
                  </a:lnTo>
                  <a:close/>
                </a:path>
              </a:pathLst>
            </a:custGeom>
            <a:solidFill>
              <a:srgbClr val="002060"/>
            </a:solidFill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EA2EE85C-ADBA-8160-6D8B-409A2F24C126}"/>
              </a:ext>
            </a:extLst>
          </p:cNvPr>
          <p:cNvGrpSpPr/>
          <p:nvPr/>
        </p:nvGrpSpPr>
        <p:grpSpPr>
          <a:xfrm>
            <a:off x="9788889" y="5891382"/>
            <a:ext cx="444500" cy="439738"/>
            <a:chOff x="13544582" y="4506700"/>
            <a:chExt cx="444501" cy="4397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0" name="立方体 109">
              <a:extLst>
                <a:ext uri="{FF2B5EF4-FFF2-40B4-BE49-F238E27FC236}">
                  <a16:creationId xmlns:a16="http://schemas.microsoft.com/office/drawing/2014/main" id="{3E8AFF72-B33B-9191-C110-EE9F22CA158F}"/>
                </a:ext>
              </a:extLst>
            </p:cNvPr>
            <p:cNvSpPr/>
            <p:nvPr/>
          </p:nvSpPr>
          <p:spPr>
            <a:xfrm>
              <a:off x="13544582" y="4506700"/>
              <a:ext cx="444501" cy="439738"/>
            </a:xfrm>
            <a:prstGeom prst="cube">
              <a:avLst>
                <a:gd name="adj" fmla="val 12230"/>
              </a:avLst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000">
                  <a:schemeClr val="accent5">
                    <a:lumMod val="60000"/>
                    <a:lumOff val="40000"/>
                  </a:schemeClr>
                </a:gs>
                <a:gs pos="15000">
                  <a:schemeClr val="accent5">
                    <a:lumMod val="75000"/>
                  </a:schemeClr>
                </a:gs>
                <a:gs pos="86000">
                  <a:srgbClr val="CEE1F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6A15ABF5-C3D0-CC10-80F0-1D33EA94A892}"/>
                </a:ext>
              </a:extLst>
            </p:cNvPr>
            <p:cNvSpPr/>
            <p:nvPr/>
          </p:nvSpPr>
          <p:spPr>
            <a:xfrm>
              <a:off x="13546170" y="4567979"/>
              <a:ext cx="383439" cy="375496"/>
            </a:xfrm>
            <a:custGeom>
              <a:avLst/>
              <a:gdLst>
                <a:gd name="connsiteX0" fmla="*/ 289034 w 802580"/>
                <a:gd name="connsiteY0" fmla="*/ 577805 h 1604433"/>
                <a:gd name="connsiteX1" fmla="*/ 289034 w 802580"/>
                <a:gd name="connsiteY1" fmla="*/ 1026626 h 1604433"/>
                <a:gd name="connsiteX2" fmla="*/ 513546 w 802580"/>
                <a:gd name="connsiteY2" fmla="*/ 1026626 h 1604433"/>
                <a:gd name="connsiteX3" fmla="*/ 513546 w 802580"/>
                <a:gd name="connsiteY3" fmla="*/ 577805 h 1604433"/>
                <a:gd name="connsiteX4" fmla="*/ 0 w 802580"/>
                <a:gd name="connsiteY4" fmla="*/ 0 h 1604433"/>
                <a:gd name="connsiteX5" fmla="*/ 802580 w 802580"/>
                <a:gd name="connsiteY5" fmla="*/ 0 h 1604433"/>
                <a:gd name="connsiteX6" fmla="*/ 802580 w 802580"/>
                <a:gd name="connsiteY6" fmla="*/ 1604433 h 1604433"/>
                <a:gd name="connsiteX7" fmla="*/ 0 w 802580"/>
                <a:gd name="connsiteY7" fmla="*/ 1604433 h 1604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2580" h="1604433">
                  <a:moveTo>
                    <a:pt x="289034" y="577805"/>
                  </a:moveTo>
                  <a:lnTo>
                    <a:pt x="289034" y="1026626"/>
                  </a:lnTo>
                  <a:lnTo>
                    <a:pt x="513546" y="1026626"/>
                  </a:lnTo>
                  <a:lnTo>
                    <a:pt x="513546" y="577805"/>
                  </a:lnTo>
                  <a:close/>
                  <a:moveTo>
                    <a:pt x="0" y="0"/>
                  </a:moveTo>
                  <a:lnTo>
                    <a:pt x="802580" y="0"/>
                  </a:lnTo>
                  <a:lnTo>
                    <a:pt x="802580" y="1604433"/>
                  </a:lnTo>
                  <a:lnTo>
                    <a:pt x="0" y="1604433"/>
                  </a:lnTo>
                  <a:close/>
                </a:path>
              </a:pathLst>
            </a:custGeom>
            <a:solidFill>
              <a:srgbClr val="002060"/>
            </a:solidFill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12" name="立方体 111">
            <a:extLst>
              <a:ext uri="{FF2B5EF4-FFF2-40B4-BE49-F238E27FC236}">
                <a16:creationId xmlns:a16="http://schemas.microsoft.com/office/drawing/2014/main" id="{B0F30D64-4B96-C2B9-31E8-DCBE6D17EB0A}"/>
              </a:ext>
            </a:extLst>
          </p:cNvPr>
          <p:cNvSpPr/>
          <p:nvPr/>
        </p:nvSpPr>
        <p:spPr>
          <a:xfrm>
            <a:off x="10025235" y="4913989"/>
            <a:ext cx="444500" cy="439738"/>
          </a:xfrm>
          <a:prstGeom prst="cube">
            <a:avLst>
              <a:gd name="adj" fmla="val 12230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1000">
                <a:schemeClr val="accent5">
                  <a:lumMod val="40000"/>
                  <a:lumOff val="60000"/>
                </a:schemeClr>
              </a:gs>
              <a:gs pos="20000">
                <a:schemeClr val="accent5">
                  <a:lumMod val="75000"/>
                </a:schemeClr>
              </a:gs>
              <a:gs pos="87000">
                <a:srgbClr val="CEE1F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立方体 112">
            <a:extLst>
              <a:ext uri="{FF2B5EF4-FFF2-40B4-BE49-F238E27FC236}">
                <a16:creationId xmlns:a16="http://schemas.microsoft.com/office/drawing/2014/main" id="{A07C1A49-0F7A-A455-DAE8-A779971D699A}"/>
              </a:ext>
            </a:extLst>
          </p:cNvPr>
          <p:cNvSpPr/>
          <p:nvPr/>
        </p:nvSpPr>
        <p:spPr>
          <a:xfrm>
            <a:off x="9904734" y="5023835"/>
            <a:ext cx="444500" cy="439738"/>
          </a:xfrm>
          <a:prstGeom prst="cube">
            <a:avLst>
              <a:gd name="adj" fmla="val 12230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1000">
                <a:schemeClr val="accent5">
                  <a:lumMod val="40000"/>
                  <a:lumOff val="60000"/>
                </a:schemeClr>
              </a:gs>
              <a:gs pos="20000">
                <a:schemeClr val="accent5">
                  <a:lumMod val="75000"/>
                </a:schemeClr>
              </a:gs>
              <a:gs pos="87000">
                <a:srgbClr val="CEE1F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立方体 113">
            <a:extLst>
              <a:ext uri="{FF2B5EF4-FFF2-40B4-BE49-F238E27FC236}">
                <a16:creationId xmlns:a16="http://schemas.microsoft.com/office/drawing/2014/main" id="{415F2F75-5DDE-8614-E40C-919D39D0F45B}"/>
              </a:ext>
            </a:extLst>
          </p:cNvPr>
          <p:cNvSpPr/>
          <p:nvPr/>
        </p:nvSpPr>
        <p:spPr>
          <a:xfrm>
            <a:off x="9782473" y="5150535"/>
            <a:ext cx="444500" cy="439738"/>
          </a:xfrm>
          <a:prstGeom prst="cube">
            <a:avLst>
              <a:gd name="adj" fmla="val 12230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4000">
                <a:schemeClr val="accent5">
                  <a:lumMod val="60000"/>
                  <a:lumOff val="40000"/>
                </a:schemeClr>
              </a:gs>
              <a:gs pos="15000">
                <a:schemeClr val="accent5">
                  <a:lumMod val="75000"/>
                </a:schemeClr>
              </a:gs>
              <a:gs pos="86000">
                <a:srgbClr val="CEE1F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6113721-B4BF-1E8E-242F-3BC0042FF09B}"/>
              </a:ext>
            </a:extLst>
          </p:cNvPr>
          <p:cNvSpPr/>
          <p:nvPr/>
        </p:nvSpPr>
        <p:spPr>
          <a:xfrm>
            <a:off x="9909714" y="5324582"/>
            <a:ext cx="134837" cy="135933"/>
          </a:xfrm>
          <a:prstGeom prst="rect">
            <a:avLst/>
          </a:prstGeom>
          <a:solidFill>
            <a:srgbClr val="002060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25C9BAFB-0A94-542B-6F19-11A0907F3A90}"/>
              </a:ext>
            </a:extLst>
          </p:cNvPr>
          <p:cNvGrpSpPr/>
          <p:nvPr/>
        </p:nvGrpSpPr>
        <p:grpSpPr>
          <a:xfrm>
            <a:off x="12900089" y="5016836"/>
            <a:ext cx="180000" cy="180000"/>
            <a:chOff x="2860993" y="3897083"/>
            <a:chExt cx="135143" cy="135143"/>
          </a:xfrm>
        </p:grpSpPr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D48D868B-1D62-45E1-C941-C30977589158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5C8BEF20-96E5-F187-94DD-F866419BF16C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</p:grpSp>
      <p:cxnSp>
        <p:nvCxnSpPr>
          <p:cNvPr id="119" name="连接符: 肘形 118">
            <a:extLst>
              <a:ext uri="{FF2B5EF4-FFF2-40B4-BE49-F238E27FC236}">
                <a16:creationId xmlns:a16="http://schemas.microsoft.com/office/drawing/2014/main" id="{E330FA00-ECB3-BBA3-6FCB-21E1A8D6DF12}"/>
              </a:ext>
            </a:extLst>
          </p:cNvPr>
          <p:cNvCxnSpPr>
            <a:cxnSpLocks/>
          </p:cNvCxnSpPr>
          <p:nvPr/>
        </p:nvCxnSpPr>
        <p:spPr>
          <a:xfrm flipV="1">
            <a:off x="10417774" y="5101757"/>
            <a:ext cx="2662319" cy="1795138"/>
          </a:xfrm>
          <a:prstGeom prst="bentConnector3">
            <a:avLst>
              <a:gd name="adj1" fmla="val 120799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4FBEB21A-A156-D83D-36F9-A92F5B0FB5C3}"/>
              </a:ext>
            </a:extLst>
          </p:cNvPr>
          <p:cNvCxnSpPr>
            <a:cxnSpLocks/>
          </p:cNvCxnSpPr>
          <p:nvPr/>
        </p:nvCxnSpPr>
        <p:spPr>
          <a:xfrm>
            <a:off x="10469531" y="6072534"/>
            <a:ext cx="40898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15B37FB6-B131-1F45-D379-17B504485C99}"/>
              </a:ext>
            </a:extLst>
          </p:cNvPr>
          <p:cNvGrpSpPr/>
          <p:nvPr/>
        </p:nvGrpSpPr>
        <p:grpSpPr>
          <a:xfrm>
            <a:off x="10891801" y="5978300"/>
            <a:ext cx="180000" cy="180000"/>
            <a:chOff x="2860993" y="3897083"/>
            <a:chExt cx="135143" cy="135143"/>
          </a:xfrm>
        </p:grpSpPr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1FDDCBCC-3440-283E-C7CD-F243AAF7ABCE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076624E7-8063-05D5-AFF3-163019317C22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F9E7925-78BD-17FC-7ECB-C05E6CBC06AD}"/>
              </a:ext>
            </a:extLst>
          </p:cNvPr>
          <p:cNvSpPr txBox="1"/>
          <p:nvPr/>
        </p:nvSpPr>
        <p:spPr>
          <a:xfrm>
            <a:off x="9294261" y="5678453"/>
            <a:ext cx="754892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F4880B41-0B54-D0F9-02A9-975125F8D4ED}"/>
              </a:ext>
            </a:extLst>
          </p:cNvPr>
          <p:cNvSpPr txBox="1"/>
          <p:nvPr/>
        </p:nvSpPr>
        <p:spPr>
          <a:xfrm>
            <a:off x="9246617" y="4886970"/>
            <a:ext cx="754892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立方体 125">
            <a:extLst>
              <a:ext uri="{FF2B5EF4-FFF2-40B4-BE49-F238E27FC236}">
                <a16:creationId xmlns:a16="http://schemas.microsoft.com/office/drawing/2014/main" id="{E8DD2E5F-C04A-3F38-4F4F-88596C996F25}"/>
              </a:ext>
            </a:extLst>
          </p:cNvPr>
          <p:cNvSpPr/>
          <p:nvPr/>
        </p:nvSpPr>
        <p:spPr>
          <a:xfrm>
            <a:off x="12711139" y="5581185"/>
            <a:ext cx="648000" cy="656562"/>
          </a:xfrm>
          <a:prstGeom prst="cube">
            <a:avLst>
              <a:gd name="adj" fmla="val 38388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64000">
                <a:schemeClr val="accent5">
                  <a:lumMod val="40000"/>
                  <a:lumOff val="60000"/>
                </a:schemeClr>
              </a:gs>
              <a:gs pos="15000">
                <a:schemeClr val="accent5">
                  <a:lumMod val="60000"/>
                  <a:lumOff val="40000"/>
                </a:schemeClr>
              </a:gs>
              <a:gs pos="86000">
                <a:srgbClr val="CEE1F3"/>
              </a:gs>
              <a:gs pos="100000">
                <a:schemeClr val="bg1"/>
              </a:gs>
            </a:gsLst>
            <a:path path="circle">
              <a:fillToRect t="100000" r="100000"/>
            </a:path>
          </a:gradFill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88E8C04D-123F-9D2D-73E0-897BA59738F5}"/>
              </a:ext>
            </a:extLst>
          </p:cNvPr>
          <p:cNvCxnSpPr>
            <a:cxnSpLocks/>
          </p:cNvCxnSpPr>
          <p:nvPr/>
        </p:nvCxnSpPr>
        <p:spPr>
          <a:xfrm>
            <a:off x="12982995" y="5188448"/>
            <a:ext cx="0" cy="38272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6C976D65-62AD-6140-5E52-8444EC6DF65E}"/>
              </a:ext>
            </a:extLst>
          </p:cNvPr>
          <p:cNvGrpSpPr/>
          <p:nvPr/>
        </p:nvGrpSpPr>
        <p:grpSpPr>
          <a:xfrm rot="18827285">
            <a:off x="12301773" y="5982534"/>
            <a:ext cx="180000" cy="180000"/>
            <a:chOff x="4892460" y="2186404"/>
            <a:chExt cx="142638" cy="142638"/>
          </a:xfrm>
        </p:grpSpPr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A0D2D3CC-7AEB-2CE5-6285-7A5BCEBB199E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22480B68-A861-ABAB-41D0-16A2A698FE73}"/>
                </a:ext>
              </a:extLst>
            </p:cNvPr>
            <p:cNvCxnSpPr>
              <a:cxnSpLocks/>
              <a:stCxn id="129" idx="1"/>
              <a:endCxn id="129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28ED57E-FEC0-698B-E3CA-1A40E2D51EAE}"/>
                </a:ext>
              </a:extLst>
            </p:cNvPr>
            <p:cNvCxnSpPr>
              <a:cxnSpLocks/>
              <a:stCxn id="129" idx="3"/>
              <a:endCxn id="129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8991FA8-A0A8-7FD4-CF98-5FBF38BE4535}"/>
              </a:ext>
            </a:extLst>
          </p:cNvPr>
          <p:cNvSpPr txBox="1"/>
          <p:nvPr/>
        </p:nvSpPr>
        <p:spPr>
          <a:xfrm>
            <a:off x="12115801" y="5153570"/>
            <a:ext cx="903610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2D-IFFT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0663BC67-7D06-0068-F119-438A58AA25DF}"/>
              </a:ext>
            </a:extLst>
          </p:cNvPr>
          <p:cNvCxnSpPr>
            <a:cxnSpLocks/>
          </p:cNvCxnSpPr>
          <p:nvPr/>
        </p:nvCxnSpPr>
        <p:spPr>
          <a:xfrm>
            <a:off x="12017242" y="6070954"/>
            <a:ext cx="267370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1702215B-A663-0B67-6D48-DB12431DE7FA}"/>
              </a:ext>
            </a:extLst>
          </p:cNvPr>
          <p:cNvCxnSpPr>
            <a:cxnSpLocks/>
          </p:cNvCxnSpPr>
          <p:nvPr/>
        </p:nvCxnSpPr>
        <p:spPr>
          <a:xfrm flipH="1">
            <a:off x="12480866" y="6072534"/>
            <a:ext cx="227605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DA188F9E-DECC-D7D5-8278-D18C69BDE67A}"/>
              </a:ext>
            </a:extLst>
          </p:cNvPr>
          <p:cNvCxnSpPr>
            <a:cxnSpLocks/>
          </p:cNvCxnSpPr>
          <p:nvPr/>
        </p:nvCxnSpPr>
        <p:spPr>
          <a:xfrm>
            <a:off x="8900656" y="7646771"/>
            <a:ext cx="33979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8BD6315D-BA5F-3CD4-074C-DC9ED607578C}"/>
              </a:ext>
            </a:extLst>
          </p:cNvPr>
          <p:cNvCxnSpPr>
            <a:cxnSpLocks/>
          </p:cNvCxnSpPr>
          <p:nvPr/>
        </p:nvCxnSpPr>
        <p:spPr>
          <a:xfrm>
            <a:off x="12390327" y="6978695"/>
            <a:ext cx="0" cy="55884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B4A71B3B-5A33-55C9-2F06-F4EEB025E2F0}"/>
              </a:ext>
            </a:extLst>
          </p:cNvPr>
          <p:cNvSpPr/>
          <p:nvPr/>
        </p:nvSpPr>
        <p:spPr>
          <a:xfrm>
            <a:off x="12301547" y="6824708"/>
            <a:ext cx="149753" cy="150813"/>
          </a:xfrm>
          <a:prstGeom prst="arc">
            <a:avLst>
              <a:gd name="adj1" fmla="val 16200000"/>
              <a:gd name="adj2" fmla="val 5535118"/>
            </a:avLst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24CE5534-FFA6-1125-0B25-2015AA5EA2D7}"/>
              </a:ext>
            </a:extLst>
          </p:cNvPr>
          <p:cNvCxnSpPr>
            <a:cxnSpLocks/>
          </p:cNvCxnSpPr>
          <p:nvPr/>
        </p:nvCxnSpPr>
        <p:spPr>
          <a:xfrm>
            <a:off x="12391915" y="6171328"/>
            <a:ext cx="0" cy="675601"/>
          </a:xfrm>
          <a:prstGeom prst="straightConnector1">
            <a:avLst/>
          </a:prstGeom>
          <a:ln w="38100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F932D77A-A25D-C9B9-A2A9-975E479E8C4F}"/>
              </a:ext>
            </a:extLst>
          </p:cNvPr>
          <p:cNvCxnSpPr>
            <a:cxnSpLocks/>
          </p:cNvCxnSpPr>
          <p:nvPr/>
        </p:nvCxnSpPr>
        <p:spPr>
          <a:xfrm>
            <a:off x="13046430" y="7625490"/>
            <a:ext cx="735611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立方体 139">
            <a:extLst>
              <a:ext uri="{FF2B5EF4-FFF2-40B4-BE49-F238E27FC236}">
                <a16:creationId xmlns:a16="http://schemas.microsoft.com/office/drawing/2014/main" id="{C2E51070-23F3-8598-E523-B86B56D29815}"/>
              </a:ext>
            </a:extLst>
          </p:cNvPr>
          <p:cNvSpPr/>
          <p:nvPr/>
        </p:nvSpPr>
        <p:spPr>
          <a:xfrm>
            <a:off x="9293009" y="2369674"/>
            <a:ext cx="648000" cy="656562"/>
          </a:xfrm>
          <a:prstGeom prst="cube">
            <a:avLst>
              <a:gd name="adj" fmla="val 3838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1" name="连接符: 肘形 140">
            <a:extLst>
              <a:ext uri="{FF2B5EF4-FFF2-40B4-BE49-F238E27FC236}">
                <a16:creationId xmlns:a16="http://schemas.microsoft.com/office/drawing/2014/main" id="{817B1052-907E-CE0E-6E48-093AFECBE8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566849" y="3431567"/>
            <a:ext cx="810994" cy="356173"/>
          </a:xfrm>
          <a:prstGeom prst="bentConnector3">
            <a:avLst>
              <a:gd name="adj1" fmla="val 9972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连接符: 肘形 141">
            <a:extLst>
              <a:ext uri="{FF2B5EF4-FFF2-40B4-BE49-F238E27FC236}">
                <a16:creationId xmlns:a16="http://schemas.microsoft.com/office/drawing/2014/main" id="{BBA9EC0E-CE38-5207-59A0-D8F26578615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586700" y="2693899"/>
            <a:ext cx="783387" cy="368871"/>
          </a:xfrm>
          <a:prstGeom prst="bentConnector3">
            <a:avLst>
              <a:gd name="adj1" fmla="val 99445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BF5278CD-BC1C-DF90-5827-62478DBC4A88}"/>
              </a:ext>
            </a:extLst>
          </p:cNvPr>
          <p:cNvCxnSpPr>
            <a:cxnSpLocks/>
          </p:cNvCxnSpPr>
          <p:nvPr/>
        </p:nvCxnSpPr>
        <p:spPr>
          <a:xfrm>
            <a:off x="9528431" y="3050608"/>
            <a:ext cx="0" cy="382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立方体 143">
            <a:extLst>
              <a:ext uri="{FF2B5EF4-FFF2-40B4-BE49-F238E27FC236}">
                <a16:creationId xmlns:a16="http://schemas.microsoft.com/office/drawing/2014/main" id="{CC6D5E95-E50D-5669-E144-03F245F0E689}"/>
              </a:ext>
            </a:extLst>
          </p:cNvPr>
          <p:cNvSpPr/>
          <p:nvPr/>
        </p:nvSpPr>
        <p:spPr>
          <a:xfrm>
            <a:off x="9286346" y="3445008"/>
            <a:ext cx="648000" cy="656562"/>
          </a:xfrm>
          <a:prstGeom prst="cube">
            <a:avLst>
              <a:gd name="adj" fmla="val 38388"/>
            </a:avLst>
          </a:prstGeom>
          <a:gradFill>
            <a:gsLst>
              <a:gs pos="0">
                <a:schemeClr val="accent5">
                  <a:lumMod val="75000"/>
                </a:schemeClr>
              </a:gs>
              <a:gs pos="64000">
                <a:schemeClr val="accent5">
                  <a:lumMod val="60000"/>
                  <a:lumOff val="40000"/>
                </a:schemeClr>
              </a:gs>
              <a:gs pos="15000">
                <a:schemeClr val="accent5">
                  <a:lumMod val="75000"/>
                </a:schemeClr>
              </a:gs>
              <a:gs pos="86000">
                <a:srgbClr val="CEE1F3"/>
              </a:gs>
              <a:gs pos="100000">
                <a:schemeClr val="bg1"/>
              </a:gs>
            </a:gsLst>
            <a:path path="circle">
              <a:fillToRect t="100000" r="100000"/>
            </a:path>
          </a:gradFill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0DFB22F8-4B5C-DAAB-B0F2-A0CBDD3C5E8F}"/>
              </a:ext>
            </a:extLst>
          </p:cNvPr>
          <p:cNvSpPr txBox="1"/>
          <p:nvPr/>
        </p:nvSpPr>
        <p:spPr>
          <a:xfrm>
            <a:off x="9441563" y="3079073"/>
            <a:ext cx="972440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2D-FFT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1ADC2823-CFEA-5457-19C9-030B4354E5F7}"/>
              </a:ext>
            </a:extLst>
          </p:cNvPr>
          <p:cNvCxnSpPr>
            <a:cxnSpLocks/>
          </p:cNvCxnSpPr>
          <p:nvPr/>
        </p:nvCxnSpPr>
        <p:spPr>
          <a:xfrm>
            <a:off x="9919633" y="3812291"/>
            <a:ext cx="408987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48223467-CC80-8F71-D7A0-7EE55C55A91C}"/>
              </a:ext>
            </a:extLst>
          </p:cNvPr>
          <p:cNvCxnSpPr>
            <a:cxnSpLocks/>
          </p:cNvCxnSpPr>
          <p:nvPr/>
        </p:nvCxnSpPr>
        <p:spPr>
          <a:xfrm>
            <a:off x="9946903" y="2728687"/>
            <a:ext cx="4089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连接符: 肘形 147">
            <a:extLst>
              <a:ext uri="{FF2B5EF4-FFF2-40B4-BE49-F238E27FC236}">
                <a16:creationId xmlns:a16="http://schemas.microsoft.com/office/drawing/2014/main" id="{F29A281E-BE69-14F4-E495-A242CF971C0E}"/>
              </a:ext>
            </a:extLst>
          </p:cNvPr>
          <p:cNvCxnSpPr>
            <a:cxnSpLocks/>
            <a:endCxn id="152" idx="7"/>
          </p:cNvCxnSpPr>
          <p:nvPr/>
        </p:nvCxnSpPr>
        <p:spPr>
          <a:xfrm>
            <a:off x="10631502" y="2751126"/>
            <a:ext cx="648537" cy="457343"/>
          </a:xfrm>
          <a:prstGeom prst="bentConnector3">
            <a:avLst>
              <a:gd name="adj1" fmla="val 9934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肘形 148">
            <a:extLst>
              <a:ext uri="{FF2B5EF4-FFF2-40B4-BE49-F238E27FC236}">
                <a16:creationId xmlns:a16="http://schemas.microsoft.com/office/drawing/2014/main" id="{540B5419-D792-F5C0-E675-CF0EF3EF9049}"/>
              </a:ext>
            </a:extLst>
          </p:cNvPr>
          <p:cNvCxnSpPr>
            <a:cxnSpLocks/>
            <a:endCxn id="152" idx="3"/>
          </p:cNvCxnSpPr>
          <p:nvPr/>
        </p:nvCxnSpPr>
        <p:spPr>
          <a:xfrm flipV="1">
            <a:off x="10634043" y="3388424"/>
            <a:ext cx="649803" cy="439950"/>
          </a:xfrm>
          <a:prstGeom prst="bentConnector3">
            <a:avLst>
              <a:gd name="adj1" fmla="val 98703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40F59FF4-5465-1440-D6DE-059762AEB6DF}"/>
              </a:ext>
            </a:extLst>
          </p:cNvPr>
          <p:cNvCxnSpPr>
            <a:cxnSpLocks/>
          </p:cNvCxnSpPr>
          <p:nvPr/>
        </p:nvCxnSpPr>
        <p:spPr>
          <a:xfrm>
            <a:off x="11388578" y="3298445"/>
            <a:ext cx="434185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79DFAD51-911F-E8A2-E147-0C91176DAEE7}"/>
              </a:ext>
            </a:extLst>
          </p:cNvPr>
          <p:cNvGrpSpPr/>
          <p:nvPr/>
        </p:nvGrpSpPr>
        <p:grpSpPr>
          <a:xfrm rot="18827285">
            <a:off x="11191941" y="3208445"/>
            <a:ext cx="180000" cy="180000"/>
            <a:chOff x="4892460" y="2186404"/>
            <a:chExt cx="142638" cy="142638"/>
          </a:xfrm>
        </p:grpSpPr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C964721B-8F44-4E80-0E00-896FBD217348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3F977C0C-EF25-5397-715E-5FE3E24F0AAE}"/>
                </a:ext>
              </a:extLst>
            </p:cNvPr>
            <p:cNvCxnSpPr>
              <a:cxnSpLocks/>
              <a:stCxn id="152" idx="1"/>
              <a:endCxn id="152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6A88B5F7-C5D2-4B6B-48ED-52A7D52740E0}"/>
                </a:ext>
              </a:extLst>
            </p:cNvPr>
            <p:cNvCxnSpPr>
              <a:cxnSpLocks/>
              <a:stCxn id="152" idx="3"/>
              <a:endCxn id="152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6B106D6B-2B5A-2C06-0FC3-4FE8BFFE5CE8}"/>
              </a:ext>
            </a:extLst>
          </p:cNvPr>
          <p:cNvSpPr/>
          <p:nvPr/>
        </p:nvSpPr>
        <p:spPr>
          <a:xfrm>
            <a:off x="11830947" y="3071009"/>
            <a:ext cx="470023" cy="454872"/>
          </a:xfrm>
          <a:prstGeom prst="roundRect">
            <a:avLst>
              <a:gd name="adj" fmla="val 24361"/>
            </a:avLst>
          </a:prstGeom>
          <a:solidFill>
            <a:schemeClr val="bg1">
              <a:lumMod val="95000"/>
            </a:schemeClr>
          </a:solidFill>
          <a:ln w="444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流程图: 过程 155">
            <a:extLst>
              <a:ext uri="{FF2B5EF4-FFF2-40B4-BE49-F238E27FC236}">
                <a16:creationId xmlns:a16="http://schemas.microsoft.com/office/drawing/2014/main" id="{2A679E42-9197-E9A2-1190-051932187EF7}"/>
              </a:ext>
            </a:extLst>
          </p:cNvPr>
          <p:cNvSpPr/>
          <p:nvPr/>
        </p:nvSpPr>
        <p:spPr>
          <a:xfrm>
            <a:off x="11182939" y="2030581"/>
            <a:ext cx="920207" cy="265204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流程图: 过程 156">
            <a:extLst>
              <a:ext uri="{FF2B5EF4-FFF2-40B4-BE49-F238E27FC236}">
                <a16:creationId xmlns:a16="http://schemas.microsoft.com/office/drawing/2014/main" id="{2B9ACD8C-4DBB-F7A9-C17F-503F56F35EB4}"/>
              </a:ext>
            </a:extLst>
          </p:cNvPr>
          <p:cNvSpPr/>
          <p:nvPr/>
        </p:nvSpPr>
        <p:spPr>
          <a:xfrm>
            <a:off x="11182939" y="4345904"/>
            <a:ext cx="920207" cy="265204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1905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F-CLS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8" name="连接符: 肘形 157">
            <a:extLst>
              <a:ext uri="{FF2B5EF4-FFF2-40B4-BE49-F238E27FC236}">
                <a16:creationId xmlns:a16="http://schemas.microsoft.com/office/drawing/2014/main" id="{A41C15CE-539C-4866-0F8A-BDE3D27986C7}"/>
              </a:ext>
            </a:extLst>
          </p:cNvPr>
          <p:cNvCxnSpPr>
            <a:cxnSpLocks/>
            <a:endCxn id="156" idx="1"/>
          </p:cNvCxnSpPr>
          <p:nvPr/>
        </p:nvCxnSpPr>
        <p:spPr>
          <a:xfrm flipV="1">
            <a:off x="10516826" y="2163184"/>
            <a:ext cx="666113" cy="426420"/>
          </a:xfrm>
          <a:prstGeom prst="bentConnector3">
            <a:avLst>
              <a:gd name="adj1" fmla="val -100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连接符: 肘形 158">
            <a:extLst>
              <a:ext uri="{FF2B5EF4-FFF2-40B4-BE49-F238E27FC236}">
                <a16:creationId xmlns:a16="http://schemas.microsoft.com/office/drawing/2014/main" id="{8DC6C318-DCFB-F8B1-C5FC-0F8BA43B019B}"/>
              </a:ext>
            </a:extLst>
          </p:cNvPr>
          <p:cNvCxnSpPr>
            <a:cxnSpLocks/>
            <a:endCxn id="157" idx="1"/>
          </p:cNvCxnSpPr>
          <p:nvPr/>
        </p:nvCxnSpPr>
        <p:spPr>
          <a:xfrm rot="16200000" flipH="1">
            <a:off x="10577878" y="3873447"/>
            <a:ext cx="658187" cy="551933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立方体 159">
            <a:extLst>
              <a:ext uri="{FF2B5EF4-FFF2-40B4-BE49-F238E27FC236}">
                <a16:creationId xmlns:a16="http://schemas.microsoft.com/office/drawing/2014/main" id="{ECE258A9-77DF-219F-EB10-E90F10716F6E}"/>
              </a:ext>
            </a:extLst>
          </p:cNvPr>
          <p:cNvSpPr/>
          <p:nvPr/>
        </p:nvSpPr>
        <p:spPr>
          <a:xfrm>
            <a:off x="10353695" y="2445928"/>
            <a:ext cx="444500" cy="439738"/>
          </a:xfrm>
          <a:prstGeom prst="cube">
            <a:avLst>
              <a:gd name="adj" fmla="val 6710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立方体 160">
            <a:extLst>
              <a:ext uri="{FF2B5EF4-FFF2-40B4-BE49-F238E27FC236}">
                <a16:creationId xmlns:a16="http://schemas.microsoft.com/office/drawing/2014/main" id="{E7E6AF2F-5CA5-4EA5-1D9E-53F6F998F30B}"/>
              </a:ext>
            </a:extLst>
          </p:cNvPr>
          <p:cNvSpPr/>
          <p:nvPr/>
        </p:nvSpPr>
        <p:spPr>
          <a:xfrm>
            <a:off x="10340541" y="3489926"/>
            <a:ext cx="444500" cy="439738"/>
          </a:xfrm>
          <a:prstGeom prst="cube">
            <a:avLst>
              <a:gd name="adj" fmla="val 67104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30000">
                <a:schemeClr val="accent5">
                  <a:lumMod val="60000"/>
                  <a:lumOff val="4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69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F73DFDA4-A25F-8815-8697-2E7D494D3D0D}"/>
              </a:ext>
            </a:extLst>
          </p:cNvPr>
          <p:cNvSpPr/>
          <p:nvPr/>
        </p:nvSpPr>
        <p:spPr>
          <a:xfrm>
            <a:off x="13170212" y="3791974"/>
            <a:ext cx="470023" cy="454872"/>
          </a:xfrm>
          <a:prstGeom prst="roundRect">
            <a:avLst>
              <a:gd name="adj" fmla="val 24361"/>
            </a:avLst>
          </a:prstGeom>
          <a:solidFill>
            <a:schemeClr val="bg1">
              <a:lumMod val="95000"/>
            </a:schemeClr>
          </a:solidFill>
          <a:ln w="444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3" name="连接符: 肘形 162">
            <a:extLst>
              <a:ext uri="{FF2B5EF4-FFF2-40B4-BE49-F238E27FC236}">
                <a16:creationId xmlns:a16="http://schemas.microsoft.com/office/drawing/2014/main" id="{8C263EC3-A82E-16ED-5C9B-E5F3246551FA}"/>
              </a:ext>
            </a:extLst>
          </p:cNvPr>
          <p:cNvCxnSpPr>
            <a:cxnSpLocks/>
            <a:stCxn id="156" idx="3"/>
            <a:endCxn id="166" idx="7"/>
          </p:cNvCxnSpPr>
          <p:nvPr/>
        </p:nvCxnSpPr>
        <p:spPr>
          <a:xfrm>
            <a:off x="12103146" y="2163181"/>
            <a:ext cx="424443" cy="1036074"/>
          </a:xfrm>
          <a:prstGeom prst="bentConnector3">
            <a:avLst>
              <a:gd name="adj1" fmla="val 10086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连接符: 肘形 163">
            <a:extLst>
              <a:ext uri="{FF2B5EF4-FFF2-40B4-BE49-F238E27FC236}">
                <a16:creationId xmlns:a16="http://schemas.microsoft.com/office/drawing/2014/main" id="{66308FF5-DCF7-E4FD-2FC5-421770E58D01}"/>
              </a:ext>
            </a:extLst>
          </p:cNvPr>
          <p:cNvCxnSpPr>
            <a:cxnSpLocks/>
            <a:stCxn id="157" idx="3"/>
            <a:endCxn id="166" idx="3"/>
          </p:cNvCxnSpPr>
          <p:nvPr/>
        </p:nvCxnSpPr>
        <p:spPr>
          <a:xfrm flipV="1">
            <a:off x="12103142" y="3379219"/>
            <a:ext cx="428252" cy="1099289"/>
          </a:xfrm>
          <a:prstGeom prst="bentConnector3">
            <a:avLst>
              <a:gd name="adj1" fmla="val 100554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201567CD-6E06-048C-4F0A-CB62FB8B3C31}"/>
              </a:ext>
            </a:extLst>
          </p:cNvPr>
          <p:cNvGrpSpPr/>
          <p:nvPr/>
        </p:nvGrpSpPr>
        <p:grpSpPr>
          <a:xfrm rot="18827285">
            <a:off x="12439491" y="3199236"/>
            <a:ext cx="180000" cy="180000"/>
            <a:chOff x="4892460" y="2186404"/>
            <a:chExt cx="142638" cy="142638"/>
          </a:xfrm>
        </p:grpSpPr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899880C4-EFFB-34EB-715A-594A10DD7B35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144D3C60-B22C-5898-31A7-27CE84BBB5DF}"/>
                </a:ext>
              </a:extLst>
            </p:cNvPr>
            <p:cNvCxnSpPr>
              <a:cxnSpLocks/>
              <a:stCxn id="166" idx="1"/>
              <a:endCxn id="166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DD8019D2-FF0C-3BAF-92E4-ADE5C5034A8F}"/>
                </a:ext>
              </a:extLst>
            </p:cNvPr>
            <p:cNvCxnSpPr>
              <a:cxnSpLocks/>
              <a:stCxn id="166" idx="3"/>
              <a:endCxn id="166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AB3772FB-D959-D196-4134-FB4DD17B7E22}"/>
              </a:ext>
            </a:extLst>
          </p:cNvPr>
          <p:cNvCxnSpPr>
            <a:cxnSpLocks/>
          </p:cNvCxnSpPr>
          <p:nvPr/>
        </p:nvCxnSpPr>
        <p:spPr>
          <a:xfrm>
            <a:off x="12627391" y="3292890"/>
            <a:ext cx="165652" cy="0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AE10CB81-EDEE-4350-4F1F-A86CA7341B70}"/>
              </a:ext>
            </a:extLst>
          </p:cNvPr>
          <p:cNvSpPr/>
          <p:nvPr/>
        </p:nvSpPr>
        <p:spPr>
          <a:xfrm>
            <a:off x="13156631" y="2259815"/>
            <a:ext cx="470023" cy="454872"/>
          </a:xfrm>
          <a:prstGeom prst="roundRect">
            <a:avLst>
              <a:gd name="adj" fmla="val 24361"/>
            </a:avLst>
          </a:prstGeom>
          <a:solidFill>
            <a:schemeClr val="bg1">
              <a:lumMod val="95000"/>
            </a:schemeClr>
          </a:solidFill>
          <a:ln w="444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C480FABA-374A-D5FB-BB5D-F88FD5E69983}"/>
                  </a:ext>
                </a:extLst>
              </p:cNvPr>
              <p:cNvSpPr txBox="1"/>
              <p:nvPr/>
            </p:nvSpPr>
            <p:spPr>
              <a:xfrm>
                <a:off x="13117062" y="2245398"/>
                <a:ext cx="560744" cy="400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1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1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2001" b="1" i="1">
                              <a:latin typeface="Cambria Math" panose="02040503050406030204" pitchFamily="18" charset="0"/>
                            </a:rPr>
                            <m:t>𝒊𝒅</m:t>
                          </m:r>
                        </m:sub>
                      </m:sSub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C480FABA-374A-D5FB-BB5D-F88FD5E69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062" y="2245398"/>
                <a:ext cx="560744" cy="400238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9017F804-DE1F-9322-0096-2E0C9700E1BB}"/>
                  </a:ext>
                </a:extLst>
              </p:cNvPr>
              <p:cNvSpPr txBox="1"/>
              <p:nvPr/>
            </p:nvSpPr>
            <p:spPr>
              <a:xfrm>
                <a:off x="13124850" y="3780351"/>
                <a:ext cx="560744" cy="400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1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1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2001" b="1" i="1">
                              <a:latin typeface="Cambria Math" panose="02040503050406030204" pitchFamily="18" charset="0"/>
                            </a:rPr>
                            <m:t>𝒌𝒍</m:t>
                          </m:r>
                        </m:sub>
                      </m:sSub>
                    </m:oMath>
                  </m:oMathPara>
                </a14:m>
                <a:endParaRPr lang="zh-CN" altLang="en-US" sz="3201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9017F804-DE1F-9322-0096-2E0C9700E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4850" y="3780351"/>
                <a:ext cx="560744" cy="400238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093C86DC-20E9-B15A-C8A5-F132C743FEEF}"/>
                  </a:ext>
                </a:extLst>
              </p:cNvPr>
              <p:cNvSpPr txBox="1"/>
              <p:nvPr/>
            </p:nvSpPr>
            <p:spPr>
              <a:xfrm>
                <a:off x="11760242" y="3063241"/>
                <a:ext cx="560744" cy="400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1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1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2001" b="1" i="1">
                              <a:latin typeface="Cambria Math" panose="02040503050406030204" pitchFamily="18" charset="0"/>
                            </a:rPr>
                            <m:t>𝒎𝒆</m:t>
                          </m:r>
                        </m:sub>
                      </m:sSub>
                    </m:oMath>
                  </m:oMathPara>
                </a14:m>
                <a:endParaRPr lang="zh-CN" altLang="en-US" sz="3201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093C86DC-20E9-B15A-C8A5-F132C743F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0242" y="3063241"/>
                <a:ext cx="560744" cy="400238"/>
              </a:xfrm>
              <a:prstGeom prst="rect">
                <a:avLst/>
              </a:prstGeom>
              <a:blipFill>
                <a:blip r:embed="rId6"/>
                <a:stretch>
                  <a:fillRect r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立方体 173">
            <a:extLst>
              <a:ext uri="{FF2B5EF4-FFF2-40B4-BE49-F238E27FC236}">
                <a16:creationId xmlns:a16="http://schemas.microsoft.com/office/drawing/2014/main" id="{17C3102D-10AA-BD61-E7B6-5D3DB015947A}"/>
              </a:ext>
            </a:extLst>
          </p:cNvPr>
          <p:cNvSpPr/>
          <p:nvPr/>
        </p:nvSpPr>
        <p:spPr>
          <a:xfrm>
            <a:off x="3189590" y="5421839"/>
            <a:ext cx="444500" cy="439738"/>
          </a:xfrm>
          <a:prstGeom prst="cube">
            <a:avLst>
              <a:gd name="adj" fmla="val 67104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30000">
                <a:schemeClr val="accent5">
                  <a:lumMod val="60000"/>
                  <a:lumOff val="4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69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立方体 174">
            <a:extLst>
              <a:ext uri="{FF2B5EF4-FFF2-40B4-BE49-F238E27FC236}">
                <a16:creationId xmlns:a16="http://schemas.microsoft.com/office/drawing/2014/main" id="{AA508C45-A88C-6BD5-7E5B-850F7FAB65AD}"/>
              </a:ext>
            </a:extLst>
          </p:cNvPr>
          <p:cNvSpPr/>
          <p:nvPr/>
        </p:nvSpPr>
        <p:spPr>
          <a:xfrm>
            <a:off x="3403634" y="5421839"/>
            <a:ext cx="444500" cy="439738"/>
          </a:xfrm>
          <a:prstGeom prst="cube">
            <a:avLst>
              <a:gd name="adj" fmla="val 67104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30000">
                <a:schemeClr val="accent5">
                  <a:lumMod val="60000"/>
                  <a:lumOff val="4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69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立方体 175">
            <a:extLst>
              <a:ext uri="{FF2B5EF4-FFF2-40B4-BE49-F238E27FC236}">
                <a16:creationId xmlns:a16="http://schemas.microsoft.com/office/drawing/2014/main" id="{530EA011-1ECC-9471-9114-85C9C012C0A6}"/>
              </a:ext>
            </a:extLst>
          </p:cNvPr>
          <p:cNvSpPr/>
          <p:nvPr/>
        </p:nvSpPr>
        <p:spPr>
          <a:xfrm>
            <a:off x="3189590" y="5192330"/>
            <a:ext cx="444500" cy="439738"/>
          </a:xfrm>
          <a:prstGeom prst="cube">
            <a:avLst>
              <a:gd name="adj" fmla="val 67104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30000">
                <a:schemeClr val="accent5">
                  <a:lumMod val="60000"/>
                  <a:lumOff val="4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69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立方体 176">
            <a:extLst>
              <a:ext uri="{FF2B5EF4-FFF2-40B4-BE49-F238E27FC236}">
                <a16:creationId xmlns:a16="http://schemas.microsoft.com/office/drawing/2014/main" id="{8F4B4D4F-2973-4944-F372-D5F5A2659171}"/>
              </a:ext>
            </a:extLst>
          </p:cNvPr>
          <p:cNvSpPr/>
          <p:nvPr/>
        </p:nvSpPr>
        <p:spPr>
          <a:xfrm>
            <a:off x="3403634" y="5192330"/>
            <a:ext cx="444500" cy="439738"/>
          </a:xfrm>
          <a:prstGeom prst="cube">
            <a:avLst>
              <a:gd name="adj" fmla="val 67104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30000">
                <a:schemeClr val="accent5">
                  <a:lumMod val="60000"/>
                  <a:lumOff val="4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69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立方体 177">
            <a:extLst>
              <a:ext uri="{FF2B5EF4-FFF2-40B4-BE49-F238E27FC236}">
                <a16:creationId xmlns:a16="http://schemas.microsoft.com/office/drawing/2014/main" id="{147BAE8A-E85C-26A5-4897-F23D5E2B9F77}"/>
              </a:ext>
            </a:extLst>
          </p:cNvPr>
          <p:cNvSpPr/>
          <p:nvPr/>
        </p:nvSpPr>
        <p:spPr>
          <a:xfrm>
            <a:off x="3129323" y="6215163"/>
            <a:ext cx="444500" cy="439738"/>
          </a:xfrm>
          <a:prstGeom prst="cube">
            <a:avLst>
              <a:gd name="adj" fmla="val 67104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30000">
                <a:schemeClr val="accent5">
                  <a:lumMod val="60000"/>
                  <a:lumOff val="4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69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立方体 178">
            <a:extLst>
              <a:ext uri="{FF2B5EF4-FFF2-40B4-BE49-F238E27FC236}">
                <a16:creationId xmlns:a16="http://schemas.microsoft.com/office/drawing/2014/main" id="{FCCD3F4B-DD13-5974-F933-A0A5FE39DFB0}"/>
              </a:ext>
            </a:extLst>
          </p:cNvPr>
          <p:cNvSpPr/>
          <p:nvPr/>
        </p:nvSpPr>
        <p:spPr>
          <a:xfrm>
            <a:off x="3343367" y="6215163"/>
            <a:ext cx="444500" cy="439738"/>
          </a:xfrm>
          <a:prstGeom prst="cube">
            <a:avLst>
              <a:gd name="adj" fmla="val 67104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30000">
                <a:schemeClr val="accent5">
                  <a:lumMod val="60000"/>
                  <a:lumOff val="4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69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立方体 179">
            <a:extLst>
              <a:ext uri="{FF2B5EF4-FFF2-40B4-BE49-F238E27FC236}">
                <a16:creationId xmlns:a16="http://schemas.microsoft.com/office/drawing/2014/main" id="{F60E5A68-9F35-CD5C-FB61-4E08F5F9E83B}"/>
              </a:ext>
            </a:extLst>
          </p:cNvPr>
          <p:cNvSpPr/>
          <p:nvPr/>
        </p:nvSpPr>
        <p:spPr>
          <a:xfrm>
            <a:off x="3129323" y="5985657"/>
            <a:ext cx="444500" cy="439738"/>
          </a:xfrm>
          <a:prstGeom prst="cube">
            <a:avLst>
              <a:gd name="adj" fmla="val 67104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30000">
                <a:schemeClr val="accent5">
                  <a:lumMod val="60000"/>
                  <a:lumOff val="4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69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立方体 180">
            <a:extLst>
              <a:ext uri="{FF2B5EF4-FFF2-40B4-BE49-F238E27FC236}">
                <a16:creationId xmlns:a16="http://schemas.microsoft.com/office/drawing/2014/main" id="{37EA7592-6E72-6D60-6B41-E0CA3D8B1081}"/>
              </a:ext>
            </a:extLst>
          </p:cNvPr>
          <p:cNvSpPr/>
          <p:nvPr/>
        </p:nvSpPr>
        <p:spPr>
          <a:xfrm>
            <a:off x="3343367" y="5985657"/>
            <a:ext cx="444500" cy="439738"/>
          </a:xfrm>
          <a:prstGeom prst="cube">
            <a:avLst>
              <a:gd name="adj" fmla="val 67104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30000">
                <a:schemeClr val="accent5">
                  <a:lumMod val="60000"/>
                  <a:lumOff val="4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69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立方体 181">
            <a:extLst>
              <a:ext uri="{FF2B5EF4-FFF2-40B4-BE49-F238E27FC236}">
                <a16:creationId xmlns:a16="http://schemas.microsoft.com/office/drawing/2014/main" id="{296F3CA0-9013-B5E6-1AA2-C0FB650AF7A6}"/>
              </a:ext>
            </a:extLst>
          </p:cNvPr>
          <p:cNvSpPr/>
          <p:nvPr/>
        </p:nvSpPr>
        <p:spPr>
          <a:xfrm>
            <a:off x="7145037" y="6356164"/>
            <a:ext cx="648000" cy="656562"/>
          </a:xfrm>
          <a:prstGeom prst="cube">
            <a:avLst>
              <a:gd name="adj" fmla="val 3838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流程图: 过程 182">
            <a:extLst>
              <a:ext uri="{FF2B5EF4-FFF2-40B4-BE49-F238E27FC236}">
                <a16:creationId xmlns:a16="http://schemas.microsoft.com/office/drawing/2014/main" id="{ABDB88A5-5E15-FA57-2193-D2D771650BEA}"/>
              </a:ext>
            </a:extLst>
          </p:cNvPr>
          <p:cNvSpPr/>
          <p:nvPr/>
        </p:nvSpPr>
        <p:spPr>
          <a:xfrm rot="16200000">
            <a:off x="4268489" y="3536791"/>
            <a:ext cx="1969042" cy="435883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流程图: 过程 183">
            <a:extLst>
              <a:ext uri="{FF2B5EF4-FFF2-40B4-BE49-F238E27FC236}">
                <a16:creationId xmlns:a16="http://schemas.microsoft.com/office/drawing/2014/main" id="{B7EA2B99-1CF0-5BC6-34F7-912064BE8B21}"/>
              </a:ext>
            </a:extLst>
          </p:cNvPr>
          <p:cNvSpPr/>
          <p:nvPr/>
        </p:nvSpPr>
        <p:spPr>
          <a:xfrm rot="16200000">
            <a:off x="7714332" y="3536788"/>
            <a:ext cx="1969040" cy="435885"/>
          </a:xfrm>
          <a:prstGeom prst="flowChartProcess">
            <a:avLst/>
          </a:prstGeom>
          <a:gradFill flip="none" rotWithShape="1">
            <a:gsLst>
              <a:gs pos="25000">
                <a:srgbClr val="F4F2F8"/>
              </a:gs>
              <a:gs pos="0">
                <a:srgbClr val="DFD7E7"/>
              </a:gs>
              <a:gs pos="50000">
                <a:schemeClr val="bg1"/>
              </a:gs>
              <a:gs pos="74700">
                <a:srgbClr val="F5F3F9"/>
              </a:gs>
              <a:gs pos="100000">
                <a:srgbClr val="DFD7E7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FEO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3ABB3565-6EF9-F922-B754-BCF20702109C}"/>
              </a:ext>
            </a:extLst>
          </p:cNvPr>
          <p:cNvSpPr/>
          <p:nvPr/>
        </p:nvSpPr>
        <p:spPr>
          <a:xfrm>
            <a:off x="4519362" y="4755992"/>
            <a:ext cx="2444683" cy="701986"/>
          </a:xfrm>
          <a:prstGeom prst="rect">
            <a:avLst/>
          </a:prstGeom>
          <a:solidFill>
            <a:srgbClr val="FBE5D6"/>
          </a:solidFill>
          <a:ln w="190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D9C5CF49-FDFF-5407-5861-EA0ECBE3E02A}"/>
              </a:ext>
            </a:extLst>
          </p:cNvPr>
          <p:cNvSpPr txBox="1"/>
          <p:nvPr/>
        </p:nvSpPr>
        <p:spPr>
          <a:xfrm>
            <a:off x="3766146" y="4803368"/>
            <a:ext cx="39268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Channel-wise Frequency 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(CFA)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C01553F7-2637-3D6E-06A7-325EF2FBE8EA}"/>
              </a:ext>
            </a:extLst>
          </p:cNvPr>
          <p:cNvSpPr/>
          <p:nvPr/>
        </p:nvSpPr>
        <p:spPr>
          <a:xfrm>
            <a:off x="6959810" y="4758315"/>
            <a:ext cx="2275208" cy="703899"/>
          </a:xfrm>
          <a:prstGeom prst="rect">
            <a:avLst/>
          </a:prstGeom>
          <a:solidFill>
            <a:srgbClr val="F9E0E0"/>
          </a:solidFill>
          <a:ln w="190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2768ABF8-8FB4-1F67-75AE-1418CB7EE428}"/>
              </a:ext>
            </a:extLst>
          </p:cNvPr>
          <p:cNvSpPr txBox="1"/>
          <p:nvPr/>
        </p:nvSpPr>
        <p:spPr>
          <a:xfrm>
            <a:off x="6287121" y="4807735"/>
            <a:ext cx="3652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Spatial-wise Frequency 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(SFA)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流程图: 过程 188">
            <a:extLst>
              <a:ext uri="{FF2B5EF4-FFF2-40B4-BE49-F238E27FC236}">
                <a16:creationId xmlns:a16="http://schemas.microsoft.com/office/drawing/2014/main" id="{4C127A40-398C-2585-4CF8-4EA4A13DC82D}"/>
              </a:ext>
            </a:extLst>
          </p:cNvPr>
          <p:cNvSpPr/>
          <p:nvPr/>
        </p:nvSpPr>
        <p:spPr>
          <a:xfrm rot="16200000">
            <a:off x="5372343" y="3578733"/>
            <a:ext cx="2069869" cy="435883"/>
          </a:xfrm>
          <a:prstGeom prst="flowChartProcess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bg1"/>
              </a:gs>
              <a:gs pos="25000">
                <a:schemeClr val="accent2">
                  <a:lumMod val="20000"/>
                  <a:lumOff val="80000"/>
                </a:schemeClr>
              </a:gs>
              <a:gs pos="75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流程图: 过程 189">
            <a:extLst>
              <a:ext uri="{FF2B5EF4-FFF2-40B4-BE49-F238E27FC236}">
                <a16:creationId xmlns:a16="http://schemas.microsoft.com/office/drawing/2014/main" id="{050F4B1F-DCAE-0418-BEC8-F60BDDD21E1C}"/>
              </a:ext>
            </a:extLst>
          </p:cNvPr>
          <p:cNvSpPr/>
          <p:nvPr/>
        </p:nvSpPr>
        <p:spPr>
          <a:xfrm rot="16200000">
            <a:off x="6509670" y="3578735"/>
            <a:ext cx="2069869" cy="435883"/>
          </a:xfrm>
          <a:prstGeom prst="flowChartProcess">
            <a:avLst/>
          </a:prstGeom>
          <a:gradFill flip="none" rotWithShape="1">
            <a:gsLst>
              <a:gs pos="0">
                <a:srgbClr val="F2CED2"/>
              </a:gs>
              <a:gs pos="50000">
                <a:schemeClr val="bg1"/>
              </a:gs>
              <a:gs pos="25000">
                <a:srgbClr val="F9E0E0"/>
              </a:gs>
              <a:gs pos="75000">
                <a:srgbClr val="F9E0E0"/>
              </a:gs>
              <a:gs pos="100000">
                <a:srgbClr val="F2CED2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SFA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91F77F52-93DF-2B64-7679-134A664844EB}"/>
              </a:ext>
            </a:extLst>
          </p:cNvPr>
          <p:cNvSpPr/>
          <p:nvPr/>
        </p:nvSpPr>
        <p:spPr>
          <a:xfrm>
            <a:off x="5210839" y="1592516"/>
            <a:ext cx="3500024" cy="537976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75000">
                <a:srgbClr val="DFD7E7"/>
              </a:gs>
              <a:gs pos="100000">
                <a:srgbClr val="CC99FF"/>
              </a:gs>
              <a:gs pos="25000">
                <a:srgbClr val="DFD7E7"/>
              </a:gs>
              <a:gs pos="0">
                <a:srgbClr val="CC99FF"/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Information</a:t>
            </a:r>
          </a:p>
        </p:txBody>
      </p: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52FBEDFD-6CBC-BE6D-6668-C6643BE337FC}"/>
              </a:ext>
            </a:extLst>
          </p:cNvPr>
          <p:cNvGrpSpPr/>
          <p:nvPr/>
        </p:nvGrpSpPr>
        <p:grpSpPr>
          <a:xfrm>
            <a:off x="570209" y="6096263"/>
            <a:ext cx="645647" cy="613792"/>
            <a:chOff x="1042020" y="9566382"/>
            <a:chExt cx="645648" cy="613792"/>
          </a:xfrm>
        </p:grpSpPr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C91F9997-A58D-446A-029B-722206A33B64}"/>
                </a:ext>
              </a:extLst>
            </p:cNvPr>
            <p:cNvSpPr/>
            <p:nvPr/>
          </p:nvSpPr>
          <p:spPr>
            <a:xfrm>
              <a:off x="1256208" y="9566382"/>
              <a:ext cx="431460" cy="431460"/>
            </a:xfrm>
            <a:prstGeom prst="rect">
              <a:avLst/>
            </a:prstGeom>
            <a:solidFill>
              <a:schemeClr val="bg1">
                <a:lumMod val="95000"/>
                <a:alpha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2A8707B7-9DE1-9831-892D-B158239C61F0}"/>
                </a:ext>
              </a:extLst>
            </p:cNvPr>
            <p:cNvSpPr/>
            <p:nvPr/>
          </p:nvSpPr>
          <p:spPr>
            <a:xfrm>
              <a:off x="1184812" y="9627159"/>
              <a:ext cx="431460" cy="431460"/>
            </a:xfrm>
            <a:prstGeom prst="rect">
              <a:avLst/>
            </a:prstGeom>
            <a:solidFill>
              <a:schemeClr val="bg1">
                <a:lumMod val="95000"/>
                <a:alpha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10134252-E59F-552D-BA72-80180413E433}"/>
                </a:ext>
              </a:extLst>
            </p:cNvPr>
            <p:cNvSpPr/>
            <p:nvPr/>
          </p:nvSpPr>
          <p:spPr>
            <a:xfrm>
              <a:off x="1113416" y="9687936"/>
              <a:ext cx="431460" cy="431460"/>
            </a:xfrm>
            <a:prstGeom prst="rect">
              <a:avLst/>
            </a:prstGeom>
            <a:solidFill>
              <a:schemeClr val="bg1">
                <a:lumMod val="95000"/>
                <a:alpha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E5A3010A-4158-C37C-A87A-E9FCC16AB741}"/>
                </a:ext>
              </a:extLst>
            </p:cNvPr>
            <p:cNvSpPr/>
            <p:nvPr/>
          </p:nvSpPr>
          <p:spPr>
            <a:xfrm>
              <a:off x="1042020" y="9748714"/>
              <a:ext cx="431460" cy="431460"/>
            </a:xfrm>
            <a:prstGeom prst="rect">
              <a:avLst/>
            </a:prstGeom>
            <a:solidFill>
              <a:schemeClr val="bg1">
                <a:lumMod val="95000"/>
                <a:alpha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7" name="矩形 196">
            <a:extLst>
              <a:ext uri="{FF2B5EF4-FFF2-40B4-BE49-F238E27FC236}">
                <a16:creationId xmlns:a16="http://schemas.microsoft.com/office/drawing/2014/main" id="{84C5E769-3718-6215-401C-5B6489D0A76B}"/>
              </a:ext>
            </a:extLst>
          </p:cNvPr>
          <p:cNvSpPr/>
          <p:nvPr/>
        </p:nvSpPr>
        <p:spPr>
          <a:xfrm>
            <a:off x="9290053" y="1381149"/>
            <a:ext cx="4628264" cy="411934"/>
          </a:xfrm>
          <a:prstGeom prst="rect">
            <a:avLst/>
          </a:prstGeom>
          <a:solidFill>
            <a:srgbClr val="EBE7F2"/>
          </a:solidFill>
          <a:ln w="190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EDB729F9-A5C8-AE26-B945-9127F54236F9}"/>
              </a:ext>
            </a:extLst>
          </p:cNvPr>
          <p:cNvSpPr txBox="1"/>
          <p:nvPr/>
        </p:nvSpPr>
        <p:spPr>
          <a:xfrm>
            <a:off x="9491105" y="1421721"/>
            <a:ext cx="4702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Enhancement Optimization (FEO)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59D10EA1-B259-BD60-1A21-AA044EAD2CD0}"/>
              </a:ext>
            </a:extLst>
          </p:cNvPr>
          <p:cNvSpPr/>
          <p:nvPr/>
        </p:nvSpPr>
        <p:spPr>
          <a:xfrm>
            <a:off x="471640" y="1367374"/>
            <a:ext cx="4176564" cy="428597"/>
          </a:xfrm>
          <a:prstGeom prst="rect">
            <a:avLst/>
          </a:prstGeom>
          <a:solidFill>
            <a:srgbClr val="FFF2CC"/>
          </a:solidFill>
          <a:ln w="190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A6207952-C656-0561-D098-0B89E939F796}"/>
              </a:ext>
            </a:extLst>
          </p:cNvPr>
          <p:cNvSpPr txBox="1"/>
          <p:nvPr/>
        </p:nvSpPr>
        <p:spPr>
          <a:xfrm>
            <a:off x="498517" y="1397402"/>
            <a:ext cx="3990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Frequency-based Data Augmentation (FDA)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7F164191-937B-6879-18EB-D199A7F93718}"/>
              </a:ext>
            </a:extLst>
          </p:cNvPr>
          <p:cNvGrpSpPr/>
          <p:nvPr/>
        </p:nvGrpSpPr>
        <p:grpSpPr>
          <a:xfrm>
            <a:off x="1910470" y="6781976"/>
            <a:ext cx="645647" cy="613792"/>
            <a:chOff x="1042020" y="9566382"/>
            <a:chExt cx="645648" cy="613792"/>
          </a:xfrm>
        </p:grpSpPr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110C4712-21ED-CE0E-217B-F2299934D84F}"/>
                </a:ext>
              </a:extLst>
            </p:cNvPr>
            <p:cNvSpPr/>
            <p:nvPr/>
          </p:nvSpPr>
          <p:spPr>
            <a:xfrm>
              <a:off x="1256208" y="9566382"/>
              <a:ext cx="431460" cy="431460"/>
            </a:xfrm>
            <a:prstGeom prst="rect">
              <a:avLst/>
            </a:prstGeom>
            <a:solidFill>
              <a:schemeClr val="bg1">
                <a:lumMod val="95000"/>
                <a:alpha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E6E2F7C1-4628-353C-36C3-1B60D7B8FCD4}"/>
                </a:ext>
              </a:extLst>
            </p:cNvPr>
            <p:cNvSpPr/>
            <p:nvPr/>
          </p:nvSpPr>
          <p:spPr>
            <a:xfrm>
              <a:off x="1184812" y="9627159"/>
              <a:ext cx="431460" cy="431460"/>
            </a:xfrm>
            <a:prstGeom prst="rect">
              <a:avLst/>
            </a:prstGeom>
            <a:solidFill>
              <a:schemeClr val="bg1">
                <a:lumMod val="95000"/>
                <a:alpha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36774A77-E545-338E-6879-F65E556647DE}"/>
                </a:ext>
              </a:extLst>
            </p:cNvPr>
            <p:cNvSpPr/>
            <p:nvPr/>
          </p:nvSpPr>
          <p:spPr>
            <a:xfrm>
              <a:off x="1113416" y="9687936"/>
              <a:ext cx="431460" cy="431460"/>
            </a:xfrm>
            <a:prstGeom prst="rect">
              <a:avLst/>
            </a:prstGeom>
            <a:solidFill>
              <a:schemeClr val="bg1">
                <a:lumMod val="95000"/>
                <a:alpha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16E2FBB5-BB3E-7D6A-9C61-EDBC46033F00}"/>
                </a:ext>
              </a:extLst>
            </p:cNvPr>
            <p:cNvSpPr/>
            <p:nvPr/>
          </p:nvSpPr>
          <p:spPr>
            <a:xfrm>
              <a:off x="1042020" y="9748714"/>
              <a:ext cx="431460" cy="431460"/>
            </a:xfrm>
            <a:prstGeom prst="rect">
              <a:avLst/>
            </a:prstGeom>
            <a:solidFill>
              <a:schemeClr val="bg1">
                <a:lumMod val="95000"/>
                <a:alpha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CE54960-C352-62D7-22A9-8666E07E3199}"/>
              </a:ext>
            </a:extLst>
          </p:cNvPr>
          <p:cNvSpPr txBox="1"/>
          <p:nvPr/>
        </p:nvSpPr>
        <p:spPr>
          <a:xfrm>
            <a:off x="1453149" y="8444518"/>
            <a:ext cx="11157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填充模块</a:t>
            </a:r>
          </a:p>
        </p:txBody>
      </p:sp>
    </p:spTree>
    <p:extLst>
      <p:ext uri="{BB962C8B-B14F-4D97-AF65-F5344CB8AC3E}">
        <p14:creationId xmlns:p14="http://schemas.microsoft.com/office/powerpoint/2010/main" val="3843067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392C89E-745A-EA23-7964-BD97C9EA8D7B}"/>
              </a:ext>
            </a:extLst>
          </p:cNvPr>
          <p:cNvSpPr/>
          <p:nvPr/>
        </p:nvSpPr>
        <p:spPr>
          <a:xfrm>
            <a:off x="4467082" y="1533666"/>
            <a:ext cx="325965" cy="207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D21BC4E3-831A-C241-958D-F07C0AFC3E9A}"/>
              </a:ext>
            </a:extLst>
          </p:cNvPr>
          <p:cNvSpPr/>
          <p:nvPr/>
        </p:nvSpPr>
        <p:spPr>
          <a:xfrm rot="5400000">
            <a:off x="359928" y="1850018"/>
            <a:ext cx="4790478" cy="4582163"/>
          </a:xfrm>
          <a:custGeom>
            <a:avLst/>
            <a:gdLst>
              <a:gd name="connsiteX0" fmla="*/ 0 w 4790477"/>
              <a:gd name="connsiteY0" fmla="*/ 396730 h 4505978"/>
              <a:gd name="connsiteX1" fmla="*/ 964879 w 4790477"/>
              <a:gd name="connsiteY1" fmla="*/ 0 h 4505978"/>
              <a:gd name="connsiteX2" fmla="*/ 3825598 w 4790477"/>
              <a:gd name="connsiteY2" fmla="*/ 0 h 4505978"/>
              <a:gd name="connsiteX3" fmla="*/ 4790477 w 4790477"/>
              <a:gd name="connsiteY3" fmla="*/ 396730 h 4505978"/>
              <a:gd name="connsiteX4" fmla="*/ 2977032 w 4790477"/>
              <a:gd name="connsiteY4" fmla="*/ 396730 h 4505978"/>
              <a:gd name="connsiteX5" fmla="*/ 2977031 w 4790477"/>
              <a:gd name="connsiteY5" fmla="*/ 4505978 h 4505978"/>
              <a:gd name="connsiteX6" fmla="*/ 3280 w 4790477"/>
              <a:gd name="connsiteY6" fmla="*/ 4505978 h 4505978"/>
              <a:gd name="connsiteX7" fmla="*/ 3280 w 4790477"/>
              <a:gd name="connsiteY7" fmla="*/ 396730 h 4505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90477" h="4505978">
                <a:moveTo>
                  <a:pt x="0" y="396730"/>
                </a:moveTo>
                <a:lnTo>
                  <a:pt x="964879" y="0"/>
                </a:lnTo>
                <a:lnTo>
                  <a:pt x="3825598" y="0"/>
                </a:lnTo>
                <a:lnTo>
                  <a:pt x="4790477" y="396730"/>
                </a:lnTo>
                <a:lnTo>
                  <a:pt x="2977032" y="396730"/>
                </a:lnTo>
                <a:lnTo>
                  <a:pt x="2977031" y="4505978"/>
                </a:lnTo>
                <a:lnTo>
                  <a:pt x="3280" y="4505978"/>
                </a:lnTo>
                <a:lnTo>
                  <a:pt x="3280" y="39673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62828461-9FDD-E2C4-FA0B-DE88107951C9}"/>
              </a:ext>
            </a:extLst>
          </p:cNvPr>
          <p:cNvSpPr/>
          <p:nvPr/>
        </p:nvSpPr>
        <p:spPr>
          <a:xfrm rot="16200000">
            <a:off x="4832114" y="3505045"/>
            <a:ext cx="1997883" cy="435883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1&amp;2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C9D93912-01E2-B616-417F-C68C72BBF9BB}"/>
              </a:ext>
            </a:extLst>
          </p:cNvPr>
          <p:cNvSpPr/>
          <p:nvPr/>
        </p:nvSpPr>
        <p:spPr>
          <a:xfrm rot="16200000">
            <a:off x="5969441" y="3505045"/>
            <a:ext cx="1997883" cy="435883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9E7840D9-8BA2-0BF3-A170-F2D827A4B8E4}"/>
              </a:ext>
            </a:extLst>
          </p:cNvPr>
          <p:cNvSpPr/>
          <p:nvPr/>
        </p:nvSpPr>
        <p:spPr>
          <a:xfrm rot="16200000">
            <a:off x="7106766" y="3505045"/>
            <a:ext cx="1997881" cy="435883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809CCF1-8392-D025-785A-B06F50F70B3C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69" t="885" r="17511" b="60788"/>
          <a:stretch/>
        </p:blipFill>
        <p:spPr>
          <a:xfrm>
            <a:off x="1824758" y="3336045"/>
            <a:ext cx="648000" cy="108000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6412E9D-325D-C654-0C6A-04E78A01D11C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" t="885" r="84126" b="60787"/>
          <a:stretch/>
        </p:blipFill>
        <p:spPr>
          <a:xfrm>
            <a:off x="630746" y="1873483"/>
            <a:ext cx="648000" cy="108000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30DFE2D-76AE-0686-59E7-0DE78A5F1574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47" t="997" r="67431" b="60674"/>
          <a:stretch/>
        </p:blipFill>
        <p:spPr>
          <a:xfrm>
            <a:off x="1840321" y="1862177"/>
            <a:ext cx="648000" cy="108000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E33CD28-160C-5EE6-A2CC-00C4C4C2CFBE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79" t="997" r="50700" b="60674"/>
          <a:stretch/>
        </p:blipFill>
        <p:spPr>
          <a:xfrm>
            <a:off x="2577575" y="1866530"/>
            <a:ext cx="648000" cy="108000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71E07EE-516C-8455-3F6D-D0A2478120A2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10" t="683" r="33936" b="60990"/>
          <a:stretch/>
        </p:blipFill>
        <p:spPr>
          <a:xfrm>
            <a:off x="627596" y="3343750"/>
            <a:ext cx="648000" cy="108000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0AFC636-6FCD-D400-9EAB-FB041B3AEA8E}"/>
              </a:ext>
            </a:extLst>
          </p:cNvPr>
          <p:cNvSpPr/>
          <p:nvPr/>
        </p:nvSpPr>
        <p:spPr>
          <a:xfrm>
            <a:off x="2047297" y="3689497"/>
            <a:ext cx="225854" cy="37269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88A9126-3B43-50F4-23F8-0684204E2E8C}"/>
              </a:ext>
            </a:extLst>
          </p:cNvPr>
          <p:cNvSpPr/>
          <p:nvPr/>
        </p:nvSpPr>
        <p:spPr>
          <a:xfrm>
            <a:off x="2052376" y="2211983"/>
            <a:ext cx="225854" cy="35562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CA64405-F773-E372-57DA-216E3B2836ED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02" t="885" r="750" b="60788"/>
          <a:stretch/>
        </p:blipFill>
        <p:spPr>
          <a:xfrm>
            <a:off x="2577575" y="3339583"/>
            <a:ext cx="648000" cy="108000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0C33EF4-3CF0-EE66-5E1B-57F0ED52BE6F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77" t="54031" r="834" b="7641"/>
          <a:stretch/>
        </p:blipFill>
        <p:spPr>
          <a:xfrm>
            <a:off x="3929393" y="3343750"/>
            <a:ext cx="648000" cy="108000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0306392-C33F-9970-AB55-CAB369D2F25F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26" t="54170" r="50743" b="7482"/>
          <a:stretch/>
        </p:blipFill>
        <p:spPr>
          <a:xfrm>
            <a:off x="3917736" y="1862177"/>
            <a:ext cx="648000" cy="1080001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B6A6651-D0F1-8DA6-6817-6378DF2A260B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 flipH="1">
            <a:off x="2160227" y="2567613"/>
            <a:ext cx="5079" cy="1121882"/>
          </a:xfrm>
          <a:prstGeom prst="straightConnector1">
            <a:avLst/>
          </a:prstGeom>
          <a:ln w="381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箭头: 右 19">
            <a:extLst>
              <a:ext uri="{FF2B5EF4-FFF2-40B4-BE49-F238E27FC236}">
                <a16:creationId xmlns:a16="http://schemas.microsoft.com/office/drawing/2014/main" id="{4D08155C-7AB6-4084-8287-529A875B541B}"/>
              </a:ext>
            </a:extLst>
          </p:cNvPr>
          <p:cNvSpPr/>
          <p:nvPr/>
        </p:nvSpPr>
        <p:spPr>
          <a:xfrm>
            <a:off x="1344346" y="3677185"/>
            <a:ext cx="449852" cy="341228"/>
          </a:xfrm>
          <a:prstGeom prst="rightArrow">
            <a:avLst/>
          </a:prstGeom>
          <a:gradFill flip="none" rotWithShape="1">
            <a:gsLst>
              <a:gs pos="0">
                <a:srgbClr val="E09A9C"/>
              </a:gs>
              <a:gs pos="21000">
                <a:srgbClr val="F0BFBB"/>
              </a:gs>
              <a:gs pos="79000">
                <a:srgbClr val="BCDFFD"/>
              </a:gs>
              <a:gs pos="100000">
                <a:srgbClr val="AACAF1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5559AA4C-0368-5617-E4DC-1E45EA981874}"/>
              </a:ext>
            </a:extLst>
          </p:cNvPr>
          <p:cNvSpPr/>
          <p:nvPr/>
        </p:nvSpPr>
        <p:spPr>
          <a:xfrm>
            <a:off x="3312032" y="3686752"/>
            <a:ext cx="449852" cy="341228"/>
          </a:xfrm>
          <a:prstGeom prst="rightArrow">
            <a:avLst/>
          </a:prstGeom>
          <a:gradFill flip="none" rotWithShape="1">
            <a:gsLst>
              <a:gs pos="0">
                <a:srgbClr val="E09A9C"/>
              </a:gs>
              <a:gs pos="21000">
                <a:srgbClr val="F0BFBB"/>
              </a:gs>
              <a:gs pos="79000">
                <a:srgbClr val="BCDFFD"/>
              </a:gs>
              <a:gs pos="100000">
                <a:srgbClr val="AACAF1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DF322980-FD5F-5E10-D893-048CDD90FE00}"/>
              </a:ext>
            </a:extLst>
          </p:cNvPr>
          <p:cNvSpPr/>
          <p:nvPr/>
        </p:nvSpPr>
        <p:spPr>
          <a:xfrm>
            <a:off x="1341345" y="2210672"/>
            <a:ext cx="449852" cy="341228"/>
          </a:xfrm>
          <a:prstGeom prst="rightArrow">
            <a:avLst/>
          </a:prstGeom>
          <a:gradFill flip="none" rotWithShape="1">
            <a:gsLst>
              <a:gs pos="0">
                <a:srgbClr val="E09A9C"/>
              </a:gs>
              <a:gs pos="21000">
                <a:srgbClr val="F0BFBB"/>
              </a:gs>
              <a:gs pos="79000">
                <a:srgbClr val="BCDFFD"/>
              </a:gs>
              <a:gs pos="100000">
                <a:srgbClr val="AACAF1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8CF3EFBF-CDE6-A3C6-9E2A-62516599E2C6}"/>
              </a:ext>
            </a:extLst>
          </p:cNvPr>
          <p:cNvSpPr/>
          <p:nvPr/>
        </p:nvSpPr>
        <p:spPr>
          <a:xfrm>
            <a:off x="3308740" y="2222256"/>
            <a:ext cx="449852" cy="341228"/>
          </a:xfrm>
          <a:prstGeom prst="rightArrow">
            <a:avLst/>
          </a:prstGeom>
          <a:gradFill flip="none" rotWithShape="1">
            <a:gsLst>
              <a:gs pos="0">
                <a:srgbClr val="E09A9C"/>
              </a:gs>
              <a:gs pos="21000">
                <a:srgbClr val="F0BFBB"/>
              </a:gs>
              <a:gs pos="79000">
                <a:srgbClr val="BCDFFD"/>
              </a:gs>
              <a:gs pos="100000">
                <a:srgbClr val="AACAF1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0DC9EDE-9E6E-12A0-DC41-D48C489DBE1B}"/>
              </a:ext>
            </a:extLst>
          </p:cNvPr>
          <p:cNvSpPr txBox="1"/>
          <p:nvPr/>
        </p:nvSpPr>
        <p:spPr>
          <a:xfrm>
            <a:off x="1248884" y="4018418"/>
            <a:ext cx="573794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F476C13-E84E-3C08-2CAB-8A00E217982A}"/>
              </a:ext>
            </a:extLst>
          </p:cNvPr>
          <p:cNvSpPr txBox="1"/>
          <p:nvPr/>
        </p:nvSpPr>
        <p:spPr>
          <a:xfrm>
            <a:off x="3175124" y="4008254"/>
            <a:ext cx="739141" cy="739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IFFT &amp; Gray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D3032AF-B135-57D3-54B8-DDFA69531EBD}"/>
              </a:ext>
            </a:extLst>
          </p:cNvPr>
          <p:cNvSpPr txBox="1"/>
          <p:nvPr/>
        </p:nvSpPr>
        <p:spPr>
          <a:xfrm>
            <a:off x="1254095" y="1887632"/>
            <a:ext cx="573794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9029A17-0C2D-ACF2-ECDA-6B7F1815C14F}"/>
              </a:ext>
            </a:extLst>
          </p:cNvPr>
          <p:cNvSpPr txBox="1"/>
          <p:nvPr/>
        </p:nvSpPr>
        <p:spPr>
          <a:xfrm>
            <a:off x="3183204" y="1918181"/>
            <a:ext cx="670314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F901F52-F825-7B41-90E3-B723A6773C13}"/>
              </a:ext>
            </a:extLst>
          </p:cNvPr>
          <p:cNvSpPr txBox="1"/>
          <p:nvPr/>
        </p:nvSpPr>
        <p:spPr>
          <a:xfrm>
            <a:off x="1509407" y="2860328"/>
            <a:ext cx="2078317" cy="523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  Low-Frequency </a:t>
            </a:r>
          </a:p>
          <a:p>
            <a:pPr algn="ctr"/>
            <a:r>
              <a:rPr lang="en-US" altLang="zh-CN" sz="1401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Components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F81D7EA-FC1D-C3D7-551A-1E3DE1A3043A}"/>
              </a:ext>
            </a:extLst>
          </p:cNvPr>
          <p:cNvSpPr txBox="1"/>
          <p:nvPr/>
        </p:nvSpPr>
        <p:spPr>
          <a:xfrm>
            <a:off x="1654022" y="4385309"/>
            <a:ext cx="1179184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Amplitude</a:t>
            </a:r>
            <a:endParaRPr lang="zh-CN" altLang="en-US" sz="140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35BBB10-D1C5-D392-CD22-CCF8D325971C}"/>
              </a:ext>
            </a:extLst>
          </p:cNvPr>
          <p:cNvSpPr txBox="1"/>
          <p:nvPr/>
        </p:nvSpPr>
        <p:spPr>
          <a:xfrm>
            <a:off x="2596623" y="4409866"/>
            <a:ext cx="706762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endParaRPr lang="zh-CN" altLang="en-US" sz="1401" dirty="0"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1B0D9843-1042-36A4-2460-BD1434BD9523}"/>
              </a:ext>
            </a:extLst>
          </p:cNvPr>
          <p:cNvSpPr/>
          <p:nvPr/>
        </p:nvSpPr>
        <p:spPr>
          <a:xfrm>
            <a:off x="8890376" y="1749134"/>
            <a:ext cx="5006641" cy="4444136"/>
          </a:xfrm>
          <a:custGeom>
            <a:avLst/>
            <a:gdLst>
              <a:gd name="connsiteX0" fmla="*/ 396729 w 4967932"/>
              <a:gd name="connsiteY0" fmla="*/ 0 h 4444136"/>
              <a:gd name="connsiteX1" fmla="*/ 396730 w 4967932"/>
              <a:gd name="connsiteY1" fmla="*/ 0 h 4444136"/>
              <a:gd name="connsiteX2" fmla="*/ 4967932 w 4967932"/>
              <a:gd name="connsiteY2" fmla="*/ 0 h 4444136"/>
              <a:gd name="connsiteX3" fmla="*/ 4967932 w 4967932"/>
              <a:gd name="connsiteY3" fmla="*/ 2977262 h 4444136"/>
              <a:gd name="connsiteX4" fmla="*/ 396730 w 4967932"/>
              <a:gd name="connsiteY4" fmla="*/ 2977262 h 4444136"/>
              <a:gd name="connsiteX5" fmla="*/ 396730 w 4967932"/>
              <a:gd name="connsiteY5" fmla="*/ 4444136 h 4444136"/>
              <a:gd name="connsiteX6" fmla="*/ 0 w 4967932"/>
              <a:gd name="connsiteY6" fmla="*/ 3479257 h 4444136"/>
              <a:gd name="connsiteX7" fmla="*/ 0 w 4967932"/>
              <a:gd name="connsiteY7" fmla="*/ 964879 h 4444136"/>
              <a:gd name="connsiteX8" fmla="*/ 396729 w 4967932"/>
              <a:gd name="connsiteY8" fmla="*/ 2 h 444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7932" h="4444136">
                <a:moveTo>
                  <a:pt x="396729" y="0"/>
                </a:moveTo>
                <a:lnTo>
                  <a:pt x="396730" y="0"/>
                </a:lnTo>
                <a:lnTo>
                  <a:pt x="4967932" y="0"/>
                </a:lnTo>
                <a:lnTo>
                  <a:pt x="4967932" y="2977262"/>
                </a:lnTo>
                <a:lnTo>
                  <a:pt x="396730" y="2977262"/>
                </a:lnTo>
                <a:lnTo>
                  <a:pt x="396730" y="4444136"/>
                </a:lnTo>
                <a:lnTo>
                  <a:pt x="0" y="3479257"/>
                </a:lnTo>
                <a:lnTo>
                  <a:pt x="0" y="964879"/>
                </a:lnTo>
                <a:lnTo>
                  <a:pt x="396729" y="2"/>
                </a:lnTo>
                <a:close/>
              </a:path>
            </a:pathLst>
          </a:custGeom>
          <a:solidFill>
            <a:srgbClr val="EBE7F2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4E82E73-2EF1-2B7C-8211-C767FDD17C1B}"/>
              </a:ext>
            </a:extLst>
          </p:cNvPr>
          <p:cNvSpPr/>
          <p:nvPr/>
        </p:nvSpPr>
        <p:spPr>
          <a:xfrm>
            <a:off x="4612039" y="4768238"/>
            <a:ext cx="435885" cy="14828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BDD90E3-354C-89CD-2CCD-55A828ED733F}"/>
              </a:ext>
            </a:extLst>
          </p:cNvPr>
          <p:cNvSpPr/>
          <p:nvPr/>
        </p:nvSpPr>
        <p:spPr>
          <a:xfrm>
            <a:off x="8892013" y="4773319"/>
            <a:ext cx="435883" cy="14828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32DE4BC-E8B9-AA10-4F59-22C04153B8C3}"/>
              </a:ext>
            </a:extLst>
          </p:cNvPr>
          <p:cNvCxnSpPr>
            <a:cxnSpLocks/>
            <a:endCxn id="185" idx="3"/>
          </p:cNvCxnSpPr>
          <p:nvPr/>
        </p:nvCxnSpPr>
        <p:spPr>
          <a:xfrm>
            <a:off x="5245455" y="1918182"/>
            <a:ext cx="0" cy="81432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55F8B028-F7D8-35F4-8A92-693EC7EB59B8}"/>
              </a:ext>
            </a:extLst>
          </p:cNvPr>
          <p:cNvCxnSpPr>
            <a:cxnSpLocks/>
          </p:cNvCxnSpPr>
          <p:nvPr/>
        </p:nvCxnSpPr>
        <p:spPr>
          <a:xfrm>
            <a:off x="8645666" y="1918179"/>
            <a:ext cx="0" cy="80586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F709484-E580-24D5-2BB9-8463750CDD3D}"/>
              </a:ext>
            </a:extLst>
          </p:cNvPr>
          <p:cNvCxnSpPr>
            <a:cxnSpLocks/>
          </p:cNvCxnSpPr>
          <p:nvPr/>
        </p:nvCxnSpPr>
        <p:spPr>
          <a:xfrm>
            <a:off x="6390147" y="1918176"/>
            <a:ext cx="0" cy="80586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6A44D1B-4E56-A61E-4C22-AECBF46088E0}"/>
              </a:ext>
            </a:extLst>
          </p:cNvPr>
          <p:cNvCxnSpPr>
            <a:cxnSpLocks/>
          </p:cNvCxnSpPr>
          <p:nvPr/>
        </p:nvCxnSpPr>
        <p:spPr>
          <a:xfrm>
            <a:off x="7512826" y="1918176"/>
            <a:ext cx="0" cy="80586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CE5A67ED-573E-BFD7-A2B3-202B6C5ED75F}"/>
              </a:ext>
            </a:extLst>
          </p:cNvPr>
          <p:cNvSpPr/>
          <p:nvPr/>
        </p:nvSpPr>
        <p:spPr>
          <a:xfrm>
            <a:off x="464088" y="4714315"/>
            <a:ext cx="6500589" cy="3531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D7C4C93-F436-98FC-C043-3F515A2ADB8F}"/>
              </a:ext>
            </a:extLst>
          </p:cNvPr>
          <p:cNvSpPr/>
          <p:nvPr/>
        </p:nvSpPr>
        <p:spPr>
          <a:xfrm>
            <a:off x="6950858" y="4717640"/>
            <a:ext cx="6959900" cy="3538554"/>
          </a:xfrm>
          <a:prstGeom prst="rect">
            <a:avLst/>
          </a:prstGeom>
          <a:solidFill>
            <a:srgbClr val="F9E0E0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AB1D2C33-D889-6B4D-F791-1A7662790AA7}"/>
              </a:ext>
            </a:extLst>
          </p:cNvPr>
          <p:cNvSpPr/>
          <p:nvPr/>
        </p:nvSpPr>
        <p:spPr>
          <a:xfrm>
            <a:off x="4508671" y="2965149"/>
            <a:ext cx="449852" cy="341228"/>
          </a:xfrm>
          <a:prstGeom prst="rightArrow">
            <a:avLst/>
          </a:prstGeom>
          <a:gradFill flip="none" rotWithShape="1">
            <a:gsLst>
              <a:gs pos="0">
                <a:srgbClr val="E09A9C"/>
              </a:gs>
              <a:gs pos="21000">
                <a:srgbClr val="F0BFBB"/>
              </a:gs>
              <a:gs pos="79000">
                <a:srgbClr val="BCDFFD"/>
              </a:gs>
              <a:gs pos="100000">
                <a:srgbClr val="AACAF1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8EEF45B-883D-B18C-1A23-7AD6708D5497}"/>
              </a:ext>
            </a:extLst>
          </p:cNvPr>
          <p:cNvGrpSpPr/>
          <p:nvPr/>
        </p:nvGrpSpPr>
        <p:grpSpPr>
          <a:xfrm>
            <a:off x="4192179" y="5870531"/>
            <a:ext cx="180000" cy="180000"/>
            <a:chOff x="2860993" y="3897083"/>
            <a:chExt cx="135143" cy="13514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10277A07-5487-AD24-761C-9352D700ED8F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6CD1FEDD-445E-D00F-2DD9-9E817CAEE63C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5CD730F-FA38-FE62-619A-4C710BD972EE}"/>
              </a:ext>
            </a:extLst>
          </p:cNvPr>
          <p:cNvCxnSpPr>
            <a:cxnSpLocks/>
          </p:cNvCxnSpPr>
          <p:nvPr/>
        </p:nvCxnSpPr>
        <p:spPr>
          <a:xfrm>
            <a:off x="1150686" y="6370143"/>
            <a:ext cx="70052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BA39B854-F023-146B-38D5-83419B085E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87886" y="6571813"/>
            <a:ext cx="810994" cy="356173"/>
          </a:xfrm>
          <a:prstGeom prst="bentConnector3">
            <a:avLst>
              <a:gd name="adj1" fmla="val 997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D9CA8BAE-F586-7C12-12E3-9771B8F2683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308043" y="5768276"/>
            <a:ext cx="783387" cy="368871"/>
          </a:xfrm>
          <a:prstGeom prst="bentConnector3">
            <a:avLst>
              <a:gd name="adj1" fmla="val 9944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立方体 46">
            <a:extLst>
              <a:ext uri="{FF2B5EF4-FFF2-40B4-BE49-F238E27FC236}">
                <a16:creationId xmlns:a16="http://schemas.microsoft.com/office/drawing/2014/main" id="{A9D5B541-BD2D-8BE3-D3F5-F55445B229CC}"/>
              </a:ext>
            </a:extLst>
          </p:cNvPr>
          <p:cNvSpPr/>
          <p:nvPr/>
        </p:nvSpPr>
        <p:spPr>
          <a:xfrm>
            <a:off x="1873943" y="6638503"/>
            <a:ext cx="648000" cy="656562"/>
          </a:xfrm>
          <a:prstGeom prst="cube">
            <a:avLst>
              <a:gd name="adj" fmla="val 38388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立方体 47">
            <a:extLst>
              <a:ext uri="{FF2B5EF4-FFF2-40B4-BE49-F238E27FC236}">
                <a16:creationId xmlns:a16="http://schemas.microsoft.com/office/drawing/2014/main" id="{761FBF30-8432-5A5E-BD91-71B495339CE8}"/>
              </a:ext>
            </a:extLst>
          </p:cNvPr>
          <p:cNvSpPr/>
          <p:nvPr/>
        </p:nvSpPr>
        <p:spPr>
          <a:xfrm>
            <a:off x="1852778" y="5912863"/>
            <a:ext cx="648000" cy="656562"/>
          </a:xfrm>
          <a:prstGeom prst="cube">
            <a:avLst>
              <a:gd name="adj" fmla="val 38388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立方体 48">
            <a:extLst>
              <a:ext uri="{FF2B5EF4-FFF2-40B4-BE49-F238E27FC236}">
                <a16:creationId xmlns:a16="http://schemas.microsoft.com/office/drawing/2014/main" id="{9991F3BB-A0DD-F49C-86E4-F67538AA061A}"/>
              </a:ext>
            </a:extLst>
          </p:cNvPr>
          <p:cNvSpPr/>
          <p:nvPr/>
        </p:nvSpPr>
        <p:spPr>
          <a:xfrm>
            <a:off x="1878176" y="5166703"/>
            <a:ext cx="648000" cy="656562"/>
          </a:xfrm>
          <a:prstGeom prst="cube">
            <a:avLst>
              <a:gd name="adj" fmla="val 38388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6845806F-AB00-67CB-6BEE-4D6C6A9A19FF}"/>
              </a:ext>
            </a:extLst>
          </p:cNvPr>
          <p:cNvCxnSpPr>
            <a:cxnSpLocks/>
          </p:cNvCxnSpPr>
          <p:nvPr/>
        </p:nvCxnSpPr>
        <p:spPr>
          <a:xfrm>
            <a:off x="2534471" y="5566869"/>
            <a:ext cx="574040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9124BED6-28DE-3529-17DF-12D174653764}"/>
              </a:ext>
            </a:extLst>
          </p:cNvPr>
          <p:cNvCxnSpPr>
            <a:cxnSpLocks/>
          </p:cNvCxnSpPr>
          <p:nvPr/>
        </p:nvCxnSpPr>
        <p:spPr>
          <a:xfrm>
            <a:off x="2479983" y="6386469"/>
            <a:ext cx="574040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52E7FC08-5F6C-7D41-B299-AEE1D085E942}"/>
              </a:ext>
            </a:extLst>
          </p:cNvPr>
          <p:cNvSpPr txBox="1"/>
          <p:nvPr/>
        </p:nvSpPr>
        <p:spPr>
          <a:xfrm>
            <a:off x="2426247" y="5606428"/>
            <a:ext cx="813922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1D-FFT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75045B8-7F09-B5D1-AD0A-F59B9F7BCE7E}"/>
              </a:ext>
            </a:extLst>
          </p:cNvPr>
          <p:cNvSpPr txBox="1"/>
          <p:nvPr/>
        </p:nvSpPr>
        <p:spPr>
          <a:xfrm>
            <a:off x="2402435" y="5994081"/>
            <a:ext cx="861546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1D-FFT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03B011C1-30AE-2617-B0ED-09128183C3C5}"/>
              </a:ext>
            </a:extLst>
          </p:cNvPr>
          <p:cNvCxnSpPr>
            <a:cxnSpLocks/>
          </p:cNvCxnSpPr>
          <p:nvPr/>
        </p:nvCxnSpPr>
        <p:spPr>
          <a:xfrm>
            <a:off x="3913870" y="5549797"/>
            <a:ext cx="370026" cy="320737"/>
          </a:xfrm>
          <a:prstGeom prst="bentConnector3">
            <a:avLst>
              <a:gd name="adj1" fmla="val 98909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1A97A9D7-77DD-B275-9814-57349EDB4A85}"/>
              </a:ext>
            </a:extLst>
          </p:cNvPr>
          <p:cNvCxnSpPr>
            <a:cxnSpLocks/>
          </p:cNvCxnSpPr>
          <p:nvPr/>
        </p:nvCxnSpPr>
        <p:spPr>
          <a:xfrm flipV="1">
            <a:off x="3820684" y="6056273"/>
            <a:ext cx="462101" cy="344485"/>
          </a:xfrm>
          <a:prstGeom prst="bentConnector3">
            <a:avLst>
              <a:gd name="adj1" fmla="val 100157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443CC139-96AA-B262-FC98-25B41DCFA461}"/>
              </a:ext>
            </a:extLst>
          </p:cNvPr>
          <p:cNvCxnSpPr>
            <a:cxnSpLocks/>
          </p:cNvCxnSpPr>
          <p:nvPr/>
        </p:nvCxnSpPr>
        <p:spPr>
          <a:xfrm>
            <a:off x="4381704" y="5953166"/>
            <a:ext cx="574040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FA4AE405-0CE6-BF4E-EC73-3DF41003BB2E}"/>
              </a:ext>
            </a:extLst>
          </p:cNvPr>
          <p:cNvSpPr txBox="1"/>
          <p:nvPr/>
        </p:nvSpPr>
        <p:spPr>
          <a:xfrm>
            <a:off x="4103529" y="5616067"/>
            <a:ext cx="1226153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1D-IFFT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立方体 57">
            <a:extLst>
              <a:ext uri="{FF2B5EF4-FFF2-40B4-BE49-F238E27FC236}">
                <a16:creationId xmlns:a16="http://schemas.microsoft.com/office/drawing/2014/main" id="{B2C10629-172D-271F-F47F-E2F64FC71468}"/>
              </a:ext>
            </a:extLst>
          </p:cNvPr>
          <p:cNvSpPr/>
          <p:nvPr/>
        </p:nvSpPr>
        <p:spPr>
          <a:xfrm>
            <a:off x="4937230" y="5733297"/>
            <a:ext cx="444500" cy="439738"/>
          </a:xfrm>
          <a:prstGeom prst="cube">
            <a:avLst>
              <a:gd name="adj" fmla="val 67104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354FEF49-7985-534D-EF5E-042958C3EBE3}"/>
              </a:ext>
            </a:extLst>
          </p:cNvPr>
          <p:cNvGrpSpPr/>
          <p:nvPr/>
        </p:nvGrpSpPr>
        <p:grpSpPr>
          <a:xfrm>
            <a:off x="5065860" y="6585734"/>
            <a:ext cx="180000" cy="180000"/>
            <a:chOff x="2860993" y="3897083"/>
            <a:chExt cx="135143" cy="135143"/>
          </a:xfrm>
        </p:grpSpPr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EA73EF6C-2AB1-7D80-6882-6A25629BEEE1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59E02469-6DC3-0994-1423-789D34CF360A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A8CC071C-38F0-4ED6-113E-393CD55C03D6}"/>
              </a:ext>
            </a:extLst>
          </p:cNvPr>
          <p:cNvCxnSpPr>
            <a:cxnSpLocks/>
          </p:cNvCxnSpPr>
          <p:nvPr/>
        </p:nvCxnSpPr>
        <p:spPr>
          <a:xfrm>
            <a:off x="5157300" y="6157078"/>
            <a:ext cx="0" cy="421639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A1FB8306-01D6-9642-1EE0-569D9C8D2D7D}"/>
              </a:ext>
            </a:extLst>
          </p:cNvPr>
          <p:cNvCxnSpPr>
            <a:cxnSpLocks/>
          </p:cNvCxnSpPr>
          <p:nvPr/>
        </p:nvCxnSpPr>
        <p:spPr>
          <a:xfrm flipV="1">
            <a:off x="2489610" y="6786854"/>
            <a:ext cx="2664033" cy="374587"/>
          </a:xfrm>
          <a:prstGeom prst="bentConnector3">
            <a:avLst>
              <a:gd name="adj1" fmla="val 10015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34004D86-4656-78D8-2048-690CDCB0837B}"/>
              </a:ext>
            </a:extLst>
          </p:cNvPr>
          <p:cNvGrpSpPr/>
          <p:nvPr/>
        </p:nvGrpSpPr>
        <p:grpSpPr>
          <a:xfrm rot="18827285">
            <a:off x="5641340" y="6574916"/>
            <a:ext cx="180000" cy="180000"/>
            <a:chOff x="4892460" y="2186404"/>
            <a:chExt cx="142638" cy="142638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201DAF8D-FE37-EAF9-FD36-AF27263183E5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A4F798CB-E90C-94FB-A02B-A8D1C0DDBA2E}"/>
                </a:ext>
              </a:extLst>
            </p:cNvPr>
            <p:cNvCxnSpPr>
              <a:cxnSpLocks/>
              <a:stCxn id="65" idx="1"/>
              <a:endCxn id="65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6A1107BC-7A83-19E8-3192-89A52F1E44D8}"/>
                </a:ext>
              </a:extLst>
            </p:cNvPr>
            <p:cNvCxnSpPr>
              <a:cxnSpLocks/>
              <a:stCxn id="65" idx="3"/>
              <a:endCxn id="65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361F029E-8331-634E-31EF-67B8C3C54045}"/>
              </a:ext>
            </a:extLst>
          </p:cNvPr>
          <p:cNvCxnSpPr>
            <a:cxnSpLocks/>
          </p:cNvCxnSpPr>
          <p:nvPr/>
        </p:nvCxnSpPr>
        <p:spPr>
          <a:xfrm>
            <a:off x="5239805" y="6664914"/>
            <a:ext cx="408987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2ABDAF3D-FB46-A7B0-AA72-08375F98D53B}"/>
              </a:ext>
            </a:extLst>
          </p:cNvPr>
          <p:cNvCxnSpPr>
            <a:cxnSpLocks/>
          </p:cNvCxnSpPr>
          <p:nvPr/>
        </p:nvCxnSpPr>
        <p:spPr>
          <a:xfrm>
            <a:off x="5822101" y="6664914"/>
            <a:ext cx="658899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84817723-DF47-6EC5-3100-C70CF58142C0}"/>
              </a:ext>
            </a:extLst>
          </p:cNvPr>
          <p:cNvCxnSpPr>
            <a:cxnSpLocks/>
            <a:stCxn id="183" idx="3"/>
            <a:endCxn id="65" idx="3"/>
          </p:cNvCxnSpPr>
          <p:nvPr/>
        </p:nvCxnSpPr>
        <p:spPr>
          <a:xfrm rot="16200000" flipH="1">
            <a:off x="3163817" y="4185472"/>
            <a:ext cx="227802" cy="4911053"/>
          </a:xfrm>
          <a:prstGeom prst="bentConnector4">
            <a:avLst>
              <a:gd name="adj1" fmla="val 585838"/>
              <a:gd name="adj2" fmla="val 10003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7E518817-C481-AD1D-72F8-60C5AFCED158}"/>
              </a:ext>
            </a:extLst>
          </p:cNvPr>
          <p:cNvSpPr txBox="1"/>
          <p:nvPr/>
        </p:nvSpPr>
        <p:spPr>
          <a:xfrm>
            <a:off x="1496592" y="6876464"/>
            <a:ext cx="34255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4A59B65-94B7-D222-5F59-60165BC75C35}"/>
              </a:ext>
            </a:extLst>
          </p:cNvPr>
          <p:cNvSpPr txBox="1"/>
          <p:nvPr/>
        </p:nvSpPr>
        <p:spPr>
          <a:xfrm>
            <a:off x="1486630" y="5235701"/>
            <a:ext cx="34255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82398C4-94AB-4A93-A029-526A5E9F1308}"/>
              </a:ext>
            </a:extLst>
          </p:cNvPr>
          <p:cNvSpPr txBox="1"/>
          <p:nvPr/>
        </p:nvSpPr>
        <p:spPr>
          <a:xfrm>
            <a:off x="1499329" y="6040390"/>
            <a:ext cx="34255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144BCE6C-22B6-4BF0-301F-0B2B44ED89E0}"/>
              </a:ext>
            </a:extLst>
          </p:cNvPr>
          <p:cNvSpPr txBox="1"/>
          <p:nvPr/>
        </p:nvSpPr>
        <p:spPr>
          <a:xfrm>
            <a:off x="4310743" y="5962058"/>
            <a:ext cx="614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696E4A63-E3EE-3982-B5B1-7B74712FAC5E}"/>
              </a:ext>
            </a:extLst>
          </p:cNvPr>
          <p:cNvCxnSpPr>
            <a:cxnSpLocks/>
          </p:cNvCxnSpPr>
          <p:nvPr/>
        </p:nvCxnSpPr>
        <p:spPr>
          <a:xfrm>
            <a:off x="7700642" y="6818076"/>
            <a:ext cx="5740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263B6BC5-3DB2-6874-AF9C-3F3ADF97DDA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11357" y="7019744"/>
            <a:ext cx="810994" cy="356173"/>
          </a:xfrm>
          <a:prstGeom prst="bentConnector3">
            <a:avLst>
              <a:gd name="adj1" fmla="val 997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984D874B-533C-0AAE-7501-D5161A2B166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731516" y="6216207"/>
            <a:ext cx="783387" cy="368871"/>
          </a:xfrm>
          <a:prstGeom prst="bentConnector3">
            <a:avLst>
              <a:gd name="adj1" fmla="val 9944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立方体 77">
            <a:extLst>
              <a:ext uri="{FF2B5EF4-FFF2-40B4-BE49-F238E27FC236}">
                <a16:creationId xmlns:a16="http://schemas.microsoft.com/office/drawing/2014/main" id="{6857FF85-5D3F-1D83-1E3F-F57445A638D1}"/>
              </a:ext>
            </a:extLst>
          </p:cNvPr>
          <p:cNvSpPr/>
          <p:nvPr/>
        </p:nvSpPr>
        <p:spPr>
          <a:xfrm>
            <a:off x="8297414" y="7086436"/>
            <a:ext cx="648000" cy="656562"/>
          </a:xfrm>
          <a:prstGeom prst="cube">
            <a:avLst>
              <a:gd name="adj" fmla="val 38388"/>
            </a:avLst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立方体 78">
            <a:extLst>
              <a:ext uri="{FF2B5EF4-FFF2-40B4-BE49-F238E27FC236}">
                <a16:creationId xmlns:a16="http://schemas.microsoft.com/office/drawing/2014/main" id="{E6225AA9-B6C2-5DE8-A4D7-9B5B48015EEF}"/>
              </a:ext>
            </a:extLst>
          </p:cNvPr>
          <p:cNvSpPr/>
          <p:nvPr/>
        </p:nvSpPr>
        <p:spPr>
          <a:xfrm>
            <a:off x="8276249" y="6360796"/>
            <a:ext cx="648000" cy="656562"/>
          </a:xfrm>
          <a:prstGeom prst="cube">
            <a:avLst>
              <a:gd name="adj" fmla="val 38388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立方体 79">
            <a:extLst>
              <a:ext uri="{FF2B5EF4-FFF2-40B4-BE49-F238E27FC236}">
                <a16:creationId xmlns:a16="http://schemas.microsoft.com/office/drawing/2014/main" id="{8D13ADE4-8E36-914C-79C1-716E0D9FC42D}"/>
              </a:ext>
            </a:extLst>
          </p:cNvPr>
          <p:cNvSpPr/>
          <p:nvPr/>
        </p:nvSpPr>
        <p:spPr>
          <a:xfrm>
            <a:off x="8301648" y="5614633"/>
            <a:ext cx="648000" cy="656562"/>
          </a:xfrm>
          <a:prstGeom prst="cube">
            <a:avLst>
              <a:gd name="adj" fmla="val 38388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7AF277F4-4256-5DE8-11A6-0A111000FBE2}"/>
              </a:ext>
            </a:extLst>
          </p:cNvPr>
          <p:cNvCxnSpPr>
            <a:cxnSpLocks/>
          </p:cNvCxnSpPr>
          <p:nvPr/>
        </p:nvCxnSpPr>
        <p:spPr>
          <a:xfrm>
            <a:off x="8957945" y="6014802"/>
            <a:ext cx="804510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0EBB95D9-B7C8-DFA1-E7EE-17E44AFC6B21}"/>
              </a:ext>
            </a:extLst>
          </p:cNvPr>
          <p:cNvCxnSpPr>
            <a:cxnSpLocks/>
          </p:cNvCxnSpPr>
          <p:nvPr/>
        </p:nvCxnSpPr>
        <p:spPr>
          <a:xfrm>
            <a:off x="8903457" y="6834402"/>
            <a:ext cx="771470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3614FD10-3228-538B-557F-429432C3AA10}"/>
              </a:ext>
            </a:extLst>
          </p:cNvPr>
          <p:cNvSpPr txBox="1"/>
          <p:nvPr/>
        </p:nvSpPr>
        <p:spPr>
          <a:xfrm>
            <a:off x="8832682" y="6016015"/>
            <a:ext cx="907014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2D-FFT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DF3060C3-A6D0-DBB1-845B-ABFC836CA3FC}"/>
              </a:ext>
            </a:extLst>
          </p:cNvPr>
          <p:cNvSpPr txBox="1"/>
          <p:nvPr/>
        </p:nvSpPr>
        <p:spPr>
          <a:xfrm>
            <a:off x="8867610" y="6522033"/>
            <a:ext cx="88478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2D-FFT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95D1623A-617F-252C-E4F4-A27880BE00B7}"/>
              </a:ext>
            </a:extLst>
          </p:cNvPr>
          <p:cNvCxnSpPr>
            <a:cxnSpLocks/>
          </p:cNvCxnSpPr>
          <p:nvPr/>
        </p:nvCxnSpPr>
        <p:spPr>
          <a:xfrm flipV="1">
            <a:off x="10130757" y="6146715"/>
            <a:ext cx="848785" cy="714377"/>
          </a:xfrm>
          <a:prstGeom prst="bentConnector3">
            <a:avLst>
              <a:gd name="adj1" fmla="val 99377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E64E9D52-7378-062E-17D7-2D5F8AE294E1}"/>
              </a:ext>
            </a:extLst>
          </p:cNvPr>
          <p:cNvCxnSpPr>
            <a:cxnSpLocks/>
          </p:cNvCxnSpPr>
          <p:nvPr/>
        </p:nvCxnSpPr>
        <p:spPr>
          <a:xfrm>
            <a:off x="12487061" y="7597315"/>
            <a:ext cx="350912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E0E085C3-80E7-FACE-89D0-8C2E3E7D2402}"/>
              </a:ext>
            </a:extLst>
          </p:cNvPr>
          <p:cNvSpPr txBox="1"/>
          <p:nvPr/>
        </p:nvSpPr>
        <p:spPr>
          <a:xfrm>
            <a:off x="10659329" y="5474466"/>
            <a:ext cx="1149013" cy="523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2D-</a:t>
            </a:r>
          </a:p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E8F9B616-A04C-A1AB-9EF1-D72871487C6A}"/>
              </a:ext>
            </a:extLst>
          </p:cNvPr>
          <p:cNvGrpSpPr/>
          <p:nvPr/>
        </p:nvGrpSpPr>
        <p:grpSpPr>
          <a:xfrm>
            <a:off x="12302388" y="7502535"/>
            <a:ext cx="180000" cy="180000"/>
            <a:chOff x="2860993" y="3897083"/>
            <a:chExt cx="135143" cy="135143"/>
          </a:xfrm>
        </p:grpSpPr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A8544F4B-3B40-8133-B9D7-D44E5ED01F96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F627F60A-20EC-0478-C799-888F90D02245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44E5A35D-F28C-44A9-2600-67D72039F855}"/>
              </a:ext>
            </a:extLst>
          </p:cNvPr>
          <p:cNvCxnSpPr>
            <a:cxnSpLocks/>
          </p:cNvCxnSpPr>
          <p:nvPr/>
        </p:nvCxnSpPr>
        <p:spPr>
          <a:xfrm>
            <a:off x="11079413" y="6034833"/>
            <a:ext cx="408987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CF8BB95A-C008-3CED-92C7-ABF347807D14}"/>
              </a:ext>
            </a:extLst>
          </p:cNvPr>
          <p:cNvGrpSpPr/>
          <p:nvPr/>
        </p:nvGrpSpPr>
        <p:grpSpPr>
          <a:xfrm rot="18827285">
            <a:off x="12839376" y="7499423"/>
            <a:ext cx="180000" cy="180000"/>
            <a:chOff x="4892460" y="2186404"/>
            <a:chExt cx="142638" cy="142638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FC276656-6FAA-5061-7AF1-7F88C31DEAD3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582733-3312-A708-F58D-7FAB0942C2D1}"/>
                </a:ext>
              </a:extLst>
            </p:cNvPr>
            <p:cNvCxnSpPr>
              <a:cxnSpLocks/>
              <a:stCxn id="93" idx="1"/>
              <a:endCxn id="93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03260CF0-6FEB-A035-642D-3FA315414BD2}"/>
                </a:ext>
              </a:extLst>
            </p:cNvPr>
            <p:cNvCxnSpPr>
              <a:cxnSpLocks/>
              <a:stCxn id="93" idx="3"/>
              <a:endCxn id="93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D1F453AF-048C-AEA1-B6FC-7668E90ED7B9}"/>
              </a:ext>
            </a:extLst>
          </p:cNvPr>
          <p:cNvCxnSpPr>
            <a:cxnSpLocks/>
          </p:cNvCxnSpPr>
          <p:nvPr/>
        </p:nvCxnSpPr>
        <p:spPr>
          <a:xfrm>
            <a:off x="10451710" y="5069133"/>
            <a:ext cx="2439496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3A39C5E1-B5EC-4B8E-88B0-C46D1C15AAB4}"/>
              </a:ext>
            </a:extLst>
          </p:cNvPr>
          <p:cNvCxnSpPr>
            <a:cxnSpLocks/>
            <a:stCxn id="184" idx="3"/>
            <a:endCxn id="93" idx="3"/>
          </p:cNvCxnSpPr>
          <p:nvPr/>
        </p:nvCxnSpPr>
        <p:spPr>
          <a:xfrm rot="16200000" flipH="1">
            <a:off x="9782004" y="4530132"/>
            <a:ext cx="704379" cy="5594175"/>
          </a:xfrm>
          <a:prstGeom prst="bentConnector4">
            <a:avLst>
              <a:gd name="adj1" fmla="val 146005"/>
              <a:gd name="adj2" fmla="val 10000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772117C2-7DC2-4DFC-40D5-DC2CF3ECC4E0}"/>
              </a:ext>
            </a:extLst>
          </p:cNvPr>
          <p:cNvSpPr txBox="1"/>
          <p:nvPr/>
        </p:nvSpPr>
        <p:spPr>
          <a:xfrm>
            <a:off x="7920063" y="7324396"/>
            <a:ext cx="34255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441B434C-326B-4CA6-EDC9-85651CCABF1F}"/>
              </a:ext>
            </a:extLst>
          </p:cNvPr>
          <p:cNvSpPr txBox="1"/>
          <p:nvPr/>
        </p:nvSpPr>
        <p:spPr>
          <a:xfrm>
            <a:off x="7910102" y="5683631"/>
            <a:ext cx="34255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504452EC-EC84-0068-249E-D63C9D8B66B6}"/>
              </a:ext>
            </a:extLst>
          </p:cNvPr>
          <p:cNvSpPr txBox="1"/>
          <p:nvPr/>
        </p:nvSpPr>
        <p:spPr>
          <a:xfrm>
            <a:off x="7922802" y="6488320"/>
            <a:ext cx="34255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立方体 100">
            <a:extLst>
              <a:ext uri="{FF2B5EF4-FFF2-40B4-BE49-F238E27FC236}">
                <a16:creationId xmlns:a16="http://schemas.microsoft.com/office/drawing/2014/main" id="{05A010FA-05D2-236A-6D5C-7275CE1DB78F}"/>
              </a:ext>
            </a:extLst>
          </p:cNvPr>
          <p:cNvSpPr/>
          <p:nvPr/>
        </p:nvSpPr>
        <p:spPr>
          <a:xfrm>
            <a:off x="9960738" y="6362186"/>
            <a:ext cx="444500" cy="439738"/>
          </a:xfrm>
          <a:prstGeom prst="cube">
            <a:avLst>
              <a:gd name="adj" fmla="val 12230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立方体 101">
            <a:extLst>
              <a:ext uri="{FF2B5EF4-FFF2-40B4-BE49-F238E27FC236}">
                <a16:creationId xmlns:a16="http://schemas.microsoft.com/office/drawing/2014/main" id="{9EFCD37B-2704-1BE4-C43A-37BAF5B1CF46}"/>
              </a:ext>
            </a:extLst>
          </p:cNvPr>
          <p:cNvSpPr/>
          <p:nvPr/>
        </p:nvSpPr>
        <p:spPr>
          <a:xfrm>
            <a:off x="9840234" y="6472032"/>
            <a:ext cx="444500" cy="439738"/>
          </a:xfrm>
          <a:prstGeom prst="cube">
            <a:avLst>
              <a:gd name="adj" fmla="val 12230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立方体 102">
            <a:extLst>
              <a:ext uri="{FF2B5EF4-FFF2-40B4-BE49-F238E27FC236}">
                <a16:creationId xmlns:a16="http://schemas.microsoft.com/office/drawing/2014/main" id="{7AB47FA6-B4C6-D970-6BCB-570DCFF519CD}"/>
              </a:ext>
            </a:extLst>
          </p:cNvPr>
          <p:cNvSpPr/>
          <p:nvPr/>
        </p:nvSpPr>
        <p:spPr>
          <a:xfrm>
            <a:off x="9717974" y="6598731"/>
            <a:ext cx="444500" cy="439738"/>
          </a:xfrm>
          <a:prstGeom prst="cube">
            <a:avLst>
              <a:gd name="adj" fmla="val 12230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立方体 103">
            <a:extLst>
              <a:ext uri="{FF2B5EF4-FFF2-40B4-BE49-F238E27FC236}">
                <a16:creationId xmlns:a16="http://schemas.microsoft.com/office/drawing/2014/main" id="{3B55DB3D-DE84-0390-9D07-20666458BEE5}"/>
              </a:ext>
            </a:extLst>
          </p:cNvPr>
          <p:cNvSpPr/>
          <p:nvPr/>
        </p:nvSpPr>
        <p:spPr>
          <a:xfrm>
            <a:off x="11497085" y="5560415"/>
            <a:ext cx="648000" cy="656562"/>
          </a:xfrm>
          <a:prstGeom prst="cube">
            <a:avLst>
              <a:gd name="adj" fmla="val 38388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E58A3FEA-8795-76E3-BF3F-AFC41E89EDB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219149" y="5453928"/>
            <a:ext cx="737411" cy="349217"/>
          </a:xfrm>
          <a:prstGeom prst="bentConnector3">
            <a:avLst>
              <a:gd name="adj1" fmla="val 99515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7B2AAF54-FCFE-FFE1-DC27-140C0F396CB2}"/>
              </a:ext>
            </a:extLst>
          </p:cNvPr>
          <p:cNvGrpSpPr/>
          <p:nvPr/>
        </p:nvGrpSpPr>
        <p:grpSpPr>
          <a:xfrm>
            <a:off x="10024095" y="5617135"/>
            <a:ext cx="444500" cy="439738"/>
            <a:chOff x="13787345" y="4270155"/>
            <a:chExt cx="444501" cy="439738"/>
          </a:xfrm>
          <a:solidFill>
            <a:srgbClr val="D8F9F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7" name="立方体 106">
              <a:extLst>
                <a:ext uri="{FF2B5EF4-FFF2-40B4-BE49-F238E27FC236}">
                  <a16:creationId xmlns:a16="http://schemas.microsoft.com/office/drawing/2014/main" id="{942EB842-4C64-7443-910B-5695F7AAF4CF}"/>
                </a:ext>
              </a:extLst>
            </p:cNvPr>
            <p:cNvSpPr/>
            <p:nvPr/>
          </p:nvSpPr>
          <p:spPr>
            <a:xfrm>
              <a:off x="13787345" y="4270155"/>
              <a:ext cx="444501" cy="439738"/>
            </a:xfrm>
            <a:prstGeom prst="cube">
              <a:avLst>
                <a:gd name="adj" fmla="val 12230"/>
              </a:avLst>
            </a:prstGeom>
            <a:grpFill/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D859BB52-BFE3-253D-0138-1C348F58B25E}"/>
                </a:ext>
              </a:extLst>
            </p:cNvPr>
            <p:cNvSpPr/>
            <p:nvPr/>
          </p:nvSpPr>
          <p:spPr>
            <a:xfrm>
              <a:off x="13791938" y="4330735"/>
              <a:ext cx="383439" cy="375496"/>
            </a:xfrm>
            <a:custGeom>
              <a:avLst/>
              <a:gdLst>
                <a:gd name="connsiteX0" fmla="*/ 289034 w 802580"/>
                <a:gd name="connsiteY0" fmla="*/ 577805 h 1604433"/>
                <a:gd name="connsiteX1" fmla="*/ 289034 w 802580"/>
                <a:gd name="connsiteY1" fmla="*/ 1026626 h 1604433"/>
                <a:gd name="connsiteX2" fmla="*/ 513546 w 802580"/>
                <a:gd name="connsiteY2" fmla="*/ 1026626 h 1604433"/>
                <a:gd name="connsiteX3" fmla="*/ 513546 w 802580"/>
                <a:gd name="connsiteY3" fmla="*/ 577805 h 1604433"/>
                <a:gd name="connsiteX4" fmla="*/ 0 w 802580"/>
                <a:gd name="connsiteY4" fmla="*/ 0 h 1604433"/>
                <a:gd name="connsiteX5" fmla="*/ 802580 w 802580"/>
                <a:gd name="connsiteY5" fmla="*/ 0 h 1604433"/>
                <a:gd name="connsiteX6" fmla="*/ 802580 w 802580"/>
                <a:gd name="connsiteY6" fmla="*/ 1604433 h 1604433"/>
                <a:gd name="connsiteX7" fmla="*/ 0 w 802580"/>
                <a:gd name="connsiteY7" fmla="*/ 1604433 h 1604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2580" h="1604433">
                  <a:moveTo>
                    <a:pt x="289034" y="577805"/>
                  </a:moveTo>
                  <a:lnTo>
                    <a:pt x="289034" y="1026626"/>
                  </a:lnTo>
                  <a:lnTo>
                    <a:pt x="513546" y="1026626"/>
                  </a:lnTo>
                  <a:lnTo>
                    <a:pt x="513546" y="577805"/>
                  </a:lnTo>
                  <a:close/>
                  <a:moveTo>
                    <a:pt x="0" y="0"/>
                  </a:moveTo>
                  <a:lnTo>
                    <a:pt x="802580" y="0"/>
                  </a:lnTo>
                  <a:lnTo>
                    <a:pt x="802580" y="1604433"/>
                  </a:lnTo>
                  <a:lnTo>
                    <a:pt x="0" y="1604433"/>
                  </a:lnTo>
                  <a:close/>
                </a:path>
              </a:pathLst>
            </a:custGeom>
            <a:grpFill/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D5BCF850-DD52-09AC-90F7-ED94763CF18C}"/>
              </a:ext>
            </a:extLst>
          </p:cNvPr>
          <p:cNvGrpSpPr/>
          <p:nvPr/>
        </p:nvGrpSpPr>
        <p:grpSpPr>
          <a:xfrm>
            <a:off x="9903594" y="5726982"/>
            <a:ext cx="444500" cy="439738"/>
            <a:chOff x="13666843" y="4380001"/>
            <a:chExt cx="444501" cy="439738"/>
          </a:xfrm>
          <a:solidFill>
            <a:srgbClr val="D8F9F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0" name="立方体 109">
              <a:extLst>
                <a:ext uri="{FF2B5EF4-FFF2-40B4-BE49-F238E27FC236}">
                  <a16:creationId xmlns:a16="http://schemas.microsoft.com/office/drawing/2014/main" id="{A1904B23-48CF-1890-3C76-3531CD21B7C1}"/>
                </a:ext>
              </a:extLst>
            </p:cNvPr>
            <p:cNvSpPr/>
            <p:nvPr/>
          </p:nvSpPr>
          <p:spPr>
            <a:xfrm>
              <a:off x="13666843" y="4380001"/>
              <a:ext cx="444501" cy="439738"/>
            </a:xfrm>
            <a:prstGeom prst="cube">
              <a:avLst>
                <a:gd name="adj" fmla="val 12230"/>
              </a:avLst>
            </a:prstGeom>
            <a:grpFill/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D8C3089B-160B-819C-E102-5C684930096D}"/>
                </a:ext>
              </a:extLst>
            </p:cNvPr>
            <p:cNvSpPr/>
            <p:nvPr/>
          </p:nvSpPr>
          <p:spPr>
            <a:xfrm>
              <a:off x="13671435" y="4442200"/>
              <a:ext cx="383439" cy="375496"/>
            </a:xfrm>
            <a:custGeom>
              <a:avLst/>
              <a:gdLst>
                <a:gd name="connsiteX0" fmla="*/ 289034 w 802580"/>
                <a:gd name="connsiteY0" fmla="*/ 577805 h 1604433"/>
                <a:gd name="connsiteX1" fmla="*/ 289034 w 802580"/>
                <a:gd name="connsiteY1" fmla="*/ 1026626 h 1604433"/>
                <a:gd name="connsiteX2" fmla="*/ 513546 w 802580"/>
                <a:gd name="connsiteY2" fmla="*/ 1026626 h 1604433"/>
                <a:gd name="connsiteX3" fmla="*/ 513546 w 802580"/>
                <a:gd name="connsiteY3" fmla="*/ 577805 h 1604433"/>
                <a:gd name="connsiteX4" fmla="*/ 0 w 802580"/>
                <a:gd name="connsiteY4" fmla="*/ 0 h 1604433"/>
                <a:gd name="connsiteX5" fmla="*/ 802580 w 802580"/>
                <a:gd name="connsiteY5" fmla="*/ 0 h 1604433"/>
                <a:gd name="connsiteX6" fmla="*/ 802580 w 802580"/>
                <a:gd name="connsiteY6" fmla="*/ 1604433 h 1604433"/>
                <a:gd name="connsiteX7" fmla="*/ 0 w 802580"/>
                <a:gd name="connsiteY7" fmla="*/ 1604433 h 1604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2580" h="1604433">
                  <a:moveTo>
                    <a:pt x="289034" y="577805"/>
                  </a:moveTo>
                  <a:lnTo>
                    <a:pt x="289034" y="1026626"/>
                  </a:lnTo>
                  <a:lnTo>
                    <a:pt x="513546" y="1026626"/>
                  </a:lnTo>
                  <a:lnTo>
                    <a:pt x="513546" y="577805"/>
                  </a:lnTo>
                  <a:close/>
                  <a:moveTo>
                    <a:pt x="0" y="0"/>
                  </a:moveTo>
                  <a:lnTo>
                    <a:pt x="802580" y="0"/>
                  </a:lnTo>
                  <a:lnTo>
                    <a:pt x="802580" y="1604433"/>
                  </a:lnTo>
                  <a:lnTo>
                    <a:pt x="0" y="1604433"/>
                  </a:lnTo>
                  <a:close/>
                </a:path>
              </a:pathLst>
            </a:custGeom>
            <a:grpFill/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EB9F4EE7-6054-A3D0-90CB-F08117A3B717}"/>
              </a:ext>
            </a:extLst>
          </p:cNvPr>
          <p:cNvGrpSpPr/>
          <p:nvPr/>
        </p:nvGrpSpPr>
        <p:grpSpPr>
          <a:xfrm>
            <a:off x="9781334" y="5853681"/>
            <a:ext cx="444500" cy="439738"/>
            <a:chOff x="13544582" y="4506700"/>
            <a:chExt cx="444501" cy="439738"/>
          </a:xfrm>
          <a:solidFill>
            <a:srgbClr val="D8F9F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3" name="立方体 112">
              <a:extLst>
                <a:ext uri="{FF2B5EF4-FFF2-40B4-BE49-F238E27FC236}">
                  <a16:creationId xmlns:a16="http://schemas.microsoft.com/office/drawing/2014/main" id="{6890212E-60DA-86DF-27AA-9AFB1F8DE8E2}"/>
                </a:ext>
              </a:extLst>
            </p:cNvPr>
            <p:cNvSpPr/>
            <p:nvPr/>
          </p:nvSpPr>
          <p:spPr>
            <a:xfrm>
              <a:off x="13544582" y="4506700"/>
              <a:ext cx="444501" cy="439738"/>
            </a:xfrm>
            <a:prstGeom prst="cube">
              <a:avLst>
                <a:gd name="adj" fmla="val 12230"/>
              </a:avLst>
            </a:prstGeom>
            <a:grpFill/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4" name="任意多边形: 形状 113">
              <a:extLst>
                <a:ext uri="{FF2B5EF4-FFF2-40B4-BE49-F238E27FC236}">
                  <a16:creationId xmlns:a16="http://schemas.microsoft.com/office/drawing/2014/main" id="{7C382CD7-CB36-A089-2D4E-673061B5B63B}"/>
                </a:ext>
              </a:extLst>
            </p:cNvPr>
            <p:cNvSpPr/>
            <p:nvPr/>
          </p:nvSpPr>
          <p:spPr>
            <a:xfrm>
              <a:off x="13546170" y="4567979"/>
              <a:ext cx="383439" cy="375496"/>
            </a:xfrm>
            <a:custGeom>
              <a:avLst/>
              <a:gdLst>
                <a:gd name="connsiteX0" fmla="*/ 289034 w 802580"/>
                <a:gd name="connsiteY0" fmla="*/ 577805 h 1604433"/>
                <a:gd name="connsiteX1" fmla="*/ 289034 w 802580"/>
                <a:gd name="connsiteY1" fmla="*/ 1026626 h 1604433"/>
                <a:gd name="connsiteX2" fmla="*/ 513546 w 802580"/>
                <a:gd name="connsiteY2" fmla="*/ 1026626 h 1604433"/>
                <a:gd name="connsiteX3" fmla="*/ 513546 w 802580"/>
                <a:gd name="connsiteY3" fmla="*/ 577805 h 1604433"/>
                <a:gd name="connsiteX4" fmla="*/ 0 w 802580"/>
                <a:gd name="connsiteY4" fmla="*/ 0 h 1604433"/>
                <a:gd name="connsiteX5" fmla="*/ 802580 w 802580"/>
                <a:gd name="connsiteY5" fmla="*/ 0 h 1604433"/>
                <a:gd name="connsiteX6" fmla="*/ 802580 w 802580"/>
                <a:gd name="connsiteY6" fmla="*/ 1604433 h 1604433"/>
                <a:gd name="connsiteX7" fmla="*/ 0 w 802580"/>
                <a:gd name="connsiteY7" fmla="*/ 1604433 h 1604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2580" h="1604433">
                  <a:moveTo>
                    <a:pt x="289034" y="577805"/>
                  </a:moveTo>
                  <a:lnTo>
                    <a:pt x="289034" y="1026626"/>
                  </a:lnTo>
                  <a:lnTo>
                    <a:pt x="513546" y="1026626"/>
                  </a:lnTo>
                  <a:lnTo>
                    <a:pt x="513546" y="577805"/>
                  </a:lnTo>
                  <a:close/>
                  <a:moveTo>
                    <a:pt x="0" y="0"/>
                  </a:moveTo>
                  <a:lnTo>
                    <a:pt x="802580" y="0"/>
                  </a:lnTo>
                  <a:lnTo>
                    <a:pt x="802580" y="1604433"/>
                  </a:lnTo>
                  <a:lnTo>
                    <a:pt x="0" y="1604433"/>
                  </a:lnTo>
                  <a:close/>
                </a:path>
              </a:pathLst>
            </a:custGeom>
            <a:solidFill>
              <a:srgbClr val="002060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15" name="立方体 114">
            <a:extLst>
              <a:ext uri="{FF2B5EF4-FFF2-40B4-BE49-F238E27FC236}">
                <a16:creationId xmlns:a16="http://schemas.microsoft.com/office/drawing/2014/main" id="{2DCDBCC4-0618-3A25-3AAF-8AC6EB80075E}"/>
              </a:ext>
            </a:extLst>
          </p:cNvPr>
          <p:cNvSpPr/>
          <p:nvPr/>
        </p:nvSpPr>
        <p:spPr>
          <a:xfrm>
            <a:off x="10017680" y="4876288"/>
            <a:ext cx="444500" cy="439738"/>
          </a:xfrm>
          <a:prstGeom prst="cube">
            <a:avLst>
              <a:gd name="adj" fmla="val 12230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立方体 115">
            <a:extLst>
              <a:ext uri="{FF2B5EF4-FFF2-40B4-BE49-F238E27FC236}">
                <a16:creationId xmlns:a16="http://schemas.microsoft.com/office/drawing/2014/main" id="{61015390-25F4-74C6-76A9-10FFBD6D5C3D}"/>
              </a:ext>
            </a:extLst>
          </p:cNvPr>
          <p:cNvSpPr/>
          <p:nvPr/>
        </p:nvSpPr>
        <p:spPr>
          <a:xfrm>
            <a:off x="9897179" y="4986134"/>
            <a:ext cx="444500" cy="439738"/>
          </a:xfrm>
          <a:prstGeom prst="cube">
            <a:avLst>
              <a:gd name="adj" fmla="val 12230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立方体 116">
            <a:extLst>
              <a:ext uri="{FF2B5EF4-FFF2-40B4-BE49-F238E27FC236}">
                <a16:creationId xmlns:a16="http://schemas.microsoft.com/office/drawing/2014/main" id="{87413028-DD9E-CFE8-9E7B-5047BC1048F2}"/>
              </a:ext>
            </a:extLst>
          </p:cNvPr>
          <p:cNvSpPr/>
          <p:nvPr/>
        </p:nvSpPr>
        <p:spPr>
          <a:xfrm>
            <a:off x="9774918" y="5112834"/>
            <a:ext cx="444500" cy="439738"/>
          </a:xfrm>
          <a:prstGeom prst="cube">
            <a:avLst>
              <a:gd name="adj" fmla="val 12230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D1245D9E-C637-E92A-979C-B8FCAFEFA684}"/>
              </a:ext>
            </a:extLst>
          </p:cNvPr>
          <p:cNvSpPr/>
          <p:nvPr/>
        </p:nvSpPr>
        <p:spPr>
          <a:xfrm>
            <a:off x="9902160" y="5286882"/>
            <a:ext cx="134837" cy="135933"/>
          </a:xfrm>
          <a:prstGeom prst="rect">
            <a:avLst/>
          </a:prstGeom>
          <a:solidFill>
            <a:srgbClr val="002060"/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7754ADF7-0530-EA37-88EE-5F25533FEA4F}"/>
              </a:ext>
            </a:extLst>
          </p:cNvPr>
          <p:cNvGrpSpPr/>
          <p:nvPr/>
        </p:nvGrpSpPr>
        <p:grpSpPr>
          <a:xfrm>
            <a:off x="12892534" y="4979135"/>
            <a:ext cx="180000" cy="180000"/>
            <a:chOff x="2860993" y="3897083"/>
            <a:chExt cx="135143" cy="135143"/>
          </a:xfrm>
        </p:grpSpPr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9042D5A8-E0B2-3F50-9904-F64AD72CA4CB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869831D7-B397-7247-9DA7-75EA4BB24AFF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</p:grpSp>
      <p:cxnSp>
        <p:nvCxnSpPr>
          <p:cNvPr id="122" name="连接符: 肘形 121">
            <a:extLst>
              <a:ext uri="{FF2B5EF4-FFF2-40B4-BE49-F238E27FC236}">
                <a16:creationId xmlns:a16="http://schemas.microsoft.com/office/drawing/2014/main" id="{A4D1AC20-51ED-3CE7-29F9-25AD64674903}"/>
              </a:ext>
            </a:extLst>
          </p:cNvPr>
          <p:cNvCxnSpPr>
            <a:cxnSpLocks/>
          </p:cNvCxnSpPr>
          <p:nvPr/>
        </p:nvCxnSpPr>
        <p:spPr>
          <a:xfrm flipV="1">
            <a:off x="10410220" y="5064056"/>
            <a:ext cx="2662319" cy="1795138"/>
          </a:xfrm>
          <a:prstGeom prst="bentConnector3">
            <a:avLst>
              <a:gd name="adj1" fmla="val 120799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0404A4B7-9812-2D22-4A77-A4010DDD356D}"/>
              </a:ext>
            </a:extLst>
          </p:cNvPr>
          <p:cNvCxnSpPr>
            <a:cxnSpLocks/>
          </p:cNvCxnSpPr>
          <p:nvPr/>
        </p:nvCxnSpPr>
        <p:spPr>
          <a:xfrm>
            <a:off x="10461977" y="6034833"/>
            <a:ext cx="408987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BAF93AC5-F0B8-BE57-1344-9AEA847CD417}"/>
              </a:ext>
            </a:extLst>
          </p:cNvPr>
          <p:cNvGrpSpPr/>
          <p:nvPr/>
        </p:nvGrpSpPr>
        <p:grpSpPr>
          <a:xfrm>
            <a:off x="10884246" y="5940599"/>
            <a:ext cx="180000" cy="180000"/>
            <a:chOff x="2860993" y="3897083"/>
            <a:chExt cx="135143" cy="135143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016C29C8-AB9D-B6BE-BEA0-16E6CCADED06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57D3F7F4-8404-27F0-128D-8F7747D6AA59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19E3EF93-B287-F4DB-0AC5-83C3541A4654}"/>
              </a:ext>
            </a:extLst>
          </p:cNvPr>
          <p:cNvSpPr txBox="1"/>
          <p:nvPr/>
        </p:nvSpPr>
        <p:spPr>
          <a:xfrm>
            <a:off x="9286706" y="5640753"/>
            <a:ext cx="754892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BA3A728C-640C-5848-AA69-8FA6C5CFC2E5}"/>
              </a:ext>
            </a:extLst>
          </p:cNvPr>
          <p:cNvSpPr txBox="1"/>
          <p:nvPr/>
        </p:nvSpPr>
        <p:spPr>
          <a:xfrm>
            <a:off x="9239062" y="4849270"/>
            <a:ext cx="754892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立方体 128">
            <a:extLst>
              <a:ext uri="{FF2B5EF4-FFF2-40B4-BE49-F238E27FC236}">
                <a16:creationId xmlns:a16="http://schemas.microsoft.com/office/drawing/2014/main" id="{1D2C7E38-2317-220E-9FDD-C99F333FA8F7}"/>
              </a:ext>
            </a:extLst>
          </p:cNvPr>
          <p:cNvSpPr/>
          <p:nvPr/>
        </p:nvSpPr>
        <p:spPr>
          <a:xfrm>
            <a:off x="12703584" y="5543484"/>
            <a:ext cx="648000" cy="656562"/>
          </a:xfrm>
          <a:prstGeom prst="cube">
            <a:avLst>
              <a:gd name="adj" fmla="val 38388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0E422922-DFE3-FB15-3D76-90AD27C6F0B4}"/>
              </a:ext>
            </a:extLst>
          </p:cNvPr>
          <p:cNvCxnSpPr>
            <a:cxnSpLocks/>
          </p:cNvCxnSpPr>
          <p:nvPr/>
        </p:nvCxnSpPr>
        <p:spPr>
          <a:xfrm>
            <a:off x="12975440" y="5150747"/>
            <a:ext cx="0" cy="38272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C7D1EA3C-FD73-52C4-F7CE-18CD5893E161}"/>
              </a:ext>
            </a:extLst>
          </p:cNvPr>
          <p:cNvGrpSpPr/>
          <p:nvPr/>
        </p:nvGrpSpPr>
        <p:grpSpPr>
          <a:xfrm rot="18827285">
            <a:off x="12294218" y="5944833"/>
            <a:ext cx="180000" cy="180000"/>
            <a:chOff x="4892460" y="2186404"/>
            <a:chExt cx="142638" cy="142638"/>
          </a:xfrm>
        </p:grpSpPr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493C5CBC-D407-9315-ADD8-2C788D26651D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5A83256B-8F90-04FB-8E92-55A93B45A449}"/>
                </a:ext>
              </a:extLst>
            </p:cNvPr>
            <p:cNvCxnSpPr>
              <a:cxnSpLocks/>
              <a:stCxn id="132" idx="1"/>
              <a:endCxn id="132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96F72073-564B-5C8D-5498-308451417E6D}"/>
                </a:ext>
              </a:extLst>
            </p:cNvPr>
            <p:cNvCxnSpPr>
              <a:cxnSpLocks/>
              <a:stCxn id="132" idx="3"/>
              <a:endCxn id="132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5" name="文本框 134">
            <a:extLst>
              <a:ext uri="{FF2B5EF4-FFF2-40B4-BE49-F238E27FC236}">
                <a16:creationId xmlns:a16="http://schemas.microsoft.com/office/drawing/2014/main" id="{49C9280B-6DBF-99B4-F97A-7D1CEF1A88EB}"/>
              </a:ext>
            </a:extLst>
          </p:cNvPr>
          <p:cNvSpPr txBox="1"/>
          <p:nvPr/>
        </p:nvSpPr>
        <p:spPr>
          <a:xfrm>
            <a:off x="12108246" y="5115870"/>
            <a:ext cx="903610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2D-IFFT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5ED00BCC-B7F3-E367-B2FB-E78F6BCFD76B}"/>
              </a:ext>
            </a:extLst>
          </p:cNvPr>
          <p:cNvCxnSpPr>
            <a:cxnSpLocks/>
          </p:cNvCxnSpPr>
          <p:nvPr/>
        </p:nvCxnSpPr>
        <p:spPr>
          <a:xfrm>
            <a:off x="12009687" y="6033253"/>
            <a:ext cx="267370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494E271C-8CFA-C7C2-3346-95373C3A192B}"/>
              </a:ext>
            </a:extLst>
          </p:cNvPr>
          <p:cNvCxnSpPr>
            <a:cxnSpLocks/>
          </p:cNvCxnSpPr>
          <p:nvPr/>
        </p:nvCxnSpPr>
        <p:spPr>
          <a:xfrm flipH="1">
            <a:off x="12473312" y="6034833"/>
            <a:ext cx="227605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55B17C02-892A-3BF1-9F13-ECE4807340EC}"/>
              </a:ext>
            </a:extLst>
          </p:cNvPr>
          <p:cNvCxnSpPr>
            <a:cxnSpLocks/>
          </p:cNvCxnSpPr>
          <p:nvPr/>
        </p:nvCxnSpPr>
        <p:spPr>
          <a:xfrm>
            <a:off x="8893101" y="7609070"/>
            <a:ext cx="339792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62A5B713-3CE1-CBF3-536C-1397533E4BC3}"/>
              </a:ext>
            </a:extLst>
          </p:cNvPr>
          <p:cNvCxnSpPr>
            <a:cxnSpLocks/>
          </p:cNvCxnSpPr>
          <p:nvPr/>
        </p:nvCxnSpPr>
        <p:spPr>
          <a:xfrm>
            <a:off x="12382772" y="6940995"/>
            <a:ext cx="0" cy="558845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弧形 139">
            <a:extLst>
              <a:ext uri="{FF2B5EF4-FFF2-40B4-BE49-F238E27FC236}">
                <a16:creationId xmlns:a16="http://schemas.microsoft.com/office/drawing/2014/main" id="{5AF9E1B3-3C62-67A0-9118-7E2568A80367}"/>
              </a:ext>
            </a:extLst>
          </p:cNvPr>
          <p:cNvSpPr/>
          <p:nvPr/>
        </p:nvSpPr>
        <p:spPr>
          <a:xfrm>
            <a:off x="12297167" y="6787008"/>
            <a:ext cx="149753" cy="150813"/>
          </a:xfrm>
          <a:prstGeom prst="arc">
            <a:avLst>
              <a:gd name="adj1" fmla="val 16200000"/>
              <a:gd name="adj2" fmla="val 5535118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99A04103-715B-B8F3-2425-7214F7901D31}"/>
              </a:ext>
            </a:extLst>
          </p:cNvPr>
          <p:cNvCxnSpPr>
            <a:cxnSpLocks/>
          </p:cNvCxnSpPr>
          <p:nvPr/>
        </p:nvCxnSpPr>
        <p:spPr>
          <a:xfrm>
            <a:off x="12384360" y="6133628"/>
            <a:ext cx="0" cy="675601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9732405E-EED1-4DBB-F753-1842A89FB0CE}"/>
              </a:ext>
            </a:extLst>
          </p:cNvPr>
          <p:cNvCxnSpPr>
            <a:cxnSpLocks/>
          </p:cNvCxnSpPr>
          <p:nvPr/>
        </p:nvCxnSpPr>
        <p:spPr>
          <a:xfrm>
            <a:off x="13038876" y="7587789"/>
            <a:ext cx="735611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立方体 142">
            <a:extLst>
              <a:ext uri="{FF2B5EF4-FFF2-40B4-BE49-F238E27FC236}">
                <a16:creationId xmlns:a16="http://schemas.microsoft.com/office/drawing/2014/main" id="{8AE0D977-FC3C-E685-D41F-6ED7340D609A}"/>
              </a:ext>
            </a:extLst>
          </p:cNvPr>
          <p:cNvSpPr/>
          <p:nvPr/>
        </p:nvSpPr>
        <p:spPr>
          <a:xfrm>
            <a:off x="9285454" y="2331973"/>
            <a:ext cx="648000" cy="656562"/>
          </a:xfrm>
          <a:prstGeom prst="cube">
            <a:avLst>
              <a:gd name="adj" fmla="val 38388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B1B9A93F-9D14-5A2B-2F00-A2C010B6B90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559294" y="3393867"/>
            <a:ext cx="810994" cy="356173"/>
          </a:xfrm>
          <a:prstGeom prst="bentConnector3">
            <a:avLst>
              <a:gd name="adj1" fmla="val 9972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连接符: 肘形 144">
            <a:extLst>
              <a:ext uri="{FF2B5EF4-FFF2-40B4-BE49-F238E27FC236}">
                <a16:creationId xmlns:a16="http://schemas.microsoft.com/office/drawing/2014/main" id="{95852F1F-D828-82AA-F84B-CC7F2FA108E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579146" y="2656199"/>
            <a:ext cx="783387" cy="368871"/>
          </a:xfrm>
          <a:prstGeom prst="bentConnector3">
            <a:avLst>
              <a:gd name="adj1" fmla="val 99445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EAD9200E-6569-5183-9318-4143964BED6B}"/>
              </a:ext>
            </a:extLst>
          </p:cNvPr>
          <p:cNvCxnSpPr>
            <a:cxnSpLocks/>
          </p:cNvCxnSpPr>
          <p:nvPr/>
        </p:nvCxnSpPr>
        <p:spPr>
          <a:xfrm>
            <a:off x="9520876" y="3012907"/>
            <a:ext cx="0" cy="3827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立方体 146">
            <a:extLst>
              <a:ext uri="{FF2B5EF4-FFF2-40B4-BE49-F238E27FC236}">
                <a16:creationId xmlns:a16="http://schemas.microsoft.com/office/drawing/2014/main" id="{C4D31AE1-07B2-57E9-816D-BC45F8B2DF87}"/>
              </a:ext>
            </a:extLst>
          </p:cNvPr>
          <p:cNvSpPr/>
          <p:nvPr/>
        </p:nvSpPr>
        <p:spPr>
          <a:xfrm>
            <a:off x="9278791" y="3407307"/>
            <a:ext cx="648000" cy="656562"/>
          </a:xfrm>
          <a:prstGeom prst="cube">
            <a:avLst>
              <a:gd name="adj" fmla="val 38388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9CB667BF-152F-C140-2871-20C4ABCC6C9D}"/>
              </a:ext>
            </a:extLst>
          </p:cNvPr>
          <p:cNvSpPr txBox="1"/>
          <p:nvPr/>
        </p:nvSpPr>
        <p:spPr>
          <a:xfrm>
            <a:off x="9434008" y="3041373"/>
            <a:ext cx="972440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2D-FFT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B1905D38-101F-98FC-D57A-16831F47791E}"/>
              </a:ext>
            </a:extLst>
          </p:cNvPr>
          <p:cNvCxnSpPr>
            <a:cxnSpLocks/>
          </p:cNvCxnSpPr>
          <p:nvPr/>
        </p:nvCxnSpPr>
        <p:spPr>
          <a:xfrm>
            <a:off x="9912079" y="3774590"/>
            <a:ext cx="408987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882EA166-BDA4-09CF-ED37-CBD0E40E355D}"/>
              </a:ext>
            </a:extLst>
          </p:cNvPr>
          <p:cNvCxnSpPr>
            <a:cxnSpLocks/>
          </p:cNvCxnSpPr>
          <p:nvPr/>
        </p:nvCxnSpPr>
        <p:spPr>
          <a:xfrm>
            <a:off x="9939349" y="2690986"/>
            <a:ext cx="4089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8CF32CBC-2730-429C-30E0-471DD3884D2B}"/>
              </a:ext>
            </a:extLst>
          </p:cNvPr>
          <p:cNvCxnSpPr>
            <a:cxnSpLocks/>
            <a:endCxn id="155" idx="7"/>
          </p:cNvCxnSpPr>
          <p:nvPr/>
        </p:nvCxnSpPr>
        <p:spPr>
          <a:xfrm>
            <a:off x="10623948" y="2713426"/>
            <a:ext cx="648537" cy="457343"/>
          </a:xfrm>
          <a:prstGeom prst="bentConnector3">
            <a:avLst>
              <a:gd name="adj1" fmla="val 9934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连接符: 肘形 151">
            <a:extLst>
              <a:ext uri="{FF2B5EF4-FFF2-40B4-BE49-F238E27FC236}">
                <a16:creationId xmlns:a16="http://schemas.microsoft.com/office/drawing/2014/main" id="{73B2FEF1-9FAC-9973-B1F7-27DD3E06054E}"/>
              </a:ext>
            </a:extLst>
          </p:cNvPr>
          <p:cNvCxnSpPr>
            <a:cxnSpLocks/>
            <a:endCxn id="155" idx="3"/>
          </p:cNvCxnSpPr>
          <p:nvPr/>
        </p:nvCxnSpPr>
        <p:spPr>
          <a:xfrm flipV="1">
            <a:off x="10626489" y="3350723"/>
            <a:ext cx="649803" cy="439950"/>
          </a:xfrm>
          <a:prstGeom prst="bentConnector3">
            <a:avLst>
              <a:gd name="adj1" fmla="val 98703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01271FC6-4451-782B-A234-127478CAE368}"/>
              </a:ext>
            </a:extLst>
          </p:cNvPr>
          <p:cNvCxnSpPr>
            <a:cxnSpLocks/>
          </p:cNvCxnSpPr>
          <p:nvPr/>
        </p:nvCxnSpPr>
        <p:spPr>
          <a:xfrm>
            <a:off x="11381024" y="3260744"/>
            <a:ext cx="434185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6BF52E43-AD6A-41E6-966F-440D21C2ECFE}"/>
              </a:ext>
            </a:extLst>
          </p:cNvPr>
          <p:cNvGrpSpPr/>
          <p:nvPr/>
        </p:nvGrpSpPr>
        <p:grpSpPr>
          <a:xfrm rot="18827285">
            <a:off x="11184386" y="3170744"/>
            <a:ext cx="180000" cy="180000"/>
            <a:chOff x="4892460" y="2186404"/>
            <a:chExt cx="142638" cy="142638"/>
          </a:xfrm>
        </p:grpSpPr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A45C19FC-067D-B816-BB16-AA5B7F66A1F7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3C77E4FD-B4C9-AEFE-9CFA-58FC3206FC5B}"/>
                </a:ext>
              </a:extLst>
            </p:cNvPr>
            <p:cNvCxnSpPr>
              <a:cxnSpLocks/>
              <a:stCxn id="155" idx="1"/>
              <a:endCxn id="155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D24737D8-481C-F17B-1648-17949AA6774C}"/>
                </a:ext>
              </a:extLst>
            </p:cNvPr>
            <p:cNvCxnSpPr>
              <a:cxnSpLocks/>
              <a:stCxn id="155" idx="3"/>
              <a:endCxn id="155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2D43C57C-9369-9646-91D7-86D94EABE9EA}"/>
              </a:ext>
            </a:extLst>
          </p:cNvPr>
          <p:cNvSpPr/>
          <p:nvPr/>
        </p:nvSpPr>
        <p:spPr>
          <a:xfrm>
            <a:off x="11823393" y="3033308"/>
            <a:ext cx="470023" cy="454872"/>
          </a:xfrm>
          <a:prstGeom prst="roundRect">
            <a:avLst>
              <a:gd name="adj" fmla="val 24361"/>
            </a:avLst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lumMod val="90000"/>
                </a:schemeClr>
              </a:gs>
              <a:gs pos="100000">
                <a:srgbClr val="D8F9FE"/>
              </a:gs>
            </a:gsLst>
            <a:lin ang="5400000" scaled="1"/>
            <a:tileRect/>
          </a:gradFill>
          <a:ln w="444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9" name="连接符: 肘形 158">
            <a:extLst>
              <a:ext uri="{FF2B5EF4-FFF2-40B4-BE49-F238E27FC236}">
                <a16:creationId xmlns:a16="http://schemas.microsoft.com/office/drawing/2014/main" id="{23CC2D2E-6AAF-2C6A-84BA-A6D79AAB6959}"/>
              </a:ext>
            </a:extLst>
          </p:cNvPr>
          <p:cNvCxnSpPr>
            <a:cxnSpLocks/>
            <a:endCxn id="198" idx="1"/>
          </p:cNvCxnSpPr>
          <p:nvPr/>
        </p:nvCxnSpPr>
        <p:spPr>
          <a:xfrm flipV="1">
            <a:off x="10501531" y="2240764"/>
            <a:ext cx="754026" cy="307604"/>
          </a:xfrm>
          <a:prstGeom prst="bentConnector3">
            <a:avLst>
              <a:gd name="adj1" fmla="val -221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连接符: 肘形 159">
            <a:extLst>
              <a:ext uri="{FF2B5EF4-FFF2-40B4-BE49-F238E27FC236}">
                <a16:creationId xmlns:a16="http://schemas.microsoft.com/office/drawing/2014/main" id="{D13C2400-EC5E-F548-E697-18420EA959F1}"/>
              </a:ext>
            </a:extLst>
          </p:cNvPr>
          <p:cNvCxnSpPr>
            <a:cxnSpLocks/>
            <a:endCxn id="199" idx="1"/>
          </p:cNvCxnSpPr>
          <p:nvPr/>
        </p:nvCxnSpPr>
        <p:spPr>
          <a:xfrm>
            <a:off x="10484248" y="3891966"/>
            <a:ext cx="771309" cy="286255"/>
          </a:xfrm>
          <a:prstGeom prst="bentConnector3">
            <a:avLst>
              <a:gd name="adj1" fmla="val -269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立方体 160">
            <a:extLst>
              <a:ext uri="{FF2B5EF4-FFF2-40B4-BE49-F238E27FC236}">
                <a16:creationId xmlns:a16="http://schemas.microsoft.com/office/drawing/2014/main" id="{5C1E1403-66B3-4705-10CA-DCDBD9B71341}"/>
              </a:ext>
            </a:extLst>
          </p:cNvPr>
          <p:cNvSpPr/>
          <p:nvPr/>
        </p:nvSpPr>
        <p:spPr>
          <a:xfrm>
            <a:off x="10346140" y="2408227"/>
            <a:ext cx="444500" cy="439738"/>
          </a:xfrm>
          <a:prstGeom prst="cube">
            <a:avLst>
              <a:gd name="adj" fmla="val 67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立方体 161">
            <a:extLst>
              <a:ext uri="{FF2B5EF4-FFF2-40B4-BE49-F238E27FC236}">
                <a16:creationId xmlns:a16="http://schemas.microsoft.com/office/drawing/2014/main" id="{EE911E18-A532-E95F-1C33-F1E0C4761C0E}"/>
              </a:ext>
            </a:extLst>
          </p:cNvPr>
          <p:cNvSpPr/>
          <p:nvPr/>
        </p:nvSpPr>
        <p:spPr>
          <a:xfrm>
            <a:off x="10332986" y="3452225"/>
            <a:ext cx="444500" cy="439738"/>
          </a:xfrm>
          <a:prstGeom prst="cube">
            <a:avLst>
              <a:gd name="adj" fmla="val 67104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0E80962F-F5F6-ED4C-970D-9666FA44E7E4}"/>
              </a:ext>
            </a:extLst>
          </p:cNvPr>
          <p:cNvSpPr/>
          <p:nvPr/>
        </p:nvSpPr>
        <p:spPr>
          <a:xfrm>
            <a:off x="13162658" y="3754273"/>
            <a:ext cx="470023" cy="454872"/>
          </a:xfrm>
          <a:prstGeom prst="roundRect">
            <a:avLst>
              <a:gd name="adj" fmla="val 24361"/>
            </a:avLst>
          </a:prstGeom>
          <a:gradFill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lumMod val="90000"/>
                </a:schemeClr>
              </a:gs>
              <a:gs pos="100000">
                <a:srgbClr val="D8F9FE"/>
              </a:gs>
            </a:gsLst>
            <a:lin ang="5400000" scaled="1"/>
          </a:gradFill>
          <a:ln w="444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4" name="连接符: 肘形 163">
            <a:extLst>
              <a:ext uri="{FF2B5EF4-FFF2-40B4-BE49-F238E27FC236}">
                <a16:creationId xmlns:a16="http://schemas.microsoft.com/office/drawing/2014/main" id="{5C6C25D0-8A7A-AB1E-9150-CCBB938FB0BF}"/>
              </a:ext>
            </a:extLst>
          </p:cNvPr>
          <p:cNvCxnSpPr>
            <a:cxnSpLocks/>
            <a:stCxn id="198" idx="3"/>
            <a:endCxn id="167" idx="7"/>
          </p:cNvCxnSpPr>
          <p:nvPr/>
        </p:nvCxnSpPr>
        <p:spPr>
          <a:xfrm>
            <a:off x="12089733" y="2240766"/>
            <a:ext cx="430301" cy="920790"/>
          </a:xfrm>
          <a:prstGeom prst="bentConnector3">
            <a:avLst>
              <a:gd name="adj1" fmla="val 10017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肘形 164">
            <a:extLst>
              <a:ext uri="{FF2B5EF4-FFF2-40B4-BE49-F238E27FC236}">
                <a16:creationId xmlns:a16="http://schemas.microsoft.com/office/drawing/2014/main" id="{23F70B14-3697-5747-118C-801BBE9D02B3}"/>
              </a:ext>
            </a:extLst>
          </p:cNvPr>
          <p:cNvCxnSpPr>
            <a:cxnSpLocks/>
            <a:stCxn id="199" idx="3"/>
            <a:endCxn id="167" idx="3"/>
          </p:cNvCxnSpPr>
          <p:nvPr/>
        </p:nvCxnSpPr>
        <p:spPr>
          <a:xfrm flipV="1">
            <a:off x="12089728" y="3341514"/>
            <a:ext cx="434110" cy="836704"/>
          </a:xfrm>
          <a:prstGeom prst="bentConnector3">
            <a:avLst>
              <a:gd name="adj1" fmla="val 10157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258AA988-0AC6-B84A-1D07-AAAD378A1B64}"/>
              </a:ext>
            </a:extLst>
          </p:cNvPr>
          <p:cNvGrpSpPr/>
          <p:nvPr/>
        </p:nvGrpSpPr>
        <p:grpSpPr>
          <a:xfrm rot="18827285">
            <a:off x="12431936" y="3161535"/>
            <a:ext cx="180000" cy="180000"/>
            <a:chOff x="4892460" y="2186404"/>
            <a:chExt cx="142638" cy="142638"/>
          </a:xfrm>
        </p:grpSpPr>
        <p:sp>
          <p:nvSpPr>
            <p:cNvPr id="167" name="椭圆 166">
              <a:extLst>
                <a:ext uri="{FF2B5EF4-FFF2-40B4-BE49-F238E27FC236}">
                  <a16:creationId xmlns:a16="http://schemas.microsoft.com/office/drawing/2014/main" id="{1CAAB718-CB63-3B89-DA00-78E483A1F1E7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4D6F6E72-4C78-EF78-E3E8-06DC4B7A410E}"/>
                </a:ext>
              </a:extLst>
            </p:cNvPr>
            <p:cNvCxnSpPr>
              <a:cxnSpLocks/>
              <a:stCxn id="167" idx="1"/>
              <a:endCxn id="167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2E7326E9-CEBE-0DBA-0767-EEA57813D800}"/>
                </a:ext>
              </a:extLst>
            </p:cNvPr>
            <p:cNvCxnSpPr>
              <a:cxnSpLocks/>
              <a:stCxn id="167" idx="3"/>
              <a:endCxn id="167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BEFBA702-383E-2138-DF86-C09970496C8D}"/>
              </a:ext>
            </a:extLst>
          </p:cNvPr>
          <p:cNvCxnSpPr>
            <a:cxnSpLocks/>
          </p:cNvCxnSpPr>
          <p:nvPr/>
        </p:nvCxnSpPr>
        <p:spPr>
          <a:xfrm>
            <a:off x="12619836" y="3255189"/>
            <a:ext cx="165652" cy="0"/>
          </a:xfrm>
          <a:prstGeom prst="straightConnector1">
            <a:avLst/>
          </a:prstGeom>
          <a:ln w="38100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903D85CB-564C-9D5A-693A-BB8784FA09F9}"/>
              </a:ext>
            </a:extLst>
          </p:cNvPr>
          <p:cNvSpPr/>
          <p:nvPr/>
        </p:nvSpPr>
        <p:spPr>
          <a:xfrm>
            <a:off x="13149077" y="2222114"/>
            <a:ext cx="470023" cy="454872"/>
          </a:xfrm>
          <a:prstGeom prst="roundRect">
            <a:avLst>
              <a:gd name="adj" fmla="val 24361"/>
            </a:avLst>
          </a:prstGeom>
          <a:gradFill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lumMod val="90000"/>
                </a:schemeClr>
              </a:gs>
              <a:gs pos="100000">
                <a:srgbClr val="D8F9FE"/>
              </a:gs>
            </a:gsLst>
            <a:lin ang="5400000" scaled="1"/>
          </a:gradFill>
          <a:ln w="444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2CC5F7B2-AC1A-E792-049B-5D0E48089D6E}"/>
                  </a:ext>
                </a:extLst>
              </p:cNvPr>
              <p:cNvSpPr txBox="1"/>
              <p:nvPr/>
            </p:nvSpPr>
            <p:spPr>
              <a:xfrm>
                <a:off x="13109507" y="2207697"/>
                <a:ext cx="560744" cy="400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1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1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2001" b="1" i="1">
                              <a:latin typeface="Cambria Math" panose="02040503050406030204" pitchFamily="18" charset="0"/>
                            </a:rPr>
                            <m:t>𝒊𝒅</m:t>
                          </m:r>
                        </m:sub>
                      </m:sSub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2CC5F7B2-AC1A-E792-049B-5D0E48089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9507" y="2207697"/>
                <a:ext cx="560744" cy="400238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508DA95C-F5FA-E870-894F-494BF97F3D7A}"/>
                  </a:ext>
                </a:extLst>
              </p:cNvPr>
              <p:cNvSpPr txBox="1"/>
              <p:nvPr/>
            </p:nvSpPr>
            <p:spPr>
              <a:xfrm>
                <a:off x="13117295" y="3742650"/>
                <a:ext cx="560744" cy="400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1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1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2001" b="1" i="1">
                              <a:latin typeface="Cambria Math" panose="02040503050406030204" pitchFamily="18" charset="0"/>
                            </a:rPr>
                            <m:t>𝒌𝒍</m:t>
                          </m:r>
                        </m:sub>
                      </m:sSub>
                    </m:oMath>
                  </m:oMathPara>
                </a14:m>
                <a:endParaRPr lang="zh-CN" altLang="en-US" sz="3201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508DA95C-F5FA-E870-894F-494BF97F3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295" y="3742650"/>
                <a:ext cx="560744" cy="400238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24B58FBC-1817-4641-D9AF-14D49E7EA30B}"/>
                  </a:ext>
                </a:extLst>
              </p:cNvPr>
              <p:cNvSpPr txBox="1"/>
              <p:nvPr/>
            </p:nvSpPr>
            <p:spPr>
              <a:xfrm>
                <a:off x="11752687" y="3025540"/>
                <a:ext cx="560744" cy="400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1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1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2001" b="1" i="1">
                              <a:latin typeface="Cambria Math" panose="02040503050406030204" pitchFamily="18" charset="0"/>
                            </a:rPr>
                            <m:t>𝒆𝒖</m:t>
                          </m:r>
                        </m:sub>
                      </m:sSub>
                    </m:oMath>
                  </m:oMathPara>
                </a14:m>
                <a:endParaRPr lang="zh-CN" altLang="en-US" sz="3201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24B58FBC-1817-4641-D9AF-14D49E7EA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2687" y="3025540"/>
                <a:ext cx="560744" cy="4002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立方体 174">
            <a:extLst>
              <a:ext uri="{FF2B5EF4-FFF2-40B4-BE49-F238E27FC236}">
                <a16:creationId xmlns:a16="http://schemas.microsoft.com/office/drawing/2014/main" id="{16387A0F-02BB-6CCD-6021-EF145F62445D}"/>
              </a:ext>
            </a:extLst>
          </p:cNvPr>
          <p:cNvSpPr/>
          <p:nvPr/>
        </p:nvSpPr>
        <p:spPr>
          <a:xfrm>
            <a:off x="3182035" y="5384138"/>
            <a:ext cx="444500" cy="439738"/>
          </a:xfrm>
          <a:prstGeom prst="cube">
            <a:avLst>
              <a:gd name="adj" fmla="val 67104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立方体 175">
            <a:extLst>
              <a:ext uri="{FF2B5EF4-FFF2-40B4-BE49-F238E27FC236}">
                <a16:creationId xmlns:a16="http://schemas.microsoft.com/office/drawing/2014/main" id="{48F7EF06-CE66-6614-82FC-02629421C468}"/>
              </a:ext>
            </a:extLst>
          </p:cNvPr>
          <p:cNvSpPr/>
          <p:nvPr/>
        </p:nvSpPr>
        <p:spPr>
          <a:xfrm>
            <a:off x="3396079" y="5384138"/>
            <a:ext cx="444500" cy="439738"/>
          </a:xfrm>
          <a:prstGeom prst="cube">
            <a:avLst>
              <a:gd name="adj" fmla="val 67104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立方体 176">
            <a:extLst>
              <a:ext uri="{FF2B5EF4-FFF2-40B4-BE49-F238E27FC236}">
                <a16:creationId xmlns:a16="http://schemas.microsoft.com/office/drawing/2014/main" id="{63AF9B63-C28E-AFFA-6565-97B759715301}"/>
              </a:ext>
            </a:extLst>
          </p:cNvPr>
          <p:cNvSpPr/>
          <p:nvPr/>
        </p:nvSpPr>
        <p:spPr>
          <a:xfrm>
            <a:off x="3182035" y="5154629"/>
            <a:ext cx="444500" cy="439738"/>
          </a:xfrm>
          <a:prstGeom prst="cube">
            <a:avLst>
              <a:gd name="adj" fmla="val 67104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立方体 177">
            <a:extLst>
              <a:ext uri="{FF2B5EF4-FFF2-40B4-BE49-F238E27FC236}">
                <a16:creationId xmlns:a16="http://schemas.microsoft.com/office/drawing/2014/main" id="{281E0907-4EFA-50BA-C6B2-0335F79585C3}"/>
              </a:ext>
            </a:extLst>
          </p:cNvPr>
          <p:cNvSpPr/>
          <p:nvPr/>
        </p:nvSpPr>
        <p:spPr>
          <a:xfrm>
            <a:off x="3396079" y="5154629"/>
            <a:ext cx="444500" cy="439738"/>
          </a:xfrm>
          <a:prstGeom prst="cube">
            <a:avLst>
              <a:gd name="adj" fmla="val 67104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立方体 178">
            <a:extLst>
              <a:ext uri="{FF2B5EF4-FFF2-40B4-BE49-F238E27FC236}">
                <a16:creationId xmlns:a16="http://schemas.microsoft.com/office/drawing/2014/main" id="{C6D22C69-2A23-B601-58EC-41234FBB6861}"/>
              </a:ext>
            </a:extLst>
          </p:cNvPr>
          <p:cNvSpPr/>
          <p:nvPr/>
        </p:nvSpPr>
        <p:spPr>
          <a:xfrm>
            <a:off x="3121768" y="6177462"/>
            <a:ext cx="444500" cy="439738"/>
          </a:xfrm>
          <a:prstGeom prst="cube">
            <a:avLst>
              <a:gd name="adj" fmla="val 67104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立方体 179">
            <a:extLst>
              <a:ext uri="{FF2B5EF4-FFF2-40B4-BE49-F238E27FC236}">
                <a16:creationId xmlns:a16="http://schemas.microsoft.com/office/drawing/2014/main" id="{04DBB52B-6C52-F299-09F9-878E58E7D3CD}"/>
              </a:ext>
            </a:extLst>
          </p:cNvPr>
          <p:cNvSpPr/>
          <p:nvPr/>
        </p:nvSpPr>
        <p:spPr>
          <a:xfrm>
            <a:off x="3335812" y="6177462"/>
            <a:ext cx="444500" cy="439738"/>
          </a:xfrm>
          <a:prstGeom prst="cube">
            <a:avLst>
              <a:gd name="adj" fmla="val 67104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立方体 180">
            <a:extLst>
              <a:ext uri="{FF2B5EF4-FFF2-40B4-BE49-F238E27FC236}">
                <a16:creationId xmlns:a16="http://schemas.microsoft.com/office/drawing/2014/main" id="{C37DC0A6-D260-819B-17BB-B8959DA1C9B4}"/>
              </a:ext>
            </a:extLst>
          </p:cNvPr>
          <p:cNvSpPr/>
          <p:nvPr/>
        </p:nvSpPr>
        <p:spPr>
          <a:xfrm>
            <a:off x="3121768" y="5947956"/>
            <a:ext cx="444500" cy="439738"/>
          </a:xfrm>
          <a:prstGeom prst="cube">
            <a:avLst>
              <a:gd name="adj" fmla="val 67104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立方体 181">
            <a:extLst>
              <a:ext uri="{FF2B5EF4-FFF2-40B4-BE49-F238E27FC236}">
                <a16:creationId xmlns:a16="http://schemas.microsoft.com/office/drawing/2014/main" id="{D2FB39E7-910D-57FE-F154-245E8B69EB96}"/>
              </a:ext>
            </a:extLst>
          </p:cNvPr>
          <p:cNvSpPr/>
          <p:nvPr/>
        </p:nvSpPr>
        <p:spPr>
          <a:xfrm>
            <a:off x="3335812" y="5947956"/>
            <a:ext cx="444500" cy="439738"/>
          </a:xfrm>
          <a:prstGeom prst="cube">
            <a:avLst>
              <a:gd name="adj" fmla="val 67104"/>
            </a:avLst>
          </a:prstGeom>
          <a:solidFill>
            <a:srgbClr val="D8F9F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立方体 182">
            <a:extLst>
              <a:ext uri="{FF2B5EF4-FFF2-40B4-BE49-F238E27FC236}">
                <a16:creationId xmlns:a16="http://schemas.microsoft.com/office/drawing/2014/main" id="{FA4CD99F-7B42-635B-AE9F-486955F5FD91}"/>
              </a:ext>
            </a:extLst>
          </p:cNvPr>
          <p:cNvSpPr/>
          <p:nvPr/>
        </p:nvSpPr>
        <p:spPr>
          <a:xfrm>
            <a:off x="622570" y="5870530"/>
            <a:ext cx="648000" cy="656562"/>
          </a:xfrm>
          <a:prstGeom prst="cube">
            <a:avLst>
              <a:gd name="adj" fmla="val 38388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立方体 183">
            <a:extLst>
              <a:ext uri="{FF2B5EF4-FFF2-40B4-BE49-F238E27FC236}">
                <a16:creationId xmlns:a16="http://schemas.microsoft.com/office/drawing/2014/main" id="{0BD1052B-A7E7-7FE9-D696-8EC6FA5C7D59}"/>
              </a:ext>
            </a:extLst>
          </p:cNvPr>
          <p:cNvSpPr/>
          <p:nvPr/>
        </p:nvSpPr>
        <p:spPr>
          <a:xfrm>
            <a:off x="7137482" y="6318463"/>
            <a:ext cx="648000" cy="656562"/>
          </a:xfrm>
          <a:prstGeom prst="cube">
            <a:avLst>
              <a:gd name="adj" fmla="val 38388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流程图: 过程 184">
            <a:extLst>
              <a:ext uri="{FF2B5EF4-FFF2-40B4-BE49-F238E27FC236}">
                <a16:creationId xmlns:a16="http://schemas.microsoft.com/office/drawing/2014/main" id="{5163C821-BE0D-1465-09A9-09BC4387BFDF}"/>
              </a:ext>
            </a:extLst>
          </p:cNvPr>
          <p:cNvSpPr/>
          <p:nvPr/>
        </p:nvSpPr>
        <p:spPr>
          <a:xfrm rot="16200000">
            <a:off x="4260934" y="3499091"/>
            <a:ext cx="1969042" cy="435883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流程图: 过程 185">
            <a:extLst>
              <a:ext uri="{FF2B5EF4-FFF2-40B4-BE49-F238E27FC236}">
                <a16:creationId xmlns:a16="http://schemas.microsoft.com/office/drawing/2014/main" id="{A259BB21-FF05-3340-523A-08A82B0211BC}"/>
              </a:ext>
            </a:extLst>
          </p:cNvPr>
          <p:cNvSpPr/>
          <p:nvPr/>
        </p:nvSpPr>
        <p:spPr>
          <a:xfrm rot="16200000">
            <a:off x="7706777" y="3499088"/>
            <a:ext cx="1969040" cy="435885"/>
          </a:xfrm>
          <a:prstGeom prst="flowChartProcess">
            <a:avLst/>
          </a:prstGeom>
          <a:gradFill flip="none" rotWithShape="1">
            <a:gsLst>
              <a:gs pos="25000">
                <a:srgbClr val="F4F2F8"/>
              </a:gs>
              <a:gs pos="0">
                <a:srgbClr val="DFD7E7"/>
              </a:gs>
              <a:gs pos="50000">
                <a:schemeClr val="bg1"/>
              </a:gs>
              <a:gs pos="74700">
                <a:srgbClr val="F5F3F9"/>
              </a:gs>
              <a:gs pos="100000">
                <a:srgbClr val="DFD7E7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FAO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94780883-0A9E-97FC-3B57-1EB5DF6346C9}"/>
              </a:ext>
            </a:extLst>
          </p:cNvPr>
          <p:cNvSpPr/>
          <p:nvPr/>
        </p:nvSpPr>
        <p:spPr>
          <a:xfrm>
            <a:off x="4511808" y="4707284"/>
            <a:ext cx="2444683" cy="701986"/>
          </a:xfrm>
          <a:prstGeom prst="rect">
            <a:avLst/>
          </a:prstGeom>
          <a:solidFill>
            <a:srgbClr val="FBE5D6"/>
          </a:solidFill>
          <a:ln w="190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D070F15E-9CF4-2D39-1EED-45BB43550D96}"/>
              </a:ext>
            </a:extLst>
          </p:cNvPr>
          <p:cNvSpPr txBox="1"/>
          <p:nvPr/>
        </p:nvSpPr>
        <p:spPr>
          <a:xfrm>
            <a:off x="3758591" y="4765668"/>
            <a:ext cx="39268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Channel-wise Frequency 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Modulation (CFM)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851A7393-2B59-4C9D-C985-35ECE5139F40}"/>
              </a:ext>
            </a:extLst>
          </p:cNvPr>
          <p:cNvSpPr/>
          <p:nvPr/>
        </p:nvSpPr>
        <p:spPr>
          <a:xfrm>
            <a:off x="6956489" y="4708758"/>
            <a:ext cx="2275208" cy="694566"/>
          </a:xfrm>
          <a:prstGeom prst="rect">
            <a:avLst/>
          </a:prstGeom>
          <a:solidFill>
            <a:srgbClr val="F9E0E0"/>
          </a:solidFill>
          <a:ln w="190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B7163846-A9FA-53B9-2A23-6EA8272E51AB}"/>
              </a:ext>
            </a:extLst>
          </p:cNvPr>
          <p:cNvSpPr txBox="1"/>
          <p:nvPr/>
        </p:nvSpPr>
        <p:spPr>
          <a:xfrm>
            <a:off x="6279566" y="4770035"/>
            <a:ext cx="3652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Spatial-wise Frequency 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Modulation (SFM)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流程图: 过程 190">
            <a:extLst>
              <a:ext uri="{FF2B5EF4-FFF2-40B4-BE49-F238E27FC236}">
                <a16:creationId xmlns:a16="http://schemas.microsoft.com/office/drawing/2014/main" id="{F4583765-A2F5-154B-041D-A854E794CD8D}"/>
              </a:ext>
            </a:extLst>
          </p:cNvPr>
          <p:cNvSpPr/>
          <p:nvPr/>
        </p:nvSpPr>
        <p:spPr>
          <a:xfrm rot="16200000">
            <a:off x="5364789" y="3541033"/>
            <a:ext cx="2069869" cy="435883"/>
          </a:xfrm>
          <a:prstGeom prst="flowChartProcess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bg1"/>
              </a:gs>
              <a:gs pos="25000">
                <a:schemeClr val="accent2">
                  <a:lumMod val="20000"/>
                  <a:lumOff val="80000"/>
                </a:schemeClr>
              </a:gs>
              <a:gs pos="75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CFM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流程图: 过程 191">
            <a:extLst>
              <a:ext uri="{FF2B5EF4-FFF2-40B4-BE49-F238E27FC236}">
                <a16:creationId xmlns:a16="http://schemas.microsoft.com/office/drawing/2014/main" id="{11816AC6-C539-69F6-5C58-BEA1C889438C}"/>
              </a:ext>
            </a:extLst>
          </p:cNvPr>
          <p:cNvSpPr/>
          <p:nvPr/>
        </p:nvSpPr>
        <p:spPr>
          <a:xfrm rot="16200000">
            <a:off x="6502116" y="3541035"/>
            <a:ext cx="2069869" cy="435883"/>
          </a:xfrm>
          <a:prstGeom prst="flowChartProcess">
            <a:avLst/>
          </a:prstGeom>
          <a:gradFill flip="none" rotWithShape="1">
            <a:gsLst>
              <a:gs pos="0">
                <a:srgbClr val="F2CED2"/>
              </a:gs>
              <a:gs pos="50000">
                <a:schemeClr val="bg1"/>
              </a:gs>
              <a:gs pos="25000">
                <a:srgbClr val="F9E0E0"/>
              </a:gs>
              <a:gs pos="75000">
                <a:srgbClr val="F9E0E0"/>
              </a:gs>
              <a:gs pos="100000">
                <a:srgbClr val="F2CED2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SFM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7F64FC0D-8752-16DC-7978-6EA1CC06EB0E}"/>
              </a:ext>
            </a:extLst>
          </p:cNvPr>
          <p:cNvSpPr/>
          <p:nvPr/>
        </p:nvSpPr>
        <p:spPr>
          <a:xfrm>
            <a:off x="5203284" y="1554815"/>
            <a:ext cx="3500024" cy="537976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75000">
                <a:srgbClr val="DFD7E7"/>
              </a:gs>
              <a:gs pos="100000">
                <a:srgbClr val="CC99FF"/>
              </a:gs>
              <a:gs pos="25000">
                <a:srgbClr val="DFD7E7"/>
              </a:gs>
              <a:gs pos="0">
                <a:srgbClr val="CC99FF"/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Information</a:t>
            </a: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94DBF62F-3ECE-6DA9-906B-02EB458F1D15}"/>
              </a:ext>
            </a:extLst>
          </p:cNvPr>
          <p:cNvSpPr/>
          <p:nvPr/>
        </p:nvSpPr>
        <p:spPr>
          <a:xfrm>
            <a:off x="9282498" y="1353609"/>
            <a:ext cx="4628264" cy="398176"/>
          </a:xfrm>
          <a:prstGeom prst="rect">
            <a:avLst/>
          </a:prstGeom>
          <a:solidFill>
            <a:srgbClr val="EBE7F2"/>
          </a:solidFill>
          <a:ln w="190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CE6478C1-DE29-620A-5089-C9FB94FF5D5B}"/>
              </a:ext>
            </a:extLst>
          </p:cNvPr>
          <p:cNvSpPr/>
          <p:nvPr/>
        </p:nvSpPr>
        <p:spPr>
          <a:xfrm>
            <a:off x="464085" y="1346182"/>
            <a:ext cx="4176564" cy="405604"/>
          </a:xfrm>
          <a:prstGeom prst="rect">
            <a:avLst/>
          </a:prstGeom>
          <a:solidFill>
            <a:srgbClr val="FFF2CC"/>
          </a:solidFill>
          <a:ln w="190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C1462176-10A5-C1DF-B883-825AC77D47FF}"/>
              </a:ext>
            </a:extLst>
          </p:cNvPr>
          <p:cNvSpPr txBox="1"/>
          <p:nvPr/>
        </p:nvSpPr>
        <p:spPr>
          <a:xfrm>
            <a:off x="9483550" y="1384020"/>
            <a:ext cx="4702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Auxiliary Optimization (FAO)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F5AB6800-A67C-230F-3E77-5C4E6E7F252F}"/>
              </a:ext>
            </a:extLst>
          </p:cNvPr>
          <p:cNvSpPr txBox="1"/>
          <p:nvPr/>
        </p:nvSpPr>
        <p:spPr>
          <a:xfrm>
            <a:off x="490962" y="1359701"/>
            <a:ext cx="3990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Swap Augmentation (FSA)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F87525EF-BA43-312A-E913-34EBD5D500EB}"/>
              </a:ext>
            </a:extLst>
          </p:cNvPr>
          <p:cNvSpPr/>
          <p:nvPr/>
        </p:nvSpPr>
        <p:spPr>
          <a:xfrm>
            <a:off x="11255559" y="2092791"/>
            <a:ext cx="834173" cy="29594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矩形: 圆角 198">
            <a:extLst>
              <a:ext uri="{FF2B5EF4-FFF2-40B4-BE49-F238E27FC236}">
                <a16:creationId xmlns:a16="http://schemas.microsoft.com/office/drawing/2014/main" id="{13B293FA-AB56-9796-8E7C-B983F3CC289F}"/>
              </a:ext>
            </a:extLst>
          </p:cNvPr>
          <p:cNvSpPr/>
          <p:nvPr/>
        </p:nvSpPr>
        <p:spPr>
          <a:xfrm>
            <a:off x="11255559" y="4030247"/>
            <a:ext cx="834173" cy="295946"/>
          </a:xfrm>
          <a:prstGeom prst="roundRect">
            <a:avLst/>
          </a:prstGeom>
          <a:solidFill>
            <a:srgbClr val="E0FAFE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-CLS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AE5A9E-FB5D-5326-80E1-9125F538A9C2}"/>
              </a:ext>
            </a:extLst>
          </p:cNvPr>
          <p:cNvSpPr txBox="1"/>
          <p:nvPr/>
        </p:nvSpPr>
        <p:spPr>
          <a:xfrm>
            <a:off x="1871470" y="8414668"/>
            <a:ext cx="11157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微调配色</a:t>
            </a:r>
          </a:p>
        </p:txBody>
      </p:sp>
    </p:spTree>
    <p:extLst>
      <p:ext uri="{BB962C8B-B14F-4D97-AF65-F5344CB8AC3E}">
        <p14:creationId xmlns:p14="http://schemas.microsoft.com/office/powerpoint/2010/main" val="374336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矩形 165">
            <a:extLst>
              <a:ext uri="{FF2B5EF4-FFF2-40B4-BE49-F238E27FC236}">
                <a16:creationId xmlns:a16="http://schemas.microsoft.com/office/drawing/2014/main" id="{8EB19718-638A-6279-9329-DFECC99FFB8D}"/>
              </a:ext>
            </a:extLst>
          </p:cNvPr>
          <p:cNvSpPr/>
          <p:nvPr/>
        </p:nvSpPr>
        <p:spPr>
          <a:xfrm>
            <a:off x="83733" y="4391652"/>
            <a:ext cx="12107464" cy="6975643"/>
          </a:xfrm>
          <a:prstGeom prst="rect">
            <a:avLst/>
          </a:prstGeom>
          <a:solidFill>
            <a:srgbClr val="E5EDF4"/>
          </a:solidFill>
          <a:ln w="38100">
            <a:noFill/>
            <a:prstDash val="lgDash"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873C7A05-4F74-AACE-79E4-E600339B02EF}"/>
              </a:ext>
            </a:extLst>
          </p:cNvPr>
          <p:cNvSpPr/>
          <p:nvPr/>
        </p:nvSpPr>
        <p:spPr>
          <a:xfrm>
            <a:off x="4757179" y="8743649"/>
            <a:ext cx="3093948" cy="1900136"/>
          </a:xfrm>
          <a:prstGeom prst="rect">
            <a:avLst/>
          </a:prstGeom>
          <a:solidFill>
            <a:schemeClr val="bg1"/>
          </a:solidFill>
          <a:ln w="38100">
            <a:noFill/>
            <a:prstDash val="lgDash"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5E74B3F5-DF2E-EA14-443A-07AE63CC27BB}"/>
              </a:ext>
            </a:extLst>
          </p:cNvPr>
          <p:cNvSpPr/>
          <p:nvPr/>
        </p:nvSpPr>
        <p:spPr>
          <a:xfrm>
            <a:off x="8139653" y="4694921"/>
            <a:ext cx="3747136" cy="5961564"/>
          </a:xfrm>
          <a:prstGeom prst="rect">
            <a:avLst/>
          </a:prstGeom>
          <a:solidFill>
            <a:schemeClr val="bg1"/>
          </a:solidFill>
          <a:ln w="38100">
            <a:noFill/>
            <a:prstDash val="lgDash"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EB6A0A89-0809-DFC5-3A14-578686E90BEE}"/>
              </a:ext>
            </a:extLst>
          </p:cNvPr>
          <p:cNvSpPr/>
          <p:nvPr/>
        </p:nvSpPr>
        <p:spPr>
          <a:xfrm>
            <a:off x="17181923" y="1466058"/>
            <a:ext cx="4199174" cy="9901236"/>
          </a:xfrm>
          <a:prstGeom prst="rect">
            <a:avLst/>
          </a:prstGeom>
          <a:solidFill>
            <a:srgbClr val="E6E0EC"/>
          </a:solidFill>
          <a:ln w="38100">
            <a:noFill/>
            <a:prstDash val="lgDash"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D6988866-9EAA-DC2A-CB9E-E2241DD36470}"/>
              </a:ext>
            </a:extLst>
          </p:cNvPr>
          <p:cNvSpPr/>
          <p:nvPr/>
        </p:nvSpPr>
        <p:spPr>
          <a:xfrm>
            <a:off x="12338210" y="1466058"/>
            <a:ext cx="4679235" cy="9901237"/>
          </a:xfrm>
          <a:prstGeom prst="rect">
            <a:avLst/>
          </a:prstGeom>
          <a:solidFill>
            <a:srgbClr val="FAE8E6"/>
          </a:solidFill>
          <a:ln w="38100">
            <a:noFill/>
            <a:prstDash val="lgDash"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1" name="图片 170">
            <a:extLst>
              <a:ext uri="{FF2B5EF4-FFF2-40B4-BE49-F238E27FC236}">
                <a16:creationId xmlns:a16="http://schemas.microsoft.com/office/drawing/2014/main" id="{B0A32397-E5AF-39AF-832B-6B092BDFFC05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69" t="885" r="17511" b="60788"/>
          <a:stretch/>
        </p:blipFill>
        <p:spPr>
          <a:xfrm>
            <a:off x="15093485" y="5274934"/>
            <a:ext cx="648000" cy="979222"/>
          </a:xfrm>
          <a:prstGeom prst="rect">
            <a:avLst/>
          </a:prstGeom>
        </p:spPr>
      </p:pic>
      <p:pic>
        <p:nvPicPr>
          <p:cNvPr id="172" name="图片 171">
            <a:extLst>
              <a:ext uri="{FF2B5EF4-FFF2-40B4-BE49-F238E27FC236}">
                <a16:creationId xmlns:a16="http://schemas.microsoft.com/office/drawing/2014/main" id="{E2C11209-7193-6013-71BD-669B3B20C528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" t="885" r="84126" b="60787"/>
          <a:stretch/>
        </p:blipFill>
        <p:spPr>
          <a:xfrm>
            <a:off x="13075249" y="2059483"/>
            <a:ext cx="648000" cy="1114419"/>
          </a:xfrm>
          <a:prstGeom prst="rect">
            <a:avLst/>
          </a:prstGeom>
        </p:spPr>
      </p:pic>
      <p:pic>
        <p:nvPicPr>
          <p:cNvPr id="173" name="图片 172">
            <a:extLst>
              <a:ext uri="{FF2B5EF4-FFF2-40B4-BE49-F238E27FC236}">
                <a16:creationId xmlns:a16="http://schemas.microsoft.com/office/drawing/2014/main" id="{573B298C-5748-889E-041A-76F382FD6E4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47" t="997" r="67431" b="60674"/>
          <a:stretch/>
        </p:blipFill>
        <p:spPr>
          <a:xfrm>
            <a:off x="13467823" y="5282335"/>
            <a:ext cx="648000" cy="979222"/>
          </a:xfrm>
          <a:prstGeom prst="rect">
            <a:avLst/>
          </a:prstGeom>
        </p:spPr>
      </p:pic>
      <p:pic>
        <p:nvPicPr>
          <p:cNvPr id="174" name="图片 173">
            <a:extLst>
              <a:ext uri="{FF2B5EF4-FFF2-40B4-BE49-F238E27FC236}">
                <a16:creationId xmlns:a16="http://schemas.microsoft.com/office/drawing/2014/main" id="{392769CA-EAB5-CB36-E2BD-F469F332332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79" t="997" r="50700" b="60674"/>
          <a:stretch/>
        </p:blipFill>
        <p:spPr>
          <a:xfrm>
            <a:off x="12706896" y="5282335"/>
            <a:ext cx="648000" cy="979222"/>
          </a:xfrm>
          <a:prstGeom prst="rect">
            <a:avLst/>
          </a:prstGeom>
        </p:spPr>
      </p:pic>
      <p:pic>
        <p:nvPicPr>
          <p:cNvPr id="175" name="图片 174">
            <a:extLst>
              <a:ext uri="{FF2B5EF4-FFF2-40B4-BE49-F238E27FC236}">
                <a16:creationId xmlns:a16="http://schemas.microsoft.com/office/drawing/2014/main" id="{D03210B6-F471-B3D8-0DF9-2A50AF3F1CC2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10" t="683" r="33936" b="60990"/>
          <a:stretch/>
        </p:blipFill>
        <p:spPr>
          <a:xfrm>
            <a:off x="15473523" y="2059483"/>
            <a:ext cx="648000" cy="1114419"/>
          </a:xfrm>
          <a:prstGeom prst="rect">
            <a:avLst/>
          </a:prstGeom>
        </p:spPr>
      </p:pic>
      <p:sp>
        <p:nvSpPr>
          <p:cNvPr id="176" name="矩形 175">
            <a:extLst>
              <a:ext uri="{FF2B5EF4-FFF2-40B4-BE49-F238E27FC236}">
                <a16:creationId xmlns:a16="http://schemas.microsoft.com/office/drawing/2014/main" id="{517646AC-1C22-4D32-AE44-069AFA1A55D2}"/>
              </a:ext>
            </a:extLst>
          </p:cNvPr>
          <p:cNvSpPr/>
          <p:nvPr/>
        </p:nvSpPr>
        <p:spPr>
          <a:xfrm>
            <a:off x="15316024" y="5595388"/>
            <a:ext cx="225854" cy="33791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B98788F7-4F7E-66F1-25B7-8C5D84A7E3D7}"/>
              </a:ext>
            </a:extLst>
          </p:cNvPr>
          <p:cNvSpPr/>
          <p:nvPr/>
        </p:nvSpPr>
        <p:spPr>
          <a:xfrm>
            <a:off x="13679878" y="5595388"/>
            <a:ext cx="225854" cy="32244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8" name="图片 177">
            <a:extLst>
              <a:ext uri="{FF2B5EF4-FFF2-40B4-BE49-F238E27FC236}">
                <a16:creationId xmlns:a16="http://schemas.microsoft.com/office/drawing/2014/main" id="{C92DA1A7-7A8F-28D3-78CB-D201EF05902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02" t="885" r="750" b="60788"/>
          <a:stretch/>
        </p:blipFill>
        <p:spPr>
          <a:xfrm>
            <a:off x="15846302" y="5278472"/>
            <a:ext cx="648000" cy="979222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AF91668C-9EB6-5D9C-F65B-C19C7010380C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77" t="54031" r="834" b="7641"/>
          <a:stretch/>
        </p:blipFill>
        <p:spPr>
          <a:xfrm>
            <a:off x="15508947" y="9219890"/>
            <a:ext cx="648000" cy="1114419"/>
          </a:xfrm>
          <a:prstGeom prst="rect">
            <a:avLst/>
          </a:prstGeom>
        </p:spPr>
      </p:pic>
      <p:pic>
        <p:nvPicPr>
          <p:cNvPr id="180" name="图片 179">
            <a:extLst>
              <a:ext uri="{FF2B5EF4-FFF2-40B4-BE49-F238E27FC236}">
                <a16:creationId xmlns:a16="http://schemas.microsoft.com/office/drawing/2014/main" id="{FBBD691B-40B1-29B9-8EEF-0705B4FED2F5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26" t="54170" r="50743" b="7482"/>
          <a:stretch/>
        </p:blipFill>
        <p:spPr>
          <a:xfrm>
            <a:off x="13094499" y="9219890"/>
            <a:ext cx="648000" cy="1114419"/>
          </a:xfrm>
          <a:prstGeom prst="rect">
            <a:avLst/>
          </a:prstGeom>
        </p:spPr>
      </p:pic>
      <p:sp>
        <p:nvSpPr>
          <p:cNvPr id="181" name="流程图: 过程 180">
            <a:extLst>
              <a:ext uri="{FF2B5EF4-FFF2-40B4-BE49-F238E27FC236}">
                <a16:creationId xmlns:a16="http://schemas.microsoft.com/office/drawing/2014/main" id="{6C56E24D-CE00-543B-F464-C5C1E9860558}"/>
              </a:ext>
            </a:extLst>
          </p:cNvPr>
          <p:cNvSpPr/>
          <p:nvPr/>
        </p:nvSpPr>
        <p:spPr>
          <a:xfrm>
            <a:off x="559995" y="6641397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流程图: 过程 181">
            <a:extLst>
              <a:ext uri="{FF2B5EF4-FFF2-40B4-BE49-F238E27FC236}">
                <a16:creationId xmlns:a16="http://schemas.microsoft.com/office/drawing/2014/main" id="{11BB08D0-E914-F44F-17BB-20080694040A}"/>
              </a:ext>
            </a:extLst>
          </p:cNvPr>
          <p:cNvSpPr/>
          <p:nvPr/>
        </p:nvSpPr>
        <p:spPr>
          <a:xfrm>
            <a:off x="2279673" y="6641397"/>
            <a:ext cx="1296000" cy="432000"/>
          </a:xfrm>
          <a:prstGeom prst="flowChartProcess">
            <a:avLst/>
          </a:prstGeom>
          <a:gradFill flip="none" rotWithShape="1">
            <a:gsLst>
              <a:gs pos="0">
                <a:srgbClr val="FCD5B5"/>
              </a:gs>
              <a:gs pos="50000">
                <a:schemeClr val="bg1"/>
              </a:gs>
              <a:gs pos="25000">
                <a:srgbClr val="FDEADA"/>
              </a:gs>
              <a:gs pos="75000">
                <a:srgbClr val="FDEADA"/>
              </a:gs>
              <a:gs pos="100000">
                <a:srgbClr val="FCD5B5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流程图: 过程 182">
            <a:extLst>
              <a:ext uri="{FF2B5EF4-FFF2-40B4-BE49-F238E27FC236}">
                <a16:creationId xmlns:a16="http://schemas.microsoft.com/office/drawing/2014/main" id="{52E209D9-4ABD-801C-72CC-EC1650E2486F}"/>
              </a:ext>
            </a:extLst>
          </p:cNvPr>
          <p:cNvSpPr/>
          <p:nvPr/>
        </p:nvSpPr>
        <p:spPr>
          <a:xfrm>
            <a:off x="8455500" y="7703310"/>
            <a:ext cx="1296000" cy="432000"/>
          </a:xfrm>
          <a:prstGeom prst="flowChartProcess">
            <a:avLst/>
          </a:prstGeom>
          <a:gradFill flip="none" rotWithShape="1">
            <a:gsLst>
              <a:gs pos="0">
                <a:srgbClr val="BEEBDF"/>
              </a:gs>
              <a:gs pos="50000">
                <a:schemeClr val="bg1"/>
              </a:gs>
              <a:gs pos="25000">
                <a:srgbClr val="DFF5EF"/>
              </a:gs>
              <a:gs pos="75000">
                <a:srgbClr val="DFF5EF"/>
              </a:gs>
              <a:gs pos="100000">
                <a:srgbClr val="BEEBDF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流程图: 过程 183">
            <a:extLst>
              <a:ext uri="{FF2B5EF4-FFF2-40B4-BE49-F238E27FC236}">
                <a16:creationId xmlns:a16="http://schemas.microsoft.com/office/drawing/2014/main" id="{9BD81BDF-44C1-C9A0-BCB1-4F65FCDE7212}"/>
              </a:ext>
            </a:extLst>
          </p:cNvPr>
          <p:cNvSpPr/>
          <p:nvPr/>
        </p:nvSpPr>
        <p:spPr>
          <a:xfrm>
            <a:off x="8455500" y="7201962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流程图: 过程 184">
            <a:extLst>
              <a:ext uri="{FF2B5EF4-FFF2-40B4-BE49-F238E27FC236}">
                <a16:creationId xmlns:a16="http://schemas.microsoft.com/office/drawing/2014/main" id="{216BCD0C-4B52-DD2F-0F83-08C665FB5ED5}"/>
              </a:ext>
            </a:extLst>
          </p:cNvPr>
          <p:cNvSpPr/>
          <p:nvPr/>
        </p:nvSpPr>
        <p:spPr>
          <a:xfrm>
            <a:off x="3769235" y="6641397"/>
            <a:ext cx="1296000" cy="432000"/>
          </a:xfrm>
          <a:prstGeom prst="flowChartProcess">
            <a:avLst/>
          </a:prstGeom>
          <a:gradFill flip="none" rotWithShape="1">
            <a:gsLst>
              <a:gs pos="0">
                <a:srgbClr val="FAC090"/>
              </a:gs>
              <a:gs pos="50000">
                <a:srgbClr val="FDEADA"/>
              </a:gs>
              <a:gs pos="25000">
                <a:srgbClr val="FCD5B5"/>
              </a:gs>
              <a:gs pos="75000">
                <a:srgbClr val="FCD5B5"/>
              </a:gs>
              <a:gs pos="100000">
                <a:srgbClr val="FAC090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流程图: 过程 185">
            <a:extLst>
              <a:ext uri="{FF2B5EF4-FFF2-40B4-BE49-F238E27FC236}">
                <a16:creationId xmlns:a16="http://schemas.microsoft.com/office/drawing/2014/main" id="{AE9AEF67-40C5-BA7E-1E86-1F7B06E715EB}"/>
              </a:ext>
            </a:extLst>
          </p:cNvPr>
          <p:cNvSpPr/>
          <p:nvPr/>
        </p:nvSpPr>
        <p:spPr>
          <a:xfrm>
            <a:off x="5927089" y="6641397"/>
            <a:ext cx="1296000" cy="432000"/>
          </a:xfrm>
          <a:prstGeom prst="flowChartProcess">
            <a:avLst/>
          </a:prstGeom>
          <a:gradFill flip="none" rotWithShape="1">
            <a:gsLst>
              <a:gs pos="0">
                <a:srgbClr val="F79646"/>
              </a:gs>
              <a:gs pos="50000">
                <a:srgbClr val="FCD5B5"/>
              </a:gs>
              <a:gs pos="25000">
                <a:srgbClr val="FAC090"/>
              </a:gs>
              <a:gs pos="75000">
                <a:srgbClr val="FAC090"/>
              </a:gs>
              <a:gs pos="100000">
                <a:srgbClr val="F79646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流程图: 过程 186">
            <a:extLst>
              <a:ext uri="{FF2B5EF4-FFF2-40B4-BE49-F238E27FC236}">
                <a16:creationId xmlns:a16="http://schemas.microsoft.com/office/drawing/2014/main" id="{C967B38F-560C-F5FD-4BB0-F7B078913623}"/>
              </a:ext>
            </a:extLst>
          </p:cNvPr>
          <p:cNvSpPr/>
          <p:nvPr/>
        </p:nvSpPr>
        <p:spPr>
          <a:xfrm>
            <a:off x="3259985" y="4510682"/>
            <a:ext cx="1296000" cy="432000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8" name="连接符: 肘形 187">
            <a:extLst>
              <a:ext uri="{FF2B5EF4-FFF2-40B4-BE49-F238E27FC236}">
                <a16:creationId xmlns:a16="http://schemas.microsoft.com/office/drawing/2014/main" id="{B703A994-47A6-AA2C-6C7F-27BA209456ED}"/>
              </a:ext>
            </a:extLst>
          </p:cNvPr>
          <p:cNvCxnSpPr>
            <a:cxnSpLocks/>
            <a:stCxn id="187" idx="2"/>
            <a:endCxn id="182" idx="0"/>
          </p:cNvCxnSpPr>
          <p:nvPr/>
        </p:nvCxnSpPr>
        <p:spPr>
          <a:xfrm rot="5400000">
            <a:off x="2568473" y="5301883"/>
            <a:ext cx="1698715" cy="98031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连接符: 肘形 188">
            <a:extLst>
              <a:ext uri="{FF2B5EF4-FFF2-40B4-BE49-F238E27FC236}">
                <a16:creationId xmlns:a16="http://schemas.microsoft.com/office/drawing/2014/main" id="{6CDA2AF7-962A-4CB9-12A2-CDBAAE03F6FF}"/>
              </a:ext>
            </a:extLst>
          </p:cNvPr>
          <p:cNvCxnSpPr>
            <a:cxnSpLocks/>
            <a:stCxn id="187" idx="2"/>
            <a:endCxn id="186" idx="0"/>
          </p:cNvCxnSpPr>
          <p:nvPr/>
        </p:nvCxnSpPr>
        <p:spPr>
          <a:xfrm rot="16200000" flipH="1">
            <a:off x="4392181" y="4458487"/>
            <a:ext cx="1698715" cy="266710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文本框 189">
            <a:extLst>
              <a:ext uri="{FF2B5EF4-FFF2-40B4-BE49-F238E27FC236}">
                <a16:creationId xmlns:a16="http://schemas.microsoft.com/office/drawing/2014/main" id="{00C26E70-6F59-5612-4443-2537AC4D45B0}"/>
              </a:ext>
            </a:extLst>
          </p:cNvPr>
          <p:cNvSpPr txBox="1"/>
          <p:nvPr/>
        </p:nvSpPr>
        <p:spPr>
          <a:xfrm>
            <a:off x="5255929" y="6570054"/>
            <a:ext cx="514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1" name="连接符: 肘形 190">
            <a:extLst>
              <a:ext uri="{FF2B5EF4-FFF2-40B4-BE49-F238E27FC236}">
                <a16:creationId xmlns:a16="http://schemas.microsoft.com/office/drawing/2014/main" id="{BACE6AFA-FE8B-B39F-71AC-294FB0FE8460}"/>
              </a:ext>
            </a:extLst>
          </p:cNvPr>
          <p:cNvCxnSpPr>
            <a:cxnSpLocks/>
            <a:stCxn id="187" idx="1"/>
            <a:endCxn id="205" idx="1"/>
          </p:cNvCxnSpPr>
          <p:nvPr/>
        </p:nvCxnSpPr>
        <p:spPr>
          <a:xfrm rot="10800000" flipV="1">
            <a:off x="1300039" y="4726682"/>
            <a:ext cx="1959946" cy="4718306"/>
          </a:xfrm>
          <a:prstGeom prst="bentConnector3">
            <a:avLst>
              <a:gd name="adj1" fmla="val 14653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7FA7E1E9-0213-6EAC-E36D-64AD503B3A7A}"/>
              </a:ext>
            </a:extLst>
          </p:cNvPr>
          <p:cNvGrpSpPr/>
          <p:nvPr/>
        </p:nvGrpSpPr>
        <p:grpSpPr>
          <a:xfrm rot="18930706">
            <a:off x="3653549" y="8247535"/>
            <a:ext cx="496124" cy="496124"/>
            <a:chOff x="4892460" y="2186404"/>
            <a:chExt cx="142638" cy="142638"/>
          </a:xfrm>
        </p:grpSpPr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BBB85EF3-05A0-5846-7FA4-627915158C65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C77FDEC2-AE50-24C9-F4AA-7E63D0466CE7}"/>
                </a:ext>
              </a:extLst>
            </p:cNvPr>
            <p:cNvCxnSpPr>
              <a:cxnSpLocks/>
              <a:stCxn id="193" idx="1"/>
              <a:endCxn id="193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ABE7AD93-A26B-7C9D-C330-E7E6551C3326}"/>
                </a:ext>
              </a:extLst>
            </p:cNvPr>
            <p:cNvCxnSpPr>
              <a:cxnSpLocks/>
              <a:stCxn id="193" idx="3"/>
              <a:endCxn id="193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6" name="连接符: 肘形 195">
            <a:extLst>
              <a:ext uri="{FF2B5EF4-FFF2-40B4-BE49-F238E27FC236}">
                <a16:creationId xmlns:a16="http://schemas.microsoft.com/office/drawing/2014/main" id="{E11E9157-212C-971B-9401-A5D544049CF8}"/>
              </a:ext>
            </a:extLst>
          </p:cNvPr>
          <p:cNvCxnSpPr>
            <a:cxnSpLocks/>
            <a:stCxn id="182" idx="2"/>
            <a:endCxn id="193" idx="7"/>
          </p:cNvCxnSpPr>
          <p:nvPr/>
        </p:nvCxnSpPr>
        <p:spPr>
          <a:xfrm rot="16200000" flipH="1">
            <a:off x="2828676" y="7172394"/>
            <a:ext cx="1174148" cy="97615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连接符: 肘形 196">
            <a:extLst>
              <a:ext uri="{FF2B5EF4-FFF2-40B4-BE49-F238E27FC236}">
                <a16:creationId xmlns:a16="http://schemas.microsoft.com/office/drawing/2014/main" id="{F94954FE-6A4A-5F9D-9B82-63E3BC1B7996}"/>
              </a:ext>
            </a:extLst>
          </p:cNvPr>
          <p:cNvCxnSpPr>
            <a:cxnSpLocks/>
            <a:stCxn id="185" idx="2"/>
            <a:endCxn id="193" idx="7"/>
          </p:cNvCxnSpPr>
          <p:nvPr/>
        </p:nvCxnSpPr>
        <p:spPr>
          <a:xfrm rot="5400000">
            <a:off x="3573457" y="7403767"/>
            <a:ext cx="1174148" cy="51340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连接符: 肘形 197">
            <a:extLst>
              <a:ext uri="{FF2B5EF4-FFF2-40B4-BE49-F238E27FC236}">
                <a16:creationId xmlns:a16="http://schemas.microsoft.com/office/drawing/2014/main" id="{52722D57-EE4B-08AD-FA29-45F168E711AB}"/>
              </a:ext>
            </a:extLst>
          </p:cNvPr>
          <p:cNvCxnSpPr>
            <a:cxnSpLocks/>
            <a:stCxn id="186" idx="2"/>
            <a:endCxn id="193" idx="7"/>
          </p:cNvCxnSpPr>
          <p:nvPr/>
        </p:nvCxnSpPr>
        <p:spPr>
          <a:xfrm rot="5400000">
            <a:off x="4652384" y="6324840"/>
            <a:ext cx="1174148" cy="267126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弧形 198">
            <a:extLst>
              <a:ext uri="{FF2B5EF4-FFF2-40B4-BE49-F238E27FC236}">
                <a16:creationId xmlns:a16="http://schemas.microsoft.com/office/drawing/2014/main" id="{A8B7C263-E64A-082F-F6EB-C095DF9F31A3}"/>
              </a:ext>
            </a:extLst>
          </p:cNvPr>
          <p:cNvSpPr/>
          <p:nvPr/>
        </p:nvSpPr>
        <p:spPr>
          <a:xfrm>
            <a:off x="1174777" y="5722670"/>
            <a:ext cx="4901163" cy="2771140"/>
          </a:xfrm>
          <a:prstGeom prst="arc">
            <a:avLst>
              <a:gd name="adj1" fmla="val 5401321"/>
              <a:gd name="adj2" fmla="val 10802019"/>
            </a:avLst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0" name="连接符: 肘形 199">
            <a:extLst>
              <a:ext uri="{FF2B5EF4-FFF2-40B4-BE49-F238E27FC236}">
                <a16:creationId xmlns:a16="http://schemas.microsoft.com/office/drawing/2014/main" id="{08BA8210-7868-111C-706D-7CC1B1A34352}"/>
              </a:ext>
            </a:extLst>
          </p:cNvPr>
          <p:cNvCxnSpPr>
            <a:cxnSpLocks/>
            <a:stCxn id="187" idx="2"/>
            <a:endCxn id="185" idx="0"/>
          </p:cNvCxnSpPr>
          <p:nvPr/>
        </p:nvCxnSpPr>
        <p:spPr>
          <a:xfrm rot="16200000" flipH="1">
            <a:off x="3313254" y="5537414"/>
            <a:ext cx="1698715" cy="50925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文本框 200">
            <a:extLst>
              <a:ext uri="{FF2B5EF4-FFF2-40B4-BE49-F238E27FC236}">
                <a16:creationId xmlns:a16="http://schemas.microsoft.com/office/drawing/2014/main" id="{1E1572CD-58DF-AF56-2960-4BC34F577830}"/>
              </a:ext>
            </a:extLst>
          </p:cNvPr>
          <p:cNvSpPr txBox="1"/>
          <p:nvPr/>
        </p:nvSpPr>
        <p:spPr>
          <a:xfrm rot="1370016">
            <a:off x="1432672" y="7484210"/>
            <a:ext cx="174212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 Sum</a:t>
            </a:r>
          </a:p>
        </p:txBody>
      </p: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5CCA727A-691F-342D-346C-A9E2B7000F5A}"/>
              </a:ext>
            </a:extLst>
          </p:cNvPr>
          <p:cNvGrpSpPr/>
          <p:nvPr/>
        </p:nvGrpSpPr>
        <p:grpSpPr>
          <a:xfrm>
            <a:off x="3644370" y="9189167"/>
            <a:ext cx="506064" cy="506064"/>
            <a:chOff x="2860993" y="3897083"/>
            <a:chExt cx="135143" cy="135143"/>
          </a:xfrm>
        </p:grpSpPr>
        <p:sp>
          <p:nvSpPr>
            <p:cNvPr id="203" name="椭圆 202">
              <a:extLst>
                <a:ext uri="{FF2B5EF4-FFF2-40B4-BE49-F238E27FC236}">
                  <a16:creationId xmlns:a16="http://schemas.microsoft.com/office/drawing/2014/main" id="{526DA1C2-8A0B-9BE0-9E21-BA215F638D7A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2F538945-421B-B83B-2C02-4AF3B862D015}"/>
                </a:ext>
              </a:extLst>
            </p:cNvPr>
            <p:cNvSpPr/>
            <p:nvPr/>
          </p:nvSpPr>
          <p:spPr>
            <a:xfrm>
              <a:off x="2903050" y="3939654"/>
              <a:ext cx="51081" cy="51081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5" name="流程图: 过程 204">
            <a:extLst>
              <a:ext uri="{FF2B5EF4-FFF2-40B4-BE49-F238E27FC236}">
                <a16:creationId xmlns:a16="http://schemas.microsoft.com/office/drawing/2014/main" id="{E17CFDD8-ACF1-87BE-3518-1AF29F58BA09}"/>
              </a:ext>
            </a:extLst>
          </p:cNvPr>
          <p:cNvSpPr/>
          <p:nvPr/>
        </p:nvSpPr>
        <p:spPr>
          <a:xfrm>
            <a:off x="1300039" y="9228988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流程图: 过程 205">
            <a:extLst>
              <a:ext uri="{FF2B5EF4-FFF2-40B4-BE49-F238E27FC236}">
                <a16:creationId xmlns:a16="http://schemas.microsoft.com/office/drawing/2014/main" id="{B527AC17-B586-4ACA-5BD5-521715EF3184}"/>
              </a:ext>
            </a:extLst>
          </p:cNvPr>
          <p:cNvSpPr/>
          <p:nvPr/>
        </p:nvSpPr>
        <p:spPr>
          <a:xfrm>
            <a:off x="3253591" y="10194238"/>
            <a:ext cx="1296000" cy="432000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20C1AF9F-06DB-394B-FDAB-434FCCB9D3AB}"/>
              </a:ext>
            </a:extLst>
          </p:cNvPr>
          <p:cNvCxnSpPr>
            <a:cxnSpLocks/>
            <a:stCxn id="203" idx="4"/>
            <a:endCxn id="206" idx="0"/>
          </p:cNvCxnSpPr>
          <p:nvPr/>
        </p:nvCxnSpPr>
        <p:spPr>
          <a:xfrm>
            <a:off x="3897403" y="9695232"/>
            <a:ext cx="4189" cy="4990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DD9846F0-7A5D-429F-D560-CF75EF8FE0AC}"/>
              </a:ext>
            </a:extLst>
          </p:cNvPr>
          <p:cNvCxnSpPr>
            <a:cxnSpLocks/>
            <a:stCxn id="193" idx="3"/>
            <a:endCxn id="203" idx="0"/>
          </p:cNvCxnSpPr>
          <p:nvPr/>
        </p:nvCxnSpPr>
        <p:spPr>
          <a:xfrm flipH="1">
            <a:off x="3897403" y="8743649"/>
            <a:ext cx="1993" cy="4455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614E92BF-24D1-3E30-2888-8C1FD6F0EAC1}"/>
              </a:ext>
            </a:extLst>
          </p:cNvPr>
          <p:cNvCxnSpPr>
            <a:cxnSpLocks/>
            <a:stCxn id="205" idx="3"/>
            <a:endCxn id="203" idx="2"/>
          </p:cNvCxnSpPr>
          <p:nvPr/>
        </p:nvCxnSpPr>
        <p:spPr>
          <a:xfrm flipV="1">
            <a:off x="2596040" y="9442200"/>
            <a:ext cx="1048331" cy="27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流程图: 过程 209">
            <a:extLst>
              <a:ext uri="{FF2B5EF4-FFF2-40B4-BE49-F238E27FC236}">
                <a16:creationId xmlns:a16="http://schemas.microsoft.com/office/drawing/2014/main" id="{F3AA1820-574A-4A41-7F38-449A4F6EB3F1}"/>
              </a:ext>
            </a:extLst>
          </p:cNvPr>
          <p:cNvSpPr/>
          <p:nvPr/>
        </p:nvSpPr>
        <p:spPr>
          <a:xfrm>
            <a:off x="9403237" y="4896538"/>
            <a:ext cx="1296000" cy="432000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流程图: 过程 210">
            <a:extLst>
              <a:ext uri="{FF2B5EF4-FFF2-40B4-BE49-F238E27FC236}">
                <a16:creationId xmlns:a16="http://schemas.microsoft.com/office/drawing/2014/main" id="{67E25C85-3B36-00E5-8B69-6A3EE29B088F}"/>
              </a:ext>
            </a:extLst>
          </p:cNvPr>
          <p:cNvSpPr/>
          <p:nvPr/>
        </p:nvSpPr>
        <p:spPr>
          <a:xfrm>
            <a:off x="8455500" y="6259586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流程图: 过程 211">
            <a:extLst>
              <a:ext uri="{FF2B5EF4-FFF2-40B4-BE49-F238E27FC236}">
                <a16:creationId xmlns:a16="http://schemas.microsoft.com/office/drawing/2014/main" id="{45BC6166-CE90-6036-A5B9-1339C2F535C6}"/>
              </a:ext>
            </a:extLst>
          </p:cNvPr>
          <p:cNvSpPr/>
          <p:nvPr/>
        </p:nvSpPr>
        <p:spPr>
          <a:xfrm>
            <a:off x="10350975" y="6259586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流程图: 过程 212">
            <a:extLst>
              <a:ext uri="{FF2B5EF4-FFF2-40B4-BE49-F238E27FC236}">
                <a16:creationId xmlns:a16="http://schemas.microsoft.com/office/drawing/2014/main" id="{AA81517E-8ABC-F23B-D23E-21CE92F6E4A5}"/>
              </a:ext>
            </a:extLst>
          </p:cNvPr>
          <p:cNvSpPr/>
          <p:nvPr/>
        </p:nvSpPr>
        <p:spPr>
          <a:xfrm>
            <a:off x="10350975" y="7201962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4" name="连接符: 肘形 213">
            <a:extLst>
              <a:ext uri="{FF2B5EF4-FFF2-40B4-BE49-F238E27FC236}">
                <a16:creationId xmlns:a16="http://schemas.microsoft.com/office/drawing/2014/main" id="{327DFF54-9926-A448-14BC-5BB981E0BC10}"/>
              </a:ext>
            </a:extLst>
          </p:cNvPr>
          <p:cNvCxnSpPr>
            <a:cxnSpLocks/>
            <a:stCxn id="210" idx="2"/>
            <a:endCxn id="211" idx="0"/>
          </p:cNvCxnSpPr>
          <p:nvPr/>
        </p:nvCxnSpPr>
        <p:spPr>
          <a:xfrm rot="5400000">
            <a:off x="9111845" y="5320195"/>
            <a:ext cx="931048" cy="94773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连接符: 肘形 214">
            <a:extLst>
              <a:ext uri="{FF2B5EF4-FFF2-40B4-BE49-F238E27FC236}">
                <a16:creationId xmlns:a16="http://schemas.microsoft.com/office/drawing/2014/main" id="{01966F65-524E-F5B7-4671-CD8FAF07964C}"/>
              </a:ext>
            </a:extLst>
          </p:cNvPr>
          <p:cNvCxnSpPr>
            <a:cxnSpLocks/>
            <a:stCxn id="210" idx="2"/>
            <a:endCxn id="212" idx="0"/>
          </p:cNvCxnSpPr>
          <p:nvPr/>
        </p:nvCxnSpPr>
        <p:spPr>
          <a:xfrm rot="16200000" flipH="1">
            <a:off x="10059582" y="5320193"/>
            <a:ext cx="931048" cy="94773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流程图: 过程 215">
            <a:extLst>
              <a:ext uri="{FF2B5EF4-FFF2-40B4-BE49-F238E27FC236}">
                <a16:creationId xmlns:a16="http://schemas.microsoft.com/office/drawing/2014/main" id="{E35FE2A3-E758-C20C-EDB6-03CCA7D905E0}"/>
              </a:ext>
            </a:extLst>
          </p:cNvPr>
          <p:cNvSpPr/>
          <p:nvPr/>
        </p:nvSpPr>
        <p:spPr>
          <a:xfrm>
            <a:off x="9403237" y="9128116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IFFT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7" name="组合 216">
            <a:extLst>
              <a:ext uri="{FF2B5EF4-FFF2-40B4-BE49-F238E27FC236}">
                <a16:creationId xmlns:a16="http://schemas.microsoft.com/office/drawing/2014/main" id="{AD82BF36-B10E-A6ED-68B4-779C5290AE8A}"/>
              </a:ext>
            </a:extLst>
          </p:cNvPr>
          <p:cNvGrpSpPr/>
          <p:nvPr/>
        </p:nvGrpSpPr>
        <p:grpSpPr>
          <a:xfrm>
            <a:off x="9798119" y="8263633"/>
            <a:ext cx="506064" cy="506064"/>
            <a:chOff x="2860993" y="3897083"/>
            <a:chExt cx="135143" cy="135143"/>
          </a:xfrm>
        </p:grpSpPr>
        <p:sp>
          <p:nvSpPr>
            <p:cNvPr id="218" name="椭圆 217">
              <a:extLst>
                <a:ext uri="{FF2B5EF4-FFF2-40B4-BE49-F238E27FC236}">
                  <a16:creationId xmlns:a16="http://schemas.microsoft.com/office/drawing/2014/main" id="{9F7DC809-F3AF-88F2-79EA-4489F06ACCB6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9" name="椭圆 218">
              <a:extLst>
                <a:ext uri="{FF2B5EF4-FFF2-40B4-BE49-F238E27FC236}">
                  <a16:creationId xmlns:a16="http://schemas.microsoft.com/office/drawing/2014/main" id="{DF02BBF6-C376-1AE3-CC9B-D416A19B8DFA}"/>
                </a:ext>
              </a:extLst>
            </p:cNvPr>
            <p:cNvSpPr/>
            <p:nvPr/>
          </p:nvSpPr>
          <p:spPr>
            <a:xfrm>
              <a:off x="2903050" y="3939654"/>
              <a:ext cx="51081" cy="51081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20" name="连接符: 肘形 219">
            <a:extLst>
              <a:ext uri="{FF2B5EF4-FFF2-40B4-BE49-F238E27FC236}">
                <a16:creationId xmlns:a16="http://schemas.microsoft.com/office/drawing/2014/main" id="{3F60797F-E955-17A4-5BAA-181A21A40C47}"/>
              </a:ext>
            </a:extLst>
          </p:cNvPr>
          <p:cNvCxnSpPr>
            <a:cxnSpLocks/>
            <a:stCxn id="183" idx="2"/>
            <a:endCxn id="218" idx="2"/>
          </p:cNvCxnSpPr>
          <p:nvPr/>
        </p:nvCxnSpPr>
        <p:spPr>
          <a:xfrm rot="16200000" flipH="1">
            <a:off x="9260133" y="7978678"/>
            <a:ext cx="381355" cy="69461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连接符: 肘形 220">
            <a:extLst>
              <a:ext uri="{FF2B5EF4-FFF2-40B4-BE49-F238E27FC236}">
                <a16:creationId xmlns:a16="http://schemas.microsoft.com/office/drawing/2014/main" id="{BEAB8C29-A4D0-CAB6-FA19-6A8A42716DD6}"/>
              </a:ext>
            </a:extLst>
          </p:cNvPr>
          <p:cNvCxnSpPr>
            <a:cxnSpLocks/>
            <a:stCxn id="213" idx="2"/>
            <a:endCxn id="218" idx="6"/>
          </p:cNvCxnSpPr>
          <p:nvPr/>
        </p:nvCxnSpPr>
        <p:spPr>
          <a:xfrm rot="5400000">
            <a:off x="10210229" y="7727917"/>
            <a:ext cx="882703" cy="6947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ECA9D00C-EA5E-9AC1-2469-4B8FE073BB2C}"/>
              </a:ext>
            </a:extLst>
          </p:cNvPr>
          <p:cNvCxnSpPr>
            <a:cxnSpLocks/>
            <a:stCxn id="218" idx="4"/>
            <a:endCxn id="216" idx="0"/>
          </p:cNvCxnSpPr>
          <p:nvPr/>
        </p:nvCxnSpPr>
        <p:spPr>
          <a:xfrm>
            <a:off x="10051151" y="8769698"/>
            <a:ext cx="86" cy="3584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流程图: 过程 222">
            <a:extLst>
              <a:ext uri="{FF2B5EF4-FFF2-40B4-BE49-F238E27FC236}">
                <a16:creationId xmlns:a16="http://schemas.microsoft.com/office/drawing/2014/main" id="{ED59020D-F166-7656-9CED-DE9426B670C5}"/>
              </a:ext>
            </a:extLst>
          </p:cNvPr>
          <p:cNvSpPr/>
          <p:nvPr/>
        </p:nvSpPr>
        <p:spPr>
          <a:xfrm>
            <a:off x="9403938" y="9638188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BN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40747EE7-9DF8-971B-465E-2F7C9DEFEF9C}"/>
              </a:ext>
            </a:extLst>
          </p:cNvPr>
          <p:cNvCxnSpPr>
            <a:cxnSpLocks/>
          </p:cNvCxnSpPr>
          <p:nvPr/>
        </p:nvCxnSpPr>
        <p:spPr>
          <a:xfrm>
            <a:off x="10059618" y="10095990"/>
            <a:ext cx="0" cy="4253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流程图: 过程 224">
            <a:extLst>
              <a:ext uri="{FF2B5EF4-FFF2-40B4-BE49-F238E27FC236}">
                <a16:creationId xmlns:a16="http://schemas.microsoft.com/office/drawing/2014/main" id="{7624BCBC-7AF7-FBAB-E764-F39BA4F7B05A}"/>
              </a:ext>
            </a:extLst>
          </p:cNvPr>
          <p:cNvSpPr/>
          <p:nvPr/>
        </p:nvSpPr>
        <p:spPr>
          <a:xfrm>
            <a:off x="13985227" y="6417291"/>
            <a:ext cx="1296000" cy="432000"/>
          </a:xfrm>
          <a:prstGeom prst="flowChartProcess">
            <a:avLst/>
          </a:prstGeom>
          <a:gradFill flip="none" rotWithShape="1">
            <a:gsLst>
              <a:gs pos="0">
                <a:srgbClr val="BEEBDF"/>
              </a:gs>
              <a:gs pos="50000">
                <a:schemeClr val="bg1"/>
              </a:gs>
              <a:gs pos="25000">
                <a:srgbClr val="DFF5EF"/>
              </a:gs>
              <a:gs pos="75000">
                <a:srgbClr val="DFF5EF"/>
              </a:gs>
              <a:gs pos="100000">
                <a:srgbClr val="BEEBDF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FD6D5353-60D0-AA06-25DF-1AAC109AC74C}"/>
              </a:ext>
            </a:extLst>
          </p:cNvPr>
          <p:cNvSpPr txBox="1"/>
          <p:nvPr/>
        </p:nvSpPr>
        <p:spPr>
          <a:xfrm>
            <a:off x="9202188" y="6731603"/>
            <a:ext cx="3425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AFF67BE7-6B47-5E1F-37C6-DAABD37180E1}"/>
              </a:ext>
            </a:extLst>
          </p:cNvPr>
          <p:cNvSpPr txBox="1"/>
          <p:nvPr/>
        </p:nvSpPr>
        <p:spPr>
          <a:xfrm>
            <a:off x="10569426" y="6749449"/>
            <a:ext cx="3425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E7240E29-C581-377D-8D71-7CC0ABDDBEBE}"/>
              </a:ext>
            </a:extLst>
          </p:cNvPr>
          <p:cNvSpPr txBox="1"/>
          <p:nvPr/>
        </p:nvSpPr>
        <p:spPr>
          <a:xfrm>
            <a:off x="2963022" y="8952183"/>
            <a:ext cx="3425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229" name="流程图: 过程 228">
            <a:extLst>
              <a:ext uri="{FF2B5EF4-FFF2-40B4-BE49-F238E27FC236}">
                <a16:creationId xmlns:a16="http://schemas.microsoft.com/office/drawing/2014/main" id="{CCA03D9C-405A-2ED6-B22B-ED10493F4EE3}"/>
              </a:ext>
            </a:extLst>
          </p:cNvPr>
          <p:cNvSpPr/>
          <p:nvPr/>
        </p:nvSpPr>
        <p:spPr>
          <a:xfrm>
            <a:off x="12758460" y="3540761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流程图: 过程 229">
            <a:extLst>
              <a:ext uri="{FF2B5EF4-FFF2-40B4-BE49-F238E27FC236}">
                <a16:creationId xmlns:a16="http://schemas.microsoft.com/office/drawing/2014/main" id="{5009E482-2381-F46E-49D7-84BA4D936655}"/>
              </a:ext>
            </a:extLst>
          </p:cNvPr>
          <p:cNvSpPr/>
          <p:nvPr/>
        </p:nvSpPr>
        <p:spPr>
          <a:xfrm>
            <a:off x="15149032" y="3540761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1" name="直接箭头连接符 230">
            <a:extLst>
              <a:ext uri="{FF2B5EF4-FFF2-40B4-BE49-F238E27FC236}">
                <a16:creationId xmlns:a16="http://schemas.microsoft.com/office/drawing/2014/main" id="{0C482C03-5A07-B9D6-C805-3DEA984EDDFE}"/>
              </a:ext>
            </a:extLst>
          </p:cNvPr>
          <p:cNvCxnSpPr>
            <a:cxnSpLocks/>
            <a:stCxn id="172" idx="2"/>
            <a:endCxn id="229" idx="0"/>
          </p:cNvCxnSpPr>
          <p:nvPr/>
        </p:nvCxnSpPr>
        <p:spPr>
          <a:xfrm>
            <a:off x="13399250" y="3173901"/>
            <a:ext cx="7211" cy="3668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箭头连接符 231">
            <a:extLst>
              <a:ext uri="{FF2B5EF4-FFF2-40B4-BE49-F238E27FC236}">
                <a16:creationId xmlns:a16="http://schemas.microsoft.com/office/drawing/2014/main" id="{25877384-D8D3-D4F1-C5F3-56B0B085A4D7}"/>
              </a:ext>
            </a:extLst>
          </p:cNvPr>
          <p:cNvCxnSpPr>
            <a:cxnSpLocks/>
            <a:stCxn id="175" idx="2"/>
            <a:endCxn id="230" idx="0"/>
          </p:cNvCxnSpPr>
          <p:nvPr/>
        </p:nvCxnSpPr>
        <p:spPr>
          <a:xfrm flipH="1">
            <a:off x="15797033" y="3173901"/>
            <a:ext cx="491" cy="3668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连接符: 肘形 232">
            <a:extLst>
              <a:ext uri="{FF2B5EF4-FFF2-40B4-BE49-F238E27FC236}">
                <a16:creationId xmlns:a16="http://schemas.microsoft.com/office/drawing/2014/main" id="{9B9549F7-58AC-2391-AE5C-93EBDC3D54AD}"/>
              </a:ext>
            </a:extLst>
          </p:cNvPr>
          <p:cNvCxnSpPr>
            <a:cxnSpLocks/>
            <a:stCxn id="229" idx="2"/>
            <a:endCxn id="174" idx="0"/>
          </p:cNvCxnSpPr>
          <p:nvPr/>
        </p:nvCxnSpPr>
        <p:spPr>
          <a:xfrm rot="5400000">
            <a:off x="12563891" y="4439766"/>
            <a:ext cx="1309574" cy="37556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连接符: 肘形 233">
            <a:extLst>
              <a:ext uri="{FF2B5EF4-FFF2-40B4-BE49-F238E27FC236}">
                <a16:creationId xmlns:a16="http://schemas.microsoft.com/office/drawing/2014/main" id="{5396CC0B-F323-A5E9-8FAE-70AC9A776AD1}"/>
              </a:ext>
            </a:extLst>
          </p:cNvPr>
          <p:cNvCxnSpPr>
            <a:cxnSpLocks/>
            <a:stCxn id="229" idx="2"/>
            <a:endCxn id="173" idx="0"/>
          </p:cNvCxnSpPr>
          <p:nvPr/>
        </p:nvCxnSpPr>
        <p:spPr>
          <a:xfrm rot="16200000" flipH="1">
            <a:off x="12944354" y="4434867"/>
            <a:ext cx="1309574" cy="38536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连接符: 肘形 234">
            <a:extLst>
              <a:ext uri="{FF2B5EF4-FFF2-40B4-BE49-F238E27FC236}">
                <a16:creationId xmlns:a16="http://schemas.microsoft.com/office/drawing/2014/main" id="{EE7FD13E-E4F6-2706-68C3-2545B0F80FAB}"/>
              </a:ext>
            </a:extLst>
          </p:cNvPr>
          <p:cNvCxnSpPr>
            <a:cxnSpLocks/>
            <a:stCxn id="230" idx="2"/>
            <a:endCxn id="171" idx="0"/>
          </p:cNvCxnSpPr>
          <p:nvPr/>
        </p:nvCxnSpPr>
        <p:spPr>
          <a:xfrm rot="5400000">
            <a:off x="14956174" y="4434075"/>
            <a:ext cx="1302173" cy="37954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连接符: 肘形 235">
            <a:extLst>
              <a:ext uri="{FF2B5EF4-FFF2-40B4-BE49-F238E27FC236}">
                <a16:creationId xmlns:a16="http://schemas.microsoft.com/office/drawing/2014/main" id="{DFD98893-E974-EB85-EDE0-00EDEC6FC30C}"/>
              </a:ext>
            </a:extLst>
          </p:cNvPr>
          <p:cNvCxnSpPr>
            <a:cxnSpLocks/>
            <a:stCxn id="230" idx="2"/>
            <a:endCxn id="178" idx="0"/>
          </p:cNvCxnSpPr>
          <p:nvPr/>
        </p:nvCxnSpPr>
        <p:spPr>
          <a:xfrm rot="16200000" flipH="1">
            <a:off x="15330813" y="4438981"/>
            <a:ext cx="1305711" cy="37327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连接符: 肘形 236">
            <a:extLst>
              <a:ext uri="{FF2B5EF4-FFF2-40B4-BE49-F238E27FC236}">
                <a16:creationId xmlns:a16="http://schemas.microsoft.com/office/drawing/2014/main" id="{7094B19B-8946-28A4-DE1E-29FB30C2460D}"/>
              </a:ext>
            </a:extLst>
          </p:cNvPr>
          <p:cNvCxnSpPr>
            <a:cxnSpLocks/>
            <a:stCxn id="177" idx="3"/>
            <a:endCxn id="225" idx="0"/>
          </p:cNvCxnSpPr>
          <p:nvPr/>
        </p:nvCxnSpPr>
        <p:spPr>
          <a:xfrm>
            <a:off x="13905733" y="5756609"/>
            <a:ext cx="727495" cy="66068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流程图: 过程 237">
            <a:extLst>
              <a:ext uri="{FF2B5EF4-FFF2-40B4-BE49-F238E27FC236}">
                <a16:creationId xmlns:a16="http://schemas.microsoft.com/office/drawing/2014/main" id="{E36D7543-1B13-D9D1-D2C3-8CDE89CA029A}"/>
              </a:ext>
            </a:extLst>
          </p:cNvPr>
          <p:cNvSpPr/>
          <p:nvPr/>
        </p:nvSpPr>
        <p:spPr>
          <a:xfrm>
            <a:off x="12774579" y="7773755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IFFT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9" name="流程图: 过程 238">
            <a:extLst>
              <a:ext uri="{FF2B5EF4-FFF2-40B4-BE49-F238E27FC236}">
                <a16:creationId xmlns:a16="http://schemas.microsoft.com/office/drawing/2014/main" id="{B4B79F5A-553D-B00E-3FCD-18501A7BE212}"/>
              </a:ext>
            </a:extLst>
          </p:cNvPr>
          <p:cNvSpPr/>
          <p:nvPr/>
        </p:nvSpPr>
        <p:spPr>
          <a:xfrm>
            <a:off x="15180263" y="7773755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IFFT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0" name="连接符: 肘形 239">
            <a:extLst>
              <a:ext uri="{FF2B5EF4-FFF2-40B4-BE49-F238E27FC236}">
                <a16:creationId xmlns:a16="http://schemas.microsoft.com/office/drawing/2014/main" id="{76068F2F-8A2A-B4DF-933B-7DD6EAF5E0FA}"/>
              </a:ext>
            </a:extLst>
          </p:cNvPr>
          <p:cNvCxnSpPr>
            <a:cxnSpLocks/>
            <a:stCxn id="225" idx="2"/>
            <a:endCxn id="238" idx="0"/>
          </p:cNvCxnSpPr>
          <p:nvPr/>
        </p:nvCxnSpPr>
        <p:spPr>
          <a:xfrm rot="5400000">
            <a:off x="13565671" y="6706199"/>
            <a:ext cx="924464" cy="121064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连接符: 肘形 240">
            <a:extLst>
              <a:ext uri="{FF2B5EF4-FFF2-40B4-BE49-F238E27FC236}">
                <a16:creationId xmlns:a16="http://schemas.microsoft.com/office/drawing/2014/main" id="{61F0646F-0103-247C-ECC2-47BB83063D9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470638" y="6813348"/>
            <a:ext cx="1512198" cy="391683"/>
          </a:xfrm>
          <a:prstGeom prst="bentConnector3">
            <a:avLst>
              <a:gd name="adj1" fmla="val 7015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连接符: 肘形 241">
            <a:extLst>
              <a:ext uri="{FF2B5EF4-FFF2-40B4-BE49-F238E27FC236}">
                <a16:creationId xmlns:a16="http://schemas.microsoft.com/office/drawing/2014/main" id="{71857643-1440-8D55-1421-588D67D2A446}"/>
              </a:ext>
            </a:extLst>
          </p:cNvPr>
          <p:cNvCxnSpPr>
            <a:cxnSpLocks/>
            <a:stCxn id="178" idx="2"/>
            <a:endCxn id="239" idx="0"/>
          </p:cNvCxnSpPr>
          <p:nvPr/>
        </p:nvCxnSpPr>
        <p:spPr>
          <a:xfrm rot="5400000">
            <a:off x="15241254" y="6844706"/>
            <a:ext cx="1516061" cy="342039"/>
          </a:xfrm>
          <a:prstGeom prst="bentConnector3">
            <a:avLst>
              <a:gd name="adj1" fmla="val 7025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连接符: 肘形 242">
            <a:extLst>
              <a:ext uri="{FF2B5EF4-FFF2-40B4-BE49-F238E27FC236}">
                <a16:creationId xmlns:a16="http://schemas.microsoft.com/office/drawing/2014/main" id="{3290E46A-21C5-B1C4-5068-46F81BC31A20}"/>
              </a:ext>
            </a:extLst>
          </p:cNvPr>
          <p:cNvCxnSpPr>
            <a:cxnSpLocks/>
            <a:stCxn id="225" idx="2"/>
            <a:endCxn id="239" idx="0"/>
          </p:cNvCxnSpPr>
          <p:nvPr/>
        </p:nvCxnSpPr>
        <p:spPr>
          <a:xfrm rot="16200000" flipH="1">
            <a:off x="14768513" y="6714005"/>
            <a:ext cx="924464" cy="119503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流程图: 过程 243">
            <a:extLst>
              <a:ext uri="{FF2B5EF4-FFF2-40B4-BE49-F238E27FC236}">
                <a16:creationId xmlns:a16="http://schemas.microsoft.com/office/drawing/2014/main" id="{6165D454-A63E-12C9-43C8-54C91DCF3F92}"/>
              </a:ext>
            </a:extLst>
          </p:cNvPr>
          <p:cNvSpPr/>
          <p:nvPr/>
        </p:nvSpPr>
        <p:spPr>
          <a:xfrm>
            <a:off x="15185715" y="8271757"/>
            <a:ext cx="1296000" cy="432000"/>
          </a:xfrm>
          <a:prstGeom prst="flowChartProcess">
            <a:avLst/>
          </a:prstGeom>
          <a:gradFill flip="none" rotWithShape="1">
            <a:gsLst>
              <a:gs pos="0">
                <a:srgbClr val="BEEBDF"/>
              </a:gs>
              <a:gs pos="50000">
                <a:schemeClr val="bg1"/>
              </a:gs>
              <a:gs pos="25000">
                <a:srgbClr val="DFF5EF"/>
              </a:gs>
              <a:gs pos="75000">
                <a:srgbClr val="DFF5EF"/>
              </a:gs>
              <a:gs pos="100000">
                <a:srgbClr val="BEEBDF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86926323-DE2E-933B-2028-4B8EF3364B5F}"/>
              </a:ext>
            </a:extLst>
          </p:cNvPr>
          <p:cNvCxnSpPr>
            <a:cxnSpLocks/>
            <a:stCxn id="238" idx="2"/>
            <a:endCxn id="180" idx="0"/>
          </p:cNvCxnSpPr>
          <p:nvPr/>
        </p:nvCxnSpPr>
        <p:spPr>
          <a:xfrm flipH="1">
            <a:off x="13418499" y="8205755"/>
            <a:ext cx="4080" cy="10141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49AF3780-0AD3-A2CB-7C6F-9F56CC66FB2A}"/>
              </a:ext>
            </a:extLst>
          </p:cNvPr>
          <p:cNvCxnSpPr>
            <a:cxnSpLocks/>
            <a:stCxn id="244" idx="2"/>
            <a:endCxn id="179" idx="0"/>
          </p:cNvCxnSpPr>
          <p:nvPr/>
        </p:nvCxnSpPr>
        <p:spPr>
          <a:xfrm flipH="1">
            <a:off x="15832947" y="8703757"/>
            <a:ext cx="768" cy="5161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连接符: 肘形 246">
            <a:extLst>
              <a:ext uri="{FF2B5EF4-FFF2-40B4-BE49-F238E27FC236}">
                <a16:creationId xmlns:a16="http://schemas.microsoft.com/office/drawing/2014/main" id="{64708A0E-5EC9-5E83-799D-EC69A4B85A5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633229" y="5755034"/>
            <a:ext cx="682797" cy="65294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流程图: 过程 247">
            <a:extLst>
              <a:ext uri="{FF2B5EF4-FFF2-40B4-BE49-F238E27FC236}">
                <a16:creationId xmlns:a16="http://schemas.microsoft.com/office/drawing/2014/main" id="{08781B92-CC1B-A06E-C887-3BF6A3A9A703}"/>
              </a:ext>
            </a:extLst>
          </p:cNvPr>
          <p:cNvSpPr/>
          <p:nvPr/>
        </p:nvSpPr>
        <p:spPr>
          <a:xfrm>
            <a:off x="17752350" y="2182553"/>
            <a:ext cx="1296000" cy="432000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" name="流程图: 过程 248">
            <a:extLst>
              <a:ext uri="{FF2B5EF4-FFF2-40B4-BE49-F238E27FC236}">
                <a16:creationId xmlns:a16="http://schemas.microsoft.com/office/drawing/2014/main" id="{D7FCF78C-EEB8-C5D0-371A-FC9C4C0297D8}"/>
              </a:ext>
            </a:extLst>
          </p:cNvPr>
          <p:cNvSpPr/>
          <p:nvPr/>
        </p:nvSpPr>
        <p:spPr>
          <a:xfrm>
            <a:off x="17752350" y="3099089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0" name="直接箭头连接符 249">
            <a:extLst>
              <a:ext uri="{FF2B5EF4-FFF2-40B4-BE49-F238E27FC236}">
                <a16:creationId xmlns:a16="http://schemas.microsoft.com/office/drawing/2014/main" id="{684F0521-F4EA-8EEE-4AD0-93874D3605B1}"/>
              </a:ext>
            </a:extLst>
          </p:cNvPr>
          <p:cNvCxnSpPr>
            <a:cxnSpLocks/>
            <a:stCxn id="248" idx="2"/>
            <a:endCxn id="249" idx="0"/>
          </p:cNvCxnSpPr>
          <p:nvPr/>
        </p:nvCxnSpPr>
        <p:spPr>
          <a:xfrm>
            <a:off x="18400350" y="2614553"/>
            <a:ext cx="0" cy="484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流程图: 过程 250">
            <a:extLst>
              <a:ext uri="{FF2B5EF4-FFF2-40B4-BE49-F238E27FC236}">
                <a16:creationId xmlns:a16="http://schemas.microsoft.com/office/drawing/2014/main" id="{2B65E820-16C1-92D5-5926-DD4561C9CA7E}"/>
              </a:ext>
            </a:extLst>
          </p:cNvPr>
          <p:cNvSpPr/>
          <p:nvPr/>
        </p:nvSpPr>
        <p:spPr>
          <a:xfrm>
            <a:off x="17752350" y="4053726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流程图: 过程 251">
            <a:extLst>
              <a:ext uri="{FF2B5EF4-FFF2-40B4-BE49-F238E27FC236}">
                <a16:creationId xmlns:a16="http://schemas.microsoft.com/office/drawing/2014/main" id="{9312E057-6AF9-7BED-8AB6-3332759B1EC1}"/>
              </a:ext>
            </a:extLst>
          </p:cNvPr>
          <p:cNvSpPr/>
          <p:nvPr/>
        </p:nvSpPr>
        <p:spPr>
          <a:xfrm>
            <a:off x="19539955" y="4053726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3" name="直接箭头连接符 252">
            <a:extLst>
              <a:ext uri="{FF2B5EF4-FFF2-40B4-BE49-F238E27FC236}">
                <a16:creationId xmlns:a16="http://schemas.microsoft.com/office/drawing/2014/main" id="{4E479A3D-0BC6-18AA-CFDC-F4BFC9A7EB4E}"/>
              </a:ext>
            </a:extLst>
          </p:cNvPr>
          <p:cNvCxnSpPr>
            <a:cxnSpLocks/>
            <a:stCxn id="249" idx="2"/>
            <a:endCxn id="251" idx="0"/>
          </p:cNvCxnSpPr>
          <p:nvPr/>
        </p:nvCxnSpPr>
        <p:spPr>
          <a:xfrm>
            <a:off x="18400350" y="3531090"/>
            <a:ext cx="0" cy="5226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4" name="组合 253">
            <a:extLst>
              <a:ext uri="{FF2B5EF4-FFF2-40B4-BE49-F238E27FC236}">
                <a16:creationId xmlns:a16="http://schemas.microsoft.com/office/drawing/2014/main" id="{B942DA65-95D7-CCA5-50EE-899DFAC05421}"/>
              </a:ext>
            </a:extLst>
          </p:cNvPr>
          <p:cNvGrpSpPr/>
          <p:nvPr/>
        </p:nvGrpSpPr>
        <p:grpSpPr>
          <a:xfrm rot="18930706">
            <a:off x="19044329" y="4993122"/>
            <a:ext cx="496124" cy="496124"/>
            <a:chOff x="4892460" y="2186404"/>
            <a:chExt cx="142638" cy="142638"/>
          </a:xfrm>
        </p:grpSpPr>
        <p:sp>
          <p:nvSpPr>
            <p:cNvPr id="255" name="椭圆 254">
              <a:extLst>
                <a:ext uri="{FF2B5EF4-FFF2-40B4-BE49-F238E27FC236}">
                  <a16:creationId xmlns:a16="http://schemas.microsoft.com/office/drawing/2014/main" id="{16B12561-BF59-5243-A7F2-05B9C536C93A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A9354387-D79A-1D68-C4A4-7E96F1D40601}"/>
                </a:ext>
              </a:extLst>
            </p:cNvPr>
            <p:cNvCxnSpPr>
              <a:cxnSpLocks/>
              <a:stCxn id="255" idx="1"/>
              <a:endCxn id="255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A308CD2A-6364-E2B9-5B99-A396D894FD09}"/>
                </a:ext>
              </a:extLst>
            </p:cNvPr>
            <p:cNvCxnSpPr>
              <a:cxnSpLocks/>
              <a:stCxn id="255" idx="3"/>
              <a:endCxn id="255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8" name="连接符: 肘形 257">
            <a:extLst>
              <a:ext uri="{FF2B5EF4-FFF2-40B4-BE49-F238E27FC236}">
                <a16:creationId xmlns:a16="http://schemas.microsoft.com/office/drawing/2014/main" id="{03D561A1-12A5-8CBD-6B33-FD97AC3F73E6}"/>
              </a:ext>
            </a:extLst>
          </p:cNvPr>
          <p:cNvCxnSpPr>
            <a:cxnSpLocks/>
            <a:stCxn id="248" idx="3"/>
            <a:endCxn id="252" idx="0"/>
          </p:cNvCxnSpPr>
          <p:nvPr/>
        </p:nvCxnSpPr>
        <p:spPr>
          <a:xfrm>
            <a:off x="19048351" y="2398554"/>
            <a:ext cx="1139605" cy="165517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连接符: 肘形 258">
            <a:extLst>
              <a:ext uri="{FF2B5EF4-FFF2-40B4-BE49-F238E27FC236}">
                <a16:creationId xmlns:a16="http://schemas.microsoft.com/office/drawing/2014/main" id="{2F42E18B-4733-F207-8806-FFB73F9BD1AB}"/>
              </a:ext>
            </a:extLst>
          </p:cNvPr>
          <p:cNvCxnSpPr>
            <a:cxnSpLocks/>
            <a:stCxn id="252" idx="2"/>
            <a:endCxn id="255" idx="5"/>
          </p:cNvCxnSpPr>
          <p:nvPr/>
        </p:nvCxnSpPr>
        <p:spPr>
          <a:xfrm rot="5400000">
            <a:off x="19485362" y="4540807"/>
            <a:ext cx="757674" cy="647512"/>
          </a:xfrm>
          <a:prstGeom prst="bentConnector3">
            <a:avLst>
              <a:gd name="adj1" fmla="val 9892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>
            <a:extLst>
              <a:ext uri="{FF2B5EF4-FFF2-40B4-BE49-F238E27FC236}">
                <a16:creationId xmlns:a16="http://schemas.microsoft.com/office/drawing/2014/main" id="{3D6465A3-5207-B171-6E01-160F953AB9D7}"/>
              </a:ext>
            </a:extLst>
          </p:cNvPr>
          <p:cNvCxnSpPr>
            <a:cxnSpLocks/>
            <a:stCxn id="251" idx="2"/>
            <a:endCxn id="255" idx="1"/>
          </p:cNvCxnSpPr>
          <p:nvPr/>
        </p:nvCxnSpPr>
        <p:spPr>
          <a:xfrm rot="16200000" flipH="1">
            <a:off x="18345723" y="4540353"/>
            <a:ext cx="753242" cy="643989"/>
          </a:xfrm>
          <a:prstGeom prst="bentConnector3">
            <a:avLst>
              <a:gd name="adj1" fmla="val 9889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流程图: 过程 260">
            <a:extLst>
              <a:ext uri="{FF2B5EF4-FFF2-40B4-BE49-F238E27FC236}">
                <a16:creationId xmlns:a16="http://schemas.microsoft.com/office/drawing/2014/main" id="{33BA7124-6745-755D-0F95-3032EE4C45F4}"/>
              </a:ext>
            </a:extLst>
          </p:cNvPr>
          <p:cNvSpPr/>
          <p:nvPr/>
        </p:nvSpPr>
        <p:spPr>
          <a:xfrm>
            <a:off x="17752350" y="6346031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-CLS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流程图: 过程 261">
            <a:extLst>
              <a:ext uri="{FF2B5EF4-FFF2-40B4-BE49-F238E27FC236}">
                <a16:creationId xmlns:a16="http://schemas.microsoft.com/office/drawing/2014/main" id="{75638D66-DB91-658D-6C9C-E0BE190AFBFD}"/>
              </a:ext>
            </a:extLst>
          </p:cNvPr>
          <p:cNvSpPr/>
          <p:nvPr/>
        </p:nvSpPr>
        <p:spPr>
          <a:xfrm>
            <a:off x="19539955" y="6359451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3" name="组合 262">
            <a:extLst>
              <a:ext uri="{FF2B5EF4-FFF2-40B4-BE49-F238E27FC236}">
                <a16:creationId xmlns:a16="http://schemas.microsoft.com/office/drawing/2014/main" id="{58386A5C-C663-2ECF-DFE5-20D5CA7DA066}"/>
              </a:ext>
            </a:extLst>
          </p:cNvPr>
          <p:cNvGrpSpPr/>
          <p:nvPr/>
        </p:nvGrpSpPr>
        <p:grpSpPr>
          <a:xfrm rot="18930706">
            <a:off x="19044329" y="8108646"/>
            <a:ext cx="496124" cy="496124"/>
            <a:chOff x="4892460" y="2186404"/>
            <a:chExt cx="142638" cy="142638"/>
          </a:xfrm>
        </p:grpSpPr>
        <p:sp>
          <p:nvSpPr>
            <p:cNvPr id="264" name="椭圆 263">
              <a:extLst>
                <a:ext uri="{FF2B5EF4-FFF2-40B4-BE49-F238E27FC236}">
                  <a16:creationId xmlns:a16="http://schemas.microsoft.com/office/drawing/2014/main" id="{74A932A0-3CE5-BC3A-2E27-EE4B45473613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F438C458-0EC6-87DD-A3FF-09D10198B264}"/>
                </a:ext>
              </a:extLst>
            </p:cNvPr>
            <p:cNvCxnSpPr>
              <a:cxnSpLocks/>
              <a:stCxn id="264" idx="1"/>
              <a:endCxn id="264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F3E89BD7-6778-CDC3-EBC4-8300F8473FBB}"/>
                </a:ext>
              </a:extLst>
            </p:cNvPr>
            <p:cNvCxnSpPr>
              <a:cxnSpLocks/>
              <a:stCxn id="264" idx="3"/>
              <a:endCxn id="264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82D5A89E-FB9B-9B5B-FE6B-6E643C741C2C}"/>
              </a:ext>
            </a:extLst>
          </p:cNvPr>
          <p:cNvCxnSpPr>
            <a:cxnSpLocks/>
            <a:stCxn id="251" idx="2"/>
            <a:endCxn id="296" idx="0"/>
          </p:cNvCxnSpPr>
          <p:nvPr/>
        </p:nvCxnSpPr>
        <p:spPr>
          <a:xfrm flipH="1">
            <a:off x="18394466" y="4485727"/>
            <a:ext cx="5885" cy="13172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箭头连接符 267">
            <a:extLst>
              <a:ext uri="{FF2B5EF4-FFF2-40B4-BE49-F238E27FC236}">
                <a16:creationId xmlns:a16="http://schemas.microsoft.com/office/drawing/2014/main" id="{2F1B0540-47C5-9251-2D90-1128AEEA6195}"/>
              </a:ext>
            </a:extLst>
          </p:cNvPr>
          <p:cNvCxnSpPr>
            <a:cxnSpLocks/>
            <a:stCxn id="252" idx="2"/>
            <a:endCxn id="297" idx="0"/>
          </p:cNvCxnSpPr>
          <p:nvPr/>
        </p:nvCxnSpPr>
        <p:spPr>
          <a:xfrm>
            <a:off x="20187955" y="4485727"/>
            <a:ext cx="0" cy="13056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连接符: 肘形 268">
            <a:extLst>
              <a:ext uri="{FF2B5EF4-FFF2-40B4-BE49-F238E27FC236}">
                <a16:creationId xmlns:a16="http://schemas.microsoft.com/office/drawing/2014/main" id="{6AD7A8C0-F70B-13F4-29CD-F4E6979219DD}"/>
              </a:ext>
            </a:extLst>
          </p:cNvPr>
          <p:cNvCxnSpPr>
            <a:cxnSpLocks/>
            <a:stCxn id="261" idx="2"/>
            <a:endCxn id="264" idx="1"/>
          </p:cNvCxnSpPr>
          <p:nvPr/>
        </p:nvCxnSpPr>
        <p:spPr>
          <a:xfrm rot="16200000" flipH="1">
            <a:off x="17934115" y="7244267"/>
            <a:ext cx="1576461" cy="643989"/>
          </a:xfrm>
          <a:prstGeom prst="bentConnector3">
            <a:avLst>
              <a:gd name="adj1" fmla="val 9994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连接符: 肘形 269">
            <a:extLst>
              <a:ext uri="{FF2B5EF4-FFF2-40B4-BE49-F238E27FC236}">
                <a16:creationId xmlns:a16="http://schemas.microsoft.com/office/drawing/2014/main" id="{777805AB-DB5F-3FF2-84CB-8F07974D53D6}"/>
              </a:ext>
            </a:extLst>
          </p:cNvPr>
          <p:cNvCxnSpPr>
            <a:cxnSpLocks/>
            <a:stCxn id="262" idx="2"/>
            <a:endCxn id="264" idx="5"/>
          </p:cNvCxnSpPr>
          <p:nvPr/>
        </p:nvCxnSpPr>
        <p:spPr>
          <a:xfrm rot="5400000">
            <a:off x="19080464" y="7251431"/>
            <a:ext cx="1567473" cy="647512"/>
          </a:xfrm>
          <a:prstGeom prst="bentConnector3">
            <a:avLst>
              <a:gd name="adj1" fmla="val 9866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1" name="流程图: 过程 270">
                <a:extLst>
                  <a:ext uri="{FF2B5EF4-FFF2-40B4-BE49-F238E27FC236}">
                    <a16:creationId xmlns:a16="http://schemas.microsoft.com/office/drawing/2014/main" id="{C218C849-7932-7765-52BD-1F8BB9BB4F3C}"/>
                  </a:ext>
                </a:extLst>
              </p:cNvPr>
              <p:cNvSpPr/>
              <p:nvPr/>
            </p:nvSpPr>
            <p:spPr>
              <a:xfrm>
                <a:off x="18626997" y="7308486"/>
                <a:ext cx="1296000" cy="432000"/>
              </a:xfrm>
              <a:prstGeom prst="flowChartProcess">
                <a:avLst/>
              </a:prstGeom>
              <a:gradFill flip="none" rotWithShape="1">
                <a:gsLst>
                  <a:gs pos="0">
                    <a:srgbClr val="BEEBDF"/>
                  </a:gs>
                  <a:gs pos="50000">
                    <a:schemeClr val="bg1"/>
                  </a:gs>
                  <a:gs pos="25000">
                    <a:srgbClr val="DFF5EF"/>
                  </a:gs>
                  <a:gs pos="75000">
                    <a:srgbClr val="DFF5EF"/>
                  </a:gs>
                  <a:gs pos="100000">
                    <a:srgbClr val="BEEBDF"/>
                  </a:gs>
                </a:gsLst>
                <a:lin ang="0" scaled="1"/>
                <a:tileRect/>
              </a:gradFill>
              <a:ln w="28575">
                <a:noFill/>
              </a:ln>
              <a:effectLst>
                <a:outerShdw blurRad="50800" dist="38100" dir="5400000" sx="105000" sy="105000" algn="t" rotWithShape="0">
                  <a:prstClr val="black">
                    <a:alpha val="4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𝒆𝒖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1" name="流程图: 过程 270">
                <a:extLst>
                  <a:ext uri="{FF2B5EF4-FFF2-40B4-BE49-F238E27FC236}">
                    <a16:creationId xmlns:a16="http://schemas.microsoft.com/office/drawing/2014/main" id="{C218C849-7932-7765-52BD-1F8BB9BB4F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6997" y="7308486"/>
                <a:ext cx="1296000" cy="432000"/>
              </a:xfrm>
              <a:prstGeom prst="flowChartProcess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noFill/>
              </a:ln>
              <a:effectLst>
                <a:outerShdw blurRad="50800" dist="38100" dir="5400000" sx="105000" sy="105000" algn="t" rotWithShape="0">
                  <a:prstClr val="black">
                    <a:alpha val="45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2" name="直接箭头连接符 271">
            <a:extLst>
              <a:ext uri="{FF2B5EF4-FFF2-40B4-BE49-F238E27FC236}">
                <a16:creationId xmlns:a16="http://schemas.microsoft.com/office/drawing/2014/main" id="{F5B86448-3F20-F03F-EB23-6F87BD5069D1}"/>
              </a:ext>
            </a:extLst>
          </p:cNvPr>
          <p:cNvCxnSpPr>
            <a:cxnSpLocks/>
            <a:stCxn id="255" idx="3"/>
            <a:endCxn id="271" idx="0"/>
          </p:cNvCxnSpPr>
          <p:nvPr/>
        </p:nvCxnSpPr>
        <p:spPr>
          <a:xfrm flipH="1">
            <a:off x="19274997" y="5489236"/>
            <a:ext cx="15178" cy="1819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3" name="流程图: 过程 272">
                <a:extLst>
                  <a:ext uri="{FF2B5EF4-FFF2-40B4-BE49-F238E27FC236}">
                    <a16:creationId xmlns:a16="http://schemas.microsoft.com/office/drawing/2014/main" id="{FD4CD740-E678-B986-1460-111FEE73995B}"/>
                  </a:ext>
                </a:extLst>
              </p:cNvPr>
              <p:cNvSpPr/>
              <p:nvPr/>
            </p:nvSpPr>
            <p:spPr>
              <a:xfrm>
                <a:off x="17802275" y="9582310"/>
                <a:ext cx="1296000" cy="432000"/>
              </a:xfrm>
              <a:prstGeom prst="flowChartProcess">
                <a:avLst/>
              </a:prstGeom>
              <a:gradFill flip="none" rotWithShape="1">
                <a:gsLst>
                  <a:gs pos="0">
                    <a:srgbClr val="BEEBDF"/>
                  </a:gs>
                  <a:gs pos="50000">
                    <a:schemeClr val="bg1"/>
                  </a:gs>
                  <a:gs pos="25000">
                    <a:srgbClr val="DFF5EF"/>
                  </a:gs>
                  <a:gs pos="75000">
                    <a:srgbClr val="DFF5EF"/>
                  </a:gs>
                  <a:gs pos="100000">
                    <a:srgbClr val="BEEBDF"/>
                  </a:gs>
                </a:gsLst>
                <a:lin ang="0" scaled="1"/>
                <a:tileRect/>
              </a:gradFill>
              <a:ln w="28575">
                <a:noFill/>
              </a:ln>
              <a:effectLst>
                <a:outerShdw blurRad="50800" dist="38100" dir="5400000" sx="105000" sy="105000" algn="t" rotWithShape="0">
                  <a:prstClr val="black">
                    <a:alpha val="4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𝒊𝒅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3" name="流程图: 过程 272">
                <a:extLst>
                  <a:ext uri="{FF2B5EF4-FFF2-40B4-BE49-F238E27FC236}">
                    <a16:creationId xmlns:a16="http://schemas.microsoft.com/office/drawing/2014/main" id="{FD4CD740-E678-B986-1460-111FEE7399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2275" y="9582310"/>
                <a:ext cx="1296000" cy="432000"/>
              </a:xfrm>
              <a:prstGeom prst="flowChartProcess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noFill/>
              </a:ln>
              <a:effectLst>
                <a:outerShdw blurRad="50800" dist="38100" dir="5400000" sx="105000" sy="105000" algn="t" rotWithShape="0">
                  <a:prstClr val="black">
                    <a:alpha val="45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4" name="流程图: 过程 273">
                <a:extLst>
                  <a:ext uri="{FF2B5EF4-FFF2-40B4-BE49-F238E27FC236}">
                    <a16:creationId xmlns:a16="http://schemas.microsoft.com/office/drawing/2014/main" id="{3C1C300A-BD3E-08E5-C046-EDE2EA13DD6F}"/>
                  </a:ext>
                </a:extLst>
              </p:cNvPr>
              <p:cNvSpPr/>
              <p:nvPr/>
            </p:nvSpPr>
            <p:spPr>
              <a:xfrm>
                <a:off x="19512012" y="9582310"/>
                <a:ext cx="1296000" cy="432000"/>
              </a:xfrm>
              <a:prstGeom prst="flowChartProcess">
                <a:avLst/>
              </a:prstGeom>
              <a:gradFill flip="none" rotWithShape="1">
                <a:gsLst>
                  <a:gs pos="0">
                    <a:srgbClr val="BEEBDF"/>
                  </a:gs>
                  <a:gs pos="50000">
                    <a:schemeClr val="bg1"/>
                  </a:gs>
                  <a:gs pos="25000">
                    <a:srgbClr val="DFF5EF"/>
                  </a:gs>
                  <a:gs pos="75000">
                    <a:srgbClr val="DFF5EF"/>
                  </a:gs>
                  <a:gs pos="100000">
                    <a:srgbClr val="BEEBDF"/>
                  </a:gs>
                </a:gsLst>
                <a:lin ang="0" scaled="1"/>
                <a:tileRect/>
              </a:gradFill>
              <a:ln w="28575">
                <a:noFill/>
              </a:ln>
              <a:effectLst>
                <a:outerShdw blurRad="50800" dist="38100" dir="5400000" sx="105000" sy="105000" algn="t" rotWithShape="0">
                  <a:prstClr val="black">
                    <a:alpha val="4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𝒌𝒍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4" name="流程图: 过程 273">
                <a:extLst>
                  <a:ext uri="{FF2B5EF4-FFF2-40B4-BE49-F238E27FC236}">
                    <a16:creationId xmlns:a16="http://schemas.microsoft.com/office/drawing/2014/main" id="{3C1C300A-BD3E-08E5-C046-EDE2EA13DD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2012" y="9582310"/>
                <a:ext cx="1296000" cy="432000"/>
              </a:xfrm>
              <a:prstGeom prst="flowChartProcess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noFill/>
              </a:ln>
              <a:effectLst>
                <a:outerShdw blurRad="50800" dist="38100" dir="5400000" sx="105000" sy="105000" algn="t" rotWithShape="0">
                  <a:prstClr val="black">
                    <a:alpha val="45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5" name="连接符: 肘形 274">
            <a:extLst>
              <a:ext uri="{FF2B5EF4-FFF2-40B4-BE49-F238E27FC236}">
                <a16:creationId xmlns:a16="http://schemas.microsoft.com/office/drawing/2014/main" id="{4F26B639-9459-DDD5-805F-4F8C563CDB50}"/>
              </a:ext>
            </a:extLst>
          </p:cNvPr>
          <p:cNvCxnSpPr>
            <a:cxnSpLocks/>
            <a:stCxn id="264" idx="3"/>
            <a:endCxn id="273" idx="0"/>
          </p:cNvCxnSpPr>
          <p:nvPr/>
        </p:nvCxnSpPr>
        <p:spPr>
          <a:xfrm rot="5400000">
            <a:off x="18381450" y="8673585"/>
            <a:ext cx="977550" cy="8399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连接符: 肘形 275">
            <a:extLst>
              <a:ext uri="{FF2B5EF4-FFF2-40B4-BE49-F238E27FC236}">
                <a16:creationId xmlns:a16="http://schemas.microsoft.com/office/drawing/2014/main" id="{EFE18E95-0FB9-2247-0EAB-ED5F2905E7CF}"/>
              </a:ext>
            </a:extLst>
          </p:cNvPr>
          <p:cNvCxnSpPr>
            <a:cxnSpLocks/>
            <a:stCxn id="264" idx="3"/>
            <a:endCxn id="274" idx="0"/>
          </p:cNvCxnSpPr>
          <p:nvPr/>
        </p:nvCxnSpPr>
        <p:spPr>
          <a:xfrm rot="16200000" flipH="1">
            <a:off x="19236318" y="8658617"/>
            <a:ext cx="977550" cy="86983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矩形 276">
            <a:extLst>
              <a:ext uri="{FF2B5EF4-FFF2-40B4-BE49-F238E27FC236}">
                <a16:creationId xmlns:a16="http://schemas.microsoft.com/office/drawing/2014/main" id="{BB2E2897-A4B9-ECFE-6D92-000ADE4471C1}"/>
              </a:ext>
            </a:extLst>
          </p:cNvPr>
          <p:cNvSpPr/>
          <p:nvPr/>
        </p:nvSpPr>
        <p:spPr>
          <a:xfrm>
            <a:off x="1167249" y="5094242"/>
            <a:ext cx="5508395" cy="576786"/>
          </a:xfrm>
          <a:prstGeom prst="rect">
            <a:avLst/>
          </a:prstGeom>
          <a:gradFill>
            <a:gsLst>
              <a:gs pos="0">
                <a:srgbClr val="FDEADA"/>
              </a:gs>
              <a:gs pos="100000">
                <a:srgbClr val="F7964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文本框 277">
            <a:extLst>
              <a:ext uri="{FF2B5EF4-FFF2-40B4-BE49-F238E27FC236}">
                <a16:creationId xmlns:a16="http://schemas.microsoft.com/office/drawing/2014/main" id="{599047EE-5151-BE77-B0E8-8CED0F9F5957}"/>
              </a:ext>
            </a:extLst>
          </p:cNvPr>
          <p:cNvSpPr txBox="1"/>
          <p:nvPr/>
        </p:nvSpPr>
        <p:spPr>
          <a:xfrm>
            <a:off x="1099872" y="5169095"/>
            <a:ext cx="55757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Low-Frequency                    High-Frequency</a:t>
            </a:r>
          </a:p>
        </p:txBody>
      </p:sp>
      <p:cxnSp>
        <p:nvCxnSpPr>
          <p:cNvPr id="279" name="连接符: 肘形 278">
            <a:extLst>
              <a:ext uri="{FF2B5EF4-FFF2-40B4-BE49-F238E27FC236}">
                <a16:creationId xmlns:a16="http://schemas.microsoft.com/office/drawing/2014/main" id="{B86C0AAB-6D07-149A-7CAF-CEB1B23869F1}"/>
              </a:ext>
            </a:extLst>
          </p:cNvPr>
          <p:cNvCxnSpPr>
            <a:cxnSpLocks/>
            <a:stCxn id="187" idx="2"/>
            <a:endCxn id="181" idx="0"/>
          </p:cNvCxnSpPr>
          <p:nvPr/>
        </p:nvCxnSpPr>
        <p:spPr>
          <a:xfrm rot="5400000">
            <a:off x="1708634" y="4442044"/>
            <a:ext cx="1698715" cy="269999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0" name="组合 279">
            <a:extLst>
              <a:ext uri="{FF2B5EF4-FFF2-40B4-BE49-F238E27FC236}">
                <a16:creationId xmlns:a16="http://schemas.microsoft.com/office/drawing/2014/main" id="{7FA0267A-3CE4-72C6-6CCF-A154FB7B9D01}"/>
              </a:ext>
            </a:extLst>
          </p:cNvPr>
          <p:cNvGrpSpPr/>
          <p:nvPr/>
        </p:nvGrpSpPr>
        <p:grpSpPr>
          <a:xfrm rot="16200000">
            <a:off x="5968792" y="7942710"/>
            <a:ext cx="720000" cy="2757608"/>
            <a:chOff x="6132666" y="8737860"/>
            <a:chExt cx="720000" cy="2757608"/>
          </a:xfrm>
        </p:grpSpPr>
        <p:grpSp>
          <p:nvGrpSpPr>
            <p:cNvPr id="281" name="组合 280">
              <a:extLst>
                <a:ext uri="{FF2B5EF4-FFF2-40B4-BE49-F238E27FC236}">
                  <a16:creationId xmlns:a16="http://schemas.microsoft.com/office/drawing/2014/main" id="{BBDCDCAD-9FCB-3214-5E1C-1298C143458E}"/>
                </a:ext>
              </a:extLst>
            </p:cNvPr>
            <p:cNvGrpSpPr/>
            <p:nvPr/>
          </p:nvGrpSpPr>
          <p:grpSpPr>
            <a:xfrm>
              <a:off x="6132666" y="9569463"/>
              <a:ext cx="720000" cy="720000"/>
              <a:chOff x="6478784" y="10877068"/>
              <a:chExt cx="720000" cy="720000"/>
            </a:xfrm>
          </p:grpSpPr>
          <p:sp>
            <p:nvSpPr>
              <p:cNvPr id="288" name="矩形 287">
                <a:extLst>
                  <a:ext uri="{FF2B5EF4-FFF2-40B4-BE49-F238E27FC236}">
                    <a16:creationId xmlns:a16="http://schemas.microsoft.com/office/drawing/2014/main" id="{6E0182D4-B38B-DB80-7C34-9E5A4DCF7983}"/>
                  </a:ext>
                </a:extLst>
              </p:cNvPr>
              <p:cNvSpPr/>
              <p:nvPr/>
            </p:nvSpPr>
            <p:spPr>
              <a:xfrm>
                <a:off x="6478784" y="10877068"/>
                <a:ext cx="720000" cy="720000"/>
              </a:xfrm>
              <a:prstGeom prst="rect">
                <a:avLst/>
              </a:prstGeom>
              <a:gradFill>
                <a:gsLst>
                  <a:gs pos="0">
                    <a:srgbClr val="3D3DC1"/>
                  </a:gs>
                  <a:gs pos="50000">
                    <a:srgbClr val="0070C0"/>
                  </a:gs>
                  <a:gs pos="100000">
                    <a:srgbClr val="3D3DC1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9" name="任意多边形: 形状 288">
                <a:extLst>
                  <a:ext uri="{FF2B5EF4-FFF2-40B4-BE49-F238E27FC236}">
                    <a16:creationId xmlns:a16="http://schemas.microsoft.com/office/drawing/2014/main" id="{F4ACE8DF-7B21-BE17-FE5C-9476EADD5D02}"/>
                  </a:ext>
                </a:extLst>
              </p:cNvPr>
              <p:cNvSpPr/>
              <p:nvPr/>
            </p:nvSpPr>
            <p:spPr>
              <a:xfrm>
                <a:off x="6658784" y="11057068"/>
                <a:ext cx="360000" cy="360000"/>
              </a:xfrm>
              <a:custGeom>
                <a:avLst/>
                <a:gdLst>
                  <a:gd name="connsiteX0" fmla="*/ 90000 w 360000"/>
                  <a:gd name="connsiteY0" fmla="*/ 90000 h 360000"/>
                  <a:gd name="connsiteX1" fmla="*/ 90000 w 360000"/>
                  <a:gd name="connsiteY1" fmla="*/ 270000 h 360000"/>
                  <a:gd name="connsiteX2" fmla="*/ 270000 w 360000"/>
                  <a:gd name="connsiteY2" fmla="*/ 270000 h 360000"/>
                  <a:gd name="connsiteX3" fmla="*/ 270000 w 360000"/>
                  <a:gd name="connsiteY3" fmla="*/ 90000 h 360000"/>
                  <a:gd name="connsiteX4" fmla="*/ 0 w 360000"/>
                  <a:gd name="connsiteY4" fmla="*/ 0 h 360000"/>
                  <a:gd name="connsiteX5" fmla="*/ 360000 w 360000"/>
                  <a:gd name="connsiteY5" fmla="*/ 0 h 360000"/>
                  <a:gd name="connsiteX6" fmla="*/ 360000 w 360000"/>
                  <a:gd name="connsiteY6" fmla="*/ 360000 h 360000"/>
                  <a:gd name="connsiteX7" fmla="*/ 0 w 360000"/>
                  <a:gd name="connsiteY7" fmla="*/ 360000 h 36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0000" h="360000">
                    <a:moveTo>
                      <a:pt x="90000" y="90000"/>
                    </a:moveTo>
                    <a:lnTo>
                      <a:pt x="90000" y="270000"/>
                    </a:lnTo>
                    <a:lnTo>
                      <a:pt x="270000" y="270000"/>
                    </a:lnTo>
                    <a:lnTo>
                      <a:pt x="270000" y="90000"/>
                    </a:lnTo>
                    <a:close/>
                    <a:moveTo>
                      <a:pt x="0" y="0"/>
                    </a:moveTo>
                    <a:lnTo>
                      <a:pt x="360000" y="0"/>
                    </a:lnTo>
                    <a:lnTo>
                      <a:pt x="360000" y="360000"/>
                    </a:lnTo>
                    <a:lnTo>
                      <a:pt x="0" y="360000"/>
                    </a:lnTo>
                    <a:close/>
                  </a:path>
                </a:pathLst>
              </a:custGeom>
              <a:gradFill>
                <a:gsLst>
                  <a:gs pos="0">
                    <a:srgbClr val="C00000"/>
                  </a:gs>
                  <a:gs pos="50000">
                    <a:srgbClr val="FF0000"/>
                  </a:gs>
                  <a:gs pos="100000">
                    <a:srgbClr val="C00000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22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82" name="组合 281">
              <a:extLst>
                <a:ext uri="{FF2B5EF4-FFF2-40B4-BE49-F238E27FC236}">
                  <a16:creationId xmlns:a16="http://schemas.microsoft.com/office/drawing/2014/main" id="{3802E361-1916-D3B5-9AFE-746322FCFB8C}"/>
                </a:ext>
              </a:extLst>
            </p:cNvPr>
            <p:cNvGrpSpPr/>
            <p:nvPr/>
          </p:nvGrpSpPr>
          <p:grpSpPr>
            <a:xfrm>
              <a:off x="6132666" y="10775468"/>
              <a:ext cx="720000" cy="720000"/>
              <a:chOff x="8273578" y="10419868"/>
              <a:chExt cx="720000" cy="720000"/>
            </a:xfrm>
          </p:grpSpPr>
          <p:sp>
            <p:nvSpPr>
              <p:cNvPr id="286" name="矩形 285">
                <a:extLst>
                  <a:ext uri="{FF2B5EF4-FFF2-40B4-BE49-F238E27FC236}">
                    <a16:creationId xmlns:a16="http://schemas.microsoft.com/office/drawing/2014/main" id="{5C16A8C2-4E50-F0BD-3E2D-F6F0353380B1}"/>
                  </a:ext>
                </a:extLst>
              </p:cNvPr>
              <p:cNvSpPr/>
              <p:nvPr/>
            </p:nvSpPr>
            <p:spPr>
              <a:xfrm>
                <a:off x="8273578" y="10419868"/>
                <a:ext cx="720000" cy="720000"/>
              </a:xfrm>
              <a:prstGeom prst="rect">
                <a:avLst/>
              </a:prstGeom>
              <a:gradFill>
                <a:gsLst>
                  <a:gs pos="0">
                    <a:srgbClr val="3D3DC1"/>
                  </a:gs>
                  <a:gs pos="50000">
                    <a:srgbClr val="0070C0"/>
                  </a:gs>
                  <a:gs pos="100000">
                    <a:srgbClr val="3D3DC1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7" name="任意多边形: 形状 286">
                <a:extLst>
                  <a:ext uri="{FF2B5EF4-FFF2-40B4-BE49-F238E27FC236}">
                    <a16:creationId xmlns:a16="http://schemas.microsoft.com/office/drawing/2014/main" id="{49FF4219-B3A9-2085-A297-04E87CDFE213}"/>
                  </a:ext>
                </a:extLst>
              </p:cNvPr>
              <p:cNvSpPr/>
              <p:nvPr/>
            </p:nvSpPr>
            <p:spPr>
              <a:xfrm>
                <a:off x="8273578" y="10419868"/>
                <a:ext cx="720000" cy="720000"/>
              </a:xfrm>
              <a:custGeom>
                <a:avLst/>
                <a:gdLst>
                  <a:gd name="connsiteX0" fmla="*/ 90000 w 720000"/>
                  <a:gd name="connsiteY0" fmla="*/ 90000 h 720000"/>
                  <a:gd name="connsiteX1" fmla="*/ 90000 w 720000"/>
                  <a:gd name="connsiteY1" fmla="*/ 630000 h 720000"/>
                  <a:gd name="connsiteX2" fmla="*/ 630000 w 720000"/>
                  <a:gd name="connsiteY2" fmla="*/ 630000 h 720000"/>
                  <a:gd name="connsiteX3" fmla="*/ 630000 w 720000"/>
                  <a:gd name="connsiteY3" fmla="*/ 90000 h 720000"/>
                  <a:gd name="connsiteX4" fmla="*/ 0 w 720000"/>
                  <a:gd name="connsiteY4" fmla="*/ 0 h 720000"/>
                  <a:gd name="connsiteX5" fmla="*/ 720000 w 720000"/>
                  <a:gd name="connsiteY5" fmla="*/ 0 h 720000"/>
                  <a:gd name="connsiteX6" fmla="*/ 720000 w 720000"/>
                  <a:gd name="connsiteY6" fmla="*/ 720000 h 720000"/>
                  <a:gd name="connsiteX7" fmla="*/ 0 w 720000"/>
                  <a:gd name="connsiteY7" fmla="*/ 720000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0000" h="720000">
                    <a:moveTo>
                      <a:pt x="90000" y="90000"/>
                    </a:moveTo>
                    <a:lnTo>
                      <a:pt x="90000" y="630000"/>
                    </a:lnTo>
                    <a:lnTo>
                      <a:pt x="630000" y="630000"/>
                    </a:lnTo>
                    <a:lnTo>
                      <a:pt x="630000" y="90000"/>
                    </a:lnTo>
                    <a:close/>
                    <a:moveTo>
                      <a:pt x="0" y="0"/>
                    </a:moveTo>
                    <a:lnTo>
                      <a:pt x="720000" y="0"/>
                    </a:lnTo>
                    <a:lnTo>
                      <a:pt x="720000" y="720000"/>
                    </a:lnTo>
                    <a:lnTo>
                      <a:pt x="0" y="72000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C00000"/>
                  </a:gs>
                  <a:gs pos="50000">
                    <a:srgbClr val="FF0000"/>
                  </a:gs>
                  <a:gs pos="100000">
                    <a:srgbClr val="C00000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22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83" name="组合 282">
              <a:extLst>
                <a:ext uri="{FF2B5EF4-FFF2-40B4-BE49-F238E27FC236}">
                  <a16:creationId xmlns:a16="http://schemas.microsoft.com/office/drawing/2014/main" id="{8CDDF18E-F9EE-DF87-5676-B5A30B932A50}"/>
                </a:ext>
              </a:extLst>
            </p:cNvPr>
            <p:cNvGrpSpPr/>
            <p:nvPr/>
          </p:nvGrpSpPr>
          <p:grpSpPr>
            <a:xfrm>
              <a:off x="6132666" y="8737860"/>
              <a:ext cx="720000" cy="720000"/>
              <a:chOff x="5581387" y="10877068"/>
              <a:chExt cx="720000" cy="720000"/>
            </a:xfrm>
          </p:grpSpPr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7EA31A3D-7E3D-165D-7502-CE8738553584}"/>
                  </a:ext>
                </a:extLst>
              </p:cNvPr>
              <p:cNvSpPr/>
              <p:nvPr/>
            </p:nvSpPr>
            <p:spPr>
              <a:xfrm>
                <a:off x="5581387" y="10877068"/>
                <a:ext cx="720000" cy="720000"/>
              </a:xfrm>
              <a:prstGeom prst="rect">
                <a:avLst/>
              </a:prstGeom>
              <a:gradFill>
                <a:gsLst>
                  <a:gs pos="0">
                    <a:srgbClr val="3D3DC1"/>
                  </a:gs>
                  <a:gs pos="50000">
                    <a:srgbClr val="0070C0"/>
                  </a:gs>
                  <a:gs pos="100000">
                    <a:srgbClr val="3D3DC1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" name="矩形 284">
                <a:extLst>
                  <a:ext uri="{FF2B5EF4-FFF2-40B4-BE49-F238E27FC236}">
                    <a16:creationId xmlns:a16="http://schemas.microsoft.com/office/drawing/2014/main" id="{39EF6E60-F762-86A8-3846-C7B0A41C2DFD}"/>
                  </a:ext>
                </a:extLst>
              </p:cNvPr>
              <p:cNvSpPr/>
              <p:nvPr/>
            </p:nvSpPr>
            <p:spPr>
              <a:xfrm>
                <a:off x="5851387" y="11147068"/>
                <a:ext cx="180000" cy="180000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50000">
                    <a:srgbClr val="FF0000"/>
                  </a:gs>
                  <a:gs pos="100000">
                    <a:srgbClr val="C00000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90" name="文本框 289">
            <a:extLst>
              <a:ext uri="{FF2B5EF4-FFF2-40B4-BE49-F238E27FC236}">
                <a16:creationId xmlns:a16="http://schemas.microsoft.com/office/drawing/2014/main" id="{6150EADC-C31A-2DA2-96E4-A627D8372FFF}"/>
              </a:ext>
            </a:extLst>
          </p:cNvPr>
          <p:cNvSpPr txBox="1"/>
          <p:nvPr/>
        </p:nvSpPr>
        <p:spPr>
          <a:xfrm>
            <a:off x="6493146" y="8986454"/>
            <a:ext cx="514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10E3A1F5-D570-5F29-C93D-BC11AD8EF6D0}"/>
              </a:ext>
            </a:extLst>
          </p:cNvPr>
          <p:cNvSpPr txBox="1"/>
          <p:nvPr/>
        </p:nvSpPr>
        <p:spPr>
          <a:xfrm>
            <a:off x="6451826" y="10193370"/>
            <a:ext cx="17421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endParaRPr lang="en-US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42AF1414-1AB2-70BA-FEE2-2A930B67995D}"/>
              </a:ext>
            </a:extLst>
          </p:cNvPr>
          <p:cNvSpPr txBox="1"/>
          <p:nvPr/>
        </p:nvSpPr>
        <p:spPr>
          <a:xfrm>
            <a:off x="10486607" y="10177448"/>
            <a:ext cx="17421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</a:t>
            </a: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5540CB1F-2F64-694E-0391-DE5527DFD4F3}"/>
              </a:ext>
            </a:extLst>
          </p:cNvPr>
          <p:cNvSpPr txBox="1"/>
          <p:nvPr/>
        </p:nvSpPr>
        <p:spPr>
          <a:xfrm>
            <a:off x="-704412" y="10513234"/>
            <a:ext cx="58265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(MFEN) </a:t>
            </a:r>
          </a:p>
          <a:p>
            <a:pPr algn="ctr"/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Multi-Frequency Expert Network</a:t>
            </a:r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6503CCC3-EF06-38BC-4F6D-BA23AD35C458}"/>
              </a:ext>
            </a:extLst>
          </p:cNvPr>
          <p:cNvSpPr txBox="1"/>
          <p:nvPr/>
        </p:nvSpPr>
        <p:spPr>
          <a:xfrm>
            <a:off x="11595563" y="10513234"/>
            <a:ext cx="58265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RFA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 </a:t>
            </a:r>
            <a:endParaRPr lang="en-US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Frequency Augmentation</a:t>
            </a:r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5DA12B77-6A64-CB09-B870-17AE6250527B}"/>
              </a:ext>
            </a:extLst>
          </p:cNvPr>
          <p:cNvSpPr txBox="1"/>
          <p:nvPr/>
        </p:nvSpPr>
        <p:spPr>
          <a:xfrm>
            <a:off x="16420852" y="10513234"/>
            <a:ext cx="58265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(FAO) </a:t>
            </a:r>
          </a:p>
          <a:p>
            <a:pPr algn="ctr"/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Auxiliary Optimization</a:t>
            </a:r>
          </a:p>
        </p:txBody>
      </p:sp>
      <p:sp>
        <p:nvSpPr>
          <p:cNvPr id="296" name="流程图: 过程 295">
            <a:extLst>
              <a:ext uri="{FF2B5EF4-FFF2-40B4-BE49-F238E27FC236}">
                <a16:creationId xmlns:a16="http://schemas.microsoft.com/office/drawing/2014/main" id="{9F1C2849-FB8C-AE3A-5C60-539E10334A9B}"/>
              </a:ext>
            </a:extLst>
          </p:cNvPr>
          <p:cNvSpPr/>
          <p:nvPr/>
        </p:nvSpPr>
        <p:spPr>
          <a:xfrm>
            <a:off x="17746465" y="5802991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BN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" name="流程图: 过程 296">
            <a:extLst>
              <a:ext uri="{FF2B5EF4-FFF2-40B4-BE49-F238E27FC236}">
                <a16:creationId xmlns:a16="http://schemas.microsoft.com/office/drawing/2014/main" id="{E5645525-CE6E-471C-7174-59B01166C472}"/>
              </a:ext>
            </a:extLst>
          </p:cNvPr>
          <p:cNvSpPr/>
          <p:nvPr/>
        </p:nvSpPr>
        <p:spPr>
          <a:xfrm>
            <a:off x="19539955" y="5791335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BN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BC4C6225-E573-1E1B-417B-331E08A883F1}"/>
              </a:ext>
            </a:extLst>
          </p:cNvPr>
          <p:cNvSpPr/>
          <p:nvPr/>
        </p:nvSpPr>
        <p:spPr>
          <a:xfrm>
            <a:off x="83734" y="1466057"/>
            <a:ext cx="12107954" cy="2779156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noFill/>
            <a:prstDash val="lgDash"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" name="文本框 298">
            <a:extLst>
              <a:ext uri="{FF2B5EF4-FFF2-40B4-BE49-F238E27FC236}">
                <a16:creationId xmlns:a16="http://schemas.microsoft.com/office/drawing/2014/main" id="{4F12125A-2295-22BD-E48A-47ED7FAF398A}"/>
              </a:ext>
            </a:extLst>
          </p:cNvPr>
          <p:cNvSpPr txBox="1"/>
          <p:nvPr/>
        </p:nvSpPr>
        <p:spPr>
          <a:xfrm>
            <a:off x="83734" y="3717958"/>
            <a:ext cx="243148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Farmwork</a:t>
            </a:r>
          </a:p>
        </p:txBody>
      </p:sp>
      <p:pic>
        <p:nvPicPr>
          <p:cNvPr id="300" name="图片 299">
            <a:extLst>
              <a:ext uri="{FF2B5EF4-FFF2-40B4-BE49-F238E27FC236}">
                <a16:creationId xmlns:a16="http://schemas.microsoft.com/office/drawing/2014/main" id="{7ABFF20F-38EC-EB15-37DA-D86FFF74DD3B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" t="885" r="84126" b="60787"/>
          <a:stretch/>
        </p:blipFill>
        <p:spPr>
          <a:xfrm>
            <a:off x="851903" y="2299926"/>
            <a:ext cx="648000" cy="1080001"/>
          </a:xfrm>
          <a:prstGeom prst="rect">
            <a:avLst/>
          </a:prstGeom>
        </p:spPr>
      </p:pic>
      <p:pic>
        <p:nvPicPr>
          <p:cNvPr id="301" name="图片 300">
            <a:extLst>
              <a:ext uri="{FF2B5EF4-FFF2-40B4-BE49-F238E27FC236}">
                <a16:creationId xmlns:a16="http://schemas.microsoft.com/office/drawing/2014/main" id="{A8A9468B-36AB-E098-C08D-B07B4C604430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10" t="683" r="33936" b="60990"/>
          <a:stretch/>
        </p:blipFill>
        <p:spPr>
          <a:xfrm>
            <a:off x="559995" y="2586285"/>
            <a:ext cx="648000" cy="1080001"/>
          </a:xfrm>
          <a:prstGeom prst="rect">
            <a:avLst/>
          </a:prstGeom>
        </p:spPr>
      </p:pic>
      <p:cxnSp>
        <p:nvCxnSpPr>
          <p:cNvPr id="302" name="直接箭头连接符 301">
            <a:extLst>
              <a:ext uri="{FF2B5EF4-FFF2-40B4-BE49-F238E27FC236}">
                <a16:creationId xmlns:a16="http://schemas.microsoft.com/office/drawing/2014/main" id="{39EFAF5C-49A7-2BBB-BA36-DA4007541894}"/>
              </a:ext>
            </a:extLst>
          </p:cNvPr>
          <p:cNvCxnSpPr>
            <a:cxnSpLocks/>
            <a:endCxn id="310" idx="0"/>
          </p:cNvCxnSpPr>
          <p:nvPr/>
        </p:nvCxnSpPr>
        <p:spPr>
          <a:xfrm>
            <a:off x="1600200" y="3217531"/>
            <a:ext cx="86117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流程图: 过程 302">
            <a:extLst>
              <a:ext uri="{FF2B5EF4-FFF2-40B4-BE49-F238E27FC236}">
                <a16:creationId xmlns:a16="http://schemas.microsoft.com/office/drawing/2014/main" id="{2D8FDA2B-E7C1-B7B7-6111-9097AEBC8CE5}"/>
              </a:ext>
            </a:extLst>
          </p:cNvPr>
          <p:cNvSpPr/>
          <p:nvPr/>
        </p:nvSpPr>
        <p:spPr>
          <a:xfrm rot="16200000">
            <a:off x="2930542" y="2929532"/>
            <a:ext cx="1872000" cy="432000"/>
          </a:xfrm>
          <a:prstGeom prst="flowChartProcess">
            <a:avLst/>
          </a:prstGeom>
          <a:gradFill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1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" name="流程图: 过程 303">
            <a:extLst>
              <a:ext uri="{FF2B5EF4-FFF2-40B4-BE49-F238E27FC236}">
                <a16:creationId xmlns:a16="http://schemas.microsoft.com/office/drawing/2014/main" id="{E353D859-CCDB-DDE2-DEF4-784DB63D9C1D}"/>
              </a:ext>
            </a:extLst>
          </p:cNvPr>
          <p:cNvSpPr/>
          <p:nvPr/>
        </p:nvSpPr>
        <p:spPr>
          <a:xfrm rot="16200000">
            <a:off x="5982655" y="2929532"/>
            <a:ext cx="1872000" cy="432000"/>
          </a:xfrm>
          <a:prstGeom prst="flowChartProcess">
            <a:avLst/>
          </a:prstGeom>
          <a:gradFill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3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流程图: 过程 304">
            <a:extLst>
              <a:ext uri="{FF2B5EF4-FFF2-40B4-BE49-F238E27FC236}">
                <a16:creationId xmlns:a16="http://schemas.microsoft.com/office/drawing/2014/main" id="{78DB94A7-C91A-CA6A-37F0-1205B7CFDF41}"/>
              </a:ext>
            </a:extLst>
          </p:cNvPr>
          <p:cNvSpPr/>
          <p:nvPr/>
        </p:nvSpPr>
        <p:spPr>
          <a:xfrm rot="16200000">
            <a:off x="8322198" y="2929532"/>
            <a:ext cx="1872000" cy="432000"/>
          </a:xfrm>
          <a:prstGeom prst="flowChartProcess">
            <a:avLst/>
          </a:prstGeom>
          <a:gradFill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4 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流程图: 过程 305">
            <a:extLst>
              <a:ext uri="{FF2B5EF4-FFF2-40B4-BE49-F238E27FC236}">
                <a16:creationId xmlns:a16="http://schemas.microsoft.com/office/drawing/2014/main" id="{B73C5EE2-98CD-60B0-DE9F-368B1693BD4E}"/>
              </a:ext>
            </a:extLst>
          </p:cNvPr>
          <p:cNvSpPr/>
          <p:nvPr/>
        </p:nvSpPr>
        <p:spPr>
          <a:xfrm rot="16200000">
            <a:off x="7368427" y="3001531"/>
            <a:ext cx="1440000" cy="432000"/>
          </a:xfrm>
          <a:prstGeom prst="flowChartProcess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50000">
                <a:schemeClr val="bg1"/>
              </a:gs>
              <a:gs pos="25000">
                <a:schemeClr val="accent5">
                  <a:lumMod val="20000"/>
                  <a:lumOff val="80000"/>
                </a:schemeClr>
              </a:gs>
              <a:gs pos="7500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MFEN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流程图: 过程 306">
            <a:extLst>
              <a:ext uri="{FF2B5EF4-FFF2-40B4-BE49-F238E27FC236}">
                <a16:creationId xmlns:a16="http://schemas.microsoft.com/office/drawing/2014/main" id="{E0ABD4A3-418C-147F-A09F-D479F40B1329}"/>
              </a:ext>
            </a:extLst>
          </p:cNvPr>
          <p:cNvSpPr/>
          <p:nvPr/>
        </p:nvSpPr>
        <p:spPr>
          <a:xfrm rot="16200000">
            <a:off x="3643114" y="2929532"/>
            <a:ext cx="1872000" cy="432000"/>
          </a:xfrm>
          <a:prstGeom prst="flowChartProcess">
            <a:avLst/>
          </a:prstGeom>
          <a:gradFill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Block 2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流程图: 过程 307">
            <a:extLst>
              <a:ext uri="{FF2B5EF4-FFF2-40B4-BE49-F238E27FC236}">
                <a16:creationId xmlns:a16="http://schemas.microsoft.com/office/drawing/2014/main" id="{8140EC20-B43D-6659-C775-36DD2F44A478}"/>
              </a:ext>
            </a:extLst>
          </p:cNvPr>
          <p:cNvSpPr/>
          <p:nvPr/>
        </p:nvSpPr>
        <p:spPr>
          <a:xfrm rot="16200000">
            <a:off x="5028884" y="3001531"/>
            <a:ext cx="1440000" cy="432000"/>
          </a:xfrm>
          <a:prstGeom prst="flowChartProcess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50000">
                <a:schemeClr val="bg1"/>
              </a:gs>
              <a:gs pos="25000">
                <a:schemeClr val="accent5">
                  <a:lumMod val="20000"/>
                  <a:lumOff val="80000"/>
                </a:schemeClr>
              </a:gs>
              <a:gs pos="7500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MFEN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9" name="流程图: 过程 308">
            <a:extLst>
              <a:ext uri="{FF2B5EF4-FFF2-40B4-BE49-F238E27FC236}">
                <a16:creationId xmlns:a16="http://schemas.microsoft.com/office/drawing/2014/main" id="{ABE1A1EC-949A-B72D-1F00-61DE0799F4F1}"/>
              </a:ext>
            </a:extLst>
          </p:cNvPr>
          <p:cNvSpPr/>
          <p:nvPr/>
        </p:nvSpPr>
        <p:spPr>
          <a:xfrm rot="16200000">
            <a:off x="1948198" y="3001532"/>
            <a:ext cx="1440000" cy="432000"/>
          </a:xfrm>
          <a:prstGeom prst="flowChartProcess">
            <a:avLst/>
          </a:prstGeom>
          <a:gradFill>
            <a:gsLst>
              <a:gs pos="25000">
                <a:srgbClr val="FAE8E6"/>
              </a:gs>
              <a:gs pos="0">
                <a:srgbClr val="FCD9D3"/>
              </a:gs>
              <a:gs pos="50000">
                <a:schemeClr val="bg1"/>
              </a:gs>
              <a:gs pos="75000">
                <a:srgbClr val="FAE8E6"/>
              </a:gs>
              <a:gs pos="100000">
                <a:srgbClr val="FCD9D3"/>
              </a:gs>
            </a:gsLst>
            <a:lin ang="0" scaled="1"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RFA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0" name="流程图: 过程 309">
            <a:extLst>
              <a:ext uri="{FF2B5EF4-FFF2-40B4-BE49-F238E27FC236}">
                <a16:creationId xmlns:a16="http://schemas.microsoft.com/office/drawing/2014/main" id="{A131E72C-EEE1-AC0D-B379-31B129A2ED8A}"/>
              </a:ext>
            </a:extLst>
          </p:cNvPr>
          <p:cNvSpPr/>
          <p:nvPr/>
        </p:nvSpPr>
        <p:spPr>
          <a:xfrm rot="16200000">
            <a:off x="9707966" y="3001531"/>
            <a:ext cx="1440000" cy="432000"/>
          </a:xfrm>
          <a:prstGeom prst="flowChartProcess">
            <a:avLst/>
          </a:prstGeom>
          <a:gradFill>
            <a:gsLst>
              <a:gs pos="25000">
                <a:srgbClr val="E6E0EC"/>
              </a:gs>
              <a:gs pos="0">
                <a:srgbClr val="CCC1DA"/>
              </a:gs>
              <a:gs pos="50000">
                <a:schemeClr val="bg1"/>
              </a:gs>
              <a:gs pos="75000">
                <a:srgbClr val="E6E0EC"/>
              </a:gs>
              <a:gs pos="100000">
                <a:srgbClr val="CCC1DA"/>
              </a:gs>
            </a:gsLst>
            <a:lin ang="0" scaled="1"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FAO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2D9A2A19-7E4A-A5A0-6859-2A97B7517E09}"/>
              </a:ext>
            </a:extLst>
          </p:cNvPr>
          <p:cNvSpPr txBox="1"/>
          <p:nvPr/>
        </p:nvSpPr>
        <p:spPr>
          <a:xfrm>
            <a:off x="13730461" y="4049006"/>
            <a:ext cx="17280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Low-Frequency </a:t>
            </a:r>
          </a:p>
          <a:p>
            <a:pPr algn="ctr"/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Amplitude</a:t>
            </a:r>
          </a:p>
        </p:txBody>
      </p:sp>
      <p:cxnSp>
        <p:nvCxnSpPr>
          <p:cNvPr id="312" name="直接箭头连接符 311">
            <a:extLst>
              <a:ext uri="{FF2B5EF4-FFF2-40B4-BE49-F238E27FC236}">
                <a16:creationId xmlns:a16="http://schemas.microsoft.com/office/drawing/2014/main" id="{AA7012A8-4D21-BC7C-E272-23F2671C7EAB}"/>
              </a:ext>
            </a:extLst>
          </p:cNvPr>
          <p:cNvCxnSpPr>
            <a:cxnSpLocks/>
            <a:stCxn id="211" idx="2"/>
            <a:endCxn id="184" idx="0"/>
          </p:cNvCxnSpPr>
          <p:nvPr/>
        </p:nvCxnSpPr>
        <p:spPr>
          <a:xfrm>
            <a:off x="9103500" y="6691586"/>
            <a:ext cx="0" cy="5103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接箭头连接符 312">
            <a:extLst>
              <a:ext uri="{FF2B5EF4-FFF2-40B4-BE49-F238E27FC236}">
                <a16:creationId xmlns:a16="http://schemas.microsoft.com/office/drawing/2014/main" id="{874BCE7C-6154-F53F-2E75-D8E71271FBB8}"/>
              </a:ext>
            </a:extLst>
          </p:cNvPr>
          <p:cNvCxnSpPr>
            <a:cxnSpLocks/>
            <a:stCxn id="212" idx="2"/>
            <a:endCxn id="213" idx="0"/>
          </p:cNvCxnSpPr>
          <p:nvPr/>
        </p:nvCxnSpPr>
        <p:spPr>
          <a:xfrm>
            <a:off x="10998975" y="6691586"/>
            <a:ext cx="0" cy="5103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直接箭头连接符 313">
            <a:extLst>
              <a:ext uri="{FF2B5EF4-FFF2-40B4-BE49-F238E27FC236}">
                <a16:creationId xmlns:a16="http://schemas.microsoft.com/office/drawing/2014/main" id="{ECFC9296-B6CB-7268-E083-FC69C663DFD9}"/>
              </a:ext>
            </a:extLst>
          </p:cNvPr>
          <p:cNvCxnSpPr>
            <a:cxnSpLocks/>
          </p:cNvCxnSpPr>
          <p:nvPr/>
        </p:nvCxnSpPr>
        <p:spPr>
          <a:xfrm>
            <a:off x="6350774" y="2216944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接箭头连接符 314">
            <a:extLst>
              <a:ext uri="{FF2B5EF4-FFF2-40B4-BE49-F238E27FC236}">
                <a16:creationId xmlns:a16="http://schemas.microsoft.com/office/drawing/2014/main" id="{5890B1A9-37FA-C0B6-E6E9-3FF51BB16122}"/>
              </a:ext>
            </a:extLst>
          </p:cNvPr>
          <p:cNvCxnSpPr>
            <a:cxnSpLocks/>
          </p:cNvCxnSpPr>
          <p:nvPr/>
        </p:nvCxnSpPr>
        <p:spPr>
          <a:xfrm>
            <a:off x="5162313" y="2223506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接箭头连接符 315">
            <a:extLst>
              <a:ext uri="{FF2B5EF4-FFF2-40B4-BE49-F238E27FC236}">
                <a16:creationId xmlns:a16="http://schemas.microsoft.com/office/drawing/2014/main" id="{800EE981-9917-98F7-B722-5083758CD5B7}"/>
              </a:ext>
            </a:extLst>
          </p:cNvPr>
          <p:cNvCxnSpPr>
            <a:cxnSpLocks/>
          </p:cNvCxnSpPr>
          <p:nvPr/>
        </p:nvCxnSpPr>
        <p:spPr>
          <a:xfrm>
            <a:off x="7515463" y="2223506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箭头连接符 316">
            <a:extLst>
              <a:ext uri="{FF2B5EF4-FFF2-40B4-BE49-F238E27FC236}">
                <a16:creationId xmlns:a16="http://schemas.microsoft.com/office/drawing/2014/main" id="{65E34870-7A73-2D9C-A32D-4F0EA1D680EA}"/>
              </a:ext>
            </a:extLst>
          </p:cNvPr>
          <p:cNvCxnSpPr>
            <a:cxnSpLocks/>
          </p:cNvCxnSpPr>
          <p:nvPr/>
        </p:nvCxnSpPr>
        <p:spPr>
          <a:xfrm>
            <a:off x="8716943" y="2204456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接箭头连接符 317">
            <a:extLst>
              <a:ext uri="{FF2B5EF4-FFF2-40B4-BE49-F238E27FC236}">
                <a16:creationId xmlns:a16="http://schemas.microsoft.com/office/drawing/2014/main" id="{1768EF71-DDBD-792F-E036-14E4E79DC115}"/>
              </a:ext>
            </a:extLst>
          </p:cNvPr>
          <p:cNvCxnSpPr>
            <a:cxnSpLocks/>
          </p:cNvCxnSpPr>
          <p:nvPr/>
        </p:nvCxnSpPr>
        <p:spPr>
          <a:xfrm>
            <a:off x="5149897" y="2204244"/>
            <a:ext cx="1220211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箭头连接符 318">
            <a:extLst>
              <a:ext uri="{FF2B5EF4-FFF2-40B4-BE49-F238E27FC236}">
                <a16:creationId xmlns:a16="http://schemas.microsoft.com/office/drawing/2014/main" id="{6CE51241-BB49-A3F9-666A-5306178F8149}"/>
              </a:ext>
            </a:extLst>
          </p:cNvPr>
          <p:cNvCxnSpPr>
            <a:cxnSpLocks/>
          </p:cNvCxnSpPr>
          <p:nvPr/>
        </p:nvCxnSpPr>
        <p:spPr>
          <a:xfrm>
            <a:off x="7499825" y="2221177"/>
            <a:ext cx="1220211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接箭头连接符 319">
            <a:extLst>
              <a:ext uri="{FF2B5EF4-FFF2-40B4-BE49-F238E27FC236}">
                <a16:creationId xmlns:a16="http://schemas.microsoft.com/office/drawing/2014/main" id="{97DE8B02-B6B6-59CE-686D-A67E79954B32}"/>
              </a:ext>
            </a:extLst>
          </p:cNvPr>
          <p:cNvCxnSpPr>
            <a:cxnSpLocks/>
          </p:cNvCxnSpPr>
          <p:nvPr/>
        </p:nvCxnSpPr>
        <p:spPr>
          <a:xfrm>
            <a:off x="3261500" y="2191544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接箭头连接符 320">
            <a:extLst>
              <a:ext uri="{FF2B5EF4-FFF2-40B4-BE49-F238E27FC236}">
                <a16:creationId xmlns:a16="http://schemas.microsoft.com/office/drawing/2014/main" id="{E3684750-EDCA-3885-4BF5-3ED5CF9F619E}"/>
              </a:ext>
            </a:extLst>
          </p:cNvPr>
          <p:cNvCxnSpPr>
            <a:cxnSpLocks/>
          </p:cNvCxnSpPr>
          <p:nvPr/>
        </p:nvCxnSpPr>
        <p:spPr>
          <a:xfrm>
            <a:off x="2079389" y="2198106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箭头连接符 321">
            <a:extLst>
              <a:ext uri="{FF2B5EF4-FFF2-40B4-BE49-F238E27FC236}">
                <a16:creationId xmlns:a16="http://schemas.microsoft.com/office/drawing/2014/main" id="{26F2A128-0B38-1047-3700-C4EB4DAF0313}"/>
              </a:ext>
            </a:extLst>
          </p:cNvPr>
          <p:cNvCxnSpPr>
            <a:cxnSpLocks/>
          </p:cNvCxnSpPr>
          <p:nvPr/>
        </p:nvCxnSpPr>
        <p:spPr>
          <a:xfrm>
            <a:off x="2054273" y="2191544"/>
            <a:ext cx="1220211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接箭头连接符 322">
            <a:extLst>
              <a:ext uri="{FF2B5EF4-FFF2-40B4-BE49-F238E27FC236}">
                <a16:creationId xmlns:a16="http://schemas.microsoft.com/office/drawing/2014/main" id="{E4922CBE-0956-2693-AD8D-9FB536F98153}"/>
              </a:ext>
            </a:extLst>
          </p:cNvPr>
          <p:cNvCxnSpPr>
            <a:cxnSpLocks/>
          </p:cNvCxnSpPr>
          <p:nvPr/>
        </p:nvCxnSpPr>
        <p:spPr>
          <a:xfrm>
            <a:off x="11467538" y="2216542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接箭头连接符 323">
            <a:extLst>
              <a:ext uri="{FF2B5EF4-FFF2-40B4-BE49-F238E27FC236}">
                <a16:creationId xmlns:a16="http://schemas.microsoft.com/office/drawing/2014/main" id="{43F2CC64-EB8D-7217-D69D-376D793FFF5F}"/>
              </a:ext>
            </a:extLst>
          </p:cNvPr>
          <p:cNvCxnSpPr>
            <a:cxnSpLocks/>
          </p:cNvCxnSpPr>
          <p:nvPr/>
        </p:nvCxnSpPr>
        <p:spPr>
          <a:xfrm>
            <a:off x="9804163" y="2191968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直接箭头连接符 324">
            <a:extLst>
              <a:ext uri="{FF2B5EF4-FFF2-40B4-BE49-F238E27FC236}">
                <a16:creationId xmlns:a16="http://schemas.microsoft.com/office/drawing/2014/main" id="{DA227471-0338-BB14-2559-D3CE78E53B12}"/>
              </a:ext>
            </a:extLst>
          </p:cNvPr>
          <p:cNvCxnSpPr>
            <a:cxnSpLocks/>
          </p:cNvCxnSpPr>
          <p:nvPr/>
        </p:nvCxnSpPr>
        <p:spPr>
          <a:xfrm>
            <a:off x="9798119" y="2207932"/>
            <a:ext cx="1694268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文本框 325">
            <a:extLst>
              <a:ext uri="{FF2B5EF4-FFF2-40B4-BE49-F238E27FC236}">
                <a16:creationId xmlns:a16="http://schemas.microsoft.com/office/drawing/2014/main" id="{58F8F594-64A1-3FDB-AF12-FF0CD9B614B9}"/>
              </a:ext>
            </a:extLst>
          </p:cNvPr>
          <p:cNvSpPr txBox="1"/>
          <p:nvPr/>
        </p:nvSpPr>
        <p:spPr>
          <a:xfrm>
            <a:off x="10628859" y="3136565"/>
            <a:ext cx="16268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3EF729AF-CAE0-AB82-4CEB-3CF8BEAB9D13}"/>
              </a:ext>
            </a:extLst>
          </p:cNvPr>
          <p:cNvSpPr txBox="1"/>
          <p:nvPr/>
        </p:nvSpPr>
        <p:spPr>
          <a:xfrm>
            <a:off x="1655132" y="1694515"/>
            <a:ext cx="20478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probability=0.5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43A41CD-6507-F201-5EB1-30FB13DA4911}"/>
              </a:ext>
            </a:extLst>
          </p:cNvPr>
          <p:cNvSpPr txBox="1"/>
          <p:nvPr/>
        </p:nvSpPr>
        <p:spPr>
          <a:xfrm>
            <a:off x="5545397" y="11507052"/>
            <a:ext cx="11157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方法改进换框架，突出主要模块</a:t>
            </a:r>
          </a:p>
        </p:txBody>
      </p:sp>
    </p:spTree>
    <p:extLst>
      <p:ext uri="{BB962C8B-B14F-4D97-AF65-F5344CB8AC3E}">
        <p14:creationId xmlns:p14="http://schemas.microsoft.com/office/powerpoint/2010/main" val="129955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61EF5CE-1441-3C0C-6082-92D330631D31}"/>
              </a:ext>
            </a:extLst>
          </p:cNvPr>
          <p:cNvSpPr/>
          <p:nvPr/>
        </p:nvSpPr>
        <p:spPr>
          <a:xfrm>
            <a:off x="12352498" y="1466058"/>
            <a:ext cx="4679235" cy="9901237"/>
          </a:xfrm>
          <a:prstGeom prst="rect">
            <a:avLst/>
          </a:prstGeom>
          <a:gradFill flip="none" rotWithShape="1">
            <a:gsLst>
              <a:gs pos="25000">
                <a:srgbClr val="FAE8E6"/>
              </a:gs>
              <a:gs pos="0">
                <a:srgbClr val="FCD9D3"/>
              </a:gs>
              <a:gs pos="50000">
                <a:schemeClr val="bg1"/>
              </a:gs>
              <a:gs pos="75000">
                <a:srgbClr val="FAE8E6"/>
              </a:gs>
              <a:gs pos="100000">
                <a:srgbClr val="FCD9D3"/>
              </a:gs>
            </a:gsLst>
            <a:lin ang="16200000" scaled="1"/>
            <a:tileRect/>
          </a:gradFill>
          <a:ln w="38100">
            <a:noFill/>
            <a:prstDash val="lgDash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96CFBA-EA17-6258-79DB-3ACE6EB69660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8214" y="5269034"/>
            <a:ext cx="648000" cy="972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F9A511F-2956-5D15-79AF-B5456EA17EC5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6375" y="5278347"/>
            <a:ext cx="648000" cy="972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3AC9EA7-71FD-9CEC-1576-EA0127132982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7022" y="5281089"/>
            <a:ext cx="648000" cy="972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5AE67CE-FF1F-D6E8-45DF-19A6641C2C1F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6532" y="5281089"/>
            <a:ext cx="648000" cy="972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D90C44A-6E42-5EF3-2A59-A92307671ECC}"/>
              </a:ext>
            </a:extLst>
          </p:cNvPr>
          <p:cNvSpPr/>
          <p:nvPr/>
        </p:nvSpPr>
        <p:spPr>
          <a:xfrm>
            <a:off x="96748" y="1485049"/>
            <a:ext cx="12107464" cy="277143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25000">
                <a:schemeClr val="bg1">
                  <a:lumMod val="95000"/>
                </a:schemeClr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w="38100">
            <a:noFill/>
            <a:prstDash val="lgDash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E4E64A-28B3-A4DD-6ECB-1C54EB004A94}"/>
              </a:ext>
            </a:extLst>
          </p:cNvPr>
          <p:cNvSpPr/>
          <p:nvPr/>
        </p:nvSpPr>
        <p:spPr>
          <a:xfrm>
            <a:off x="83733" y="4391652"/>
            <a:ext cx="12107464" cy="697564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50000">
                <a:schemeClr val="bg1"/>
              </a:gs>
              <a:gs pos="25000">
                <a:schemeClr val="accent5">
                  <a:lumMod val="20000"/>
                  <a:lumOff val="80000"/>
                </a:schemeClr>
              </a:gs>
              <a:gs pos="7500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1"/>
            <a:tileRect/>
          </a:gradFill>
          <a:ln w="38100">
            <a:noFill/>
            <a:prstDash val="lgDash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6B3B52-8E6E-54CE-2B14-8659D2775A81}"/>
              </a:ext>
            </a:extLst>
          </p:cNvPr>
          <p:cNvSpPr/>
          <p:nvPr/>
        </p:nvSpPr>
        <p:spPr>
          <a:xfrm>
            <a:off x="4714070" y="7633962"/>
            <a:ext cx="3137057" cy="3009824"/>
          </a:xfrm>
          <a:prstGeom prst="rect">
            <a:avLst/>
          </a:prstGeom>
          <a:pattFill prst="wdUpDiag">
            <a:fgClr>
              <a:schemeClr val="accent5">
                <a:lumMod val="40000"/>
                <a:lumOff val="60000"/>
              </a:schemeClr>
            </a:fgClr>
            <a:bgClr>
              <a:schemeClr val="accent5">
                <a:lumMod val="20000"/>
                <a:lumOff val="80000"/>
              </a:schemeClr>
            </a:bgClr>
          </a:pattFill>
          <a:ln w="38100">
            <a:noFill/>
            <a:prstDash val="lg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210789-B5B5-4E1B-FB58-EA937091E1FB}"/>
              </a:ext>
            </a:extLst>
          </p:cNvPr>
          <p:cNvSpPr/>
          <p:nvPr/>
        </p:nvSpPr>
        <p:spPr>
          <a:xfrm>
            <a:off x="8139653" y="4694921"/>
            <a:ext cx="3747136" cy="5961564"/>
          </a:xfrm>
          <a:prstGeom prst="rect">
            <a:avLst/>
          </a:prstGeom>
          <a:gradFill flip="none" rotWithShape="1">
            <a:gsLst>
              <a:gs pos="0">
                <a:srgbClr val="FAC090"/>
              </a:gs>
              <a:gs pos="50000">
                <a:schemeClr val="bg1"/>
              </a:gs>
              <a:gs pos="25000">
                <a:srgbClr val="FCD5B5"/>
              </a:gs>
              <a:gs pos="75000">
                <a:srgbClr val="FCD5B5"/>
              </a:gs>
              <a:gs pos="100000">
                <a:srgbClr val="FAC090"/>
              </a:gs>
            </a:gsLst>
            <a:lin ang="16200000" scaled="1"/>
            <a:tileRect/>
          </a:gradFill>
          <a:ln w="38100">
            <a:noFill/>
            <a:prstDash val="lg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792391-5F42-06FC-ACBF-2229C4DAF4BA}"/>
              </a:ext>
            </a:extLst>
          </p:cNvPr>
          <p:cNvSpPr/>
          <p:nvPr/>
        </p:nvSpPr>
        <p:spPr>
          <a:xfrm>
            <a:off x="17181923" y="1466058"/>
            <a:ext cx="4199174" cy="9901236"/>
          </a:xfrm>
          <a:prstGeom prst="rect">
            <a:avLst/>
          </a:prstGeom>
          <a:gradFill flip="none" rotWithShape="1">
            <a:gsLst>
              <a:gs pos="25000">
                <a:srgbClr val="E6E0EC"/>
              </a:gs>
              <a:gs pos="0">
                <a:srgbClr val="CCC1DA"/>
              </a:gs>
              <a:gs pos="50000">
                <a:schemeClr val="bg1"/>
              </a:gs>
              <a:gs pos="75000">
                <a:srgbClr val="E6E0EC"/>
              </a:gs>
              <a:gs pos="100000">
                <a:srgbClr val="CCC1DA"/>
              </a:gs>
            </a:gsLst>
            <a:lin ang="5400000" scaled="1"/>
            <a:tileRect/>
          </a:gradFill>
          <a:ln w="38100">
            <a:noFill/>
            <a:prstDash val="lgDash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0686CAF-C74A-5DA2-5807-BDDEE5DA4AB4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" t="885" r="84126" b="60787"/>
          <a:stretch/>
        </p:blipFill>
        <p:spPr>
          <a:xfrm>
            <a:off x="13089537" y="2059483"/>
            <a:ext cx="648000" cy="111441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FB45582-B6B6-D693-E716-F07DFFDDDDA5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10" t="683" r="33936" b="60990"/>
          <a:stretch/>
        </p:blipFill>
        <p:spPr>
          <a:xfrm>
            <a:off x="15487811" y="2059483"/>
            <a:ext cx="648000" cy="111441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F7DC53B-B118-8746-74C4-A071D7D9D941}"/>
              </a:ext>
            </a:extLst>
          </p:cNvPr>
          <p:cNvSpPr/>
          <p:nvPr/>
        </p:nvSpPr>
        <p:spPr>
          <a:xfrm>
            <a:off x="15330312" y="5595388"/>
            <a:ext cx="225854" cy="337918"/>
          </a:xfrm>
          <a:prstGeom prst="rect">
            <a:avLst/>
          </a:prstGeom>
          <a:noFill/>
          <a:ln w="19050">
            <a:solidFill>
              <a:srgbClr val="FB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8E6F7A-B008-9BA9-E2BF-0B1309734013}"/>
              </a:ext>
            </a:extLst>
          </p:cNvPr>
          <p:cNvSpPr/>
          <p:nvPr/>
        </p:nvSpPr>
        <p:spPr>
          <a:xfrm>
            <a:off x="13694166" y="5595388"/>
            <a:ext cx="225854" cy="322442"/>
          </a:xfrm>
          <a:prstGeom prst="rect">
            <a:avLst/>
          </a:prstGeom>
          <a:noFill/>
          <a:ln w="19050">
            <a:solidFill>
              <a:srgbClr val="FB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3A98A86-614A-E18C-98F8-9204B36B3F50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77" t="54031" r="834" b="7641"/>
          <a:stretch/>
        </p:blipFill>
        <p:spPr>
          <a:xfrm>
            <a:off x="15523235" y="9219890"/>
            <a:ext cx="648000" cy="111441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EC533A3-7160-AB56-0E86-220C828EC944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26" t="54170" r="50743" b="7482"/>
          <a:stretch/>
        </p:blipFill>
        <p:spPr>
          <a:xfrm>
            <a:off x="13108787" y="9219890"/>
            <a:ext cx="648000" cy="111441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0" name="流程图: 过程 19">
            <a:extLst>
              <a:ext uri="{FF2B5EF4-FFF2-40B4-BE49-F238E27FC236}">
                <a16:creationId xmlns:a16="http://schemas.microsoft.com/office/drawing/2014/main" id="{851A623B-DA17-1B93-9B6E-C7BB30C4B5F6}"/>
              </a:ext>
            </a:extLst>
          </p:cNvPr>
          <p:cNvSpPr/>
          <p:nvPr/>
        </p:nvSpPr>
        <p:spPr>
          <a:xfrm>
            <a:off x="8455500" y="7703310"/>
            <a:ext cx="1296000" cy="432000"/>
          </a:xfrm>
          <a:prstGeom prst="flowChartProcess">
            <a:avLst/>
          </a:prstGeom>
          <a:pattFill prst="wdUpDiag">
            <a:fgClr>
              <a:schemeClr val="accent5">
                <a:lumMod val="40000"/>
                <a:lumOff val="60000"/>
              </a:schemeClr>
            </a:fgClr>
            <a:bgClr>
              <a:schemeClr val="accent5">
                <a:lumMod val="20000"/>
                <a:lumOff val="80000"/>
              </a:schemeClr>
            </a:bgClr>
          </a:patt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Filter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1018B2-9D6A-3012-2176-7C6685653B12}"/>
              </a:ext>
            </a:extLst>
          </p:cNvPr>
          <p:cNvSpPr txBox="1"/>
          <p:nvPr/>
        </p:nvSpPr>
        <p:spPr>
          <a:xfrm>
            <a:off x="5304423" y="5918805"/>
            <a:ext cx="514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36B22377-1D6E-A890-B927-99C4B3F0F196}"/>
              </a:ext>
            </a:extLst>
          </p:cNvPr>
          <p:cNvCxnSpPr>
            <a:cxnSpLocks/>
            <a:stCxn id="164" idx="1"/>
            <a:endCxn id="35" idx="1"/>
          </p:cNvCxnSpPr>
          <p:nvPr/>
        </p:nvCxnSpPr>
        <p:spPr>
          <a:xfrm rot="10800000" flipV="1">
            <a:off x="1300039" y="4726682"/>
            <a:ext cx="2874346" cy="4718306"/>
          </a:xfrm>
          <a:prstGeom prst="bentConnector3">
            <a:avLst>
              <a:gd name="adj1" fmla="val 13358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99F8617-8450-C4CD-C3EC-17786A4FA511}"/>
              </a:ext>
            </a:extLst>
          </p:cNvPr>
          <p:cNvGrpSpPr/>
          <p:nvPr/>
        </p:nvGrpSpPr>
        <p:grpSpPr>
          <a:xfrm rot="18930706">
            <a:off x="3653549" y="8247535"/>
            <a:ext cx="496124" cy="496124"/>
            <a:chOff x="4892460" y="2186404"/>
            <a:chExt cx="142638" cy="142638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EC321A3F-C3CB-89AF-2E9E-1F4B8213BC6D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A1B4A11F-F35F-9439-D293-E536166BF93A}"/>
                </a:ext>
              </a:extLst>
            </p:cNvPr>
            <p:cNvCxnSpPr>
              <a:cxnSpLocks/>
              <a:stCxn id="24" idx="1"/>
              <a:endCxn id="24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752F72B-F6D2-0A90-3EBF-D63E008E51E1}"/>
                </a:ext>
              </a:extLst>
            </p:cNvPr>
            <p:cNvCxnSpPr>
              <a:cxnSpLocks/>
              <a:stCxn id="24" idx="3"/>
              <a:endCxn id="24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788B13AF-621C-5880-6BEE-BAE5A7C0E2A8}"/>
              </a:ext>
            </a:extLst>
          </p:cNvPr>
          <p:cNvCxnSpPr>
            <a:cxnSpLocks/>
            <a:stCxn id="165" idx="2"/>
            <a:endCxn id="24" idx="7"/>
          </p:cNvCxnSpPr>
          <p:nvPr/>
        </p:nvCxnSpPr>
        <p:spPr>
          <a:xfrm rot="16200000" flipH="1">
            <a:off x="2568326" y="6912044"/>
            <a:ext cx="1694848" cy="97615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AEBDE657-637E-64B1-3C48-C6B6CDD7EBEE}"/>
              </a:ext>
            </a:extLst>
          </p:cNvPr>
          <p:cNvCxnSpPr>
            <a:cxnSpLocks/>
            <a:stCxn id="166" idx="2"/>
            <a:endCxn id="24" idx="7"/>
          </p:cNvCxnSpPr>
          <p:nvPr/>
        </p:nvCxnSpPr>
        <p:spPr>
          <a:xfrm rot="5400000">
            <a:off x="3313107" y="7143417"/>
            <a:ext cx="1694848" cy="51340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E1ABFBAD-7645-442F-86AF-39C75460DC4D}"/>
              </a:ext>
            </a:extLst>
          </p:cNvPr>
          <p:cNvCxnSpPr>
            <a:cxnSpLocks/>
            <a:stCxn id="167" idx="2"/>
            <a:endCxn id="24" idx="7"/>
          </p:cNvCxnSpPr>
          <p:nvPr/>
        </p:nvCxnSpPr>
        <p:spPr>
          <a:xfrm rot="5400000">
            <a:off x="4392034" y="6064490"/>
            <a:ext cx="1694848" cy="267126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弧形 29">
            <a:extLst>
              <a:ext uri="{FF2B5EF4-FFF2-40B4-BE49-F238E27FC236}">
                <a16:creationId xmlns:a16="http://schemas.microsoft.com/office/drawing/2014/main" id="{7C69F2FB-F22E-E9D6-6CEF-02DE9A131D53}"/>
              </a:ext>
            </a:extLst>
          </p:cNvPr>
          <p:cNvSpPr/>
          <p:nvPr/>
        </p:nvSpPr>
        <p:spPr>
          <a:xfrm>
            <a:off x="1174777" y="4675512"/>
            <a:ext cx="4901163" cy="3818298"/>
          </a:xfrm>
          <a:prstGeom prst="arc">
            <a:avLst>
              <a:gd name="adj1" fmla="val 5401321"/>
              <a:gd name="adj2" fmla="val 10802019"/>
            </a:avLst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 b="1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3B2FE1C-BAD9-6A44-DCB7-20B9F6870E33}"/>
              </a:ext>
            </a:extLst>
          </p:cNvPr>
          <p:cNvSpPr txBox="1"/>
          <p:nvPr/>
        </p:nvSpPr>
        <p:spPr>
          <a:xfrm rot="1694674">
            <a:off x="1475357" y="7343942"/>
            <a:ext cx="17421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Weighted  Sum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FBBBBFB-8B1D-37AE-2F61-971AC42F98ED}"/>
              </a:ext>
            </a:extLst>
          </p:cNvPr>
          <p:cNvGrpSpPr/>
          <p:nvPr/>
        </p:nvGrpSpPr>
        <p:grpSpPr>
          <a:xfrm>
            <a:off x="3644370" y="9189167"/>
            <a:ext cx="506064" cy="506064"/>
            <a:chOff x="2860993" y="3897083"/>
            <a:chExt cx="135143" cy="135143"/>
          </a:xfrm>
        </p:grpSpPr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B7E642DF-F168-F869-0D36-D7DBB5993E17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4CB49CDE-3751-32DB-4C09-DD57F224937F}"/>
                </a:ext>
              </a:extLst>
            </p:cNvPr>
            <p:cNvSpPr/>
            <p:nvPr/>
          </p:nvSpPr>
          <p:spPr>
            <a:xfrm>
              <a:off x="2903050" y="3939654"/>
              <a:ext cx="51081" cy="51081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流程图: 过程 34">
            <a:extLst>
              <a:ext uri="{FF2B5EF4-FFF2-40B4-BE49-F238E27FC236}">
                <a16:creationId xmlns:a16="http://schemas.microsoft.com/office/drawing/2014/main" id="{4F597B1E-5213-39E6-3648-79130CD55F65}"/>
              </a:ext>
            </a:extLst>
          </p:cNvPr>
          <p:cNvSpPr/>
          <p:nvPr/>
        </p:nvSpPr>
        <p:spPr>
          <a:xfrm>
            <a:off x="1300039" y="9228988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Conv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6" name="流程图: 过程 35">
            <a:extLst>
              <a:ext uri="{FF2B5EF4-FFF2-40B4-BE49-F238E27FC236}">
                <a16:creationId xmlns:a16="http://schemas.microsoft.com/office/drawing/2014/main" id="{62853092-C205-FB47-B8FD-23AC9A86C3A3}"/>
              </a:ext>
            </a:extLst>
          </p:cNvPr>
          <p:cNvSpPr/>
          <p:nvPr/>
        </p:nvSpPr>
        <p:spPr>
          <a:xfrm>
            <a:off x="3253591" y="10194238"/>
            <a:ext cx="1296000" cy="432000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Output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A2ED5E3-90D8-0DB1-1019-0DE691FB9ACA}"/>
              </a:ext>
            </a:extLst>
          </p:cNvPr>
          <p:cNvCxnSpPr>
            <a:cxnSpLocks/>
            <a:stCxn id="33" idx="4"/>
            <a:endCxn id="36" idx="0"/>
          </p:cNvCxnSpPr>
          <p:nvPr/>
        </p:nvCxnSpPr>
        <p:spPr>
          <a:xfrm>
            <a:off x="3897403" y="9695232"/>
            <a:ext cx="4189" cy="4990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C1E9734F-EF4C-365D-BCFD-214D75209465}"/>
              </a:ext>
            </a:extLst>
          </p:cNvPr>
          <p:cNvCxnSpPr>
            <a:cxnSpLocks/>
            <a:stCxn id="24" idx="3"/>
            <a:endCxn id="33" idx="0"/>
          </p:cNvCxnSpPr>
          <p:nvPr/>
        </p:nvCxnSpPr>
        <p:spPr>
          <a:xfrm flipH="1">
            <a:off x="3897403" y="8743649"/>
            <a:ext cx="1993" cy="4455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6392D93E-349B-2258-DE7A-2012A3E8DC59}"/>
              </a:ext>
            </a:extLst>
          </p:cNvPr>
          <p:cNvCxnSpPr>
            <a:cxnSpLocks/>
            <a:stCxn id="35" idx="3"/>
            <a:endCxn id="33" idx="2"/>
          </p:cNvCxnSpPr>
          <p:nvPr/>
        </p:nvCxnSpPr>
        <p:spPr>
          <a:xfrm flipV="1">
            <a:off x="2596040" y="9442200"/>
            <a:ext cx="1048331" cy="27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流程图: 过程 39">
            <a:extLst>
              <a:ext uri="{FF2B5EF4-FFF2-40B4-BE49-F238E27FC236}">
                <a16:creationId xmlns:a16="http://schemas.microsoft.com/office/drawing/2014/main" id="{C02215EB-7FBF-8CE5-83E9-1890B1355D2B}"/>
              </a:ext>
            </a:extLst>
          </p:cNvPr>
          <p:cNvSpPr/>
          <p:nvPr/>
        </p:nvSpPr>
        <p:spPr>
          <a:xfrm>
            <a:off x="9403237" y="4896538"/>
            <a:ext cx="1296000" cy="432000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Input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1" name="流程图: 过程 40">
            <a:extLst>
              <a:ext uri="{FF2B5EF4-FFF2-40B4-BE49-F238E27FC236}">
                <a16:creationId xmlns:a16="http://schemas.microsoft.com/office/drawing/2014/main" id="{02D728F6-3765-6A52-AFAA-98BF92B69FDE}"/>
              </a:ext>
            </a:extLst>
          </p:cNvPr>
          <p:cNvSpPr/>
          <p:nvPr/>
        </p:nvSpPr>
        <p:spPr>
          <a:xfrm>
            <a:off x="8455500" y="6259586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Conv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2" name="流程图: 过程 41">
            <a:extLst>
              <a:ext uri="{FF2B5EF4-FFF2-40B4-BE49-F238E27FC236}">
                <a16:creationId xmlns:a16="http://schemas.microsoft.com/office/drawing/2014/main" id="{7A8AAFA6-90B2-E6C3-FA20-058F24261517}"/>
              </a:ext>
            </a:extLst>
          </p:cNvPr>
          <p:cNvSpPr/>
          <p:nvPr/>
        </p:nvSpPr>
        <p:spPr>
          <a:xfrm>
            <a:off x="10350975" y="6259586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Conv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351841F5-532E-EF4F-45E0-22882A11B82F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 rot="5400000">
            <a:off x="9111845" y="5320195"/>
            <a:ext cx="931048" cy="94773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9A80A5EE-F738-5070-FB0D-9F2866E7F7DF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 rot="16200000" flipH="1">
            <a:off x="10059582" y="5320193"/>
            <a:ext cx="931048" cy="94773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5865EAC-5326-E180-0DD4-18D444592F95}"/>
              </a:ext>
            </a:extLst>
          </p:cNvPr>
          <p:cNvGrpSpPr/>
          <p:nvPr/>
        </p:nvGrpSpPr>
        <p:grpSpPr>
          <a:xfrm>
            <a:off x="9798119" y="8263633"/>
            <a:ext cx="506064" cy="506064"/>
            <a:chOff x="2860993" y="3897083"/>
            <a:chExt cx="135143" cy="135143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CC9ECC9C-448A-E8E1-9B89-F8B06F8756BA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095275F8-9451-5E72-94F4-3102361CE557}"/>
                </a:ext>
              </a:extLst>
            </p:cNvPr>
            <p:cNvSpPr/>
            <p:nvPr/>
          </p:nvSpPr>
          <p:spPr>
            <a:xfrm>
              <a:off x="2903050" y="3939654"/>
              <a:ext cx="51081" cy="51081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98530D49-D279-C2B4-0DA9-8CCB2C750AA4}"/>
              </a:ext>
            </a:extLst>
          </p:cNvPr>
          <p:cNvCxnSpPr>
            <a:cxnSpLocks/>
            <a:stCxn id="20" idx="2"/>
            <a:endCxn id="46" idx="2"/>
          </p:cNvCxnSpPr>
          <p:nvPr/>
        </p:nvCxnSpPr>
        <p:spPr>
          <a:xfrm rot="16200000" flipH="1">
            <a:off x="9260133" y="7978678"/>
            <a:ext cx="381355" cy="69461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0266D181-1D7E-6A52-366D-8D57E9E23886}"/>
              </a:ext>
            </a:extLst>
          </p:cNvPr>
          <p:cNvCxnSpPr>
            <a:cxnSpLocks/>
            <a:endCxn id="46" idx="6"/>
          </p:cNvCxnSpPr>
          <p:nvPr/>
        </p:nvCxnSpPr>
        <p:spPr>
          <a:xfrm rot="5400000">
            <a:off x="10210229" y="7727917"/>
            <a:ext cx="882703" cy="6947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3FA5F1A-AF74-48E1-7AC9-14E958B4BA4E}"/>
              </a:ext>
            </a:extLst>
          </p:cNvPr>
          <p:cNvCxnSpPr>
            <a:cxnSpLocks/>
            <a:stCxn id="46" idx="4"/>
          </p:cNvCxnSpPr>
          <p:nvPr/>
        </p:nvCxnSpPr>
        <p:spPr>
          <a:xfrm>
            <a:off x="10051151" y="8769698"/>
            <a:ext cx="86" cy="3584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流程图: 过程 50">
            <a:extLst>
              <a:ext uri="{FF2B5EF4-FFF2-40B4-BE49-F238E27FC236}">
                <a16:creationId xmlns:a16="http://schemas.microsoft.com/office/drawing/2014/main" id="{36B4350F-0CDB-BCEA-8889-2313458967DC}"/>
              </a:ext>
            </a:extLst>
          </p:cNvPr>
          <p:cNvSpPr/>
          <p:nvPr/>
        </p:nvSpPr>
        <p:spPr>
          <a:xfrm>
            <a:off x="9403938" y="9638188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BN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03BB030-3AB2-E43C-A940-E40EBB57F5A6}"/>
              </a:ext>
            </a:extLst>
          </p:cNvPr>
          <p:cNvCxnSpPr>
            <a:cxnSpLocks/>
          </p:cNvCxnSpPr>
          <p:nvPr/>
        </p:nvCxnSpPr>
        <p:spPr>
          <a:xfrm>
            <a:off x="10059618" y="10095990"/>
            <a:ext cx="0" cy="4253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流程图: 过程 52">
            <a:extLst>
              <a:ext uri="{FF2B5EF4-FFF2-40B4-BE49-F238E27FC236}">
                <a16:creationId xmlns:a16="http://schemas.microsoft.com/office/drawing/2014/main" id="{A89E7E46-F16C-D619-C4D0-05E3AA7ED35E}"/>
              </a:ext>
            </a:extLst>
          </p:cNvPr>
          <p:cNvSpPr/>
          <p:nvPr/>
        </p:nvSpPr>
        <p:spPr>
          <a:xfrm>
            <a:off x="13999515" y="6417291"/>
            <a:ext cx="1296000" cy="432000"/>
          </a:xfrm>
          <a:prstGeom prst="flowChartProcess">
            <a:avLst/>
          </a:prstGeom>
          <a:gradFill>
            <a:gsLst>
              <a:gs pos="25000">
                <a:srgbClr val="FAE8E6"/>
              </a:gs>
              <a:gs pos="0">
                <a:srgbClr val="FCD9D3"/>
              </a:gs>
              <a:gs pos="50000">
                <a:schemeClr val="bg1"/>
              </a:gs>
              <a:gs pos="75000">
                <a:srgbClr val="FAE8E6"/>
              </a:gs>
              <a:gs pos="100000">
                <a:srgbClr val="FCD9D3"/>
              </a:gs>
            </a:gsLst>
            <a:lin ang="0" scaled="1"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Swap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0669A2D-10B8-8AAE-46BB-4C330DE8A45F}"/>
              </a:ext>
            </a:extLst>
          </p:cNvPr>
          <p:cNvSpPr txBox="1"/>
          <p:nvPr/>
        </p:nvSpPr>
        <p:spPr>
          <a:xfrm>
            <a:off x="9202188" y="6731602"/>
            <a:ext cx="342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3B8F867-0F0C-735E-5F48-8F5A70E86313}"/>
              </a:ext>
            </a:extLst>
          </p:cNvPr>
          <p:cNvSpPr txBox="1"/>
          <p:nvPr/>
        </p:nvSpPr>
        <p:spPr>
          <a:xfrm>
            <a:off x="10569426" y="6749448"/>
            <a:ext cx="342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9905B16-4385-73A8-DAB3-787F19F13893}"/>
              </a:ext>
            </a:extLst>
          </p:cNvPr>
          <p:cNvSpPr txBox="1"/>
          <p:nvPr/>
        </p:nvSpPr>
        <p:spPr>
          <a:xfrm>
            <a:off x="2963022" y="8952182"/>
            <a:ext cx="342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V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BF3367B-6E4D-03BD-3E2E-79EF2B4B0984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3413538" y="3173901"/>
            <a:ext cx="7211" cy="3668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245A5B09-7BB4-11CA-6C76-7DF0C245033A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15811321" y="3173901"/>
            <a:ext cx="491" cy="3668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A9EF2397-E877-C139-8AEE-788ABF85E896}"/>
              </a:ext>
            </a:extLst>
          </p:cNvPr>
          <p:cNvCxnSpPr>
            <a:cxnSpLocks/>
          </p:cNvCxnSpPr>
          <p:nvPr/>
        </p:nvCxnSpPr>
        <p:spPr>
          <a:xfrm rot="5400000">
            <a:off x="12578179" y="4439766"/>
            <a:ext cx="1309574" cy="37556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074129CE-55E8-D5BC-AD52-C7607108F3D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58642" y="4434867"/>
            <a:ext cx="1309574" cy="38536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4E945619-E958-F4F7-8E98-7F1CA185AB78}"/>
              </a:ext>
            </a:extLst>
          </p:cNvPr>
          <p:cNvCxnSpPr>
            <a:cxnSpLocks/>
          </p:cNvCxnSpPr>
          <p:nvPr/>
        </p:nvCxnSpPr>
        <p:spPr>
          <a:xfrm rot="5400000">
            <a:off x="14970462" y="4434075"/>
            <a:ext cx="1302173" cy="37954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1238EC4C-7D02-F7A1-91AC-1829583FDE0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45101" y="4438981"/>
            <a:ext cx="1305711" cy="37327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F7657E04-447A-5BC8-080E-6BA48D99CF83}"/>
              </a:ext>
            </a:extLst>
          </p:cNvPr>
          <p:cNvCxnSpPr>
            <a:cxnSpLocks/>
            <a:stCxn id="17" idx="3"/>
            <a:endCxn id="53" idx="0"/>
          </p:cNvCxnSpPr>
          <p:nvPr/>
        </p:nvCxnSpPr>
        <p:spPr>
          <a:xfrm>
            <a:off x="13920021" y="5756609"/>
            <a:ext cx="727495" cy="66068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4C1E98E0-6789-0671-8848-1FA4C848CAC3}"/>
              </a:ext>
            </a:extLst>
          </p:cNvPr>
          <p:cNvCxnSpPr>
            <a:cxnSpLocks/>
            <a:stCxn id="53" idx="2"/>
          </p:cNvCxnSpPr>
          <p:nvPr/>
        </p:nvCxnSpPr>
        <p:spPr>
          <a:xfrm rot="5400000">
            <a:off x="13579959" y="6706199"/>
            <a:ext cx="924464" cy="121064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8D69C86F-9288-3703-5944-240137F7C17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484926" y="6813348"/>
            <a:ext cx="1512198" cy="391683"/>
          </a:xfrm>
          <a:prstGeom prst="bentConnector3">
            <a:avLst>
              <a:gd name="adj1" fmla="val 7015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8E7AE390-E3AF-B911-E6BE-D37B70F5B1DE}"/>
              </a:ext>
            </a:extLst>
          </p:cNvPr>
          <p:cNvCxnSpPr>
            <a:cxnSpLocks/>
          </p:cNvCxnSpPr>
          <p:nvPr/>
        </p:nvCxnSpPr>
        <p:spPr>
          <a:xfrm rot="5400000">
            <a:off x="15255542" y="6844706"/>
            <a:ext cx="1516061" cy="342039"/>
          </a:xfrm>
          <a:prstGeom prst="bentConnector3">
            <a:avLst>
              <a:gd name="adj1" fmla="val 697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E9DF0642-7F21-8E41-17D9-37DD389891F3}"/>
              </a:ext>
            </a:extLst>
          </p:cNvPr>
          <p:cNvCxnSpPr>
            <a:cxnSpLocks/>
            <a:stCxn id="53" idx="2"/>
          </p:cNvCxnSpPr>
          <p:nvPr/>
        </p:nvCxnSpPr>
        <p:spPr>
          <a:xfrm rot="16200000" flipH="1">
            <a:off x="14782801" y="6714005"/>
            <a:ext cx="924464" cy="119503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流程图: 过程 67">
            <a:extLst>
              <a:ext uri="{FF2B5EF4-FFF2-40B4-BE49-F238E27FC236}">
                <a16:creationId xmlns:a16="http://schemas.microsoft.com/office/drawing/2014/main" id="{251EB320-6881-77AD-B03F-ED880B593BCE}"/>
              </a:ext>
            </a:extLst>
          </p:cNvPr>
          <p:cNvSpPr/>
          <p:nvPr/>
        </p:nvSpPr>
        <p:spPr>
          <a:xfrm>
            <a:off x="15200003" y="8271757"/>
            <a:ext cx="1296000" cy="432000"/>
          </a:xfrm>
          <a:prstGeom prst="flowChartProcess">
            <a:avLst/>
          </a:prstGeom>
          <a:gradFill>
            <a:gsLst>
              <a:gs pos="25000">
                <a:srgbClr val="FAE8E6"/>
              </a:gs>
              <a:gs pos="0">
                <a:srgbClr val="FCD9D3"/>
              </a:gs>
              <a:gs pos="50000">
                <a:schemeClr val="bg1"/>
              </a:gs>
              <a:gs pos="75000">
                <a:srgbClr val="FAE8E6"/>
              </a:gs>
              <a:gs pos="100000">
                <a:srgbClr val="FCD9D3"/>
              </a:gs>
            </a:gsLst>
            <a:lin ang="0" scaled="1"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Gray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10F0E4D5-C2B8-8DF5-A856-A38A71646805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13432787" y="8205755"/>
            <a:ext cx="4080" cy="10141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172FF521-7758-11D6-0C98-BAB020AA6A23}"/>
              </a:ext>
            </a:extLst>
          </p:cNvPr>
          <p:cNvCxnSpPr>
            <a:cxnSpLocks/>
            <a:stCxn id="68" idx="2"/>
            <a:endCxn id="18" idx="0"/>
          </p:cNvCxnSpPr>
          <p:nvPr/>
        </p:nvCxnSpPr>
        <p:spPr>
          <a:xfrm flipH="1">
            <a:off x="15847235" y="8703757"/>
            <a:ext cx="768" cy="5161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A1188DCD-7F26-B96D-CBA0-85C089C6F11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647517" y="5755034"/>
            <a:ext cx="682797" cy="65294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流程图: 过程 71">
            <a:extLst>
              <a:ext uri="{FF2B5EF4-FFF2-40B4-BE49-F238E27FC236}">
                <a16:creationId xmlns:a16="http://schemas.microsoft.com/office/drawing/2014/main" id="{61112BFB-D551-4CB7-7BC1-504392ABC507}"/>
              </a:ext>
            </a:extLst>
          </p:cNvPr>
          <p:cNvSpPr/>
          <p:nvPr/>
        </p:nvSpPr>
        <p:spPr>
          <a:xfrm>
            <a:off x="17531474" y="2182553"/>
            <a:ext cx="1296000" cy="432000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Input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00C590F7-8CE4-7128-03F9-DA5E5766D94F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18157454" y="2614553"/>
            <a:ext cx="22020" cy="484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流程图: 过程 73">
            <a:extLst>
              <a:ext uri="{FF2B5EF4-FFF2-40B4-BE49-F238E27FC236}">
                <a16:creationId xmlns:a16="http://schemas.microsoft.com/office/drawing/2014/main" id="{6ACF4B38-8258-E602-7EA6-5D7E0B048F69}"/>
              </a:ext>
            </a:extLst>
          </p:cNvPr>
          <p:cNvSpPr/>
          <p:nvPr/>
        </p:nvSpPr>
        <p:spPr>
          <a:xfrm>
            <a:off x="17531474" y="4053726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Pooling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75" name="流程图: 过程 74">
            <a:extLst>
              <a:ext uri="{FF2B5EF4-FFF2-40B4-BE49-F238E27FC236}">
                <a16:creationId xmlns:a16="http://schemas.microsoft.com/office/drawing/2014/main" id="{B3B3C500-F2C3-E4F3-8AA3-559B81F320ED}"/>
              </a:ext>
            </a:extLst>
          </p:cNvPr>
          <p:cNvSpPr/>
          <p:nvPr/>
        </p:nvSpPr>
        <p:spPr>
          <a:xfrm>
            <a:off x="19716483" y="4053726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Pooling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98F6E65D-53CB-453D-3A55-2A8F4990B90C}"/>
              </a:ext>
            </a:extLst>
          </p:cNvPr>
          <p:cNvCxnSpPr>
            <a:cxnSpLocks/>
            <a:endCxn id="74" idx="0"/>
          </p:cNvCxnSpPr>
          <p:nvPr/>
        </p:nvCxnSpPr>
        <p:spPr>
          <a:xfrm>
            <a:off x="18157454" y="3531090"/>
            <a:ext cx="22020" cy="5226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80477DCA-90FD-FD19-440C-FDE23AE9D384}"/>
              </a:ext>
            </a:extLst>
          </p:cNvPr>
          <p:cNvGrpSpPr/>
          <p:nvPr/>
        </p:nvGrpSpPr>
        <p:grpSpPr>
          <a:xfrm rot="18930706">
            <a:off x="19044329" y="4993122"/>
            <a:ext cx="496124" cy="496124"/>
            <a:chOff x="4892460" y="2186404"/>
            <a:chExt cx="142638" cy="142638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78FA62A6-1E84-BFF3-F503-550398825712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0ECA63FD-F5C1-017F-7158-C1402B4B7649}"/>
                </a:ext>
              </a:extLst>
            </p:cNvPr>
            <p:cNvCxnSpPr>
              <a:cxnSpLocks/>
              <a:stCxn id="78" idx="1"/>
              <a:endCxn id="78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69D84158-3D1C-C257-45E5-1C33E7AF5B8A}"/>
                </a:ext>
              </a:extLst>
            </p:cNvPr>
            <p:cNvCxnSpPr>
              <a:cxnSpLocks/>
              <a:stCxn id="78" idx="3"/>
              <a:endCxn id="78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CDAC48FA-EF62-0B66-018C-C412794B9BF3}"/>
              </a:ext>
            </a:extLst>
          </p:cNvPr>
          <p:cNvCxnSpPr>
            <a:cxnSpLocks/>
            <a:stCxn id="72" idx="3"/>
            <a:endCxn id="75" idx="0"/>
          </p:cNvCxnSpPr>
          <p:nvPr/>
        </p:nvCxnSpPr>
        <p:spPr>
          <a:xfrm>
            <a:off x="18827475" y="2398554"/>
            <a:ext cx="1537009" cy="165517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01C93542-197E-5002-5E71-851AF51267B9}"/>
              </a:ext>
            </a:extLst>
          </p:cNvPr>
          <p:cNvCxnSpPr>
            <a:cxnSpLocks/>
            <a:stCxn id="75" idx="2"/>
            <a:endCxn id="78" idx="5"/>
          </p:cNvCxnSpPr>
          <p:nvPr/>
        </p:nvCxnSpPr>
        <p:spPr>
          <a:xfrm rot="5400000">
            <a:off x="19573626" y="4452543"/>
            <a:ext cx="757674" cy="824040"/>
          </a:xfrm>
          <a:prstGeom prst="bentConnector3">
            <a:avLst>
              <a:gd name="adj1" fmla="val 9892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67AFD988-F60C-127D-4B35-A68A5C768DF3}"/>
              </a:ext>
            </a:extLst>
          </p:cNvPr>
          <p:cNvCxnSpPr>
            <a:cxnSpLocks/>
            <a:stCxn id="74" idx="2"/>
            <a:endCxn id="78" idx="1"/>
          </p:cNvCxnSpPr>
          <p:nvPr/>
        </p:nvCxnSpPr>
        <p:spPr>
          <a:xfrm rot="16200000" flipH="1">
            <a:off x="18235285" y="4429915"/>
            <a:ext cx="753242" cy="864865"/>
          </a:xfrm>
          <a:prstGeom prst="bentConnector3">
            <a:avLst>
              <a:gd name="adj1" fmla="val 10058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流程图: 过程 83">
            <a:extLst>
              <a:ext uri="{FF2B5EF4-FFF2-40B4-BE49-F238E27FC236}">
                <a16:creationId xmlns:a16="http://schemas.microsoft.com/office/drawing/2014/main" id="{F2E3B0E9-C890-70F8-8B08-670977A23F4B}"/>
              </a:ext>
            </a:extLst>
          </p:cNvPr>
          <p:cNvSpPr/>
          <p:nvPr/>
        </p:nvSpPr>
        <p:spPr>
          <a:xfrm>
            <a:off x="17531474" y="6346031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i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</a:t>
            </a:r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-CLS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85" name="流程图: 过程 84">
            <a:extLst>
              <a:ext uri="{FF2B5EF4-FFF2-40B4-BE49-F238E27FC236}">
                <a16:creationId xmlns:a16="http://schemas.microsoft.com/office/drawing/2014/main" id="{77CC6DE3-FAAF-EB8A-9FDF-D42F936D0A3C}"/>
              </a:ext>
            </a:extLst>
          </p:cNvPr>
          <p:cNvSpPr/>
          <p:nvPr/>
        </p:nvSpPr>
        <p:spPr>
          <a:xfrm>
            <a:off x="19716483" y="6359451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CLS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737EAA15-E21F-86CD-5B8C-0BDC11CDEBED}"/>
              </a:ext>
            </a:extLst>
          </p:cNvPr>
          <p:cNvGrpSpPr/>
          <p:nvPr/>
        </p:nvGrpSpPr>
        <p:grpSpPr>
          <a:xfrm rot="18930706">
            <a:off x="19044329" y="8108646"/>
            <a:ext cx="496124" cy="496124"/>
            <a:chOff x="4892460" y="2186404"/>
            <a:chExt cx="142638" cy="142638"/>
          </a:xfrm>
        </p:grpSpPr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1F585ABC-9905-2915-7BF5-EA34935D2BE3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9A2A883A-DA1C-6E21-8520-B41BDC810EA3}"/>
                </a:ext>
              </a:extLst>
            </p:cNvPr>
            <p:cNvCxnSpPr>
              <a:cxnSpLocks/>
              <a:stCxn id="87" idx="1"/>
              <a:endCxn id="87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FEE4056C-83DB-EC4F-DC34-D48983D7272F}"/>
                </a:ext>
              </a:extLst>
            </p:cNvPr>
            <p:cNvCxnSpPr>
              <a:cxnSpLocks/>
              <a:stCxn id="87" idx="3"/>
              <a:endCxn id="87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A8B4D4C5-9406-5575-2170-D8DA04129FFD}"/>
              </a:ext>
            </a:extLst>
          </p:cNvPr>
          <p:cNvCxnSpPr>
            <a:cxnSpLocks/>
            <a:stCxn id="74" idx="2"/>
            <a:endCxn id="118" idx="0"/>
          </p:cNvCxnSpPr>
          <p:nvPr/>
        </p:nvCxnSpPr>
        <p:spPr>
          <a:xfrm>
            <a:off x="18179474" y="4485727"/>
            <a:ext cx="0" cy="13172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2E7656ED-B6A1-B5A9-6318-91BCFC4442D1}"/>
              </a:ext>
            </a:extLst>
          </p:cNvPr>
          <p:cNvCxnSpPr>
            <a:cxnSpLocks/>
            <a:stCxn id="75" idx="2"/>
            <a:endCxn id="119" idx="0"/>
          </p:cNvCxnSpPr>
          <p:nvPr/>
        </p:nvCxnSpPr>
        <p:spPr>
          <a:xfrm>
            <a:off x="20364483" y="4485727"/>
            <a:ext cx="0" cy="13056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F91387C7-0273-0343-0924-B4FEBB61B817}"/>
              </a:ext>
            </a:extLst>
          </p:cNvPr>
          <p:cNvCxnSpPr>
            <a:cxnSpLocks/>
            <a:stCxn id="84" idx="2"/>
            <a:endCxn id="87" idx="1"/>
          </p:cNvCxnSpPr>
          <p:nvPr/>
        </p:nvCxnSpPr>
        <p:spPr>
          <a:xfrm rot="16200000" flipH="1">
            <a:off x="17823677" y="7133829"/>
            <a:ext cx="1576461" cy="864865"/>
          </a:xfrm>
          <a:prstGeom prst="bentConnector3">
            <a:avLst>
              <a:gd name="adj1" fmla="val 10075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8DBC93A0-0506-2F19-8249-CEECE59E8745}"/>
              </a:ext>
            </a:extLst>
          </p:cNvPr>
          <p:cNvCxnSpPr>
            <a:cxnSpLocks/>
            <a:stCxn id="85" idx="2"/>
            <a:endCxn id="87" idx="5"/>
          </p:cNvCxnSpPr>
          <p:nvPr/>
        </p:nvCxnSpPr>
        <p:spPr>
          <a:xfrm rot="5400000">
            <a:off x="19168728" y="7163167"/>
            <a:ext cx="1567473" cy="824040"/>
          </a:xfrm>
          <a:prstGeom prst="bentConnector3">
            <a:avLst>
              <a:gd name="adj1" fmla="val 10029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流程图: 过程 93">
                <a:extLst>
                  <a:ext uri="{FF2B5EF4-FFF2-40B4-BE49-F238E27FC236}">
                    <a16:creationId xmlns:a16="http://schemas.microsoft.com/office/drawing/2014/main" id="{D087F6C9-AE68-3867-0981-2C6854EF12DC}"/>
                  </a:ext>
                </a:extLst>
              </p:cNvPr>
              <p:cNvSpPr/>
              <p:nvPr/>
            </p:nvSpPr>
            <p:spPr>
              <a:xfrm>
                <a:off x="18626997" y="7308486"/>
                <a:ext cx="1296000" cy="432000"/>
              </a:xfrm>
              <a:prstGeom prst="flowChartProcess">
                <a:avLst/>
              </a:prstGeom>
              <a:gradFill>
                <a:gsLst>
                  <a:gs pos="25000">
                    <a:srgbClr val="E6E0EC"/>
                  </a:gs>
                  <a:gs pos="0">
                    <a:srgbClr val="CCC1DA"/>
                  </a:gs>
                  <a:gs pos="50000">
                    <a:schemeClr val="bg1"/>
                  </a:gs>
                  <a:gs pos="75000">
                    <a:srgbClr val="E6E0EC"/>
                  </a:gs>
                  <a:gs pos="100000">
                    <a:srgbClr val="CCC1DA"/>
                  </a:gs>
                </a:gsLst>
                <a:lin ang="0" scaled="1"/>
              </a:gradFill>
              <a:ln w="28575">
                <a:noFill/>
              </a:ln>
              <a:effectLst>
                <a:outerShdw blurRad="50800" dist="38100" dir="5400000" sx="105000" sy="105000" algn="t" rotWithShape="0">
                  <a:prstClr val="black">
                    <a:alpha val="4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𝒆𝒖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tx1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4" name="流程图: 过程 93">
                <a:extLst>
                  <a:ext uri="{FF2B5EF4-FFF2-40B4-BE49-F238E27FC236}">
                    <a16:creationId xmlns:a16="http://schemas.microsoft.com/office/drawing/2014/main" id="{D087F6C9-AE68-3867-0981-2C6854EF12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6997" y="7308486"/>
                <a:ext cx="1296000" cy="432000"/>
              </a:xfrm>
              <a:prstGeom prst="flowChartProcess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noFill/>
              </a:ln>
              <a:effectLst>
                <a:outerShdw blurRad="50800" dist="38100" dir="5400000" sx="105000" sy="105000" algn="t" rotWithShape="0">
                  <a:prstClr val="black">
                    <a:alpha val="45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9F23E60E-62F9-C624-1E81-62EF24FE2F08}"/>
              </a:ext>
            </a:extLst>
          </p:cNvPr>
          <p:cNvCxnSpPr>
            <a:cxnSpLocks/>
            <a:stCxn id="78" idx="3"/>
            <a:endCxn id="94" idx="0"/>
          </p:cNvCxnSpPr>
          <p:nvPr/>
        </p:nvCxnSpPr>
        <p:spPr>
          <a:xfrm flipH="1">
            <a:off x="19274997" y="5489236"/>
            <a:ext cx="15178" cy="1819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流程图: 过程 95">
                <a:extLst>
                  <a:ext uri="{FF2B5EF4-FFF2-40B4-BE49-F238E27FC236}">
                    <a16:creationId xmlns:a16="http://schemas.microsoft.com/office/drawing/2014/main" id="{33F34C2E-1385-140E-7955-A38AF2855CC9}"/>
                  </a:ext>
                </a:extLst>
              </p:cNvPr>
              <p:cNvSpPr/>
              <p:nvPr/>
            </p:nvSpPr>
            <p:spPr>
              <a:xfrm>
                <a:off x="17531474" y="9582310"/>
                <a:ext cx="1296000" cy="432000"/>
              </a:xfrm>
              <a:prstGeom prst="flowChartProcess">
                <a:avLst/>
              </a:prstGeom>
              <a:gradFill>
                <a:gsLst>
                  <a:gs pos="25000">
                    <a:srgbClr val="E6E0EC"/>
                  </a:gs>
                  <a:gs pos="0">
                    <a:srgbClr val="CCC1DA"/>
                  </a:gs>
                  <a:gs pos="50000">
                    <a:schemeClr val="bg1"/>
                  </a:gs>
                  <a:gs pos="75000">
                    <a:srgbClr val="E6E0EC"/>
                  </a:gs>
                  <a:gs pos="100000">
                    <a:srgbClr val="CCC1DA"/>
                  </a:gs>
                </a:gsLst>
                <a:lin ang="0" scaled="1"/>
              </a:gradFill>
              <a:ln w="28575">
                <a:noFill/>
              </a:ln>
              <a:effectLst>
                <a:outerShdw blurRad="50800" dist="38100" dir="5400000" sx="105000" sy="105000" algn="t" rotWithShape="0">
                  <a:prstClr val="black">
                    <a:alpha val="4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𝒊𝒅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tx1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6" name="流程图: 过程 95">
                <a:extLst>
                  <a:ext uri="{FF2B5EF4-FFF2-40B4-BE49-F238E27FC236}">
                    <a16:creationId xmlns:a16="http://schemas.microsoft.com/office/drawing/2014/main" id="{33F34C2E-1385-140E-7955-A38AF2855C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1474" y="9582310"/>
                <a:ext cx="1296000" cy="432000"/>
              </a:xfrm>
              <a:prstGeom prst="flowChartProcess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noFill/>
              </a:ln>
              <a:effectLst>
                <a:outerShdw blurRad="50800" dist="38100" dir="5400000" sx="105000" sy="105000" algn="t" rotWithShape="0">
                  <a:prstClr val="black">
                    <a:alpha val="45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流程图: 过程 96">
                <a:extLst>
                  <a:ext uri="{FF2B5EF4-FFF2-40B4-BE49-F238E27FC236}">
                    <a16:creationId xmlns:a16="http://schemas.microsoft.com/office/drawing/2014/main" id="{76329B81-6EAB-5584-1F08-C768563613D9}"/>
                  </a:ext>
                </a:extLst>
              </p:cNvPr>
              <p:cNvSpPr/>
              <p:nvPr/>
            </p:nvSpPr>
            <p:spPr>
              <a:xfrm>
                <a:off x="19716483" y="9582310"/>
                <a:ext cx="1296000" cy="432000"/>
              </a:xfrm>
              <a:prstGeom prst="flowChartProcess">
                <a:avLst/>
              </a:prstGeom>
              <a:gradFill>
                <a:gsLst>
                  <a:gs pos="25000">
                    <a:srgbClr val="E6E0EC"/>
                  </a:gs>
                  <a:gs pos="0">
                    <a:srgbClr val="CCC1DA"/>
                  </a:gs>
                  <a:gs pos="50000">
                    <a:schemeClr val="bg1"/>
                  </a:gs>
                  <a:gs pos="75000">
                    <a:srgbClr val="E6E0EC"/>
                  </a:gs>
                  <a:gs pos="100000">
                    <a:srgbClr val="CCC1DA"/>
                  </a:gs>
                </a:gsLst>
                <a:lin ang="0" scaled="1"/>
              </a:gradFill>
              <a:ln w="28575">
                <a:noFill/>
              </a:ln>
              <a:effectLst>
                <a:outerShdw blurRad="50800" dist="38100" dir="5400000" sx="105000" sy="105000" algn="t" rotWithShape="0">
                  <a:prstClr val="black">
                    <a:alpha val="4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𝒌𝒍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tx1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7" name="流程图: 过程 96">
                <a:extLst>
                  <a:ext uri="{FF2B5EF4-FFF2-40B4-BE49-F238E27FC236}">
                    <a16:creationId xmlns:a16="http://schemas.microsoft.com/office/drawing/2014/main" id="{76329B81-6EAB-5584-1F08-C768563613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6483" y="9582310"/>
                <a:ext cx="1296000" cy="432000"/>
              </a:xfrm>
              <a:prstGeom prst="flowChartProcess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noFill/>
              </a:ln>
              <a:effectLst>
                <a:outerShdw blurRad="50800" dist="38100" dir="5400000" sx="105000" sy="105000" algn="t" rotWithShape="0">
                  <a:prstClr val="black">
                    <a:alpha val="45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17123FE7-BFA8-5381-5C58-D9CCE9B3EF08}"/>
              </a:ext>
            </a:extLst>
          </p:cNvPr>
          <p:cNvCxnSpPr>
            <a:cxnSpLocks/>
            <a:stCxn id="87" idx="3"/>
            <a:endCxn id="96" idx="0"/>
          </p:cNvCxnSpPr>
          <p:nvPr/>
        </p:nvCxnSpPr>
        <p:spPr>
          <a:xfrm rot="5400000">
            <a:off x="18246050" y="8538186"/>
            <a:ext cx="977550" cy="111070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连接符: 肘形 98">
            <a:extLst>
              <a:ext uri="{FF2B5EF4-FFF2-40B4-BE49-F238E27FC236}">
                <a16:creationId xmlns:a16="http://schemas.microsoft.com/office/drawing/2014/main" id="{D7C9AE7E-5C5A-57F0-E37F-E619C2B3BF5C}"/>
              </a:ext>
            </a:extLst>
          </p:cNvPr>
          <p:cNvCxnSpPr>
            <a:cxnSpLocks/>
            <a:stCxn id="87" idx="3"/>
            <a:endCxn id="97" idx="0"/>
          </p:cNvCxnSpPr>
          <p:nvPr/>
        </p:nvCxnSpPr>
        <p:spPr>
          <a:xfrm rot="16200000" flipH="1">
            <a:off x="19338554" y="8556381"/>
            <a:ext cx="977550" cy="107430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E40E38C5-DDB6-ABDC-0227-954D2E309875}"/>
              </a:ext>
            </a:extLst>
          </p:cNvPr>
          <p:cNvSpPr txBox="1"/>
          <p:nvPr/>
        </p:nvSpPr>
        <p:spPr>
          <a:xfrm>
            <a:off x="6408156" y="7678305"/>
            <a:ext cx="14429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High-</a:t>
            </a:r>
          </a:p>
          <a:p>
            <a:pPr algn="ctr"/>
            <a:r>
              <a:rPr lang="en-US" altLang="zh-CN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Frequency</a:t>
            </a:r>
          </a:p>
        </p:txBody>
      </p: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1517A254-B166-8F06-2437-4B7E666B2214}"/>
              </a:ext>
            </a:extLst>
          </p:cNvPr>
          <p:cNvCxnSpPr>
            <a:cxnSpLocks/>
            <a:stCxn id="164" idx="1"/>
            <a:endCxn id="149" idx="0"/>
          </p:cNvCxnSpPr>
          <p:nvPr/>
        </p:nvCxnSpPr>
        <p:spPr>
          <a:xfrm rot="10800000" flipV="1">
            <a:off x="1203260" y="4726682"/>
            <a:ext cx="2971127" cy="140898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9701A43F-8FCB-89CB-771F-EDD3C09A9367}"/>
              </a:ext>
            </a:extLst>
          </p:cNvPr>
          <p:cNvGrpSpPr/>
          <p:nvPr/>
        </p:nvGrpSpPr>
        <p:grpSpPr>
          <a:xfrm rot="16200000">
            <a:off x="5952483" y="8429316"/>
            <a:ext cx="720000" cy="2757608"/>
            <a:chOff x="6132666" y="8737860"/>
            <a:chExt cx="720000" cy="2757608"/>
          </a:xfrm>
        </p:grpSpPr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065425E2-2256-CBE3-3287-DA62C4187B29}"/>
                </a:ext>
              </a:extLst>
            </p:cNvPr>
            <p:cNvGrpSpPr/>
            <p:nvPr/>
          </p:nvGrpSpPr>
          <p:grpSpPr>
            <a:xfrm>
              <a:off x="6132666" y="9569463"/>
              <a:ext cx="720000" cy="720000"/>
              <a:chOff x="6478784" y="10877068"/>
              <a:chExt cx="720000" cy="720000"/>
            </a:xfrm>
          </p:grpSpPr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A56A10D1-D81E-F0CB-2A9E-C6ADA815E4BE}"/>
                  </a:ext>
                </a:extLst>
              </p:cNvPr>
              <p:cNvSpPr/>
              <p:nvPr/>
            </p:nvSpPr>
            <p:spPr>
              <a:xfrm>
                <a:off x="6478784" y="10877068"/>
                <a:ext cx="720000" cy="720000"/>
              </a:xfrm>
              <a:prstGeom prst="rect">
                <a:avLst/>
              </a:prstGeom>
              <a:gradFill>
                <a:gsLst>
                  <a:gs pos="0">
                    <a:srgbClr val="3D3DC1"/>
                  </a:gs>
                  <a:gs pos="50000">
                    <a:srgbClr val="0070C0"/>
                  </a:gs>
                  <a:gs pos="100000">
                    <a:srgbClr val="3D3DC1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任意多边形: 形状 110">
                <a:extLst>
                  <a:ext uri="{FF2B5EF4-FFF2-40B4-BE49-F238E27FC236}">
                    <a16:creationId xmlns:a16="http://schemas.microsoft.com/office/drawing/2014/main" id="{E5658B26-5AF6-7A6C-D154-22F109EDFBDB}"/>
                  </a:ext>
                </a:extLst>
              </p:cNvPr>
              <p:cNvSpPr/>
              <p:nvPr/>
            </p:nvSpPr>
            <p:spPr>
              <a:xfrm>
                <a:off x="6658784" y="11057068"/>
                <a:ext cx="360000" cy="360000"/>
              </a:xfrm>
              <a:custGeom>
                <a:avLst/>
                <a:gdLst>
                  <a:gd name="connsiteX0" fmla="*/ 90000 w 360000"/>
                  <a:gd name="connsiteY0" fmla="*/ 90000 h 360000"/>
                  <a:gd name="connsiteX1" fmla="*/ 90000 w 360000"/>
                  <a:gd name="connsiteY1" fmla="*/ 270000 h 360000"/>
                  <a:gd name="connsiteX2" fmla="*/ 270000 w 360000"/>
                  <a:gd name="connsiteY2" fmla="*/ 270000 h 360000"/>
                  <a:gd name="connsiteX3" fmla="*/ 270000 w 360000"/>
                  <a:gd name="connsiteY3" fmla="*/ 90000 h 360000"/>
                  <a:gd name="connsiteX4" fmla="*/ 0 w 360000"/>
                  <a:gd name="connsiteY4" fmla="*/ 0 h 360000"/>
                  <a:gd name="connsiteX5" fmla="*/ 360000 w 360000"/>
                  <a:gd name="connsiteY5" fmla="*/ 0 h 360000"/>
                  <a:gd name="connsiteX6" fmla="*/ 360000 w 360000"/>
                  <a:gd name="connsiteY6" fmla="*/ 360000 h 360000"/>
                  <a:gd name="connsiteX7" fmla="*/ 0 w 360000"/>
                  <a:gd name="connsiteY7" fmla="*/ 360000 h 36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0000" h="360000">
                    <a:moveTo>
                      <a:pt x="90000" y="90000"/>
                    </a:moveTo>
                    <a:lnTo>
                      <a:pt x="90000" y="270000"/>
                    </a:lnTo>
                    <a:lnTo>
                      <a:pt x="270000" y="270000"/>
                    </a:lnTo>
                    <a:lnTo>
                      <a:pt x="270000" y="90000"/>
                    </a:lnTo>
                    <a:close/>
                    <a:moveTo>
                      <a:pt x="0" y="0"/>
                    </a:moveTo>
                    <a:lnTo>
                      <a:pt x="360000" y="0"/>
                    </a:lnTo>
                    <a:lnTo>
                      <a:pt x="360000" y="360000"/>
                    </a:lnTo>
                    <a:lnTo>
                      <a:pt x="0" y="360000"/>
                    </a:lnTo>
                    <a:close/>
                  </a:path>
                </a:pathLst>
              </a:custGeom>
              <a:gradFill>
                <a:gsLst>
                  <a:gs pos="0">
                    <a:srgbClr val="C00000"/>
                  </a:gs>
                  <a:gs pos="50000">
                    <a:srgbClr val="FF0000"/>
                  </a:gs>
                  <a:gs pos="100000">
                    <a:srgbClr val="C00000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2000" b="1"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66606A4F-A43E-B8A5-ABCD-8F6C821AC627}"/>
                </a:ext>
              </a:extLst>
            </p:cNvPr>
            <p:cNvGrpSpPr/>
            <p:nvPr/>
          </p:nvGrpSpPr>
          <p:grpSpPr>
            <a:xfrm>
              <a:off x="6132666" y="10775468"/>
              <a:ext cx="720000" cy="720000"/>
              <a:chOff x="8273578" y="10419868"/>
              <a:chExt cx="720000" cy="720000"/>
            </a:xfrm>
          </p:grpSpPr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EDE59D7A-C820-FE43-DE82-F4A222B51D3F}"/>
                  </a:ext>
                </a:extLst>
              </p:cNvPr>
              <p:cNvSpPr/>
              <p:nvPr/>
            </p:nvSpPr>
            <p:spPr>
              <a:xfrm>
                <a:off x="8273578" y="10419868"/>
                <a:ext cx="720000" cy="720000"/>
              </a:xfrm>
              <a:prstGeom prst="rect">
                <a:avLst/>
              </a:prstGeom>
              <a:gradFill>
                <a:gsLst>
                  <a:gs pos="0">
                    <a:srgbClr val="3D3DC1"/>
                  </a:gs>
                  <a:gs pos="50000">
                    <a:srgbClr val="0070C0"/>
                  </a:gs>
                  <a:gs pos="100000">
                    <a:srgbClr val="3D3DC1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任意多边形: 形状 108">
                <a:extLst>
                  <a:ext uri="{FF2B5EF4-FFF2-40B4-BE49-F238E27FC236}">
                    <a16:creationId xmlns:a16="http://schemas.microsoft.com/office/drawing/2014/main" id="{0F6F380D-0AC0-7EAE-2FC5-EDBEA1C64ABD}"/>
                  </a:ext>
                </a:extLst>
              </p:cNvPr>
              <p:cNvSpPr/>
              <p:nvPr/>
            </p:nvSpPr>
            <p:spPr>
              <a:xfrm>
                <a:off x="8273578" y="10419868"/>
                <a:ext cx="720000" cy="720000"/>
              </a:xfrm>
              <a:custGeom>
                <a:avLst/>
                <a:gdLst>
                  <a:gd name="connsiteX0" fmla="*/ 90000 w 720000"/>
                  <a:gd name="connsiteY0" fmla="*/ 90000 h 720000"/>
                  <a:gd name="connsiteX1" fmla="*/ 90000 w 720000"/>
                  <a:gd name="connsiteY1" fmla="*/ 630000 h 720000"/>
                  <a:gd name="connsiteX2" fmla="*/ 630000 w 720000"/>
                  <a:gd name="connsiteY2" fmla="*/ 630000 h 720000"/>
                  <a:gd name="connsiteX3" fmla="*/ 630000 w 720000"/>
                  <a:gd name="connsiteY3" fmla="*/ 90000 h 720000"/>
                  <a:gd name="connsiteX4" fmla="*/ 0 w 720000"/>
                  <a:gd name="connsiteY4" fmla="*/ 0 h 720000"/>
                  <a:gd name="connsiteX5" fmla="*/ 720000 w 720000"/>
                  <a:gd name="connsiteY5" fmla="*/ 0 h 720000"/>
                  <a:gd name="connsiteX6" fmla="*/ 720000 w 720000"/>
                  <a:gd name="connsiteY6" fmla="*/ 720000 h 720000"/>
                  <a:gd name="connsiteX7" fmla="*/ 0 w 720000"/>
                  <a:gd name="connsiteY7" fmla="*/ 720000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0000" h="720000">
                    <a:moveTo>
                      <a:pt x="90000" y="90000"/>
                    </a:moveTo>
                    <a:lnTo>
                      <a:pt x="90000" y="630000"/>
                    </a:lnTo>
                    <a:lnTo>
                      <a:pt x="630000" y="630000"/>
                    </a:lnTo>
                    <a:lnTo>
                      <a:pt x="630000" y="90000"/>
                    </a:lnTo>
                    <a:close/>
                    <a:moveTo>
                      <a:pt x="0" y="0"/>
                    </a:moveTo>
                    <a:lnTo>
                      <a:pt x="720000" y="0"/>
                    </a:lnTo>
                    <a:lnTo>
                      <a:pt x="720000" y="720000"/>
                    </a:lnTo>
                    <a:lnTo>
                      <a:pt x="0" y="72000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C00000"/>
                  </a:gs>
                  <a:gs pos="50000">
                    <a:srgbClr val="FF0000"/>
                  </a:gs>
                  <a:gs pos="100000">
                    <a:srgbClr val="C00000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2000" b="1"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CF5EA7C7-E13D-30A5-A224-27980378A793}"/>
                </a:ext>
              </a:extLst>
            </p:cNvPr>
            <p:cNvGrpSpPr/>
            <p:nvPr/>
          </p:nvGrpSpPr>
          <p:grpSpPr>
            <a:xfrm>
              <a:off x="6132666" y="8737860"/>
              <a:ext cx="720000" cy="720000"/>
              <a:chOff x="5581387" y="10877068"/>
              <a:chExt cx="720000" cy="720000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A4FEBB-0E6F-7260-5066-406BEA117E2E}"/>
                  </a:ext>
                </a:extLst>
              </p:cNvPr>
              <p:cNvSpPr/>
              <p:nvPr/>
            </p:nvSpPr>
            <p:spPr>
              <a:xfrm>
                <a:off x="5581387" y="10877068"/>
                <a:ext cx="720000" cy="720000"/>
              </a:xfrm>
              <a:prstGeom prst="rect">
                <a:avLst/>
              </a:prstGeom>
              <a:gradFill>
                <a:gsLst>
                  <a:gs pos="0">
                    <a:srgbClr val="3D3DC1"/>
                  </a:gs>
                  <a:gs pos="50000">
                    <a:srgbClr val="0070C0"/>
                  </a:gs>
                  <a:gs pos="100000">
                    <a:srgbClr val="3D3DC1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DB9F87BA-697C-FDE3-D659-7645BF4C302E}"/>
                  </a:ext>
                </a:extLst>
              </p:cNvPr>
              <p:cNvSpPr/>
              <p:nvPr/>
            </p:nvSpPr>
            <p:spPr>
              <a:xfrm>
                <a:off x="5851387" y="11147068"/>
                <a:ext cx="180000" cy="180000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50000">
                    <a:srgbClr val="FF0000"/>
                  </a:gs>
                  <a:gs pos="100000">
                    <a:srgbClr val="C00000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12" name="文本框 111">
            <a:extLst>
              <a:ext uri="{FF2B5EF4-FFF2-40B4-BE49-F238E27FC236}">
                <a16:creationId xmlns:a16="http://schemas.microsoft.com/office/drawing/2014/main" id="{35B9C962-03AC-4307-28CA-837D07A712D3}"/>
              </a:ext>
            </a:extLst>
          </p:cNvPr>
          <p:cNvSpPr txBox="1"/>
          <p:nvPr/>
        </p:nvSpPr>
        <p:spPr>
          <a:xfrm>
            <a:off x="6476837" y="9473059"/>
            <a:ext cx="5143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2872A0CF-070F-7EEA-3B13-61E067971145}"/>
              </a:ext>
            </a:extLst>
          </p:cNvPr>
          <p:cNvSpPr txBox="1"/>
          <p:nvPr/>
        </p:nvSpPr>
        <p:spPr>
          <a:xfrm>
            <a:off x="6813191" y="10181508"/>
            <a:ext cx="1088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Filter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DBE04F0E-A5B5-7C89-90A6-91FE5E609D70}"/>
              </a:ext>
            </a:extLst>
          </p:cNvPr>
          <p:cNvSpPr txBox="1"/>
          <p:nvPr/>
        </p:nvSpPr>
        <p:spPr>
          <a:xfrm>
            <a:off x="10386591" y="10134584"/>
            <a:ext cx="1742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Expert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D4D35DDC-AE87-BE8D-6231-9FF77539EB6C}"/>
              </a:ext>
            </a:extLst>
          </p:cNvPr>
          <p:cNvSpPr txBox="1"/>
          <p:nvPr/>
        </p:nvSpPr>
        <p:spPr>
          <a:xfrm>
            <a:off x="218428" y="10066559"/>
            <a:ext cx="30309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(MFEN) </a:t>
            </a:r>
          </a:p>
          <a:p>
            <a:pPr algn="ctr"/>
            <a:r>
              <a:rPr lang="en-US" altLang="zh-CN" sz="24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Multi-Frequency </a:t>
            </a:r>
          </a:p>
          <a:p>
            <a:pPr algn="ctr"/>
            <a:r>
              <a:rPr lang="en-US" altLang="zh-CN" sz="24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Expert Network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666927B-AEA2-B427-7521-B9584541643A}"/>
              </a:ext>
            </a:extLst>
          </p:cNvPr>
          <p:cNvSpPr txBox="1"/>
          <p:nvPr/>
        </p:nvSpPr>
        <p:spPr>
          <a:xfrm>
            <a:off x="12585392" y="10435891"/>
            <a:ext cx="43143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(RFA) Random </a:t>
            </a:r>
          </a:p>
          <a:p>
            <a:pPr algn="ctr"/>
            <a:r>
              <a:rPr lang="en-US" altLang="zh-CN" sz="24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Frequency Augmentation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B23D23E-9E33-EF53-ACB5-0277C4D85314}"/>
              </a:ext>
            </a:extLst>
          </p:cNvPr>
          <p:cNvSpPr txBox="1"/>
          <p:nvPr/>
        </p:nvSpPr>
        <p:spPr>
          <a:xfrm>
            <a:off x="17073958" y="10435891"/>
            <a:ext cx="44151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(FAO) Frequency </a:t>
            </a:r>
          </a:p>
          <a:p>
            <a:pPr algn="ctr"/>
            <a:r>
              <a:rPr lang="en-US" altLang="zh-CN" sz="24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Auxiliary Optimization</a:t>
            </a:r>
          </a:p>
        </p:txBody>
      </p:sp>
      <p:sp>
        <p:nvSpPr>
          <p:cNvPr id="118" name="流程图: 过程 117">
            <a:extLst>
              <a:ext uri="{FF2B5EF4-FFF2-40B4-BE49-F238E27FC236}">
                <a16:creationId xmlns:a16="http://schemas.microsoft.com/office/drawing/2014/main" id="{6D8984FF-1231-AE5A-CC88-7840FB71A2F2}"/>
              </a:ext>
            </a:extLst>
          </p:cNvPr>
          <p:cNvSpPr/>
          <p:nvPr/>
        </p:nvSpPr>
        <p:spPr>
          <a:xfrm>
            <a:off x="17531474" y="5802991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BN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19" name="流程图: 过程 118">
            <a:extLst>
              <a:ext uri="{FF2B5EF4-FFF2-40B4-BE49-F238E27FC236}">
                <a16:creationId xmlns:a16="http://schemas.microsoft.com/office/drawing/2014/main" id="{ED9E3DFA-4DA2-BF25-9DAA-6DBC3BC6D0DD}"/>
              </a:ext>
            </a:extLst>
          </p:cNvPr>
          <p:cNvSpPr/>
          <p:nvPr/>
        </p:nvSpPr>
        <p:spPr>
          <a:xfrm>
            <a:off x="19716483" y="5791335"/>
            <a:ext cx="1296000" cy="432000"/>
          </a:xfrm>
          <a:prstGeom prst="flowChartProcess">
            <a:avLst/>
          </a:prstGeom>
          <a:gradFill flip="none" rotWithShape="1"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BN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B5FF512B-19B0-F1C5-1AB8-DC4F16BADFEF}"/>
              </a:ext>
            </a:extLst>
          </p:cNvPr>
          <p:cNvSpPr txBox="1"/>
          <p:nvPr/>
        </p:nvSpPr>
        <p:spPr>
          <a:xfrm>
            <a:off x="4393610" y="1720889"/>
            <a:ext cx="30669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Overall Framework</a:t>
            </a:r>
          </a:p>
        </p:txBody>
      </p:sp>
      <p:pic>
        <p:nvPicPr>
          <p:cNvPr id="121" name="图片 120">
            <a:extLst>
              <a:ext uri="{FF2B5EF4-FFF2-40B4-BE49-F238E27FC236}">
                <a16:creationId xmlns:a16="http://schemas.microsoft.com/office/drawing/2014/main" id="{9994EAAE-550A-FBDB-6561-F2DCAA69B2B9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" t="885" r="84126" b="60787"/>
          <a:stretch/>
        </p:blipFill>
        <p:spPr>
          <a:xfrm>
            <a:off x="851903" y="2299926"/>
            <a:ext cx="648000" cy="108000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2" name="图片 121">
            <a:extLst>
              <a:ext uri="{FF2B5EF4-FFF2-40B4-BE49-F238E27FC236}">
                <a16:creationId xmlns:a16="http://schemas.microsoft.com/office/drawing/2014/main" id="{8EB5F8A3-8EEF-6992-B5B2-D3D86A426C6F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10" t="683" r="33936" b="60990"/>
          <a:stretch/>
        </p:blipFill>
        <p:spPr>
          <a:xfrm>
            <a:off x="559995" y="2586285"/>
            <a:ext cx="648000" cy="108000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B141D13C-9304-6D90-81CF-FA55B0CF3E67}"/>
              </a:ext>
            </a:extLst>
          </p:cNvPr>
          <p:cNvCxnSpPr>
            <a:cxnSpLocks/>
            <a:endCxn id="131" idx="0"/>
          </p:cNvCxnSpPr>
          <p:nvPr/>
        </p:nvCxnSpPr>
        <p:spPr>
          <a:xfrm>
            <a:off x="1600201" y="3217531"/>
            <a:ext cx="85329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流程图: 过程 123">
            <a:extLst>
              <a:ext uri="{FF2B5EF4-FFF2-40B4-BE49-F238E27FC236}">
                <a16:creationId xmlns:a16="http://schemas.microsoft.com/office/drawing/2014/main" id="{D0233F59-38D9-0A6E-BE03-160EE5543FC4}"/>
              </a:ext>
            </a:extLst>
          </p:cNvPr>
          <p:cNvSpPr/>
          <p:nvPr/>
        </p:nvSpPr>
        <p:spPr>
          <a:xfrm rot="16200000">
            <a:off x="3039314" y="2929532"/>
            <a:ext cx="1654456" cy="432000"/>
          </a:xfrm>
          <a:prstGeom prst="flowChartProcess">
            <a:avLst/>
          </a:prstGeom>
          <a:gradFill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Conv Block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25" name="流程图: 过程 124">
            <a:extLst>
              <a:ext uri="{FF2B5EF4-FFF2-40B4-BE49-F238E27FC236}">
                <a16:creationId xmlns:a16="http://schemas.microsoft.com/office/drawing/2014/main" id="{404D5B88-6F43-A118-072F-85F964897480}"/>
              </a:ext>
            </a:extLst>
          </p:cNvPr>
          <p:cNvSpPr/>
          <p:nvPr/>
        </p:nvSpPr>
        <p:spPr>
          <a:xfrm rot="16200000">
            <a:off x="6091427" y="2929532"/>
            <a:ext cx="1654456" cy="432000"/>
          </a:xfrm>
          <a:prstGeom prst="flowChartProcess">
            <a:avLst/>
          </a:prstGeom>
          <a:gradFill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Conv Block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26" name="流程图: 过程 125">
            <a:extLst>
              <a:ext uri="{FF2B5EF4-FFF2-40B4-BE49-F238E27FC236}">
                <a16:creationId xmlns:a16="http://schemas.microsoft.com/office/drawing/2014/main" id="{A81EA43D-1423-5714-03DC-099C6E069A69}"/>
              </a:ext>
            </a:extLst>
          </p:cNvPr>
          <p:cNvSpPr/>
          <p:nvPr/>
        </p:nvSpPr>
        <p:spPr>
          <a:xfrm rot="16200000">
            <a:off x="8430970" y="2929532"/>
            <a:ext cx="1654456" cy="432000"/>
          </a:xfrm>
          <a:prstGeom prst="flowChartProcess">
            <a:avLst/>
          </a:prstGeom>
          <a:gradFill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Conv Block 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27" name="流程图: 过程 126">
            <a:extLst>
              <a:ext uri="{FF2B5EF4-FFF2-40B4-BE49-F238E27FC236}">
                <a16:creationId xmlns:a16="http://schemas.microsoft.com/office/drawing/2014/main" id="{ABCF43A2-C009-7943-6472-DEB02246F22F}"/>
              </a:ext>
            </a:extLst>
          </p:cNvPr>
          <p:cNvSpPr/>
          <p:nvPr/>
        </p:nvSpPr>
        <p:spPr>
          <a:xfrm rot="16200000">
            <a:off x="7368427" y="2922708"/>
            <a:ext cx="1440000" cy="589646"/>
          </a:xfrm>
          <a:prstGeom prst="flowChartProcess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50000">
                <a:schemeClr val="bg1"/>
              </a:gs>
              <a:gs pos="25000">
                <a:schemeClr val="accent5">
                  <a:lumMod val="20000"/>
                  <a:lumOff val="80000"/>
                </a:schemeClr>
              </a:gs>
              <a:gs pos="7500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MFEN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28" name="流程图: 过程 127">
            <a:extLst>
              <a:ext uri="{FF2B5EF4-FFF2-40B4-BE49-F238E27FC236}">
                <a16:creationId xmlns:a16="http://schemas.microsoft.com/office/drawing/2014/main" id="{A9C82B36-0F71-07C8-F059-04D3BCAC1EA5}"/>
              </a:ext>
            </a:extLst>
          </p:cNvPr>
          <p:cNvSpPr/>
          <p:nvPr/>
        </p:nvSpPr>
        <p:spPr>
          <a:xfrm rot="16200000">
            <a:off x="3751886" y="2929532"/>
            <a:ext cx="1654456" cy="432000"/>
          </a:xfrm>
          <a:prstGeom prst="flowChartProcess">
            <a:avLst/>
          </a:prstGeom>
          <a:gradFill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Conv Block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29" name="流程图: 过程 128">
            <a:extLst>
              <a:ext uri="{FF2B5EF4-FFF2-40B4-BE49-F238E27FC236}">
                <a16:creationId xmlns:a16="http://schemas.microsoft.com/office/drawing/2014/main" id="{91FC1F2B-BB88-0F3C-3B9B-8CCD4501F078}"/>
              </a:ext>
            </a:extLst>
          </p:cNvPr>
          <p:cNvSpPr/>
          <p:nvPr/>
        </p:nvSpPr>
        <p:spPr>
          <a:xfrm rot="16200000">
            <a:off x="5028884" y="2922708"/>
            <a:ext cx="1440000" cy="589646"/>
          </a:xfrm>
          <a:prstGeom prst="flowChartProcess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50000">
                <a:schemeClr val="bg1"/>
              </a:gs>
              <a:gs pos="25000">
                <a:schemeClr val="accent5">
                  <a:lumMod val="20000"/>
                  <a:lumOff val="80000"/>
                </a:schemeClr>
              </a:gs>
              <a:gs pos="7500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MFEN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30" name="流程图: 过程 129">
            <a:extLst>
              <a:ext uri="{FF2B5EF4-FFF2-40B4-BE49-F238E27FC236}">
                <a16:creationId xmlns:a16="http://schemas.microsoft.com/office/drawing/2014/main" id="{009DCD93-25EA-0B77-696D-505F25257F7B}"/>
              </a:ext>
            </a:extLst>
          </p:cNvPr>
          <p:cNvSpPr/>
          <p:nvPr/>
        </p:nvSpPr>
        <p:spPr>
          <a:xfrm rot="16200000">
            <a:off x="1948198" y="2922709"/>
            <a:ext cx="1440000" cy="589646"/>
          </a:xfrm>
          <a:prstGeom prst="flowChartProcess">
            <a:avLst/>
          </a:prstGeom>
          <a:gradFill>
            <a:gsLst>
              <a:gs pos="25000">
                <a:srgbClr val="FAE8E6"/>
              </a:gs>
              <a:gs pos="0">
                <a:srgbClr val="FCD9D3"/>
              </a:gs>
              <a:gs pos="50000">
                <a:schemeClr val="bg1"/>
              </a:gs>
              <a:gs pos="75000">
                <a:srgbClr val="FAE8E6"/>
              </a:gs>
              <a:gs pos="100000">
                <a:srgbClr val="FCD9D3"/>
              </a:gs>
            </a:gsLst>
            <a:lin ang="0" scaled="1"/>
          </a:gradFill>
          <a:ln w="28575"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RFA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31" name="流程图: 过程 130">
            <a:extLst>
              <a:ext uri="{FF2B5EF4-FFF2-40B4-BE49-F238E27FC236}">
                <a16:creationId xmlns:a16="http://schemas.microsoft.com/office/drawing/2014/main" id="{4553AAF3-BEAF-3720-5FA8-7CF8A2E13099}"/>
              </a:ext>
            </a:extLst>
          </p:cNvPr>
          <p:cNvSpPr/>
          <p:nvPr/>
        </p:nvSpPr>
        <p:spPr>
          <a:xfrm rot="16200000">
            <a:off x="9707966" y="2922708"/>
            <a:ext cx="1440000" cy="589646"/>
          </a:xfrm>
          <a:prstGeom prst="flowChartProcess">
            <a:avLst/>
          </a:prstGeom>
          <a:gradFill>
            <a:gsLst>
              <a:gs pos="25000">
                <a:srgbClr val="E6E0EC"/>
              </a:gs>
              <a:gs pos="0">
                <a:srgbClr val="CCC1DA"/>
              </a:gs>
              <a:gs pos="50000">
                <a:schemeClr val="bg1"/>
              </a:gs>
              <a:gs pos="75000">
                <a:srgbClr val="E6E0EC"/>
              </a:gs>
              <a:gs pos="100000">
                <a:srgbClr val="CCC1DA"/>
              </a:gs>
            </a:gsLst>
            <a:lin ang="0" scaled="1"/>
          </a:gradFill>
          <a:ln w="28575"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FAO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D6B48436-44C5-5BAF-60E0-195EAAFD0815}"/>
              </a:ext>
            </a:extLst>
          </p:cNvPr>
          <p:cNvSpPr txBox="1"/>
          <p:nvPr/>
        </p:nvSpPr>
        <p:spPr>
          <a:xfrm>
            <a:off x="13744749" y="4049006"/>
            <a:ext cx="17280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Low-Frequency </a:t>
            </a:r>
          </a:p>
          <a:p>
            <a:pPr algn="ctr"/>
            <a:r>
              <a:rPr lang="en-US" altLang="zh-CN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 Amplitude</a:t>
            </a:r>
          </a:p>
        </p:txBody>
      </p: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75D0DB49-7D88-C310-2187-D6FE388B5B5F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9103500" y="6691586"/>
            <a:ext cx="0" cy="5103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DA327B9E-557D-DCF6-7B32-36C71E491CCA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10998975" y="6691586"/>
            <a:ext cx="0" cy="5103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884B2AEF-64E2-FF76-9F42-D6ABBE1E4F6B}"/>
              </a:ext>
            </a:extLst>
          </p:cNvPr>
          <p:cNvCxnSpPr>
            <a:cxnSpLocks/>
          </p:cNvCxnSpPr>
          <p:nvPr/>
        </p:nvCxnSpPr>
        <p:spPr>
          <a:xfrm>
            <a:off x="6350774" y="2216944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67FF5924-81A9-2934-7AC3-C77E0E91CB0B}"/>
              </a:ext>
            </a:extLst>
          </p:cNvPr>
          <p:cNvCxnSpPr>
            <a:cxnSpLocks/>
          </p:cNvCxnSpPr>
          <p:nvPr/>
        </p:nvCxnSpPr>
        <p:spPr>
          <a:xfrm>
            <a:off x="5162313" y="2223506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8C7ED9A0-44A2-33B1-A816-2146B9A11D6B}"/>
              </a:ext>
            </a:extLst>
          </p:cNvPr>
          <p:cNvCxnSpPr>
            <a:cxnSpLocks/>
          </p:cNvCxnSpPr>
          <p:nvPr/>
        </p:nvCxnSpPr>
        <p:spPr>
          <a:xfrm>
            <a:off x="7515463" y="2223506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DE7AC092-FABA-3C90-6449-CB993774587F}"/>
              </a:ext>
            </a:extLst>
          </p:cNvPr>
          <p:cNvCxnSpPr>
            <a:cxnSpLocks/>
          </p:cNvCxnSpPr>
          <p:nvPr/>
        </p:nvCxnSpPr>
        <p:spPr>
          <a:xfrm>
            <a:off x="8716943" y="2204456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71FFAE13-5A02-69E4-E0D6-1C59D2B372A7}"/>
              </a:ext>
            </a:extLst>
          </p:cNvPr>
          <p:cNvCxnSpPr>
            <a:cxnSpLocks/>
          </p:cNvCxnSpPr>
          <p:nvPr/>
        </p:nvCxnSpPr>
        <p:spPr>
          <a:xfrm>
            <a:off x="5149897" y="2204244"/>
            <a:ext cx="1220211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FF89B83-E499-9D5E-7839-3F05EB93EF9A}"/>
              </a:ext>
            </a:extLst>
          </p:cNvPr>
          <p:cNvCxnSpPr>
            <a:cxnSpLocks/>
          </p:cNvCxnSpPr>
          <p:nvPr/>
        </p:nvCxnSpPr>
        <p:spPr>
          <a:xfrm>
            <a:off x="7499825" y="2221177"/>
            <a:ext cx="1220211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9A317C7A-DF4F-C2FC-616A-17E6FCB7EF3E}"/>
              </a:ext>
            </a:extLst>
          </p:cNvPr>
          <p:cNvCxnSpPr>
            <a:cxnSpLocks/>
          </p:cNvCxnSpPr>
          <p:nvPr/>
        </p:nvCxnSpPr>
        <p:spPr>
          <a:xfrm>
            <a:off x="3261500" y="2191544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2A08A24C-266D-2780-C7EE-1EA773C2300B}"/>
              </a:ext>
            </a:extLst>
          </p:cNvPr>
          <p:cNvCxnSpPr>
            <a:cxnSpLocks/>
          </p:cNvCxnSpPr>
          <p:nvPr/>
        </p:nvCxnSpPr>
        <p:spPr>
          <a:xfrm>
            <a:off x="2079389" y="2198106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BCAD3B90-1E95-E99B-4F70-077A19FAE0CE}"/>
              </a:ext>
            </a:extLst>
          </p:cNvPr>
          <p:cNvCxnSpPr>
            <a:cxnSpLocks/>
          </p:cNvCxnSpPr>
          <p:nvPr/>
        </p:nvCxnSpPr>
        <p:spPr>
          <a:xfrm>
            <a:off x="2054273" y="2191544"/>
            <a:ext cx="1220211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67795176-CB5A-B528-FB83-DA1CE6B95F1A}"/>
              </a:ext>
            </a:extLst>
          </p:cNvPr>
          <p:cNvCxnSpPr>
            <a:cxnSpLocks/>
          </p:cNvCxnSpPr>
          <p:nvPr/>
        </p:nvCxnSpPr>
        <p:spPr>
          <a:xfrm>
            <a:off x="11467538" y="2216542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53E9D0E2-0190-41C8-3DA3-A3FFE4A16E19}"/>
              </a:ext>
            </a:extLst>
          </p:cNvPr>
          <p:cNvCxnSpPr>
            <a:cxnSpLocks/>
          </p:cNvCxnSpPr>
          <p:nvPr/>
        </p:nvCxnSpPr>
        <p:spPr>
          <a:xfrm>
            <a:off x="9804163" y="2191968"/>
            <a:ext cx="0" cy="1007096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D91A58F2-1BD8-344B-380D-739FFAF71537}"/>
              </a:ext>
            </a:extLst>
          </p:cNvPr>
          <p:cNvCxnSpPr>
            <a:cxnSpLocks/>
          </p:cNvCxnSpPr>
          <p:nvPr/>
        </p:nvCxnSpPr>
        <p:spPr>
          <a:xfrm>
            <a:off x="9798119" y="2207932"/>
            <a:ext cx="1694268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本框 146">
            <a:extLst>
              <a:ext uri="{FF2B5EF4-FFF2-40B4-BE49-F238E27FC236}">
                <a16:creationId xmlns:a16="http://schemas.microsoft.com/office/drawing/2014/main" id="{726C2220-368A-0B3B-31F5-7E6E8E2C4F0E}"/>
              </a:ext>
            </a:extLst>
          </p:cNvPr>
          <p:cNvSpPr txBox="1"/>
          <p:nvPr/>
        </p:nvSpPr>
        <p:spPr>
          <a:xfrm>
            <a:off x="10686010" y="3136564"/>
            <a:ext cx="16268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Inference</a:t>
            </a: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15EB84E4-5069-B2A4-1FEE-752B05C19ECA}"/>
              </a:ext>
            </a:extLst>
          </p:cNvPr>
          <p:cNvSpPr txBox="1"/>
          <p:nvPr/>
        </p:nvSpPr>
        <p:spPr>
          <a:xfrm>
            <a:off x="4725629" y="7660915"/>
            <a:ext cx="14238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Low-</a:t>
            </a:r>
          </a:p>
          <a:p>
            <a:pPr algn="ctr"/>
            <a:r>
              <a:rPr lang="en-US" altLang="zh-CN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Frequency</a:t>
            </a:r>
          </a:p>
        </p:txBody>
      </p: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2E2AAD81-CBC4-B349-6C61-20249969284D}"/>
              </a:ext>
            </a:extLst>
          </p:cNvPr>
          <p:cNvSpPr/>
          <p:nvPr/>
        </p:nvSpPr>
        <p:spPr>
          <a:xfrm>
            <a:off x="534302" y="6135665"/>
            <a:ext cx="1337912" cy="432001"/>
          </a:xfrm>
          <a:prstGeom prst="roundRect">
            <a:avLst>
              <a:gd name="adj" fmla="val 50000"/>
            </a:avLst>
          </a:prstGeom>
          <a:gradFill>
            <a:gsLst>
              <a:gs pos="25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40000"/>
                  <a:lumOff val="60000"/>
                </a:schemeClr>
              </a:gs>
              <a:gs pos="50000">
                <a:schemeClr val="bg1"/>
              </a:gs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</a:gradFill>
          <a:ln>
            <a:solidFill>
              <a:schemeClr val="bg1"/>
            </a:solidFill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Gate</a:t>
            </a:r>
            <a:endParaRPr lang="zh-CN" altLang="en-US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0D3E2248-5553-0933-97EC-FD2469EBB017}"/>
              </a:ext>
            </a:extLst>
          </p:cNvPr>
          <p:cNvSpPr/>
          <p:nvPr/>
        </p:nvSpPr>
        <p:spPr>
          <a:xfrm>
            <a:off x="4801946" y="8583427"/>
            <a:ext cx="2961302" cy="256820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25000">
                <a:srgbClr val="F8D0B5"/>
              </a:gs>
              <a:gs pos="75000">
                <a:srgbClr val="EF8F4E"/>
              </a:gs>
              <a:gs pos="100000">
                <a:schemeClr val="accent2"/>
              </a:gs>
            </a:gsLst>
            <a:lin ang="0" scaled="1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EBFB4DEE-B5FA-27FF-1796-22454FC56A7E}"/>
              </a:ext>
            </a:extLst>
          </p:cNvPr>
          <p:cNvCxnSpPr>
            <a:cxnSpLocks/>
          </p:cNvCxnSpPr>
          <p:nvPr/>
        </p:nvCxnSpPr>
        <p:spPr>
          <a:xfrm>
            <a:off x="5271498" y="8899513"/>
            <a:ext cx="4189" cy="4990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215624C6-B642-00AA-5E28-AFCBFE5934A5}"/>
              </a:ext>
            </a:extLst>
          </p:cNvPr>
          <p:cNvCxnSpPr>
            <a:cxnSpLocks/>
          </p:cNvCxnSpPr>
          <p:nvPr/>
        </p:nvCxnSpPr>
        <p:spPr>
          <a:xfrm>
            <a:off x="7316870" y="8899513"/>
            <a:ext cx="4189" cy="4990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平行四边形 152">
            <a:extLst>
              <a:ext uri="{FF2B5EF4-FFF2-40B4-BE49-F238E27FC236}">
                <a16:creationId xmlns:a16="http://schemas.microsoft.com/office/drawing/2014/main" id="{407E6638-AFE4-3731-DF9D-3745FBAE89E7}"/>
              </a:ext>
            </a:extLst>
          </p:cNvPr>
          <p:cNvSpPr/>
          <p:nvPr/>
        </p:nvSpPr>
        <p:spPr>
          <a:xfrm>
            <a:off x="8454302" y="7184610"/>
            <a:ext cx="1296000" cy="414030"/>
          </a:xfrm>
          <a:prstGeom prst="parallelogram">
            <a:avLst/>
          </a:prstGeom>
          <a:gradFill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FFT</a:t>
            </a:r>
            <a:endParaRPr lang="zh-CN" altLang="en-US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54" name="平行四边形 153">
            <a:extLst>
              <a:ext uri="{FF2B5EF4-FFF2-40B4-BE49-F238E27FC236}">
                <a16:creationId xmlns:a16="http://schemas.microsoft.com/office/drawing/2014/main" id="{ED438E63-D235-CA07-78F8-45D01DAFBAC0}"/>
              </a:ext>
            </a:extLst>
          </p:cNvPr>
          <p:cNvSpPr/>
          <p:nvPr/>
        </p:nvSpPr>
        <p:spPr>
          <a:xfrm>
            <a:off x="10350975" y="7201961"/>
            <a:ext cx="1296000" cy="414030"/>
          </a:xfrm>
          <a:prstGeom prst="parallelogram">
            <a:avLst/>
          </a:prstGeom>
          <a:gradFill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FFT</a:t>
            </a:r>
            <a:endParaRPr lang="zh-CN" altLang="en-US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55" name="平行四边形 154">
            <a:extLst>
              <a:ext uri="{FF2B5EF4-FFF2-40B4-BE49-F238E27FC236}">
                <a16:creationId xmlns:a16="http://schemas.microsoft.com/office/drawing/2014/main" id="{36F0AFDF-0852-C5E9-7158-DDCE9D58D6AF}"/>
              </a:ext>
            </a:extLst>
          </p:cNvPr>
          <p:cNvSpPr/>
          <p:nvPr/>
        </p:nvSpPr>
        <p:spPr>
          <a:xfrm>
            <a:off x="12788867" y="3546894"/>
            <a:ext cx="1296000" cy="414030"/>
          </a:xfrm>
          <a:prstGeom prst="parallelogram">
            <a:avLst/>
          </a:prstGeom>
          <a:gradFill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FFT</a:t>
            </a:r>
            <a:endParaRPr lang="zh-CN" altLang="en-US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56" name="平行四边形 155">
            <a:extLst>
              <a:ext uri="{FF2B5EF4-FFF2-40B4-BE49-F238E27FC236}">
                <a16:creationId xmlns:a16="http://schemas.microsoft.com/office/drawing/2014/main" id="{5A2BF866-7CAB-F22B-790F-B2B8D11D0897}"/>
              </a:ext>
            </a:extLst>
          </p:cNvPr>
          <p:cNvSpPr/>
          <p:nvPr/>
        </p:nvSpPr>
        <p:spPr>
          <a:xfrm>
            <a:off x="15212590" y="3543345"/>
            <a:ext cx="1296000" cy="414030"/>
          </a:xfrm>
          <a:prstGeom prst="parallelogram">
            <a:avLst/>
          </a:prstGeom>
          <a:gradFill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FFT</a:t>
            </a:r>
            <a:endParaRPr lang="zh-CN" altLang="en-US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57" name="平行四边形 156">
            <a:extLst>
              <a:ext uri="{FF2B5EF4-FFF2-40B4-BE49-F238E27FC236}">
                <a16:creationId xmlns:a16="http://schemas.microsoft.com/office/drawing/2014/main" id="{C4B6DE80-39BB-19D2-2ACE-8293F511A25B}"/>
              </a:ext>
            </a:extLst>
          </p:cNvPr>
          <p:cNvSpPr/>
          <p:nvPr/>
        </p:nvSpPr>
        <p:spPr>
          <a:xfrm>
            <a:off x="17531474" y="3093069"/>
            <a:ext cx="1296000" cy="414030"/>
          </a:xfrm>
          <a:prstGeom prst="parallelogram">
            <a:avLst/>
          </a:prstGeom>
          <a:gradFill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FFT</a:t>
            </a:r>
            <a:endParaRPr lang="zh-CN" altLang="en-US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58" name="平行四边形 157">
            <a:extLst>
              <a:ext uri="{FF2B5EF4-FFF2-40B4-BE49-F238E27FC236}">
                <a16:creationId xmlns:a16="http://schemas.microsoft.com/office/drawing/2014/main" id="{FBDFE121-7A02-B78D-2D97-93ED98D1AFC1}"/>
              </a:ext>
            </a:extLst>
          </p:cNvPr>
          <p:cNvSpPr/>
          <p:nvPr/>
        </p:nvSpPr>
        <p:spPr>
          <a:xfrm flipH="1">
            <a:off x="9388537" y="9164527"/>
            <a:ext cx="1296000" cy="414030"/>
          </a:xfrm>
          <a:prstGeom prst="parallelogram">
            <a:avLst/>
          </a:prstGeom>
          <a:gradFill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IFFT</a:t>
            </a:r>
            <a:endParaRPr lang="zh-CN" altLang="en-US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59" name="平行四边形 158">
            <a:extLst>
              <a:ext uri="{FF2B5EF4-FFF2-40B4-BE49-F238E27FC236}">
                <a16:creationId xmlns:a16="http://schemas.microsoft.com/office/drawing/2014/main" id="{DBE24189-CA54-5709-510E-6AC63EEEECE1}"/>
              </a:ext>
            </a:extLst>
          </p:cNvPr>
          <p:cNvSpPr/>
          <p:nvPr/>
        </p:nvSpPr>
        <p:spPr>
          <a:xfrm flipH="1">
            <a:off x="12791286" y="7773755"/>
            <a:ext cx="1296000" cy="414030"/>
          </a:xfrm>
          <a:prstGeom prst="parallelogram">
            <a:avLst/>
          </a:prstGeom>
          <a:gradFill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IFFT</a:t>
            </a:r>
            <a:endParaRPr lang="zh-CN" altLang="en-US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60" name="平行四边形 159">
            <a:extLst>
              <a:ext uri="{FF2B5EF4-FFF2-40B4-BE49-F238E27FC236}">
                <a16:creationId xmlns:a16="http://schemas.microsoft.com/office/drawing/2014/main" id="{2DCF3CCF-78CC-6177-52A6-6F8A28A366D0}"/>
              </a:ext>
            </a:extLst>
          </p:cNvPr>
          <p:cNvSpPr/>
          <p:nvPr/>
        </p:nvSpPr>
        <p:spPr>
          <a:xfrm flipH="1">
            <a:off x="15169972" y="7783068"/>
            <a:ext cx="1296000" cy="414030"/>
          </a:xfrm>
          <a:prstGeom prst="parallelogram">
            <a:avLst/>
          </a:prstGeom>
          <a:gradFill>
            <a:gsLst>
              <a:gs pos="25000">
                <a:srgbClr val="EBF1DE"/>
              </a:gs>
              <a:gs pos="0">
                <a:srgbClr val="D7E4BD"/>
              </a:gs>
              <a:gs pos="50000">
                <a:schemeClr val="bg1"/>
              </a:gs>
              <a:gs pos="74700">
                <a:srgbClr val="EBF1DE"/>
              </a:gs>
              <a:gs pos="100000">
                <a:srgbClr val="D7E4BD"/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IFFT</a:t>
            </a:r>
            <a:endParaRPr lang="zh-CN" altLang="en-US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161" name="连接符: 肘形 160">
            <a:extLst>
              <a:ext uri="{FF2B5EF4-FFF2-40B4-BE49-F238E27FC236}">
                <a16:creationId xmlns:a16="http://schemas.microsoft.com/office/drawing/2014/main" id="{386D9CF1-EAE8-D19D-256A-779AF45ECB3A}"/>
              </a:ext>
            </a:extLst>
          </p:cNvPr>
          <p:cNvCxnSpPr>
            <a:cxnSpLocks/>
            <a:stCxn id="164" idx="2"/>
            <a:endCxn id="165" idx="0"/>
          </p:cNvCxnSpPr>
          <p:nvPr/>
        </p:nvCxnSpPr>
        <p:spPr>
          <a:xfrm rot="5400000">
            <a:off x="3286023" y="4584333"/>
            <a:ext cx="1178015" cy="1894712"/>
          </a:xfrm>
          <a:prstGeom prst="bentConnector3">
            <a:avLst/>
          </a:prstGeom>
          <a:ln w="38100"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肘形 161">
            <a:extLst>
              <a:ext uri="{FF2B5EF4-FFF2-40B4-BE49-F238E27FC236}">
                <a16:creationId xmlns:a16="http://schemas.microsoft.com/office/drawing/2014/main" id="{5047A80E-ED50-5CAF-D302-F01F1BB60761}"/>
              </a:ext>
            </a:extLst>
          </p:cNvPr>
          <p:cNvCxnSpPr>
            <a:cxnSpLocks/>
            <a:stCxn id="164" idx="2"/>
            <a:endCxn id="167" idx="0"/>
          </p:cNvCxnSpPr>
          <p:nvPr/>
        </p:nvCxnSpPr>
        <p:spPr>
          <a:xfrm rot="16200000" flipH="1">
            <a:off x="5109731" y="4655337"/>
            <a:ext cx="1178015" cy="1752704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连接符: 肘形 162">
            <a:extLst>
              <a:ext uri="{FF2B5EF4-FFF2-40B4-BE49-F238E27FC236}">
                <a16:creationId xmlns:a16="http://schemas.microsoft.com/office/drawing/2014/main" id="{9B83F400-4386-05C2-F27E-8F664040D045}"/>
              </a:ext>
            </a:extLst>
          </p:cNvPr>
          <p:cNvCxnSpPr>
            <a:cxnSpLocks/>
            <a:stCxn id="164" idx="2"/>
            <a:endCxn id="166" idx="0"/>
          </p:cNvCxnSpPr>
          <p:nvPr/>
        </p:nvCxnSpPr>
        <p:spPr>
          <a:xfrm rot="5400000">
            <a:off x="4030804" y="5329114"/>
            <a:ext cx="1178015" cy="40515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流程图: 过程 163">
            <a:extLst>
              <a:ext uri="{FF2B5EF4-FFF2-40B4-BE49-F238E27FC236}">
                <a16:creationId xmlns:a16="http://schemas.microsoft.com/office/drawing/2014/main" id="{407F299B-336A-0EDF-F0BA-F018486368D5}"/>
              </a:ext>
            </a:extLst>
          </p:cNvPr>
          <p:cNvSpPr/>
          <p:nvPr/>
        </p:nvSpPr>
        <p:spPr>
          <a:xfrm>
            <a:off x="4174385" y="4510682"/>
            <a:ext cx="1296000" cy="432000"/>
          </a:xfrm>
          <a:prstGeom prst="flowChartProcess">
            <a:avLst/>
          </a:prstGeom>
          <a:gradFill>
            <a:gsLst>
              <a:gs pos="250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75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Input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65" name="流程图: 过程 164">
            <a:extLst>
              <a:ext uri="{FF2B5EF4-FFF2-40B4-BE49-F238E27FC236}">
                <a16:creationId xmlns:a16="http://schemas.microsoft.com/office/drawing/2014/main" id="{FE75813C-FF29-157E-B3C0-254AAE14E38D}"/>
              </a:ext>
            </a:extLst>
          </p:cNvPr>
          <p:cNvSpPr/>
          <p:nvPr/>
        </p:nvSpPr>
        <p:spPr>
          <a:xfrm>
            <a:off x="2279673" y="6120697"/>
            <a:ext cx="1296000" cy="432000"/>
          </a:xfrm>
          <a:prstGeom prst="flowChartProcess">
            <a:avLst/>
          </a:prstGeom>
          <a:gradFill flip="none" rotWithShape="1">
            <a:gsLst>
              <a:gs pos="0">
                <a:srgbClr val="FCD5B5"/>
              </a:gs>
              <a:gs pos="50000">
                <a:schemeClr val="bg1"/>
              </a:gs>
              <a:gs pos="25000">
                <a:srgbClr val="FDEADA"/>
              </a:gs>
              <a:gs pos="75000">
                <a:srgbClr val="FDEADA"/>
              </a:gs>
              <a:gs pos="100000">
                <a:srgbClr val="FCD5B5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Expert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66" name="流程图: 过程 165">
            <a:extLst>
              <a:ext uri="{FF2B5EF4-FFF2-40B4-BE49-F238E27FC236}">
                <a16:creationId xmlns:a16="http://schemas.microsoft.com/office/drawing/2014/main" id="{EA8C3E22-464D-F62E-6741-E1C895F7C36F}"/>
              </a:ext>
            </a:extLst>
          </p:cNvPr>
          <p:cNvSpPr/>
          <p:nvPr/>
        </p:nvSpPr>
        <p:spPr>
          <a:xfrm>
            <a:off x="3769235" y="6120697"/>
            <a:ext cx="1296000" cy="432000"/>
          </a:xfrm>
          <a:prstGeom prst="flowChartProcess">
            <a:avLst/>
          </a:prstGeom>
          <a:gradFill flip="none" rotWithShape="1">
            <a:gsLst>
              <a:gs pos="0">
                <a:srgbClr val="FAC090"/>
              </a:gs>
              <a:gs pos="50000">
                <a:schemeClr val="bg1"/>
              </a:gs>
              <a:gs pos="25000">
                <a:srgbClr val="FCD5B5"/>
              </a:gs>
              <a:gs pos="75000">
                <a:srgbClr val="FCD5B5"/>
              </a:gs>
              <a:gs pos="100000">
                <a:srgbClr val="FAC090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Expert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67" name="流程图: 过程 166">
            <a:extLst>
              <a:ext uri="{FF2B5EF4-FFF2-40B4-BE49-F238E27FC236}">
                <a16:creationId xmlns:a16="http://schemas.microsoft.com/office/drawing/2014/main" id="{A1D56C74-4835-7E88-840F-CCA44397295A}"/>
              </a:ext>
            </a:extLst>
          </p:cNvPr>
          <p:cNvSpPr/>
          <p:nvPr/>
        </p:nvSpPr>
        <p:spPr>
          <a:xfrm>
            <a:off x="5927089" y="6120697"/>
            <a:ext cx="1296000" cy="432000"/>
          </a:xfrm>
          <a:prstGeom prst="flowChartProcess">
            <a:avLst/>
          </a:prstGeom>
          <a:gradFill flip="none" rotWithShape="1">
            <a:gsLst>
              <a:gs pos="0">
                <a:srgbClr val="F79646"/>
              </a:gs>
              <a:gs pos="50000">
                <a:schemeClr val="bg1"/>
              </a:gs>
              <a:gs pos="25000">
                <a:srgbClr val="FAC090"/>
              </a:gs>
              <a:gs pos="75000">
                <a:srgbClr val="FAC090"/>
              </a:gs>
              <a:gs pos="100000">
                <a:srgbClr val="F79646"/>
              </a:gs>
            </a:gsLst>
            <a:lin ang="0" scaled="1"/>
            <a:tileRect/>
          </a:gradFill>
          <a:ln w="28575">
            <a:noFill/>
          </a:ln>
          <a:effectLst>
            <a:outerShdw blurRad="50800" dist="38100" dir="5400000" sx="105000" sy="105000" algn="t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Expert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68" name="箭头: 右 167">
            <a:extLst>
              <a:ext uri="{FF2B5EF4-FFF2-40B4-BE49-F238E27FC236}">
                <a16:creationId xmlns:a16="http://schemas.microsoft.com/office/drawing/2014/main" id="{0FE8C1FC-FC4B-F061-9AE7-AB2D1D94C275}"/>
              </a:ext>
            </a:extLst>
          </p:cNvPr>
          <p:cNvSpPr/>
          <p:nvPr/>
        </p:nvSpPr>
        <p:spPr>
          <a:xfrm>
            <a:off x="7363760" y="6122137"/>
            <a:ext cx="694593" cy="438497"/>
          </a:xfrm>
          <a:prstGeom prst="rightArrow">
            <a:avLst/>
          </a:prstGeom>
          <a:solidFill>
            <a:schemeClr val="bg1"/>
          </a:solidFill>
          <a:ln w="38100"/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箭头: 右 168">
            <a:extLst>
              <a:ext uri="{FF2B5EF4-FFF2-40B4-BE49-F238E27FC236}">
                <a16:creationId xmlns:a16="http://schemas.microsoft.com/office/drawing/2014/main" id="{302CC822-031B-0BDA-0717-36B92D1E431A}"/>
              </a:ext>
            </a:extLst>
          </p:cNvPr>
          <p:cNvSpPr/>
          <p:nvPr/>
        </p:nvSpPr>
        <p:spPr>
          <a:xfrm rot="10800000">
            <a:off x="7710118" y="7700062"/>
            <a:ext cx="694593" cy="438497"/>
          </a:xfrm>
          <a:prstGeom prst="rightArrow">
            <a:avLst/>
          </a:prstGeom>
          <a:solidFill>
            <a:schemeClr val="bg1"/>
          </a:solidFill>
          <a:ln w="38100"/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DDFD822-01C4-84A1-6542-C2E563C3CB39}"/>
              </a:ext>
            </a:extLst>
          </p:cNvPr>
          <p:cNvSpPr txBox="1"/>
          <p:nvPr/>
        </p:nvSpPr>
        <p:spPr>
          <a:xfrm>
            <a:off x="96748" y="11507052"/>
            <a:ext cx="21284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配色改进，模块背景也使用渐变高光提亮，前一版比较素</a:t>
            </a:r>
          </a:p>
        </p:txBody>
      </p:sp>
    </p:spTree>
    <p:extLst>
      <p:ext uri="{BB962C8B-B14F-4D97-AF65-F5344CB8AC3E}">
        <p14:creationId xmlns:p14="http://schemas.microsoft.com/office/powerpoint/2010/main" val="2985762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99004DB-09BF-EA3F-B470-2F11DBFFC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25" b="59969"/>
          <a:stretch/>
        </p:blipFill>
        <p:spPr>
          <a:xfrm>
            <a:off x="5502879" y="4148575"/>
            <a:ext cx="2174762" cy="12511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2E25231-BDB9-54F1-FB6D-B819B1B61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5" b="59969"/>
          <a:stretch/>
        </p:blipFill>
        <p:spPr>
          <a:xfrm>
            <a:off x="7715700" y="4148406"/>
            <a:ext cx="2174764" cy="12511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086FA6A-F451-6E79-F505-6503E7DD98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16" b="59969"/>
          <a:stretch/>
        </p:blipFill>
        <p:spPr>
          <a:xfrm>
            <a:off x="5502884" y="6216520"/>
            <a:ext cx="2170803" cy="12511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987309F-F2BA-B5BB-D880-616DE4514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6" b="59969"/>
          <a:stretch/>
        </p:blipFill>
        <p:spPr>
          <a:xfrm>
            <a:off x="7734305" y="6216191"/>
            <a:ext cx="2170805" cy="125117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129F25C-02FC-54B7-A020-BC17B753D3D4}"/>
              </a:ext>
            </a:extLst>
          </p:cNvPr>
          <p:cNvSpPr txBox="1"/>
          <p:nvPr/>
        </p:nvSpPr>
        <p:spPr>
          <a:xfrm>
            <a:off x="6747339" y="7592602"/>
            <a:ext cx="1144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Magnitude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B697D0-8BC5-C512-9B1F-D44C76EB913E}"/>
              </a:ext>
            </a:extLst>
          </p:cNvPr>
          <p:cNvSpPr txBox="1"/>
          <p:nvPr/>
        </p:nvSpPr>
        <p:spPr>
          <a:xfrm>
            <a:off x="8726315" y="7583053"/>
            <a:ext cx="6930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14791D9-2989-452D-8A3A-48D8A59A26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2" r="50000" b="59897"/>
          <a:stretch/>
        </p:blipFill>
        <p:spPr>
          <a:xfrm>
            <a:off x="8244365" y="7651228"/>
            <a:ext cx="523818" cy="74615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AE39D94-FDBA-10E8-47A5-5B295D9D90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0" r="66632" b="59897"/>
          <a:stretch/>
        </p:blipFill>
        <p:spPr>
          <a:xfrm>
            <a:off x="6273980" y="7653959"/>
            <a:ext cx="523816" cy="746154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AD1CFA0-8E70-FB2F-8298-5FEDB6BBEA97}"/>
              </a:ext>
            </a:extLst>
          </p:cNvPr>
          <p:cNvSpPr/>
          <p:nvPr/>
        </p:nvSpPr>
        <p:spPr>
          <a:xfrm>
            <a:off x="5146317" y="7592690"/>
            <a:ext cx="4819411" cy="858366"/>
          </a:xfrm>
          <a:prstGeom prst="roundRect">
            <a:avLst>
              <a:gd name="adj" fmla="val 131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AFDC08-3040-258E-B59D-7E6D496667B0}"/>
              </a:ext>
            </a:extLst>
          </p:cNvPr>
          <p:cNvSpPr txBox="1"/>
          <p:nvPr/>
        </p:nvSpPr>
        <p:spPr>
          <a:xfrm>
            <a:off x="8712724" y="7856190"/>
            <a:ext cx="13723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8" indent="-285758">
              <a:buFont typeface="Wingdings" panose="05000000000000000000" pitchFamily="2" charset="2"/>
              <a:buChar char="ü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pPr marL="285758" indent="-285758">
              <a:buFont typeface="Wingdings" panose="05000000000000000000" pitchFamily="2" charset="2"/>
              <a:buChar char="ü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64A8A5E-2B5C-620E-FA73-B3BFA05690EA}"/>
              </a:ext>
            </a:extLst>
          </p:cNvPr>
          <p:cNvSpPr txBox="1"/>
          <p:nvPr/>
        </p:nvSpPr>
        <p:spPr>
          <a:xfrm>
            <a:off x="6740901" y="7859515"/>
            <a:ext cx="15625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8" indent="-285758">
              <a:buFont typeface="Wingdings" panose="05000000000000000000" pitchFamily="2" charset="2"/>
              <a:buChar char="ü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Illumination</a:t>
            </a:r>
          </a:p>
          <a:p>
            <a:pPr marL="285758" indent="-285758">
              <a:buFont typeface="Wingdings" panose="05000000000000000000" pitchFamily="2" charset="2"/>
              <a:buChar char="ü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4B79D58-4EC3-0C1D-C3B4-5DBB9FB1C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617" y="3492028"/>
            <a:ext cx="394412" cy="44517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FC70D8C-B109-8026-42EF-7CFD9DBBD1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0976" y="3484641"/>
            <a:ext cx="448675" cy="445299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ABFDFFF9-B752-C1F1-856F-5A1EAA192D71}"/>
              </a:ext>
            </a:extLst>
          </p:cNvPr>
          <p:cNvGrpSpPr/>
          <p:nvPr/>
        </p:nvGrpSpPr>
        <p:grpSpPr>
          <a:xfrm rot="11492593">
            <a:off x="6084230" y="3679800"/>
            <a:ext cx="730382" cy="397188"/>
            <a:chOff x="8186497" y="684634"/>
            <a:chExt cx="944034" cy="513374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BB7B03FA-1545-26E0-055A-A419E2B38ABE}"/>
                </a:ext>
              </a:extLst>
            </p:cNvPr>
            <p:cNvSpPr/>
            <p:nvPr/>
          </p:nvSpPr>
          <p:spPr>
            <a:xfrm>
              <a:off x="8186497" y="684634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rgbClr val="C0000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4B7B15D7-E96A-3F16-81EF-B92205AF39A8}"/>
                </a:ext>
              </a:extLst>
            </p:cNvPr>
            <p:cNvSpPr/>
            <p:nvPr/>
          </p:nvSpPr>
          <p:spPr>
            <a:xfrm>
              <a:off x="8186497" y="863253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chemeClr val="accent6">
                  <a:lumMod val="7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952F8C05-9479-EE08-F221-45F5257D2FC7}"/>
                </a:ext>
              </a:extLst>
            </p:cNvPr>
            <p:cNvSpPr/>
            <p:nvPr/>
          </p:nvSpPr>
          <p:spPr>
            <a:xfrm>
              <a:off x="8186497" y="1024442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chemeClr val="accent5">
                  <a:lumMod val="7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AA3CEA6-4C9C-FEE7-8031-D8E5444C2689}"/>
              </a:ext>
            </a:extLst>
          </p:cNvPr>
          <p:cNvGrpSpPr/>
          <p:nvPr/>
        </p:nvGrpSpPr>
        <p:grpSpPr>
          <a:xfrm rot="11506266">
            <a:off x="8367197" y="3677586"/>
            <a:ext cx="730382" cy="397188"/>
            <a:chOff x="10827281" y="684645"/>
            <a:chExt cx="944034" cy="513374"/>
          </a:xfrm>
        </p:grpSpPr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DD9BF4CA-157D-2475-E94E-12274D259BEE}"/>
                </a:ext>
              </a:extLst>
            </p:cNvPr>
            <p:cNvSpPr/>
            <p:nvPr/>
          </p:nvSpPr>
          <p:spPr>
            <a:xfrm>
              <a:off x="10827281" y="684645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CEF2C689-CBDC-07AB-4A82-604203F89624}"/>
                </a:ext>
              </a:extLst>
            </p:cNvPr>
            <p:cNvSpPr/>
            <p:nvPr/>
          </p:nvSpPr>
          <p:spPr>
            <a:xfrm>
              <a:off x="10827281" y="863264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E2988145-B9CB-007E-33EA-E59201806CA0}"/>
                </a:ext>
              </a:extLst>
            </p:cNvPr>
            <p:cNvSpPr/>
            <p:nvPr/>
          </p:nvSpPr>
          <p:spPr>
            <a:xfrm>
              <a:off x="10827281" y="1024453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AA3FC659-D91D-16FF-8662-925EED3D578F}"/>
              </a:ext>
            </a:extLst>
          </p:cNvPr>
          <p:cNvSpPr/>
          <p:nvPr/>
        </p:nvSpPr>
        <p:spPr>
          <a:xfrm rot="11965414">
            <a:off x="6073019" y="5925742"/>
            <a:ext cx="631749" cy="134286"/>
          </a:xfrm>
          <a:custGeom>
            <a:avLst/>
            <a:gdLst>
              <a:gd name="connsiteX0" fmla="*/ 0 w 1303867"/>
              <a:gd name="connsiteY0" fmla="*/ 186266 h 423341"/>
              <a:gd name="connsiteX1" fmla="*/ 385233 w 1303867"/>
              <a:gd name="connsiteY1" fmla="*/ 203200 h 423341"/>
              <a:gd name="connsiteX2" fmla="*/ 486833 w 1303867"/>
              <a:gd name="connsiteY2" fmla="*/ 419100 h 423341"/>
              <a:gd name="connsiteX3" fmla="*/ 546100 w 1303867"/>
              <a:gd name="connsiteY3" fmla="*/ 0 h 423341"/>
              <a:gd name="connsiteX4" fmla="*/ 601133 w 1303867"/>
              <a:gd name="connsiteY4" fmla="*/ 414866 h 423341"/>
              <a:gd name="connsiteX5" fmla="*/ 681567 w 1303867"/>
              <a:gd name="connsiteY5" fmla="*/ 4233 h 423341"/>
              <a:gd name="connsiteX6" fmla="*/ 728133 w 1303867"/>
              <a:gd name="connsiteY6" fmla="*/ 410633 h 423341"/>
              <a:gd name="connsiteX7" fmla="*/ 795867 w 1303867"/>
              <a:gd name="connsiteY7" fmla="*/ 16933 h 423341"/>
              <a:gd name="connsiteX8" fmla="*/ 846667 w 1303867"/>
              <a:gd name="connsiteY8" fmla="*/ 423333 h 423341"/>
              <a:gd name="connsiteX9" fmla="*/ 914400 w 1303867"/>
              <a:gd name="connsiteY9" fmla="*/ 29633 h 423341"/>
              <a:gd name="connsiteX10" fmla="*/ 960967 w 1303867"/>
              <a:gd name="connsiteY10" fmla="*/ 381000 h 423341"/>
              <a:gd name="connsiteX11" fmla="*/ 1024467 w 1303867"/>
              <a:gd name="connsiteY11" fmla="*/ 46566 h 423341"/>
              <a:gd name="connsiteX12" fmla="*/ 1066800 w 1303867"/>
              <a:gd name="connsiteY12" fmla="*/ 347133 h 423341"/>
              <a:gd name="connsiteX13" fmla="*/ 1117600 w 1303867"/>
              <a:gd name="connsiteY13" fmla="*/ 177800 h 423341"/>
              <a:gd name="connsiteX14" fmla="*/ 1303867 w 1303867"/>
              <a:gd name="connsiteY14" fmla="*/ 156633 h 42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03867" h="423341">
                <a:moveTo>
                  <a:pt x="0" y="186266"/>
                </a:moveTo>
                <a:cubicBezTo>
                  <a:pt x="152047" y="175330"/>
                  <a:pt x="304094" y="164394"/>
                  <a:pt x="385233" y="203200"/>
                </a:cubicBezTo>
                <a:cubicBezTo>
                  <a:pt x="466372" y="242006"/>
                  <a:pt x="460022" y="452967"/>
                  <a:pt x="486833" y="419100"/>
                </a:cubicBezTo>
                <a:cubicBezTo>
                  <a:pt x="513644" y="385233"/>
                  <a:pt x="527050" y="706"/>
                  <a:pt x="546100" y="0"/>
                </a:cubicBezTo>
                <a:cubicBezTo>
                  <a:pt x="565150" y="-706"/>
                  <a:pt x="578555" y="414161"/>
                  <a:pt x="601133" y="414866"/>
                </a:cubicBezTo>
                <a:cubicBezTo>
                  <a:pt x="623711" y="415571"/>
                  <a:pt x="660400" y="4938"/>
                  <a:pt x="681567" y="4233"/>
                </a:cubicBezTo>
                <a:cubicBezTo>
                  <a:pt x="702734" y="3527"/>
                  <a:pt x="709083" y="408516"/>
                  <a:pt x="728133" y="410633"/>
                </a:cubicBezTo>
                <a:cubicBezTo>
                  <a:pt x="747183" y="412750"/>
                  <a:pt x="776111" y="14816"/>
                  <a:pt x="795867" y="16933"/>
                </a:cubicBezTo>
                <a:cubicBezTo>
                  <a:pt x="815623" y="19050"/>
                  <a:pt x="826912" y="421216"/>
                  <a:pt x="846667" y="423333"/>
                </a:cubicBezTo>
                <a:cubicBezTo>
                  <a:pt x="866422" y="425450"/>
                  <a:pt x="895350" y="36688"/>
                  <a:pt x="914400" y="29633"/>
                </a:cubicBezTo>
                <a:cubicBezTo>
                  <a:pt x="933450" y="22577"/>
                  <a:pt x="942623" y="378178"/>
                  <a:pt x="960967" y="381000"/>
                </a:cubicBezTo>
                <a:cubicBezTo>
                  <a:pt x="979312" y="383822"/>
                  <a:pt x="1006828" y="52210"/>
                  <a:pt x="1024467" y="46566"/>
                </a:cubicBezTo>
                <a:cubicBezTo>
                  <a:pt x="1042106" y="40921"/>
                  <a:pt x="1051278" y="325261"/>
                  <a:pt x="1066800" y="347133"/>
                </a:cubicBezTo>
                <a:cubicBezTo>
                  <a:pt x="1082322" y="369005"/>
                  <a:pt x="1078089" y="209550"/>
                  <a:pt x="1117600" y="177800"/>
                </a:cubicBezTo>
                <a:cubicBezTo>
                  <a:pt x="1157111" y="146050"/>
                  <a:pt x="1230489" y="151341"/>
                  <a:pt x="1303867" y="156633"/>
                </a:cubicBez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29FC3D7C-1B48-3ED1-FB9E-3D350D32416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49711" y="3542841"/>
            <a:ext cx="504755" cy="47792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5A24F2E-287D-3D71-413B-1E37EAEB5A9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55380" y="5577593"/>
            <a:ext cx="504755" cy="47792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C93EBAB-70E9-18D1-8D46-C7FCC6F7772D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54293" y="3512629"/>
            <a:ext cx="504755" cy="477925"/>
          </a:xfrm>
          <a:prstGeom prst="rect">
            <a:avLst/>
          </a:prstGeom>
        </p:spPr>
      </p:pic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3941F94-569D-6B4B-C918-D241A76CCCA1}"/>
              </a:ext>
            </a:extLst>
          </p:cNvPr>
          <p:cNvSpPr/>
          <p:nvPr/>
        </p:nvSpPr>
        <p:spPr>
          <a:xfrm>
            <a:off x="5146320" y="3459050"/>
            <a:ext cx="4819409" cy="2000868"/>
          </a:xfrm>
          <a:prstGeom prst="roundRect">
            <a:avLst>
              <a:gd name="adj" fmla="val 68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DA4B0A-5C5D-081B-9FB8-EF20AEB51977}"/>
              </a:ext>
            </a:extLst>
          </p:cNvPr>
          <p:cNvSpPr/>
          <p:nvPr/>
        </p:nvSpPr>
        <p:spPr>
          <a:xfrm>
            <a:off x="5146320" y="5521605"/>
            <a:ext cx="4819409" cy="2000868"/>
          </a:xfrm>
          <a:prstGeom prst="roundRect">
            <a:avLst>
              <a:gd name="adj" fmla="val 617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5A0C5878-302D-3A7A-F1F0-B18F3AF3DB9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34402" y="5581196"/>
            <a:ext cx="504755" cy="477925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CA0E8C32-5E47-C6BD-D858-45F54C098A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3578" y="3705752"/>
            <a:ext cx="236564" cy="464216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8077AE9D-9613-6E65-4FEF-DDC6A5FD5F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2670" y="3705752"/>
            <a:ext cx="236564" cy="464216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E91347E9-6263-0EC0-DB09-6D7B732B94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3979" y="5732985"/>
            <a:ext cx="236564" cy="464216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C30E8E2-4202-DEF1-2282-061140CAFD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2874" y="5732985"/>
            <a:ext cx="236564" cy="464216"/>
          </a:xfrm>
          <a:prstGeom prst="rect">
            <a:avLst/>
          </a:prstGeom>
        </p:spPr>
      </p:pic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638601EE-2B5C-88FB-1A3A-5DCD37664BB6}"/>
              </a:ext>
            </a:extLst>
          </p:cNvPr>
          <p:cNvSpPr/>
          <p:nvPr/>
        </p:nvSpPr>
        <p:spPr>
          <a:xfrm rot="11542586">
            <a:off x="8338584" y="5911080"/>
            <a:ext cx="1220952" cy="134286"/>
          </a:xfrm>
          <a:custGeom>
            <a:avLst/>
            <a:gdLst>
              <a:gd name="connsiteX0" fmla="*/ 0 w 1303867"/>
              <a:gd name="connsiteY0" fmla="*/ 186266 h 423341"/>
              <a:gd name="connsiteX1" fmla="*/ 385233 w 1303867"/>
              <a:gd name="connsiteY1" fmla="*/ 203200 h 423341"/>
              <a:gd name="connsiteX2" fmla="*/ 486833 w 1303867"/>
              <a:gd name="connsiteY2" fmla="*/ 419100 h 423341"/>
              <a:gd name="connsiteX3" fmla="*/ 546100 w 1303867"/>
              <a:gd name="connsiteY3" fmla="*/ 0 h 423341"/>
              <a:gd name="connsiteX4" fmla="*/ 601133 w 1303867"/>
              <a:gd name="connsiteY4" fmla="*/ 414866 h 423341"/>
              <a:gd name="connsiteX5" fmla="*/ 681567 w 1303867"/>
              <a:gd name="connsiteY5" fmla="*/ 4233 h 423341"/>
              <a:gd name="connsiteX6" fmla="*/ 728133 w 1303867"/>
              <a:gd name="connsiteY6" fmla="*/ 410633 h 423341"/>
              <a:gd name="connsiteX7" fmla="*/ 795867 w 1303867"/>
              <a:gd name="connsiteY7" fmla="*/ 16933 h 423341"/>
              <a:gd name="connsiteX8" fmla="*/ 846667 w 1303867"/>
              <a:gd name="connsiteY8" fmla="*/ 423333 h 423341"/>
              <a:gd name="connsiteX9" fmla="*/ 914400 w 1303867"/>
              <a:gd name="connsiteY9" fmla="*/ 29633 h 423341"/>
              <a:gd name="connsiteX10" fmla="*/ 960967 w 1303867"/>
              <a:gd name="connsiteY10" fmla="*/ 381000 h 423341"/>
              <a:gd name="connsiteX11" fmla="*/ 1024467 w 1303867"/>
              <a:gd name="connsiteY11" fmla="*/ 46566 h 423341"/>
              <a:gd name="connsiteX12" fmla="*/ 1066800 w 1303867"/>
              <a:gd name="connsiteY12" fmla="*/ 347133 h 423341"/>
              <a:gd name="connsiteX13" fmla="*/ 1117600 w 1303867"/>
              <a:gd name="connsiteY13" fmla="*/ 177800 h 423341"/>
              <a:gd name="connsiteX14" fmla="*/ 1303867 w 1303867"/>
              <a:gd name="connsiteY14" fmla="*/ 156633 h 42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03867" h="423341">
                <a:moveTo>
                  <a:pt x="0" y="186266"/>
                </a:moveTo>
                <a:cubicBezTo>
                  <a:pt x="152047" y="175330"/>
                  <a:pt x="304094" y="164394"/>
                  <a:pt x="385233" y="203200"/>
                </a:cubicBezTo>
                <a:cubicBezTo>
                  <a:pt x="466372" y="242006"/>
                  <a:pt x="460022" y="452967"/>
                  <a:pt x="486833" y="419100"/>
                </a:cubicBezTo>
                <a:cubicBezTo>
                  <a:pt x="513644" y="385233"/>
                  <a:pt x="527050" y="706"/>
                  <a:pt x="546100" y="0"/>
                </a:cubicBezTo>
                <a:cubicBezTo>
                  <a:pt x="565150" y="-706"/>
                  <a:pt x="578555" y="414161"/>
                  <a:pt x="601133" y="414866"/>
                </a:cubicBezTo>
                <a:cubicBezTo>
                  <a:pt x="623711" y="415571"/>
                  <a:pt x="660400" y="4938"/>
                  <a:pt x="681567" y="4233"/>
                </a:cubicBezTo>
                <a:cubicBezTo>
                  <a:pt x="702734" y="3527"/>
                  <a:pt x="709083" y="408516"/>
                  <a:pt x="728133" y="410633"/>
                </a:cubicBezTo>
                <a:cubicBezTo>
                  <a:pt x="747183" y="412750"/>
                  <a:pt x="776111" y="14816"/>
                  <a:pt x="795867" y="16933"/>
                </a:cubicBezTo>
                <a:cubicBezTo>
                  <a:pt x="815623" y="19050"/>
                  <a:pt x="826912" y="421216"/>
                  <a:pt x="846667" y="423333"/>
                </a:cubicBezTo>
                <a:cubicBezTo>
                  <a:pt x="866422" y="425450"/>
                  <a:pt x="895350" y="36688"/>
                  <a:pt x="914400" y="29633"/>
                </a:cubicBezTo>
                <a:cubicBezTo>
                  <a:pt x="933450" y="22577"/>
                  <a:pt x="942623" y="378178"/>
                  <a:pt x="960967" y="381000"/>
                </a:cubicBezTo>
                <a:cubicBezTo>
                  <a:pt x="979312" y="383822"/>
                  <a:pt x="1006828" y="52210"/>
                  <a:pt x="1024467" y="46566"/>
                </a:cubicBezTo>
                <a:cubicBezTo>
                  <a:pt x="1042106" y="40921"/>
                  <a:pt x="1051278" y="325261"/>
                  <a:pt x="1066800" y="347133"/>
                </a:cubicBezTo>
                <a:cubicBezTo>
                  <a:pt x="1082322" y="369005"/>
                  <a:pt x="1078089" y="209550"/>
                  <a:pt x="1117600" y="177800"/>
                </a:cubicBezTo>
                <a:cubicBezTo>
                  <a:pt x="1157111" y="146050"/>
                  <a:pt x="1230489" y="151341"/>
                  <a:pt x="1303867" y="156633"/>
                </a:cubicBez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EE1C465-F395-F993-3CCE-CFFA754EAF8D}"/>
              </a:ext>
            </a:extLst>
          </p:cNvPr>
          <p:cNvSpPr txBox="1"/>
          <p:nvPr/>
        </p:nvSpPr>
        <p:spPr>
          <a:xfrm>
            <a:off x="8055339" y="5485859"/>
            <a:ext cx="2055005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 (Underexposure)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CD79872-C477-0F47-A453-9C24336DD462}"/>
              </a:ext>
            </a:extLst>
          </p:cNvPr>
          <p:cNvSpPr txBox="1"/>
          <p:nvPr/>
        </p:nvSpPr>
        <p:spPr>
          <a:xfrm>
            <a:off x="5828415" y="5476380"/>
            <a:ext cx="2055005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(Overexposure)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9A49A8D-9105-EDD1-D1E2-E1AF141AB0AB}"/>
              </a:ext>
            </a:extLst>
          </p:cNvPr>
          <p:cNvSpPr txBox="1"/>
          <p:nvPr/>
        </p:nvSpPr>
        <p:spPr>
          <a:xfrm rot="16200000">
            <a:off x="4493632" y="4229806"/>
            <a:ext cx="1648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Modality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7B171AF-542A-5FD9-14B6-ABA3054BF8EE}"/>
              </a:ext>
            </a:extLst>
          </p:cNvPr>
          <p:cNvSpPr txBox="1"/>
          <p:nvPr/>
        </p:nvSpPr>
        <p:spPr>
          <a:xfrm rot="16200000">
            <a:off x="4423911" y="6346584"/>
            <a:ext cx="17833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Infrared Modality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FF94CB3-77D7-6CA6-E8AB-610AFC924F78}"/>
              </a:ext>
            </a:extLst>
          </p:cNvPr>
          <p:cNvSpPr txBox="1"/>
          <p:nvPr/>
        </p:nvSpPr>
        <p:spPr>
          <a:xfrm>
            <a:off x="5107476" y="7592409"/>
            <a:ext cx="11703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Condition</a:t>
            </a: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EF149370-B5BD-48B1-A154-E36D438AEF3D}"/>
              </a:ext>
            </a:extLst>
          </p:cNvPr>
          <p:cNvSpPr/>
          <p:nvPr/>
        </p:nvSpPr>
        <p:spPr>
          <a:xfrm rot="10800000">
            <a:off x="5350819" y="8188671"/>
            <a:ext cx="730382" cy="134286"/>
          </a:xfrm>
          <a:custGeom>
            <a:avLst/>
            <a:gdLst>
              <a:gd name="connsiteX0" fmla="*/ 0 w 1303867"/>
              <a:gd name="connsiteY0" fmla="*/ 186266 h 423341"/>
              <a:gd name="connsiteX1" fmla="*/ 385233 w 1303867"/>
              <a:gd name="connsiteY1" fmla="*/ 203200 h 423341"/>
              <a:gd name="connsiteX2" fmla="*/ 486833 w 1303867"/>
              <a:gd name="connsiteY2" fmla="*/ 419100 h 423341"/>
              <a:gd name="connsiteX3" fmla="*/ 546100 w 1303867"/>
              <a:gd name="connsiteY3" fmla="*/ 0 h 423341"/>
              <a:gd name="connsiteX4" fmla="*/ 601133 w 1303867"/>
              <a:gd name="connsiteY4" fmla="*/ 414866 h 423341"/>
              <a:gd name="connsiteX5" fmla="*/ 681567 w 1303867"/>
              <a:gd name="connsiteY5" fmla="*/ 4233 h 423341"/>
              <a:gd name="connsiteX6" fmla="*/ 728133 w 1303867"/>
              <a:gd name="connsiteY6" fmla="*/ 410633 h 423341"/>
              <a:gd name="connsiteX7" fmla="*/ 795867 w 1303867"/>
              <a:gd name="connsiteY7" fmla="*/ 16933 h 423341"/>
              <a:gd name="connsiteX8" fmla="*/ 846667 w 1303867"/>
              <a:gd name="connsiteY8" fmla="*/ 423333 h 423341"/>
              <a:gd name="connsiteX9" fmla="*/ 914400 w 1303867"/>
              <a:gd name="connsiteY9" fmla="*/ 29633 h 423341"/>
              <a:gd name="connsiteX10" fmla="*/ 960967 w 1303867"/>
              <a:gd name="connsiteY10" fmla="*/ 381000 h 423341"/>
              <a:gd name="connsiteX11" fmla="*/ 1024467 w 1303867"/>
              <a:gd name="connsiteY11" fmla="*/ 46566 h 423341"/>
              <a:gd name="connsiteX12" fmla="*/ 1066800 w 1303867"/>
              <a:gd name="connsiteY12" fmla="*/ 347133 h 423341"/>
              <a:gd name="connsiteX13" fmla="*/ 1117600 w 1303867"/>
              <a:gd name="connsiteY13" fmla="*/ 177800 h 423341"/>
              <a:gd name="connsiteX14" fmla="*/ 1303867 w 1303867"/>
              <a:gd name="connsiteY14" fmla="*/ 156633 h 42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03867" h="423341">
                <a:moveTo>
                  <a:pt x="0" y="186266"/>
                </a:moveTo>
                <a:cubicBezTo>
                  <a:pt x="152047" y="175330"/>
                  <a:pt x="304094" y="164394"/>
                  <a:pt x="385233" y="203200"/>
                </a:cubicBezTo>
                <a:cubicBezTo>
                  <a:pt x="466372" y="242006"/>
                  <a:pt x="460022" y="452967"/>
                  <a:pt x="486833" y="419100"/>
                </a:cubicBezTo>
                <a:cubicBezTo>
                  <a:pt x="513644" y="385233"/>
                  <a:pt x="527050" y="706"/>
                  <a:pt x="546100" y="0"/>
                </a:cubicBezTo>
                <a:cubicBezTo>
                  <a:pt x="565150" y="-706"/>
                  <a:pt x="578555" y="414161"/>
                  <a:pt x="601133" y="414866"/>
                </a:cubicBezTo>
                <a:cubicBezTo>
                  <a:pt x="623711" y="415571"/>
                  <a:pt x="660400" y="4938"/>
                  <a:pt x="681567" y="4233"/>
                </a:cubicBezTo>
                <a:cubicBezTo>
                  <a:pt x="702734" y="3527"/>
                  <a:pt x="709083" y="408516"/>
                  <a:pt x="728133" y="410633"/>
                </a:cubicBezTo>
                <a:cubicBezTo>
                  <a:pt x="747183" y="412750"/>
                  <a:pt x="776111" y="14816"/>
                  <a:pt x="795867" y="16933"/>
                </a:cubicBezTo>
                <a:cubicBezTo>
                  <a:pt x="815623" y="19050"/>
                  <a:pt x="826912" y="421216"/>
                  <a:pt x="846667" y="423333"/>
                </a:cubicBezTo>
                <a:cubicBezTo>
                  <a:pt x="866422" y="425450"/>
                  <a:pt x="895350" y="36688"/>
                  <a:pt x="914400" y="29633"/>
                </a:cubicBezTo>
                <a:cubicBezTo>
                  <a:pt x="933450" y="22577"/>
                  <a:pt x="942623" y="378178"/>
                  <a:pt x="960967" y="381000"/>
                </a:cubicBezTo>
                <a:cubicBezTo>
                  <a:pt x="979312" y="383822"/>
                  <a:pt x="1006828" y="52210"/>
                  <a:pt x="1024467" y="46566"/>
                </a:cubicBezTo>
                <a:cubicBezTo>
                  <a:pt x="1042106" y="40921"/>
                  <a:pt x="1051278" y="325261"/>
                  <a:pt x="1066800" y="347133"/>
                </a:cubicBezTo>
                <a:cubicBezTo>
                  <a:pt x="1082322" y="369005"/>
                  <a:pt x="1078089" y="209550"/>
                  <a:pt x="1117600" y="177800"/>
                </a:cubicBezTo>
                <a:cubicBezTo>
                  <a:pt x="1157111" y="146050"/>
                  <a:pt x="1230489" y="151341"/>
                  <a:pt x="1303867" y="156633"/>
                </a:cubicBez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B341642-64FF-CEB4-1D78-DB36823B1F68}"/>
              </a:ext>
            </a:extLst>
          </p:cNvPr>
          <p:cNvSpPr txBox="1"/>
          <p:nvPr/>
        </p:nvSpPr>
        <p:spPr>
          <a:xfrm>
            <a:off x="5146316" y="8566031"/>
            <a:ext cx="4819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第一版</a:t>
            </a:r>
          </a:p>
        </p:txBody>
      </p:sp>
    </p:spTree>
    <p:extLst>
      <p:ext uri="{BB962C8B-B14F-4D97-AF65-F5344CB8AC3E}">
        <p14:creationId xmlns:p14="http://schemas.microsoft.com/office/powerpoint/2010/main" val="1918477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C40B37B9-0FAE-A77A-3D70-EEA4B8E21D7F}"/>
              </a:ext>
            </a:extLst>
          </p:cNvPr>
          <p:cNvSpPr/>
          <p:nvPr/>
        </p:nvSpPr>
        <p:spPr>
          <a:xfrm>
            <a:off x="5154032" y="5419261"/>
            <a:ext cx="4819409" cy="2000868"/>
          </a:xfrm>
          <a:prstGeom prst="roundRect">
            <a:avLst>
              <a:gd name="adj" fmla="val 617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E2BE12D-E0F0-39EF-441F-3D092EC58CED}"/>
              </a:ext>
            </a:extLst>
          </p:cNvPr>
          <p:cNvSpPr/>
          <p:nvPr/>
        </p:nvSpPr>
        <p:spPr>
          <a:xfrm>
            <a:off x="5149482" y="7498521"/>
            <a:ext cx="6107441" cy="1629604"/>
          </a:xfrm>
          <a:prstGeom prst="roundRect">
            <a:avLst>
              <a:gd name="adj" fmla="val 9967"/>
            </a:avLst>
          </a:prstGeom>
          <a:solidFill>
            <a:srgbClr val="F8E3E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25CD40F-4DF7-80CA-D2EF-10E4C9FCBD92}"/>
              </a:ext>
            </a:extLst>
          </p:cNvPr>
          <p:cNvSpPr/>
          <p:nvPr/>
        </p:nvSpPr>
        <p:spPr>
          <a:xfrm>
            <a:off x="5154032" y="3356706"/>
            <a:ext cx="4819409" cy="2000868"/>
          </a:xfrm>
          <a:prstGeom prst="roundRect">
            <a:avLst>
              <a:gd name="adj" fmla="val 687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8599281-AD5B-BB68-FB84-A67269CCF4E3}"/>
              </a:ext>
            </a:extLst>
          </p:cNvPr>
          <p:cNvCxnSpPr>
            <a:cxnSpLocks/>
          </p:cNvCxnSpPr>
          <p:nvPr/>
        </p:nvCxnSpPr>
        <p:spPr>
          <a:xfrm>
            <a:off x="8213233" y="8034270"/>
            <a:ext cx="0" cy="472286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箭头: 右 7">
            <a:extLst>
              <a:ext uri="{FF2B5EF4-FFF2-40B4-BE49-F238E27FC236}">
                <a16:creationId xmlns:a16="http://schemas.microsoft.com/office/drawing/2014/main" id="{75140744-7F90-B461-823A-5C01E04F521E}"/>
              </a:ext>
            </a:extLst>
          </p:cNvPr>
          <p:cNvSpPr/>
          <p:nvPr/>
        </p:nvSpPr>
        <p:spPr>
          <a:xfrm>
            <a:off x="6482225" y="8392187"/>
            <a:ext cx="714489" cy="341228"/>
          </a:xfrm>
          <a:prstGeom prst="rightArrow">
            <a:avLst/>
          </a:prstGeom>
          <a:gradFill flip="none" rotWithShape="1">
            <a:gsLst>
              <a:gs pos="0">
                <a:srgbClr val="E09A9C"/>
              </a:gs>
              <a:gs pos="21000">
                <a:srgbClr val="F0BFBB"/>
              </a:gs>
              <a:gs pos="79000">
                <a:srgbClr val="BCDFFD"/>
              </a:gs>
              <a:gs pos="100000">
                <a:srgbClr val="AACAF1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5D625B9-6741-7681-1DFE-6E9AB294462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25" b="59969"/>
          <a:stretch/>
        </p:blipFill>
        <p:spPr>
          <a:xfrm>
            <a:off x="5510592" y="4046229"/>
            <a:ext cx="2174762" cy="12511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38C5643-BCDD-9959-49E3-C46B6E23C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CFFFD"/>
              </a:clrFrom>
              <a:clrTo>
                <a:srgbClr val="FCFF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5" b="59969"/>
          <a:stretch/>
        </p:blipFill>
        <p:spPr>
          <a:xfrm>
            <a:off x="7723413" y="4046060"/>
            <a:ext cx="2174764" cy="125117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472D651-7306-E6BB-109F-AC81579969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16" b="59969"/>
          <a:stretch/>
        </p:blipFill>
        <p:spPr>
          <a:xfrm>
            <a:off x="5510595" y="6114176"/>
            <a:ext cx="2170803" cy="12511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9381619-E261-47B6-B143-757F539DAE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6" b="59969"/>
          <a:stretch/>
        </p:blipFill>
        <p:spPr>
          <a:xfrm>
            <a:off x="7742017" y="6113847"/>
            <a:ext cx="2170805" cy="125117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D8DEC9A7-0AFF-FF0C-9F8F-803CEABB9056}"/>
              </a:ext>
            </a:extLst>
          </p:cNvPr>
          <p:cNvSpPr txBox="1"/>
          <p:nvPr/>
        </p:nvSpPr>
        <p:spPr>
          <a:xfrm>
            <a:off x="10034260" y="5215169"/>
            <a:ext cx="1281680" cy="739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Amplitude</a:t>
            </a:r>
          </a:p>
          <a:p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Brightness</a:t>
            </a:r>
          </a:p>
          <a:p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Color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AA52496-6AE1-52AA-D461-3B2FBDBB36C8}"/>
              </a:ext>
            </a:extLst>
          </p:cNvPr>
          <p:cNvSpPr txBox="1"/>
          <p:nvPr/>
        </p:nvSpPr>
        <p:spPr>
          <a:xfrm>
            <a:off x="10064785" y="6709277"/>
            <a:ext cx="1251156" cy="739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</a:p>
          <a:p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Structure</a:t>
            </a:r>
          </a:p>
          <a:p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Shape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73BD04F-00E1-3C4D-D361-EDAA3EEE87B4}"/>
              </a:ext>
            </a:extLst>
          </p:cNvPr>
          <p:cNvSpPr/>
          <p:nvPr/>
        </p:nvSpPr>
        <p:spPr>
          <a:xfrm>
            <a:off x="10057863" y="3344753"/>
            <a:ext cx="1199061" cy="4075377"/>
          </a:xfrm>
          <a:prstGeom prst="roundRect">
            <a:avLst>
              <a:gd name="adj" fmla="val 1179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268B477-4289-23CB-6760-F787381F1C6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98688" y="3382297"/>
            <a:ext cx="448675" cy="445299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FC5DCCA0-F6D9-FA83-1020-302E277F3F8C}"/>
              </a:ext>
            </a:extLst>
          </p:cNvPr>
          <p:cNvGrpSpPr/>
          <p:nvPr/>
        </p:nvGrpSpPr>
        <p:grpSpPr>
          <a:xfrm rot="11492593">
            <a:off x="6091942" y="3577455"/>
            <a:ext cx="730382" cy="397188"/>
            <a:chOff x="8186497" y="684634"/>
            <a:chExt cx="944034" cy="513374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65A090FF-6D78-346E-3F4C-0AB334CE52A1}"/>
                </a:ext>
              </a:extLst>
            </p:cNvPr>
            <p:cNvSpPr/>
            <p:nvPr/>
          </p:nvSpPr>
          <p:spPr>
            <a:xfrm>
              <a:off x="8186497" y="684634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rgbClr val="C0000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A0A06717-4AAA-F1DD-98F0-539799404CC7}"/>
                </a:ext>
              </a:extLst>
            </p:cNvPr>
            <p:cNvSpPr/>
            <p:nvPr/>
          </p:nvSpPr>
          <p:spPr>
            <a:xfrm>
              <a:off x="8186497" y="863253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chemeClr val="accent6">
                  <a:lumMod val="7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A070CC46-5EFF-F8F1-4930-49CEF462FBA0}"/>
                </a:ext>
              </a:extLst>
            </p:cNvPr>
            <p:cNvSpPr/>
            <p:nvPr/>
          </p:nvSpPr>
          <p:spPr>
            <a:xfrm>
              <a:off x="8186497" y="1024442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chemeClr val="accent5">
                  <a:lumMod val="7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4A2D774-3D68-F685-1C69-AB16B47887B8}"/>
              </a:ext>
            </a:extLst>
          </p:cNvPr>
          <p:cNvGrpSpPr/>
          <p:nvPr/>
        </p:nvGrpSpPr>
        <p:grpSpPr>
          <a:xfrm rot="11506266">
            <a:off x="8374910" y="3575242"/>
            <a:ext cx="730382" cy="397188"/>
            <a:chOff x="10827281" y="684645"/>
            <a:chExt cx="944034" cy="513374"/>
          </a:xfrm>
        </p:grpSpPr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8C234400-7834-B1B1-145B-B8F0A3D4EB9E}"/>
                </a:ext>
              </a:extLst>
            </p:cNvPr>
            <p:cNvSpPr/>
            <p:nvPr/>
          </p:nvSpPr>
          <p:spPr>
            <a:xfrm>
              <a:off x="10827281" y="684645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F13BCB57-3402-4083-DA80-794E6872CA38}"/>
                </a:ext>
              </a:extLst>
            </p:cNvPr>
            <p:cNvSpPr/>
            <p:nvPr/>
          </p:nvSpPr>
          <p:spPr>
            <a:xfrm>
              <a:off x="10827281" y="863264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719BC039-CDFC-DC58-A0BD-C78AD3ACFDE1}"/>
                </a:ext>
              </a:extLst>
            </p:cNvPr>
            <p:cNvSpPr/>
            <p:nvPr/>
          </p:nvSpPr>
          <p:spPr>
            <a:xfrm>
              <a:off x="10827281" y="1024453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2447EEE9-2B7D-09DC-9BFB-BD88F6F567E6}"/>
              </a:ext>
            </a:extLst>
          </p:cNvPr>
          <p:cNvSpPr/>
          <p:nvPr/>
        </p:nvSpPr>
        <p:spPr>
          <a:xfrm rot="11965414">
            <a:off x="6080730" y="5823397"/>
            <a:ext cx="631749" cy="134286"/>
          </a:xfrm>
          <a:custGeom>
            <a:avLst/>
            <a:gdLst>
              <a:gd name="connsiteX0" fmla="*/ 0 w 1303867"/>
              <a:gd name="connsiteY0" fmla="*/ 186266 h 423341"/>
              <a:gd name="connsiteX1" fmla="*/ 385233 w 1303867"/>
              <a:gd name="connsiteY1" fmla="*/ 203200 h 423341"/>
              <a:gd name="connsiteX2" fmla="*/ 486833 w 1303867"/>
              <a:gd name="connsiteY2" fmla="*/ 419100 h 423341"/>
              <a:gd name="connsiteX3" fmla="*/ 546100 w 1303867"/>
              <a:gd name="connsiteY3" fmla="*/ 0 h 423341"/>
              <a:gd name="connsiteX4" fmla="*/ 601133 w 1303867"/>
              <a:gd name="connsiteY4" fmla="*/ 414866 h 423341"/>
              <a:gd name="connsiteX5" fmla="*/ 681567 w 1303867"/>
              <a:gd name="connsiteY5" fmla="*/ 4233 h 423341"/>
              <a:gd name="connsiteX6" fmla="*/ 728133 w 1303867"/>
              <a:gd name="connsiteY6" fmla="*/ 410633 h 423341"/>
              <a:gd name="connsiteX7" fmla="*/ 795867 w 1303867"/>
              <a:gd name="connsiteY7" fmla="*/ 16933 h 423341"/>
              <a:gd name="connsiteX8" fmla="*/ 846667 w 1303867"/>
              <a:gd name="connsiteY8" fmla="*/ 423333 h 423341"/>
              <a:gd name="connsiteX9" fmla="*/ 914400 w 1303867"/>
              <a:gd name="connsiteY9" fmla="*/ 29633 h 423341"/>
              <a:gd name="connsiteX10" fmla="*/ 960967 w 1303867"/>
              <a:gd name="connsiteY10" fmla="*/ 381000 h 423341"/>
              <a:gd name="connsiteX11" fmla="*/ 1024467 w 1303867"/>
              <a:gd name="connsiteY11" fmla="*/ 46566 h 423341"/>
              <a:gd name="connsiteX12" fmla="*/ 1066800 w 1303867"/>
              <a:gd name="connsiteY12" fmla="*/ 347133 h 423341"/>
              <a:gd name="connsiteX13" fmla="*/ 1117600 w 1303867"/>
              <a:gd name="connsiteY13" fmla="*/ 177800 h 423341"/>
              <a:gd name="connsiteX14" fmla="*/ 1303867 w 1303867"/>
              <a:gd name="connsiteY14" fmla="*/ 156633 h 42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03867" h="423341">
                <a:moveTo>
                  <a:pt x="0" y="186266"/>
                </a:moveTo>
                <a:cubicBezTo>
                  <a:pt x="152047" y="175330"/>
                  <a:pt x="304094" y="164394"/>
                  <a:pt x="385233" y="203200"/>
                </a:cubicBezTo>
                <a:cubicBezTo>
                  <a:pt x="466372" y="242006"/>
                  <a:pt x="460022" y="452967"/>
                  <a:pt x="486833" y="419100"/>
                </a:cubicBezTo>
                <a:cubicBezTo>
                  <a:pt x="513644" y="385233"/>
                  <a:pt x="527050" y="706"/>
                  <a:pt x="546100" y="0"/>
                </a:cubicBezTo>
                <a:cubicBezTo>
                  <a:pt x="565150" y="-706"/>
                  <a:pt x="578555" y="414161"/>
                  <a:pt x="601133" y="414866"/>
                </a:cubicBezTo>
                <a:cubicBezTo>
                  <a:pt x="623711" y="415571"/>
                  <a:pt x="660400" y="4938"/>
                  <a:pt x="681567" y="4233"/>
                </a:cubicBezTo>
                <a:cubicBezTo>
                  <a:pt x="702734" y="3527"/>
                  <a:pt x="709083" y="408516"/>
                  <a:pt x="728133" y="410633"/>
                </a:cubicBezTo>
                <a:cubicBezTo>
                  <a:pt x="747183" y="412750"/>
                  <a:pt x="776111" y="14816"/>
                  <a:pt x="795867" y="16933"/>
                </a:cubicBezTo>
                <a:cubicBezTo>
                  <a:pt x="815623" y="19050"/>
                  <a:pt x="826912" y="421216"/>
                  <a:pt x="846667" y="423333"/>
                </a:cubicBezTo>
                <a:cubicBezTo>
                  <a:pt x="866422" y="425450"/>
                  <a:pt x="895350" y="36688"/>
                  <a:pt x="914400" y="29633"/>
                </a:cubicBezTo>
                <a:cubicBezTo>
                  <a:pt x="933450" y="22577"/>
                  <a:pt x="942623" y="378178"/>
                  <a:pt x="960967" y="381000"/>
                </a:cubicBezTo>
                <a:cubicBezTo>
                  <a:pt x="979312" y="383822"/>
                  <a:pt x="1006828" y="52210"/>
                  <a:pt x="1024467" y="46566"/>
                </a:cubicBezTo>
                <a:cubicBezTo>
                  <a:pt x="1042106" y="40921"/>
                  <a:pt x="1051278" y="325261"/>
                  <a:pt x="1066800" y="347133"/>
                </a:cubicBezTo>
                <a:cubicBezTo>
                  <a:pt x="1082322" y="369005"/>
                  <a:pt x="1078089" y="209550"/>
                  <a:pt x="1117600" y="177800"/>
                </a:cubicBezTo>
                <a:cubicBezTo>
                  <a:pt x="1157111" y="146050"/>
                  <a:pt x="1230489" y="151341"/>
                  <a:pt x="1303867" y="156633"/>
                </a:cubicBez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906D9CF-809C-EF1D-DFDD-0A5450BDBA9E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FFC000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557421" y="3440495"/>
            <a:ext cx="504755" cy="47792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2C68939-E434-707D-74C6-80746BC1685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63092" y="5475247"/>
            <a:ext cx="504755" cy="47792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45FEC561-AE4F-E668-DD1D-1FCE52489E5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62005" y="3410283"/>
            <a:ext cx="504755" cy="477925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D82E4C0D-4D5F-944B-22DB-D0161738317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42113" y="5478853"/>
            <a:ext cx="504755" cy="477925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E6533EA0-52D0-A285-C974-75CDCDA03DA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1291" y="3603406"/>
            <a:ext cx="236564" cy="464216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31F2A6CD-018F-E207-6EF6-F8780B5A4B3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30383" y="3603406"/>
            <a:ext cx="236564" cy="464216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EC98ECEB-EC5B-2140-3F67-491BAD1C4A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1692" y="5630641"/>
            <a:ext cx="236564" cy="464216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7D22426D-314C-AF9C-BCF2-BFDACB3EB3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0584" y="5630641"/>
            <a:ext cx="236564" cy="464216"/>
          </a:xfrm>
          <a:prstGeom prst="rect">
            <a:avLst/>
          </a:prstGeom>
        </p:spPr>
      </p:pic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21474C44-3361-4D29-DB69-FA35226430CA}"/>
              </a:ext>
            </a:extLst>
          </p:cNvPr>
          <p:cNvSpPr/>
          <p:nvPr/>
        </p:nvSpPr>
        <p:spPr>
          <a:xfrm rot="11542586">
            <a:off x="8346295" y="5808736"/>
            <a:ext cx="1220952" cy="134286"/>
          </a:xfrm>
          <a:custGeom>
            <a:avLst/>
            <a:gdLst>
              <a:gd name="connsiteX0" fmla="*/ 0 w 1303867"/>
              <a:gd name="connsiteY0" fmla="*/ 186266 h 423341"/>
              <a:gd name="connsiteX1" fmla="*/ 385233 w 1303867"/>
              <a:gd name="connsiteY1" fmla="*/ 203200 h 423341"/>
              <a:gd name="connsiteX2" fmla="*/ 486833 w 1303867"/>
              <a:gd name="connsiteY2" fmla="*/ 419100 h 423341"/>
              <a:gd name="connsiteX3" fmla="*/ 546100 w 1303867"/>
              <a:gd name="connsiteY3" fmla="*/ 0 h 423341"/>
              <a:gd name="connsiteX4" fmla="*/ 601133 w 1303867"/>
              <a:gd name="connsiteY4" fmla="*/ 414866 h 423341"/>
              <a:gd name="connsiteX5" fmla="*/ 681567 w 1303867"/>
              <a:gd name="connsiteY5" fmla="*/ 4233 h 423341"/>
              <a:gd name="connsiteX6" fmla="*/ 728133 w 1303867"/>
              <a:gd name="connsiteY6" fmla="*/ 410633 h 423341"/>
              <a:gd name="connsiteX7" fmla="*/ 795867 w 1303867"/>
              <a:gd name="connsiteY7" fmla="*/ 16933 h 423341"/>
              <a:gd name="connsiteX8" fmla="*/ 846667 w 1303867"/>
              <a:gd name="connsiteY8" fmla="*/ 423333 h 423341"/>
              <a:gd name="connsiteX9" fmla="*/ 914400 w 1303867"/>
              <a:gd name="connsiteY9" fmla="*/ 29633 h 423341"/>
              <a:gd name="connsiteX10" fmla="*/ 960967 w 1303867"/>
              <a:gd name="connsiteY10" fmla="*/ 381000 h 423341"/>
              <a:gd name="connsiteX11" fmla="*/ 1024467 w 1303867"/>
              <a:gd name="connsiteY11" fmla="*/ 46566 h 423341"/>
              <a:gd name="connsiteX12" fmla="*/ 1066800 w 1303867"/>
              <a:gd name="connsiteY12" fmla="*/ 347133 h 423341"/>
              <a:gd name="connsiteX13" fmla="*/ 1117600 w 1303867"/>
              <a:gd name="connsiteY13" fmla="*/ 177800 h 423341"/>
              <a:gd name="connsiteX14" fmla="*/ 1303867 w 1303867"/>
              <a:gd name="connsiteY14" fmla="*/ 156633 h 42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03867" h="423341">
                <a:moveTo>
                  <a:pt x="0" y="186266"/>
                </a:moveTo>
                <a:cubicBezTo>
                  <a:pt x="152047" y="175330"/>
                  <a:pt x="304094" y="164394"/>
                  <a:pt x="385233" y="203200"/>
                </a:cubicBezTo>
                <a:cubicBezTo>
                  <a:pt x="466372" y="242006"/>
                  <a:pt x="460022" y="452967"/>
                  <a:pt x="486833" y="419100"/>
                </a:cubicBezTo>
                <a:cubicBezTo>
                  <a:pt x="513644" y="385233"/>
                  <a:pt x="527050" y="706"/>
                  <a:pt x="546100" y="0"/>
                </a:cubicBezTo>
                <a:cubicBezTo>
                  <a:pt x="565150" y="-706"/>
                  <a:pt x="578555" y="414161"/>
                  <a:pt x="601133" y="414866"/>
                </a:cubicBezTo>
                <a:cubicBezTo>
                  <a:pt x="623711" y="415571"/>
                  <a:pt x="660400" y="4938"/>
                  <a:pt x="681567" y="4233"/>
                </a:cubicBezTo>
                <a:cubicBezTo>
                  <a:pt x="702734" y="3527"/>
                  <a:pt x="709083" y="408516"/>
                  <a:pt x="728133" y="410633"/>
                </a:cubicBezTo>
                <a:cubicBezTo>
                  <a:pt x="747183" y="412750"/>
                  <a:pt x="776111" y="14816"/>
                  <a:pt x="795867" y="16933"/>
                </a:cubicBezTo>
                <a:cubicBezTo>
                  <a:pt x="815623" y="19050"/>
                  <a:pt x="826912" y="421216"/>
                  <a:pt x="846667" y="423333"/>
                </a:cubicBezTo>
                <a:cubicBezTo>
                  <a:pt x="866422" y="425450"/>
                  <a:pt x="895350" y="36688"/>
                  <a:pt x="914400" y="29633"/>
                </a:cubicBezTo>
                <a:cubicBezTo>
                  <a:pt x="933450" y="22577"/>
                  <a:pt x="942623" y="378178"/>
                  <a:pt x="960967" y="381000"/>
                </a:cubicBezTo>
                <a:cubicBezTo>
                  <a:pt x="979312" y="383822"/>
                  <a:pt x="1006828" y="52210"/>
                  <a:pt x="1024467" y="46566"/>
                </a:cubicBezTo>
                <a:cubicBezTo>
                  <a:pt x="1042106" y="40921"/>
                  <a:pt x="1051278" y="325261"/>
                  <a:pt x="1066800" y="347133"/>
                </a:cubicBezTo>
                <a:cubicBezTo>
                  <a:pt x="1082322" y="369005"/>
                  <a:pt x="1078089" y="209550"/>
                  <a:pt x="1117600" y="177800"/>
                </a:cubicBezTo>
                <a:cubicBezTo>
                  <a:pt x="1157111" y="146050"/>
                  <a:pt x="1230489" y="151341"/>
                  <a:pt x="1303867" y="156633"/>
                </a:cubicBez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62910FE-BBFA-C187-D9E6-4D412164E57C}"/>
              </a:ext>
            </a:extLst>
          </p:cNvPr>
          <p:cNvSpPr txBox="1"/>
          <p:nvPr/>
        </p:nvSpPr>
        <p:spPr>
          <a:xfrm rot="16200000">
            <a:off x="4501345" y="4127460"/>
            <a:ext cx="1648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Modality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8078C60-CA35-51F2-54A9-89739DD7691B}"/>
              </a:ext>
            </a:extLst>
          </p:cNvPr>
          <p:cNvSpPr txBox="1"/>
          <p:nvPr/>
        </p:nvSpPr>
        <p:spPr>
          <a:xfrm rot="16200000">
            <a:off x="4431623" y="6244239"/>
            <a:ext cx="17833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Infrared Modality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09E74F7-1E2D-EFB7-57C7-2DCD1B930082}"/>
              </a:ext>
            </a:extLst>
          </p:cNvPr>
          <p:cNvSpPr txBox="1"/>
          <p:nvPr/>
        </p:nvSpPr>
        <p:spPr>
          <a:xfrm>
            <a:off x="10115321" y="3711735"/>
            <a:ext cx="1144381" cy="739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 Lighting Conditions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D1D832F-F33B-AC34-717B-211C4127D23B}"/>
              </a:ext>
            </a:extLst>
          </p:cNvPr>
          <p:cNvGrpSpPr/>
          <p:nvPr/>
        </p:nvGrpSpPr>
        <p:grpSpPr>
          <a:xfrm rot="10800000">
            <a:off x="10358090" y="3439704"/>
            <a:ext cx="702500" cy="303507"/>
            <a:chOff x="8186497" y="684634"/>
            <a:chExt cx="944034" cy="513374"/>
          </a:xfrm>
        </p:grpSpPr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1C3CF90C-959D-95E9-F289-A58103C0030E}"/>
                </a:ext>
              </a:extLst>
            </p:cNvPr>
            <p:cNvSpPr/>
            <p:nvPr/>
          </p:nvSpPr>
          <p:spPr>
            <a:xfrm>
              <a:off x="8186497" y="684634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rgbClr val="C0000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82B78773-A35E-BFB3-3648-CA975D9692F9}"/>
                </a:ext>
              </a:extLst>
            </p:cNvPr>
            <p:cNvSpPr/>
            <p:nvPr/>
          </p:nvSpPr>
          <p:spPr>
            <a:xfrm>
              <a:off x="8186497" y="863253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chemeClr val="accent6">
                  <a:lumMod val="7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290150F1-8D32-5A8F-F468-ADB5DDFDA2D2}"/>
                </a:ext>
              </a:extLst>
            </p:cNvPr>
            <p:cNvSpPr/>
            <p:nvPr/>
          </p:nvSpPr>
          <p:spPr>
            <a:xfrm>
              <a:off x="8186497" y="1024442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chemeClr val="accent5">
                  <a:lumMod val="7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504E9BC2-F358-B305-59A6-D7358FCB8DD5}"/>
              </a:ext>
            </a:extLst>
          </p:cNvPr>
          <p:cNvSpPr txBox="1"/>
          <p:nvPr/>
        </p:nvSpPr>
        <p:spPr>
          <a:xfrm>
            <a:off x="5154025" y="7481812"/>
            <a:ext cx="35267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Frequency-Aware Framework (Ours)</a:t>
            </a: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E61BBE68-0316-5EAD-1DCD-52DFA202B8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298" y="8130422"/>
            <a:ext cx="538346" cy="928184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84DD168C-83D4-8DD2-1880-F9233E966B51}"/>
              </a:ext>
            </a:extLst>
          </p:cNvPr>
          <p:cNvSpPr txBox="1"/>
          <p:nvPr/>
        </p:nvSpPr>
        <p:spPr>
          <a:xfrm>
            <a:off x="5837765" y="8383727"/>
            <a:ext cx="666991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6284248-0A2D-C997-91A7-4F222513D5C4}"/>
              </a:ext>
            </a:extLst>
          </p:cNvPr>
          <p:cNvSpPr txBox="1"/>
          <p:nvPr/>
        </p:nvSpPr>
        <p:spPr>
          <a:xfrm>
            <a:off x="7773877" y="8391421"/>
            <a:ext cx="83893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BC82D99-DA81-5B71-F440-B52374FEE0B3}"/>
              </a:ext>
            </a:extLst>
          </p:cNvPr>
          <p:cNvSpPr txBox="1"/>
          <p:nvPr/>
        </p:nvSpPr>
        <p:spPr>
          <a:xfrm>
            <a:off x="9909106" y="8383727"/>
            <a:ext cx="141417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33A1310-77BF-BD67-55F3-0B98F256AFC3}"/>
              </a:ext>
            </a:extLst>
          </p:cNvPr>
          <p:cNvSpPr txBox="1"/>
          <p:nvPr/>
        </p:nvSpPr>
        <p:spPr>
          <a:xfrm>
            <a:off x="7236435" y="7807930"/>
            <a:ext cx="1965683" cy="307905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44000">
                <a:srgbClr val="4C1873"/>
              </a:gs>
              <a:gs pos="81000">
                <a:srgbClr val="7030A0"/>
              </a:gs>
              <a:gs pos="100000">
                <a:srgbClr val="CC99FF"/>
              </a:gs>
            </a:gsLst>
            <a:lin ang="5400000" scaled="1"/>
            <a:tileRect/>
          </a:gradFill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Information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EB12892-2D10-718E-D8A5-5C59BFF0B95E}"/>
              </a:ext>
            </a:extLst>
          </p:cNvPr>
          <p:cNvGrpSpPr/>
          <p:nvPr/>
        </p:nvGrpSpPr>
        <p:grpSpPr>
          <a:xfrm>
            <a:off x="7297771" y="8141516"/>
            <a:ext cx="519922" cy="899875"/>
            <a:chOff x="2632724" y="889453"/>
            <a:chExt cx="873977" cy="151266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49" name="立方体 48">
              <a:extLst>
                <a:ext uri="{FF2B5EF4-FFF2-40B4-BE49-F238E27FC236}">
                  <a16:creationId xmlns:a16="http://schemas.microsoft.com/office/drawing/2014/main" id="{5354FE4A-0401-44C6-4077-F2862AAE955A}"/>
                </a:ext>
              </a:extLst>
            </p:cNvPr>
            <p:cNvSpPr/>
            <p:nvPr/>
          </p:nvSpPr>
          <p:spPr>
            <a:xfrm>
              <a:off x="2632724" y="889453"/>
              <a:ext cx="602686" cy="1512669"/>
            </a:xfrm>
            <a:prstGeom prst="cube">
              <a:avLst>
                <a:gd name="adj" fmla="val 67592"/>
              </a:avLst>
            </a:prstGeom>
            <a:grpFill/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立方体 49">
              <a:extLst>
                <a:ext uri="{FF2B5EF4-FFF2-40B4-BE49-F238E27FC236}">
                  <a16:creationId xmlns:a16="http://schemas.microsoft.com/office/drawing/2014/main" id="{15B27F66-FA1F-6CAA-4FCC-2C1557AE64DC}"/>
                </a:ext>
              </a:extLst>
            </p:cNvPr>
            <p:cNvSpPr/>
            <p:nvPr/>
          </p:nvSpPr>
          <p:spPr>
            <a:xfrm>
              <a:off x="2900780" y="1117207"/>
              <a:ext cx="453223" cy="1087641"/>
            </a:xfrm>
            <a:prstGeom prst="cube">
              <a:avLst>
                <a:gd name="adj" fmla="val 59746"/>
              </a:avLst>
            </a:prstGeom>
            <a:grpFill/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立方体 50">
              <a:extLst>
                <a:ext uri="{FF2B5EF4-FFF2-40B4-BE49-F238E27FC236}">
                  <a16:creationId xmlns:a16="http://schemas.microsoft.com/office/drawing/2014/main" id="{ECBB05E7-4BEE-E047-251E-7AD9440688B4}"/>
                </a:ext>
              </a:extLst>
            </p:cNvPr>
            <p:cNvSpPr/>
            <p:nvPr/>
          </p:nvSpPr>
          <p:spPr>
            <a:xfrm>
              <a:off x="3144638" y="1283310"/>
              <a:ext cx="362063" cy="694899"/>
            </a:xfrm>
            <a:prstGeom prst="cube">
              <a:avLst>
                <a:gd name="adj" fmla="val 59143"/>
              </a:avLst>
            </a:prstGeom>
            <a:grpFill/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8A4C5D3-37F4-7398-BFA6-FAC8AA3994D3}"/>
              </a:ext>
            </a:extLst>
          </p:cNvPr>
          <p:cNvGrpSpPr/>
          <p:nvPr/>
        </p:nvGrpSpPr>
        <p:grpSpPr>
          <a:xfrm>
            <a:off x="9190102" y="7634618"/>
            <a:ext cx="1887992" cy="1462862"/>
            <a:chOff x="1375637" y="5886936"/>
            <a:chExt cx="3130257" cy="2425400"/>
          </a:xfrm>
        </p:grpSpPr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D21BE0F7-BFC9-7218-E97E-E07B0F4F2149}"/>
                </a:ext>
              </a:extLst>
            </p:cNvPr>
            <p:cNvCxnSpPr>
              <a:cxnSpLocks/>
            </p:cNvCxnSpPr>
            <p:nvPr/>
          </p:nvCxnSpPr>
          <p:spPr>
            <a:xfrm>
              <a:off x="1737726" y="8117953"/>
              <a:ext cx="181104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6E1DF739-3545-0F1F-AF9F-FF944D4562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2109" y="6493483"/>
              <a:ext cx="0" cy="181885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37C45AF7-C754-B532-9BF4-184E3301A3DA}"/>
                </a:ext>
              </a:extLst>
            </p:cNvPr>
            <p:cNvSpPr txBox="1"/>
            <p:nvPr/>
          </p:nvSpPr>
          <p:spPr>
            <a:xfrm rot="16200000">
              <a:off x="995448" y="7173514"/>
              <a:ext cx="1270879" cy="5105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1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Loss</a:t>
              </a:r>
            </a:p>
          </p:txBody>
        </p:sp>
        <p:sp>
          <p:nvSpPr>
            <p:cNvPr id="56" name="弧形 55">
              <a:extLst>
                <a:ext uri="{FF2B5EF4-FFF2-40B4-BE49-F238E27FC236}">
                  <a16:creationId xmlns:a16="http://schemas.microsoft.com/office/drawing/2014/main" id="{7F9AC310-5787-ED9D-62D4-051791D771D9}"/>
                </a:ext>
              </a:extLst>
            </p:cNvPr>
            <p:cNvSpPr/>
            <p:nvPr/>
          </p:nvSpPr>
          <p:spPr>
            <a:xfrm rot="10800000">
              <a:off x="2093239" y="5886936"/>
              <a:ext cx="2412655" cy="1961254"/>
            </a:xfrm>
            <a:prstGeom prst="arc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7" name="箭头: 右 56">
            <a:extLst>
              <a:ext uri="{FF2B5EF4-FFF2-40B4-BE49-F238E27FC236}">
                <a16:creationId xmlns:a16="http://schemas.microsoft.com/office/drawing/2014/main" id="{A5FDAD61-85FF-301E-2B2B-447E7968BD92}"/>
              </a:ext>
            </a:extLst>
          </p:cNvPr>
          <p:cNvSpPr/>
          <p:nvPr/>
        </p:nvSpPr>
        <p:spPr>
          <a:xfrm>
            <a:off x="8612155" y="8392187"/>
            <a:ext cx="594988" cy="341228"/>
          </a:xfrm>
          <a:prstGeom prst="rightArrow">
            <a:avLst/>
          </a:prstGeom>
          <a:gradFill flip="none" rotWithShape="1">
            <a:gsLst>
              <a:gs pos="0">
                <a:srgbClr val="E09A9C"/>
              </a:gs>
              <a:gs pos="21000">
                <a:srgbClr val="F0BFBB"/>
              </a:gs>
              <a:gs pos="79000">
                <a:srgbClr val="BCDFFD"/>
              </a:gs>
              <a:gs pos="100000">
                <a:srgbClr val="AACAF1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418F5474-6B9F-251E-EB3E-CA3EC7735E7F}"/>
              </a:ext>
            </a:extLst>
          </p:cNvPr>
          <p:cNvCxnSpPr>
            <a:cxnSpLocks/>
            <a:stCxn id="47" idx="1"/>
            <a:endCxn id="44" idx="0"/>
          </p:cNvCxnSpPr>
          <p:nvPr/>
        </p:nvCxnSpPr>
        <p:spPr>
          <a:xfrm rot="10800000" flipV="1">
            <a:off x="6171257" y="7961879"/>
            <a:ext cx="1065174" cy="421844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00FFE7DE-0D12-48A8-8A23-2FC2CBCFCCA3}"/>
              </a:ext>
            </a:extLst>
          </p:cNvPr>
          <p:cNvCxnSpPr>
            <a:cxnSpLocks/>
            <a:stCxn id="47" idx="3"/>
            <a:endCxn id="46" idx="0"/>
          </p:cNvCxnSpPr>
          <p:nvPr/>
        </p:nvCxnSpPr>
        <p:spPr>
          <a:xfrm>
            <a:off x="9202114" y="7961879"/>
            <a:ext cx="1414078" cy="421844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59">
            <a:extLst>
              <a:ext uri="{FF2B5EF4-FFF2-40B4-BE49-F238E27FC236}">
                <a16:creationId xmlns:a16="http://schemas.microsoft.com/office/drawing/2014/main" id="{8E82EF18-B949-795B-1A77-160C4DD4C76D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27490" y="3390359"/>
            <a:ext cx="419915" cy="419915"/>
          </a:xfrm>
          <a:prstGeom prst="rect">
            <a:avLst/>
          </a:prstGeom>
        </p:spPr>
      </p:pic>
      <p:grpSp>
        <p:nvGrpSpPr>
          <p:cNvPr id="61" name="组合 60">
            <a:extLst>
              <a:ext uri="{FF2B5EF4-FFF2-40B4-BE49-F238E27FC236}">
                <a16:creationId xmlns:a16="http://schemas.microsoft.com/office/drawing/2014/main" id="{8D601E6D-99F7-D64B-1E84-2D3417361479}"/>
              </a:ext>
            </a:extLst>
          </p:cNvPr>
          <p:cNvGrpSpPr/>
          <p:nvPr/>
        </p:nvGrpSpPr>
        <p:grpSpPr>
          <a:xfrm>
            <a:off x="10305391" y="5982083"/>
            <a:ext cx="772891" cy="738663"/>
            <a:chOff x="4760797" y="5470744"/>
            <a:chExt cx="1325480" cy="1266780"/>
          </a:xfrm>
        </p:grpSpPr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B6C4D164-BEDB-B5C7-2E82-42DEAB5D7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814" r="51052" b="59969"/>
            <a:stretch/>
          </p:blipFill>
          <p:spPr>
            <a:xfrm>
              <a:off x="4760797" y="5486346"/>
              <a:ext cx="657267" cy="1251178"/>
            </a:xfrm>
            <a:prstGeom prst="rect">
              <a:avLst/>
            </a:prstGeom>
          </p:spPr>
        </p:pic>
        <p:pic>
          <p:nvPicPr>
            <p:cNvPr id="63" name="图片 62">
              <a:extLst>
                <a:ext uri="{FF2B5EF4-FFF2-40B4-BE49-F238E27FC236}">
                  <a16:creationId xmlns:a16="http://schemas.microsoft.com/office/drawing/2014/main" id="{F325EF30-24CF-9A9B-EF56-D2AF9FB75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881" t="-469" r="51000" b="60043"/>
            <a:stretch/>
          </p:blipFill>
          <p:spPr>
            <a:xfrm>
              <a:off x="5473092" y="5470744"/>
              <a:ext cx="613185" cy="1263534"/>
            </a:xfrm>
            <a:prstGeom prst="rect">
              <a:avLst/>
            </a:prstGeom>
          </p:spPr>
        </p:pic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61CF9ACC-7D3E-D6C4-6519-03C5C41EEF3D}"/>
              </a:ext>
            </a:extLst>
          </p:cNvPr>
          <p:cNvGrpSpPr/>
          <p:nvPr/>
        </p:nvGrpSpPr>
        <p:grpSpPr>
          <a:xfrm>
            <a:off x="10272176" y="4516873"/>
            <a:ext cx="803323" cy="729566"/>
            <a:chOff x="4787441" y="2731820"/>
            <a:chExt cx="1377669" cy="1251178"/>
          </a:xfrm>
        </p:grpSpPr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22A6C967-F2AD-6EEE-C8A4-A014B663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24" r="67010" b="59969"/>
            <a:stretch/>
          </p:blipFill>
          <p:spPr>
            <a:xfrm>
              <a:off x="4787441" y="2731820"/>
              <a:ext cx="680392" cy="1251178"/>
            </a:xfrm>
            <a:prstGeom prst="rect">
              <a:avLst/>
            </a:prstGeom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5999C858-CD92-9610-CD04-9D1DCC21D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94" r="67414" b="60556"/>
            <a:stretch/>
          </p:blipFill>
          <p:spPr>
            <a:xfrm>
              <a:off x="5500981" y="2735377"/>
              <a:ext cx="664129" cy="1232826"/>
            </a:xfrm>
            <a:prstGeom prst="rect">
              <a:avLst/>
            </a:prstGeom>
          </p:spPr>
        </p:pic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D0E59836-5544-5C86-1A29-B13316AB6540}"/>
              </a:ext>
            </a:extLst>
          </p:cNvPr>
          <p:cNvSpPr txBox="1"/>
          <p:nvPr/>
        </p:nvSpPr>
        <p:spPr>
          <a:xfrm>
            <a:off x="8033372" y="5390516"/>
            <a:ext cx="2055005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 (Underexposure)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6FDE4FD-621A-A195-7880-11DEA3DFC0DE}"/>
              </a:ext>
            </a:extLst>
          </p:cNvPr>
          <p:cNvSpPr txBox="1"/>
          <p:nvPr/>
        </p:nvSpPr>
        <p:spPr>
          <a:xfrm>
            <a:off x="5806450" y="5381037"/>
            <a:ext cx="2055005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(Overexposure)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807776F-91D1-6940-7EB1-A6A2433B2D39}"/>
              </a:ext>
            </a:extLst>
          </p:cNvPr>
          <p:cNvSpPr txBox="1"/>
          <p:nvPr/>
        </p:nvSpPr>
        <p:spPr>
          <a:xfrm>
            <a:off x="5533404" y="3803729"/>
            <a:ext cx="665271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401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1401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626C32A5-787F-4ED6-5E1A-0E61888BC596}"/>
              </a:ext>
            </a:extLst>
          </p:cNvPr>
          <p:cNvSpPr txBox="1"/>
          <p:nvPr/>
        </p:nvSpPr>
        <p:spPr>
          <a:xfrm>
            <a:off x="5532843" y="5849865"/>
            <a:ext cx="665271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15961D-37BD-F1CB-0B02-6A3AD5787144}"/>
              </a:ext>
            </a:extLst>
          </p:cNvPr>
          <p:cNvSpPr txBox="1"/>
          <p:nvPr/>
        </p:nvSpPr>
        <p:spPr>
          <a:xfrm>
            <a:off x="5156564" y="9200386"/>
            <a:ext cx="61003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丰富配色</a:t>
            </a:r>
          </a:p>
        </p:txBody>
      </p:sp>
    </p:spTree>
    <p:extLst>
      <p:ext uri="{BB962C8B-B14F-4D97-AF65-F5344CB8AC3E}">
        <p14:creationId xmlns:p14="http://schemas.microsoft.com/office/powerpoint/2010/main" val="2505366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22DCDE61-1DFA-D393-F905-138D46176CF5}"/>
              </a:ext>
            </a:extLst>
          </p:cNvPr>
          <p:cNvSpPr/>
          <p:nvPr/>
        </p:nvSpPr>
        <p:spPr>
          <a:xfrm>
            <a:off x="5060508" y="3150885"/>
            <a:ext cx="5003014" cy="2234647"/>
          </a:xfrm>
          <a:prstGeom prst="roundRect">
            <a:avLst>
              <a:gd name="adj" fmla="val 687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483529E-4648-3273-62FC-83CC6BD880EC}"/>
              </a:ext>
            </a:extLst>
          </p:cNvPr>
          <p:cNvSpPr/>
          <p:nvPr/>
        </p:nvSpPr>
        <p:spPr>
          <a:xfrm>
            <a:off x="5065984" y="5426160"/>
            <a:ext cx="5003014" cy="2227900"/>
          </a:xfrm>
          <a:prstGeom prst="roundRect">
            <a:avLst>
              <a:gd name="adj" fmla="val 68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AB137AC-00F6-7DB4-EA6C-959D5D01154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25" b="59969"/>
          <a:stretch/>
        </p:blipFill>
        <p:spPr>
          <a:xfrm>
            <a:off x="5412840" y="4090070"/>
            <a:ext cx="2174762" cy="12511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50CD6E6-2E5E-799E-16F9-F68D52576BB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CFFFD"/>
              </a:clrFrom>
              <a:clrTo>
                <a:srgbClr val="FCFF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5" b="59969"/>
          <a:stretch/>
        </p:blipFill>
        <p:spPr>
          <a:xfrm>
            <a:off x="7761125" y="4089901"/>
            <a:ext cx="2174764" cy="12511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8806A2D-1436-9846-875B-E91896E89D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" t="782" r="83748" b="60556"/>
          <a:stretch/>
        </p:blipFill>
        <p:spPr>
          <a:xfrm>
            <a:off x="5452274" y="6417955"/>
            <a:ext cx="674513" cy="12083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4AC9465-4B58-7074-0F57-2371FCCC5FC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88" t="1046" r="673" b="60597"/>
          <a:stretch/>
        </p:blipFill>
        <p:spPr>
          <a:xfrm>
            <a:off x="7819269" y="6417957"/>
            <a:ext cx="2108057" cy="119887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3A98140-AD4C-76F0-AEB6-1A8B62BF54A7}"/>
              </a:ext>
            </a:extLst>
          </p:cNvPr>
          <p:cNvSpPr txBox="1"/>
          <p:nvPr/>
        </p:nvSpPr>
        <p:spPr>
          <a:xfrm>
            <a:off x="10107786" y="5339903"/>
            <a:ext cx="1281680" cy="739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1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Amplitude</a:t>
            </a:r>
          </a:p>
          <a:p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Brightness</a:t>
            </a:r>
          </a:p>
          <a:p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Color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1F4892-6326-FC20-5FE2-C76F180035A7}"/>
              </a:ext>
            </a:extLst>
          </p:cNvPr>
          <p:cNvSpPr txBox="1"/>
          <p:nvPr/>
        </p:nvSpPr>
        <p:spPr>
          <a:xfrm>
            <a:off x="10146775" y="6918680"/>
            <a:ext cx="1251156" cy="739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1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Phase</a:t>
            </a:r>
          </a:p>
          <a:p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Structure</a:t>
            </a:r>
          </a:p>
          <a:p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Shape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EF1C58E-A655-CBA5-F01B-C0D8BD32D6DD}"/>
              </a:ext>
            </a:extLst>
          </p:cNvPr>
          <p:cNvSpPr txBox="1"/>
          <p:nvPr/>
        </p:nvSpPr>
        <p:spPr>
          <a:xfrm rot="16200000">
            <a:off x="4412553" y="4095934"/>
            <a:ext cx="1648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Modality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29ACD93-04A7-F450-51AC-47D514D19A77}"/>
              </a:ext>
            </a:extLst>
          </p:cNvPr>
          <p:cNvSpPr txBox="1"/>
          <p:nvPr/>
        </p:nvSpPr>
        <p:spPr>
          <a:xfrm rot="16200000">
            <a:off x="4346171" y="6346555"/>
            <a:ext cx="17833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Infrared Modality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FCBACA-800B-E7A9-C935-9CC915A89BE7}"/>
              </a:ext>
            </a:extLst>
          </p:cNvPr>
          <p:cNvSpPr txBox="1"/>
          <p:nvPr/>
        </p:nvSpPr>
        <p:spPr>
          <a:xfrm>
            <a:off x="10136459" y="3775094"/>
            <a:ext cx="1144381" cy="739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 Lighting Conditions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DD37F65-AFF3-16BA-C8F7-18EAA590DAD4}"/>
              </a:ext>
            </a:extLst>
          </p:cNvPr>
          <p:cNvGrpSpPr/>
          <p:nvPr/>
        </p:nvGrpSpPr>
        <p:grpSpPr>
          <a:xfrm rot="10800000">
            <a:off x="10377640" y="3275523"/>
            <a:ext cx="702500" cy="303507"/>
            <a:chOff x="8186497" y="684634"/>
            <a:chExt cx="944034" cy="513374"/>
          </a:xfrm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AFE3EBCD-FFD7-CEE3-B2EB-AE662C315966}"/>
                </a:ext>
              </a:extLst>
            </p:cNvPr>
            <p:cNvSpPr/>
            <p:nvPr/>
          </p:nvSpPr>
          <p:spPr>
            <a:xfrm>
              <a:off x="8186497" y="684634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rgbClr val="C0000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3F9AB05-2DAF-19E9-1807-BABC82689235}"/>
                </a:ext>
              </a:extLst>
            </p:cNvPr>
            <p:cNvSpPr/>
            <p:nvPr/>
          </p:nvSpPr>
          <p:spPr>
            <a:xfrm>
              <a:off x="8186497" y="863253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chemeClr val="accent6">
                  <a:lumMod val="7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506CD6D7-0F01-7762-52E5-68F57BA22B45}"/>
                </a:ext>
              </a:extLst>
            </p:cNvPr>
            <p:cNvSpPr/>
            <p:nvPr/>
          </p:nvSpPr>
          <p:spPr>
            <a:xfrm>
              <a:off x="8186497" y="1024442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chemeClr val="accent5">
                  <a:lumMod val="7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AC7B1AA-3D54-6DB7-F35A-9D89FD0C245A}"/>
              </a:ext>
            </a:extLst>
          </p:cNvPr>
          <p:cNvSpPr/>
          <p:nvPr/>
        </p:nvSpPr>
        <p:spPr>
          <a:xfrm>
            <a:off x="5060105" y="7714352"/>
            <a:ext cx="6244220" cy="1754556"/>
          </a:xfrm>
          <a:prstGeom prst="roundRect">
            <a:avLst>
              <a:gd name="adj" fmla="val 9967"/>
            </a:avLst>
          </a:prstGeom>
          <a:solidFill>
            <a:srgbClr val="F8E3E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5A98485-60F9-B62E-B8D7-4BD68476835D}"/>
              </a:ext>
            </a:extLst>
          </p:cNvPr>
          <p:cNvCxnSpPr>
            <a:cxnSpLocks/>
            <a:stCxn id="79" idx="2"/>
          </p:cNvCxnSpPr>
          <p:nvPr/>
        </p:nvCxnSpPr>
        <p:spPr>
          <a:xfrm flipH="1">
            <a:off x="8296318" y="8385181"/>
            <a:ext cx="3928" cy="388013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箭头: 右 20">
            <a:extLst>
              <a:ext uri="{FF2B5EF4-FFF2-40B4-BE49-F238E27FC236}">
                <a16:creationId xmlns:a16="http://schemas.microsoft.com/office/drawing/2014/main" id="{65ACBA8B-4E19-487B-99C2-2190B7C1E517}"/>
              </a:ext>
            </a:extLst>
          </p:cNvPr>
          <p:cNvSpPr/>
          <p:nvPr/>
        </p:nvSpPr>
        <p:spPr>
          <a:xfrm>
            <a:off x="6565309" y="8726548"/>
            <a:ext cx="714489" cy="341228"/>
          </a:xfrm>
          <a:prstGeom prst="rightArrow">
            <a:avLst/>
          </a:prstGeom>
          <a:gradFill flip="none" rotWithShape="1">
            <a:gsLst>
              <a:gs pos="0">
                <a:srgbClr val="E09A9C"/>
              </a:gs>
              <a:gs pos="21000">
                <a:srgbClr val="F0BFBB"/>
              </a:gs>
              <a:gs pos="79000">
                <a:srgbClr val="BCDFFD"/>
              </a:gs>
              <a:gs pos="100000">
                <a:srgbClr val="AACAF1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7584B5F-2A81-3733-C2F4-C2B74F600602}"/>
              </a:ext>
            </a:extLst>
          </p:cNvPr>
          <p:cNvSpPr txBox="1"/>
          <p:nvPr/>
        </p:nvSpPr>
        <p:spPr>
          <a:xfrm>
            <a:off x="5064656" y="7714577"/>
            <a:ext cx="35267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Frequency-Aware Framework (Ours)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192EE6F-03D4-104C-0854-9A04765662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81" t="2142" r="5583" b="3619"/>
          <a:stretch/>
        </p:blipFill>
        <p:spPr>
          <a:xfrm>
            <a:off x="5499896" y="8484652"/>
            <a:ext cx="485776" cy="874714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325F78CD-DF13-0D28-59F0-5C26D806CDDE}"/>
              </a:ext>
            </a:extLst>
          </p:cNvPr>
          <p:cNvSpPr txBox="1"/>
          <p:nvPr/>
        </p:nvSpPr>
        <p:spPr>
          <a:xfrm>
            <a:off x="5920849" y="8718087"/>
            <a:ext cx="666991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73D618-9201-2DD1-BADC-BB6020B50F2B}"/>
              </a:ext>
            </a:extLst>
          </p:cNvPr>
          <p:cNvSpPr txBox="1"/>
          <p:nvPr/>
        </p:nvSpPr>
        <p:spPr>
          <a:xfrm>
            <a:off x="7856962" y="8725779"/>
            <a:ext cx="83893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0A0A65B-CAF9-62C6-0FDB-8CE660B4EC62}"/>
              </a:ext>
            </a:extLst>
          </p:cNvPr>
          <p:cNvSpPr txBox="1"/>
          <p:nvPr/>
        </p:nvSpPr>
        <p:spPr>
          <a:xfrm>
            <a:off x="9992191" y="8718087"/>
            <a:ext cx="1414179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5C9717C-77BC-D237-0886-A2BA8C644C8C}"/>
              </a:ext>
            </a:extLst>
          </p:cNvPr>
          <p:cNvSpPr txBox="1"/>
          <p:nvPr/>
        </p:nvSpPr>
        <p:spPr>
          <a:xfrm>
            <a:off x="7319519" y="8074561"/>
            <a:ext cx="1965683" cy="307905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44000">
                <a:srgbClr val="4C1873"/>
              </a:gs>
              <a:gs pos="81000">
                <a:srgbClr val="7030A0"/>
              </a:gs>
              <a:gs pos="100000">
                <a:srgbClr val="CC99FF"/>
              </a:gs>
            </a:gsLst>
            <a:lin ang="5400000" scaled="1"/>
            <a:tileRect/>
          </a:gradFill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Information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AFCA5A6-A8F0-E320-C29E-55B53D4B2ABE}"/>
              </a:ext>
            </a:extLst>
          </p:cNvPr>
          <p:cNvGrpSpPr/>
          <p:nvPr/>
        </p:nvGrpSpPr>
        <p:grpSpPr>
          <a:xfrm>
            <a:off x="7380856" y="8475876"/>
            <a:ext cx="519922" cy="899875"/>
            <a:chOff x="2632724" y="889453"/>
            <a:chExt cx="873977" cy="1512669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9" name="立方体 28">
              <a:extLst>
                <a:ext uri="{FF2B5EF4-FFF2-40B4-BE49-F238E27FC236}">
                  <a16:creationId xmlns:a16="http://schemas.microsoft.com/office/drawing/2014/main" id="{5096E363-45A8-0419-1526-94504F1571A2}"/>
                </a:ext>
              </a:extLst>
            </p:cNvPr>
            <p:cNvSpPr/>
            <p:nvPr/>
          </p:nvSpPr>
          <p:spPr>
            <a:xfrm>
              <a:off x="2632724" y="889453"/>
              <a:ext cx="602686" cy="1512669"/>
            </a:xfrm>
            <a:prstGeom prst="cube">
              <a:avLst>
                <a:gd name="adj" fmla="val 67592"/>
              </a:avLst>
            </a:prstGeom>
            <a:grpFill/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立方体 29">
              <a:extLst>
                <a:ext uri="{FF2B5EF4-FFF2-40B4-BE49-F238E27FC236}">
                  <a16:creationId xmlns:a16="http://schemas.microsoft.com/office/drawing/2014/main" id="{55936C85-28FF-866E-C3D5-88B33502DFF9}"/>
                </a:ext>
              </a:extLst>
            </p:cNvPr>
            <p:cNvSpPr/>
            <p:nvPr/>
          </p:nvSpPr>
          <p:spPr>
            <a:xfrm>
              <a:off x="2900780" y="1117207"/>
              <a:ext cx="453223" cy="1087641"/>
            </a:xfrm>
            <a:prstGeom prst="cube">
              <a:avLst>
                <a:gd name="adj" fmla="val 59746"/>
              </a:avLst>
            </a:prstGeom>
            <a:grpFill/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立方体 30">
              <a:extLst>
                <a:ext uri="{FF2B5EF4-FFF2-40B4-BE49-F238E27FC236}">
                  <a16:creationId xmlns:a16="http://schemas.microsoft.com/office/drawing/2014/main" id="{AE13AB70-E5B8-3410-3314-79C59F79E371}"/>
                </a:ext>
              </a:extLst>
            </p:cNvPr>
            <p:cNvSpPr/>
            <p:nvPr/>
          </p:nvSpPr>
          <p:spPr>
            <a:xfrm>
              <a:off x="3144638" y="1283310"/>
              <a:ext cx="362063" cy="694899"/>
            </a:xfrm>
            <a:prstGeom prst="cube">
              <a:avLst>
                <a:gd name="adj" fmla="val 59143"/>
              </a:avLst>
            </a:prstGeom>
            <a:grpFill/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D926315-EE83-3DAA-47F7-1729F06778AA}"/>
              </a:ext>
            </a:extLst>
          </p:cNvPr>
          <p:cNvGrpSpPr/>
          <p:nvPr/>
        </p:nvGrpSpPr>
        <p:grpSpPr>
          <a:xfrm>
            <a:off x="9273186" y="7960515"/>
            <a:ext cx="1887992" cy="1462862"/>
            <a:chOff x="1375637" y="5886936"/>
            <a:chExt cx="3130257" cy="2425400"/>
          </a:xfrm>
        </p:grpSpPr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FAF3AA95-9F36-9F02-FFC1-43ED3E8AB68D}"/>
                </a:ext>
              </a:extLst>
            </p:cNvPr>
            <p:cNvCxnSpPr>
              <a:cxnSpLocks/>
            </p:cNvCxnSpPr>
            <p:nvPr/>
          </p:nvCxnSpPr>
          <p:spPr>
            <a:xfrm>
              <a:off x="1737726" y="8117953"/>
              <a:ext cx="181104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741F62FF-FBBD-1AA1-8D8B-3B523E4285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2109" y="6493483"/>
              <a:ext cx="0" cy="181885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D681A8D-F808-93EE-747B-8B25AE81BF9B}"/>
                </a:ext>
              </a:extLst>
            </p:cNvPr>
            <p:cNvSpPr txBox="1"/>
            <p:nvPr/>
          </p:nvSpPr>
          <p:spPr>
            <a:xfrm rot="16200000">
              <a:off x="995448" y="7173514"/>
              <a:ext cx="1270879" cy="5105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1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Loss</a:t>
              </a:r>
            </a:p>
          </p:txBody>
        </p:sp>
        <p:sp>
          <p:nvSpPr>
            <p:cNvPr id="36" name="弧形 35">
              <a:extLst>
                <a:ext uri="{FF2B5EF4-FFF2-40B4-BE49-F238E27FC236}">
                  <a16:creationId xmlns:a16="http://schemas.microsoft.com/office/drawing/2014/main" id="{2D2FD04D-E1C1-47D5-62C0-67084AB3CBBC}"/>
                </a:ext>
              </a:extLst>
            </p:cNvPr>
            <p:cNvSpPr/>
            <p:nvPr/>
          </p:nvSpPr>
          <p:spPr>
            <a:xfrm rot="10800000">
              <a:off x="2093239" y="5886936"/>
              <a:ext cx="2412655" cy="1961254"/>
            </a:xfrm>
            <a:prstGeom prst="arc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箭头: 右 36">
            <a:extLst>
              <a:ext uri="{FF2B5EF4-FFF2-40B4-BE49-F238E27FC236}">
                <a16:creationId xmlns:a16="http://schemas.microsoft.com/office/drawing/2014/main" id="{C8FA78FE-4D65-BE94-67E5-841EF09B4593}"/>
              </a:ext>
            </a:extLst>
          </p:cNvPr>
          <p:cNvSpPr/>
          <p:nvPr/>
        </p:nvSpPr>
        <p:spPr>
          <a:xfrm>
            <a:off x="8695240" y="8726548"/>
            <a:ext cx="594988" cy="341228"/>
          </a:xfrm>
          <a:prstGeom prst="rightArrow">
            <a:avLst/>
          </a:prstGeom>
          <a:gradFill flip="none" rotWithShape="1">
            <a:gsLst>
              <a:gs pos="0">
                <a:srgbClr val="E09A9C"/>
              </a:gs>
              <a:gs pos="21000">
                <a:srgbClr val="F0BFBB"/>
              </a:gs>
              <a:gs pos="79000">
                <a:srgbClr val="BCDFFD"/>
              </a:gs>
              <a:gs pos="100000">
                <a:srgbClr val="AACAF1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B4E92775-0AC2-26F8-F314-57470F191D22}"/>
              </a:ext>
            </a:extLst>
          </p:cNvPr>
          <p:cNvCxnSpPr>
            <a:cxnSpLocks/>
            <a:stCxn id="79" idx="1"/>
            <a:endCxn id="24" idx="0"/>
          </p:cNvCxnSpPr>
          <p:nvPr/>
        </p:nvCxnSpPr>
        <p:spPr>
          <a:xfrm rot="10800000" flipV="1">
            <a:off x="6254346" y="8229599"/>
            <a:ext cx="1061655" cy="488484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BBBE250E-E092-3F12-76AB-9646379647C9}"/>
              </a:ext>
            </a:extLst>
          </p:cNvPr>
          <p:cNvCxnSpPr>
            <a:cxnSpLocks/>
            <a:stCxn id="79" idx="3"/>
            <a:endCxn id="26" idx="0"/>
          </p:cNvCxnSpPr>
          <p:nvPr/>
        </p:nvCxnSpPr>
        <p:spPr>
          <a:xfrm>
            <a:off x="9284495" y="8229599"/>
            <a:ext cx="1414782" cy="488484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E2E2BEA-CB08-18C2-1231-CE2B7E193FA3}"/>
              </a:ext>
            </a:extLst>
          </p:cNvPr>
          <p:cNvGrpSpPr/>
          <p:nvPr/>
        </p:nvGrpSpPr>
        <p:grpSpPr>
          <a:xfrm>
            <a:off x="10319650" y="6191485"/>
            <a:ext cx="772891" cy="738663"/>
            <a:chOff x="4760797" y="5470744"/>
            <a:chExt cx="1325480" cy="1266780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6B86AAC9-B09B-82F0-4C00-1E20B8BFF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814" r="51052" b="59969"/>
            <a:stretch/>
          </p:blipFill>
          <p:spPr>
            <a:xfrm>
              <a:off x="4760797" y="5486346"/>
              <a:ext cx="657267" cy="1251178"/>
            </a:xfrm>
            <a:prstGeom prst="rect">
              <a:avLst/>
            </a:prstGeom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B0399AF3-ECD9-F5ED-EAE9-35DE2F636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881" t="-469" r="51000" b="60043"/>
            <a:stretch/>
          </p:blipFill>
          <p:spPr>
            <a:xfrm>
              <a:off x="5473092" y="5470744"/>
              <a:ext cx="613185" cy="1263534"/>
            </a:xfrm>
            <a:prstGeom prst="rect">
              <a:avLst/>
            </a:prstGeom>
          </p:spPr>
        </p:pic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46DC841F-C387-4B98-4ABA-1166E1ABCBE9}"/>
              </a:ext>
            </a:extLst>
          </p:cNvPr>
          <p:cNvGrpSpPr/>
          <p:nvPr/>
        </p:nvGrpSpPr>
        <p:grpSpPr>
          <a:xfrm>
            <a:off x="10307602" y="4641607"/>
            <a:ext cx="803323" cy="729566"/>
            <a:chOff x="4787441" y="2731820"/>
            <a:chExt cx="1377669" cy="125117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CF9FB2CD-C1F0-9238-D368-C517F4009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24" r="67010" b="59969"/>
            <a:stretch/>
          </p:blipFill>
          <p:spPr>
            <a:xfrm>
              <a:off x="4787441" y="2731820"/>
              <a:ext cx="680392" cy="1251178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9FB01DAC-F76C-15A3-DC37-C858D68DC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94" r="67414" b="60556"/>
            <a:stretch/>
          </p:blipFill>
          <p:spPr>
            <a:xfrm>
              <a:off x="5500981" y="2735377"/>
              <a:ext cx="664129" cy="1232826"/>
            </a:xfrm>
            <a:prstGeom prst="rect">
              <a:avLst/>
            </a:prstGeom>
          </p:spPr>
        </p:pic>
      </p:grp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512A94F9-049B-CB1A-8A63-C66D4E22FA3F}"/>
              </a:ext>
            </a:extLst>
          </p:cNvPr>
          <p:cNvSpPr/>
          <p:nvPr/>
        </p:nvSpPr>
        <p:spPr>
          <a:xfrm>
            <a:off x="5428026" y="3234035"/>
            <a:ext cx="4504265" cy="807912"/>
          </a:xfrm>
          <a:prstGeom prst="roundRect">
            <a:avLst>
              <a:gd name="adj" fmla="val 6875"/>
            </a:avLst>
          </a:prstGeom>
          <a:solidFill>
            <a:schemeClr val="bg1"/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21C37822-3C29-8A2A-D5C0-03F03106E376}"/>
              </a:ext>
            </a:extLst>
          </p:cNvPr>
          <p:cNvSpPr/>
          <p:nvPr/>
        </p:nvSpPr>
        <p:spPr>
          <a:xfrm>
            <a:off x="5430456" y="5502876"/>
            <a:ext cx="4504265" cy="807912"/>
          </a:xfrm>
          <a:prstGeom prst="roundRect">
            <a:avLst>
              <a:gd name="adj" fmla="val 6875"/>
            </a:avLst>
          </a:prstGeom>
          <a:solidFill>
            <a:schemeClr val="bg1"/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EB0F67B5-03AD-C54E-02F0-5C784E0E6388}"/>
              </a:ext>
            </a:extLst>
          </p:cNvPr>
          <p:cNvSpPr/>
          <p:nvPr/>
        </p:nvSpPr>
        <p:spPr>
          <a:xfrm rot="10800000">
            <a:off x="10381799" y="3653961"/>
            <a:ext cx="702392" cy="134286"/>
          </a:xfrm>
          <a:custGeom>
            <a:avLst/>
            <a:gdLst>
              <a:gd name="connsiteX0" fmla="*/ 0 w 1303867"/>
              <a:gd name="connsiteY0" fmla="*/ 186266 h 423341"/>
              <a:gd name="connsiteX1" fmla="*/ 385233 w 1303867"/>
              <a:gd name="connsiteY1" fmla="*/ 203200 h 423341"/>
              <a:gd name="connsiteX2" fmla="*/ 486833 w 1303867"/>
              <a:gd name="connsiteY2" fmla="*/ 419100 h 423341"/>
              <a:gd name="connsiteX3" fmla="*/ 546100 w 1303867"/>
              <a:gd name="connsiteY3" fmla="*/ 0 h 423341"/>
              <a:gd name="connsiteX4" fmla="*/ 601133 w 1303867"/>
              <a:gd name="connsiteY4" fmla="*/ 414866 h 423341"/>
              <a:gd name="connsiteX5" fmla="*/ 681567 w 1303867"/>
              <a:gd name="connsiteY5" fmla="*/ 4233 h 423341"/>
              <a:gd name="connsiteX6" fmla="*/ 728133 w 1303867"/>
              <a:gd name="connsiteY6" fmla="*/ 410633 h 423341"/>
              <a:gd name="connsiteX7" fmla="*/ 795867 w 1303867"/>
              <a:gd name="connsiteY7" fmla="*/ 16933 h 423341"/>
              <a:gd name="connsiteX8" fmla="*/ 846667 w 1303867"/>
              <a:gd name="connsiteY8" fmla="*/ 423333 h 423341"/>
              <a:gd name="connsiteX9" fmla="*/ 914400 w 1303867"/>
              <a:gd name="connsiteY9" fmla="*/ 29633 h 423341"/>
              <a:gd name="connsiteX10" fmla="*/ 960967 w 1303867"/>
              <a:gd name="connsiteY10" fmla="*/ 381000 h 423341"/>
              <a:gd name="connsiteX11" fmla="*/ 1024467 w 1303867"/>
              <a:gd name="connsiteY11" fmla="*/ 46566 h 423341"/>
              <a:gd name="connsiteX12" fmla="*/ 1066800 w 1303867"/>
              <a:gd name="connsiteY12" fmla="*/ 347133 h 423341"/>
              <a:gd name="connsiteX13" fmla="*/ 1117600 w 1303867"/>
              <a:gd name="connsiteY13" fmla="*/ 177800 h 423341"/>
              <a:gd name="connsiteX14" fmla="*/ 1303867 w 1303867"/>
              <a:gd name="connsiteY14" fmla="*/ 156633 h 42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03867" h="423341">
                <a:moveTo>
                  <a:pt x="0" y="186266"/>
                </a:moveTo>
                <a:cubicBezTo>
                  <a:pt x="152047" y="175330"/>
                  <a:pt x="304094" y="164394"/>
                  <a:pt x="385233" y="203200"/>
                </a:cubicBezTo>
                <a:cubicBezTo>
                  <a:pt x="466372" y="242006"/>
                  <a:pt x="460022" y="452967"/>
                  <a:pt x="486833" y="419100"/>
                </a:cubicBezTo>
                <a:cubicBezTo>
                  <a:pt x="513644" y="385233"/>
                  <a:pt x="527050" y="706"/>
                  <a:pt x="546100" y="0"/>
                </a:cubicBezTo>
                <a:cubicBezTo>
                  <a:pt x="565150" y="-706"/>
                  <a:pt x="578555" y="414161"/>
                  <a:pt x="601133" y="414866"/>
                </a:cubicBezTo>
                <a:cubicBezTo>
                  <a:pt x="623711" y="415571"/>
                  <a:pt x="660400" y="4938"/>
                  <a:pt x="681567" y="4233"/>
                </a:cubicBezTo>
                <a:cubicBezTo>
                  <a:pt x="702734" y="3527"/>
                  <a:pt x="709083" y="408516"/>
                  <a:pt x="728133" y="410633"/>
                </a:cubicBezTo>
                <a:cubicBezTo>
                  <a:pt x="747183" y="412750"/>
                  <a:pt x="776111" y="14816"/>
                  <a:pt x="795867" y="16933"/>
                </a:cubicBezTo>
                <a:cubicBezTo>
                  <a:pt x="815623" y="19050"/>
                  <a:pt x="826912" y="421216"/>
                  <a:pt x="846667" y="423333"/>
                </a:cubicBezTo>
                <a:cubicBezTo>
                  <a:pt x="866422" y="425450"/>
                  <a:pt x="895350" y="36688"/>
                  <a:pt x="914400" y="29633"/>
                </a:cubicBezTo>
                <a:cubicBezTo>
                  <a:pt x="933450" y="22577"/>
                  <a:pt x="942623" y="378178"/>
                  <a:pt x="960967" y="381000"/>
                </a:cubicBezTo>
                <a:cubicBezTo>
                  <a:pt x="979312" y="383822"/>
                  <a:pt x="1006828" y="52210"/>
                  <a:pt x="1024467" y="46566"/>
                </a:cubicBezTo>
                <a:cubicBezTo>
                  <a:pt x="1042106" y="40921"/>
                  <a:pt x="1051278" y="325261"/>
                  <a:pt x="1066800" y="347133"/>
                </a:cubicBezTo>
                <a:cubicBezTo>
                  <a:pt x="1082322" y="369005"/>
                  <a:pt x="1078089" y="209550"/>
                  <a:pt x="1117600" y="177800"/>
                </a:cubicBezTo>
                <a:cubicBezTo>
                  <a:pt x="1157111" y="146050"/>
                  <a:pt x="1230489" y="151341"/>
                  <a:pt x="1303867" y="156633"/>
                </a:cubicBez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2FB67CCB-31C4-1196-E535-306A32759C03}"/>
              </a:ext>
            </a:extLst>
          </p:cNvPr>
          <p:cNvSpPr/>
          <p:nvPr/>
        </p:nvSpPr>
        <p:spPr>
          <a:xfrm>
            <a:off x="10109959" y="3150883"/>
            <a:ext cx="1166848" cy="1373495"/>
          </a:xfrm>
          <a:prstGeom prst="roundRect">
            <a:avLst>
              <a:gd name="adj" fmla="val 6875"/>
            </a:avLst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B84CA49-3A4D-185B-E0F3-BAC7E2B0975A}"/>
              </a:ext>
            </a:extLst>
          </p:cNvPr>
          <p:cNvSpPr/>
          <p:nvPr/>
        </p:nvSpPr>
        <p:spPr>
          <a:xfrm>
            <a:off x="10110001" y="4570947"/>
            <a:ext cx="1165541" cy="1507065"/>
          </a:xfrm>
          <a:prstGeom prst="roundRect">
            <a:avLst>
              <a:gd name="adj" fmla="val 6875"/>
            </a:avLst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5EE744F6-E6D6-338B-FC21-B887606A533C}"/>
              </a:ext>
            </a:extLst>
          </p:cNvPr>
          <p:cNvSpPr/>
          <p:nvPr/>
        </p:nvSpPr>
        <p:spPr>
          <a:xfrm>
            <a:off x="10119520" y="6124579"/>
            <a:ext cx="1161098" cy="1529483"/>
          </a:xfrm>
          <a:prstGeom prst="roundRect">
            <a:avLst>
              <a:gd name="adj" fmla="val 6875"/>
            </a:avLst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316A4F0-B569-2E0B-C7A1-1297C5A90AA4}"/>
              </a:ext>
            </a:extLst>
          </p:cNvPr>
          <p:cNvSpPr txBox="1"/>
          <p:nvPr/>
        </p:nvSpPr>
        <p:spPr>
          <a:xfrm>
            <a:off x="10071663" y="5518481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×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9F5B045-9174-0382-00EF-45346B594EE6}"/>
              </a:ext>
            </a:extLst>
          </p:cNvPr>
          <p:cNvSpPr txBox="1"/>
          <p:nvPr/>
        </p:nvSpPr>
        <p:spPr>
          <a:xfrm>
            <a:off x="10108546" y="7186382"/>
            <a:ext cx="408499" cy="400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1" dirty="0">
                <a:solidFill>
                  <a:srgbClr val="00B050"/>
                </a:solidFill>
              </a:rPr>
              <a:t>✔</a:t>
            </a:r>
            <a:endParaRPr lang="zh-CN" altLang="en-US" sz="2001" dirty="0">
              <a:solidFill>
                <a:srgbClr val="00B050"/>
              </a:solidFill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FC78C34F-EC32-F75C-F2B4-CFBCE3D7EBF1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94069" y="3278072"/>
            <a:ext cx="448675" cy="445299"/>
          </a:xfrm>
          <a:prstGeom prst="rect">
            <a:avLst/>
          </a:prstGeom>
        </p:spPr>
      </p:pic>
      <p:grpSp>
        <p:nvGrpSpPr>
          <p:cNvPr id="55" name="组合 54">
            <a:extLst>
              <a:ext uri="{FF2B5EF4-FFF2-40B4-BE49-F238E27FC236}">
                <a16:creationId xmlns:a16="http://schemas.microsoft.com/office/drawing/2014/main" id="{28505886-DA63-9DFD-5D7B-E37D437CD347}"/>
              </a:ext>
            </a:extLst>
          </p:cNvPr>
          <p:cNvGrpSpPr/>
          <p:nvPr/>
        </p:nvGrpSpPr>
        <p:grpSpPr>
          <a:xfrm rot="11492593">
            <a:off x="5998425" y="3473230"/>
            <a:ext cx="730382" cy="397188"/>
            <a:chOff x="8186497" y="684634"/>
            <a:chExt cx="944034" cy="513374"/>
          </a:xfrm>
        </p:grpSpPr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43847FA4-2A05-8AEF-7921-CEEDFF1618F6}"/>
                </a:ext>
              </a:extLst>
            </p:cNvPr>
            <p:cNvSpPr/>
            <p:nvPr/>
          </p:nvSpPr>
          <p:spPr>
            <a:xfrm>
              <a:off x="8186497" y="684634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rgbClr val="C0000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F4836D5A-2EFC-97C3-CA97-7EB25E70C9D0}"/>
                </a:ext>
              </a:extLst>
            </p:cNvPr>
            <p:cNvSpPr/>
            <p:nvPr/>
          </p:nvSpPr>
          <p:spPr>
            <a:xfrm>
              <a:off x="8186497" y="863253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chemeClr val="accent6">
                  <a:lumMod val="7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3D32B3DA-7DF1-F420-FFEE-3E68BAEDB50C}"/>
                </a:ext>
              </a:extLst>
            </p:cNvPr>
            <p:cNvSpPr/>
            <p:nvPr/>
          </p:nvSpPr>
          <p:spPr>
            <a:xfrm>
              <a:off x="8186497" y="1024442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chemeClr val="accent5">
                  <a:lumMod val="7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0CC5B753-09A3-5502-F82E-CF9E8C3B58B2}"/>
              </a:ext>
            </a:extLst>
          </p:cNvPr>
          <p:cNvGrpSpPr/>
          <p:nvPr/>
        </p:nvGrpSpPr>
        <p:grpSpPr>
          <a:xfrm rot="11506266">
            <a:off x="8370291" y="3471017"/>
            <a:ext cx="730382" cy="397188"/>
            <a:chOff x="10827281" y="684645"/>
            <a:chExt cx="944034" cy="513374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F58027C5-7113-F7C6-8A7C-05BBCC80011B}"/>
                </a:ext>
              </a:extLst>
            </p:cNvPr>
            <p:cNvSpPr/>
            <p:nvPr/>
          </p:nvSpPr>
          <p:spPr>
            <a:xfrm>
              <a:off x="10827281" y="684645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DDD6AA56-7B7A-2634-559A-76CCBAE86AF8}"/>
                </a:ext>
              </a:extLst>
            </p:cNvPr>
            <p:cNvSpPr/>
            <p:nvPr/>
          </p:nvSpPr>
          <p:spPr>
            <a:xfrm>
              <a:off x="10827281" y="863264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21779EB7-AC1D-F456-2009-554A978DC1D1}"/>
                </a:ext>
              </a:extLst>
            </p:cNvPr>
            <p:cNvSpPr/>
            <p:nvPr/>
          </p:nvSpPr>
          <p:spPr>
            <a:xfrm>
              <a:off x="10827281" y="1024453"/>
              <a:ext cx="944034" cy="17356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3" name="图片 62">
            <a:extLst>
              <a:ext uri="{FF2B5EF4-FFF2-40B4-BE49-F238E27FC236}">
                <a16:creationId xmlns:a16="http://schemas.microsoft.com/office/drawing/2014/main" id="{0F23A6EF-39D8-D208-9061-8A1B57CF396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FFC000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463903" y="3336270"/>
            <a:ext cx="504755" cy="477925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DF4343C1-E8DB-5982-1D14-F0F7547878F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57387" y="3306058"/>
            <a:ext cx="504755" cy="477925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28BF3F2-B5CB-31F3-CDC6-FBA31825754B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67773" y="3499182"/>
            <a:ext cx="236564" cy="464216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BD8152D0-6A21-726C-098C-32D3E8CB8BE2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25764" y="3499182"/>
            <a:ext cx="236564" cy="464216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8DFFE7BA-2D20-5755-0C87-9622D7C0AB11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33972" y="3286134"/>
            <a:ext cx="419915" cy="419915"/>
          </a:xfrm>
          <a:prstGeom prst="rect">
            <a:avLst/>
          </a:prstGeom>
        </p:spPr>
      </p:pic>
      <p:sp>
        <p:nvSpPr>
          <p:cNvPr id="68" name="文本框 67">
            <a:extLst>
              <a:ext uri="{FF2B5EF4-FFF2-40B4-BE49-F238E27FC236}">
                <a16:creationId xmlns:a16="http://schemas.microsoft.com/office/drawing/2014/main" id="{24AF69B5-A10F-9F8A-BFDC-3CD2462A486D}"/>
              </a:ext>
            </a:extLst>
          </p:cNvPr>
          <p:cNvSpPr txBox="1"/>
          <p:nvPr/>
        </p:nvSpPr>
        <p:spPr>
          <a:xfrm>
            <a:off x="5439886" y="3699504"/>
            <a:ext cx="665271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401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1401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88C31245-871D-20DB-213F-BBBC16BE11BA}"/>
              </a:ext>
            </a:extLst>
          </p:cNvPr>
          <p:cNvSpPr/>
          <p:nvPr/>
        </p:nvSpPr>
        <p:spPr>
          <a:xfrm rot="11965414">
            <a:off x="5991087" y="5921152"/>
            <a:ext cx="631749" cy="134286"/>
          </a:xfrm>
          <a:custGeom>
            <a:avLst/>
            <a:gdLst>
              <a:gd name="connsiteX0" fmla="*/ 0 w 1303867"/>
              <a:gd name="connsiteY0" fmla="*/ 186266 h 423341"/>
              <a:gd name="connsiteX1" fmla="*/ 385233 w 1303867"/>
              <a:gd name="connsiteY1" fmla="*/ 203200 h 423341"/>
              <a:gd name="connsiteX2" fmla="*/ 486833 w 1303867"/>
              <a:gd name="connsiteY2" fmla="*/ 419100 h 423341"/>
              <a:gd name="connsiteX3" fmla="*/ 546100 w 1303867"/>
              <a:gd name="connsiteY3" fmla="*/ 0 h 423341"/>
              <a:gd name="connsiteX4" fmla="*/ 601133 w 1303867"/>
              <a:gd name="connsiteY4" fmla="*/ 414866 h 423341"/>
              <a:gd name="connsiteX5" fmla="*/ 681567 w 1303867"/>
              <a:gd name="connsiteY5" fmla="*/ 4233 h 423341"/>
              <a:gd name="connsiteX6" fmla="*/ 728133 w 1303867"/>
              <a:gd name="connsiteY6" fmla="*/ 410633 h 423341"/>
              <a:gd name="connsiteX7" fmla="*/ 795867 w 1303867"/>
              <a:gd name="connsiteY7" fmla="*/ 16933 h 423341"/>
              <a:gd name="connsiteX8" fmla="*/ 846667 w 1303867"/>
              <a:gd name="connsiteY8" fmla="*/ 423333 h 423341"/>
              <a:gd name="connsiteX9" fmla="*/ 914400 w 1303867"/>
              <a:gd name="connsiteY9" fmla="*/ 29633 h 423341"/>
              <a:gd name="connsiteX10" fmla="*/ 960967 w 1303867"/>
              <a:gd name="connsiteY10" fmla="*/ 381000 h 423341"/>
              <a:gd name="connsiteX11" fmla="*/ 1024467 w 1303867"/>
              <a:gd name="connsiteY11" fmla="*/ 46566 h 423341"/>
              <a:gd name="connsiteX12" fmla="*/ 1066800 w 1303867"/>
              <a:gd name="connsiteY12" fmla="*/ 347133 h 423341"/>
              <a:gd name="connsiteX13" fmla="*/ 1117600 w 1303867"/>
              <a:gd name="connsiteY13" fmla="*/ 177800 h 423341"/>
              <a:gd name="connsiteX14" fmla="*/ 1303867 w 1303867"/>
              <a:gd name="connsiteY14" fmla="*/ 156633 h 42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03867" h="423341">
                <a:moveTo>
                  <a:pt x="0" y="186266"/>
                </a:moveTo>
                <a:cubicBezTo>
                  <a:pt x="152047" y="175330"/>
                  <a:pt x="304094" y="164394"/>
                  <a:pt x="385233" y="203200"/>
                </a:cubicBezTo>
                <a:cubicBezTo>
                  <a:pt x="466372" y="242006"/>
                  <a:pt x="460022" y="452967"/>
                  <a:pt x="486833" y="419100"/>
                </a:cubicBezTo>
                <a:cubicBezTo>
                  <a:pt x="513644" y="385233"/>
                  <a:pt x="527050" y="706"/>
                  <a:pt x="546100" y="0"/>
                </a:cubicBezTo>
                <a:cubicBezTo>
                  <a:pt x="565150" y="-706"/>
                  <a:pt x="578555" y="414161"/>
                  <a:pt x="601133" y="414866"/>
                </a:cubicBezTo>
                <a:cubicBezTo>
                  <a:pt x="623711" y="415571"/>
                  <a:pt x="660400" y="4938"/>
                  <a:pt x="681567" y="4233"/>
                </a:cubicBezTo>
                <a:cubicBezTo>
                  <a:pt x="702734" y="3527"/>
                  <a:pt x="709083" y="408516"/>
                  <a:pt x="728133" y="410633"/>
                </a:cubicBezTo>
                <a:cubicBezTo>
                  <a:pt x="747183" y="412750"/>
                  <a:pt x="776111" y="14816"/>
                  <a:pt x="795867" y="16933"/>
                </a:cubicBezTo>
                <a:cubicBezTo>
                  <a:pt x="815623" y="19050"/>
                  <a:pt x="826912" y="421216"/>
                  <a:pt x="846667" y="423333"/>
                </a:cubicBezTo>
                <a:cubicBezTo>
                  <a:pt x="866422" y="425450"/>
                  <a:pt x="895350" y="36688"/>
                  <a:pt x="914400" y="29633"/>
                </a:cubicBezTo>
                <a:cubicBezTo>
                  <a:pt x="933450" y="22577"/>
                  <a:pt x="942623" y="378178"/>
                  <a:pt x="960967" y="381000"/>
                </a:cubicBezTo>
                <a:cubicBezTo>
                  <a:pt x="979312" y="383822"/>
                  <a:pt x="1006828" y="52210"/>
                  <a:pt x="1024467" y="46566"/>
                </a:cubicBezTo>
                <a:cubicBezTo>
                  <a:pt x="1042106" y="40921"/>
                  <a:pt x="1051278" y="325261"/>
                  <a:pt x="1066800" y="347133"/>
                </a:cubicBezTo>
                <a:cubicBezTo>
                  <a:pt x="1082322" y="369005"/>
                  <a:pt x="1078089" y="209550"/>
                  <a:pt x="1117600" y="177800"/>
                </a:cubicBezTo>
                <a:cubicBezTo>
                  <a:pt x="1157111" y="146050"/>
                  <a:pt x="1230489" y="151341"/>
                  <a:pt x="1303867" y="156633"/>
                </a:cubicBez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610F4C2B-20F9-A483-A277-C59F2421807A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3448" y="5573003"/>
            <a:ext cx="504755" cy="477925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0CF88052-DD3C-9DA5-F68D-9842A164C686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13429" y="5576606"/>
            <a:ext cx="504755" cy="477925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8B7C63F9-8A9E-8B33-A556-7E2FEEA7CA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2048" y="5728395"/>
            <a:ext cx="236564" cy="464216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613B5EB7-AA68-FBD2-7F45-04936122EE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1900" y="5728395"/>
            <a:ext cx="236564" cy="464216"/>
          </a:xfrm>
          <a:prstGeom prst="rect">
            <a:avLst/>
          </a:prstGeom>
        </p:spPr>
      </p:pic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A3B4E62-74CA-FEFA-4B40-B11B678DB6A1}"/>
              </a:ext>
            </a:extLst>
          </p:cNvPr>
          <p:cNvSpPr/>
          <p:nvPr/>
        </p:nvSpPr>
        <p:spPr>
          <a:xfrm rot="11542586">
            <a:off x="8317611" y="5906490"/>
            <a:ext cx="1220952" cy="134286"/>
          </a:xfrm>
          <a:custGeom>
            <a:avLst/>
            <a:gdLst>
              <a:gd name="connsiteX0" fmla="*/ 0 w 1303867"/>
              <a:gd name="connsiteY0" fmla="*/ 186266 h 423341"/>
              <a:gd name="connsiteX1" fmla="*/ 385233 w 1303867"/>
              <a:gd name="connsiteY1" fmla="*/ 203200 h 423341"/>
              <a:gd name="connsiteX2" fmla="*/ 486833 w 1303867"/>
              <a:gd name="connsiteY2" fmla="*/ 419100 h 423341"/>
              <a:gd name="connsiteX3" fmla="*/ 546100 w 1303867"/>
              <a:gd name="connsiteY3" fmla="*/ 0 h 423341"/>
              <a:gd name="connsiteX4" fmla="*/ 601133 w 1303867"/>
              <a:gd name="connsiteY4" fmla="*/ 414866 h 423341"/>
              <a:gd name="connsiteX5" fmla="*/ 681567 w 1303867"/>
              <a:gd name="connsiteY5" fmla="*/ 4233 h 423341"/>
              <a:gd name="connsiteX6" fmla="*/ 728133 w 1303867"/>
              <a:gd name="connsiteY6" fmla="*/ 410633 h 423341"/>
              <a:gd name="connsiteX7" fmla="*/ 795867 w 1303867"/>
              <a:gd name="connsiteY7" fmla="*/ 16933 h 423341"/>
              <a:gd name="connsiteX8" fmla="*/ 846667 w 1303867"/>
              <a:gd name="connsiteY8" fmla="*/ 423333 h 423341"/>
              <a:gd name="connsiteX9" fmla="*/ 914400 w 1303867"/>
              <a:gd name="connsiteY9" fmla="*/ 29633 h 423341"/>
              <a:gd name="connsiteX10" fmla="*/ 960967 w 1303867"/>
              <a:gd name="connsiteY10" fmla="*/ 381000 h 423341"/>
              <a:gd name="connsiteX11" fmla="*/ 1024467 w 1303867"/>
              <a:gd name="connsiteY11" fmla="*/ 46566 h 423341"/>
              <a:gd name="connsiteX12" fmla="*/ 1066800 w 1303867"/>
              <a:gd name="connsiteY12" fmla="*/ 347133 h 423341"/>
              <a:gd name="connsiteX13" fmla="*/ 1117600 w 1303867"/>
              <a:gd name="connsiteY13" fmla="*/ 177800 h 423341"/>
              <a:gd name="connsiteX14" fmla="*/ 1303867 w 1303867"/>
              <a:gd name="connsiteY14" fmla="*/ 156633 h 42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03867" h="423341">
                <a:moveTo>
                  <a:pt x="0" y="186266"/>
                </a:moveTo>
                <a:cubicBezTo>
                  <a:pt x="152047" y="175330"/>
                  <a:pt x="304094" y="164394"/>
                  <a:pt x="385233" y="203200"/>
                </a:cubicBezTo>
                <a:cubicBezTo>
                  <a:pt x="466372" y="242006"/>
                  <a:pt x="460022" y="452967"/>
                  <a:pt x="486833" y="419100"/>
                </a:cubicBezTo>
                <a:cubicBezTo>
                  <a:pt x="513644" y="385233"/>
                  <a:pt x="527050" y="706"/>
                  <a:pt x="546100" y="0"/>
                </a:cubicBezTo>
                <a:cubicBezTo>
                  <a:pt x="565150" y="-706"/>
                  <a:pt x="578555" y="414161"/>
                  <a:pt x="601133" y="414866"/>
                </a:cubicBezTo>
                <a:cubicBezTo>
                  <a:pt x="623711" y="415571"/>
                  <a:pt x="660400" y="4938"/>
                  <a:pt x="681567" y="4233"/>
                </a:cubicBezTo>
                <a:cubicBezTo>
                  <a:pt x="702734" y="3527"/>
                  <a:pt x="709083" y="408516"/>
                  <a:pt x="728133" y="410633"/>
                </a:cubicBezTo>
                <a:cubicBezTo>
                  <a:pt x="747183" y="412750"/>
                  <a:pt x="776111" y="14816"/>
                  <a:pt x="795867" y="16933"/>
                </a:cubicBezTo>
                <a:cubicBezTo>
                  <a:pt x="815623" y="19050"/>
                  <a:pt x="826912" y="421216"/>
                  <a:pt x="846667" y="423333"/>
                </a:cubicBezTo>
                <a:cubicBezTo>
                  <a:pt x="866422" y="425450"/>
                  <a:pt x="895350" y="36688"/>
                  <a:pt x="914400" y="29633"/>
                </a:cubicBezTo>
                <a:cubicBezTo>
                  <a:pt x="933450" y="22577"/>
                  <a:pt x="942623" y="378178"/>
                  <a:pt x="960967" y="381000"/>
                </a:cubicBezTo>
                <a:cubicBezTo>
                  <a:pt x="979312" y="383822"/>
                  <a:pt x="1006828" y="52210"/>
                  <a:pt x="1024467" y="46566"/>
                </a:cubicBezTo>
                <a:cubicBezTo>
                  <a:pt x="1042106" y="40921"/>
                  <a:pt x="1051278" y="325261"/>
                  <a:pt x="1066800" y="347133"/>
                </a:cubicBezTo>
                <a:cubicBezTo>
                  <a:pt x="1082322" y="369005"/>
                  <a:pt x="1078089" y="209550"/>
                  <a:pt x="1117600" y="177800"/>
                </a:cubicBezTo>
                <a:cubicBezTo>
                  <a:pt x="1157111" y="146050"/>
                  <a:pt x="1230489" y="151341"/>
                  <a:pt x="1303867" y="156633"/>
                </a:cubicBez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5A86344-0B4C-B4DF-73A1-7FE6D02634FA}"/>
              </a:ext>
            </a:extLst>
          </p:cNvPr>
          <p:cNvSpPr txBox="1"/>
          <p:nvPr/>
        </p:nvSpPr>
        <p:spPr>
          <a:xfrm>
            <a:off x="8004689" y="5488270"/>
            <a:ext cx="2055005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 (Underexposure)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8A2AA53-7104-93D1-ECB7-C420740755BC}"/>
              </a:ext>
            </a:extLst>
          </p:cNvPr>
          <p:cNvSpPr txBox="1"/>
          <p:nvPr/>
        </p:nvSpPr>
        <p:spPr>
          <a:xfrm>
            <a:off x="5716806" y="5478792"/>
            <a:ext cx="2055005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(Overexposure)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E7A6453E-E0AC-3BB4-EFA5-723F573E1ABD}"/>
              </a:ext>
            </a:extLst>
          </p:cNvPr>
          <p:cNvSpPr txBox="1"/>
          <p:nvPr/>
        </p:nvSpPr>
        <p:spPr>
          <a:xfrm>
            <a:off x="5443199" y="5947621"/>
            <a:ext cx="665271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1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</a:p>
        </p:txBody>
      </p:sp>
      <p:pic>
        <p:nvPicPr>
          <p:cNvPr id="78" name="图片 77">
            <a:extLst>
              <a:ext uri="{FF2B5EF4-FFF2-40B4-BE49-F238E27FC236}">
                <a16:creationId xmlns:a16="http://schemas.microsoft.com/office/drawing/2014/main" id="{4350E007-66F3-8EAB-D112-AA413496A18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CFFFD"/>
              </a:clrFrom>
              <a:clrTo>
                <a:srgbClr val="FCFF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98" t="782" r="50553" b="60556"/>
          <a:stretch/>
        </p:blipFill>
        <p:spPr>
          <a:xfrm>
            <a:off x="6170141" y="6417955"/>
            <a:ext cx="1391877" cy="1208396"/>
          </a:xfrm>
          <a:prstGeom prst="rect">
            <a:avLst/>
          </a:prstGeom>
        </p:spPr>
      </p:pic>
      <p:sp>
        <p:nvSpPr>
          <p:cNvPr id="79" name="矩形 78">
            <a:extLst>
              <a:ext uri="{FF2B5EF4-FFF2-40B4-BE49-F238E27FC236}">
                <a16:creationId xmlns:a16="http://schemas.microsoft.com/office/drawing/2014/main" id="{975553D6-A626-A8C6-409A-E2834C465708}"/>
              </a:ext>
            </a:extLst>
          </p:cNvPr>
          <p:cNvSpPr/>
          <p:nvPr/>
        </p:nvSpPr>
        <p:spPr>
          <a:xfrm>
            <a:off x="7316000" y="8074024"/>
            <a:ext cx="1968499" cy="31115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75000">
                <a:srgbClr val="DFD7E7"/>
              </a:gs>
              <a:gs pos="100000">
                <a:srgbClr val="CC99FF"/>
              </a:gs>
              <a:gs pos="25000">
                <a:srgbClr val="DFD7E7"/>
              </a:gs>
              <a:gs pos="0">
                <a:srgbClr val="CC99FF"/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Information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CDBB9E-4206-B00D-BF7D-50539853F2AC}"/>
              </a:ext>
            </a:extLst>
          </p:cNvPr>
          <p:cNvSpPr txBox="1"/>
          <p:nvPr/>
        </p:nvSpPr>
        <p:spPr>
          <a:xfrm>
            <a:off x="5132035" y="9558866"/>
            <a:ext cx="61003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继续丰富配色</a:t>
            </a:r>
          </a:p>
        </p:txBody>
      </p:sp>
    </p:spTree>
    <p:extLst>
      <p:ext uri="{BB962C8B-B14F-4D97-AF65-F5344CB8AC3E}">
        <p14:creationId xmlns:p14="http://schemas.microsoft.com/office/powerpoint/2010/main" val="2337622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F349D7E-54F1-DFA8-FD01-94289CA96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834" y="4855390"/>
            <a:ext cx="3062439" cy="1412882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B093CE96-5F91-4B2C-A132-313137B35B2C}"/>
              </a:ext>
            </a:extLst>
          </p:cNvPr>
          <p:cNvSpPr/>
          <p:nvPr/>
        </p:nvSpPr>
        <p:spPr>
          <a:xfrm>
            <a:off x="3414950" y="2399410"/>
            <a:ext cx="4894972" cy="2319431"/>
          </a:xfrm>
          <a:prstGeom prst="roundRect">
            <a:avLst>
              <a:gd name="adj" fmla="val 6875"/>
            </a:avLst>
          </a:prstGeom>
          <a:gradFill flip="none" rotWithShape="1">
            <a:gsLst>
              <a:gs pos="100000">
                <a:schemeClr val="bg1"/>
              </a:gs>
              <a:gs pos="50000">
                <a:schemeClr val="accent4">
                  <a:lumMod val="20000"/>
                  <a:lumOff val="80000"/>
                </a:schemeClr>
              </a:gs>
              <a:gs pos="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Comic Sans MS" panose="030F0702030302020204" pitchFamily="66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9EE201-F53E-CD7F-B709-F3CF56A2A496}"/>
              </a:ext>
            </a:extLst>
          </p:cNvPr>
          <p:cNvSpPr txBox="1"/>
          <p:nvPr/>
        </p:nvSpPr>
        <p:spPr>
          <a:xfrm rot="16200000">
            <a:off x="2741654" y="3523067"/>
            <a:ext cx="16489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Visible Modality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58259188-C45F-9F1A-75F2-62228A049B5A}"/>
              </a:ext>
            </a:extLst>
          </p:cNvPr>
          <p:cNvSpPr/>
          <p:nvPr/>
        </p:nvSpPr>
        <p:spPr>
          <a:xfrm rot="11492593">
            <a:off x="6634137" y="2966711"/>
            <a:ext cx="730382" cy="134285"/>
          </a:xfrm>
          <a:custGeom>
            <a:avLst/>
            <a:gdLst>
              <a:gd name="connsiteX0" fmla="*/ 0 w 1303867"/>
              <a:gd name="connsiteY0" fmla="*/ 186266 h 423341"/>
              <a:gd name="connsiteX1" fmla="*/ 385233 w 1303867"/>
              <a:gd name="connsiteY1" fmla="*/ 203200 h 423341"/>
              <a:gd name="connsiteX2" fmla="*/ 486833 w 1303867"/>
              <a:gd name="connsiteY2" fmla="*/ 419100 h 423341"/>
              <a:gd name="connsiteX3" fmla="*/ 546100 w 1303867"/>
              <a:gd name="connsiteY3" fmla="*/ 0 h 423341"/>
              <a:gd name="connsiteX4" fmla="*/ 601133 w 1303867"/>
              <a:gd name="connsiteY4" fmla="*/ 414866 h 423341"/>
              <a:gd name="connsiteX5" fmla="*/ 681567 w 1303867"/>
              <a:gd name="connsiteY5" fmla="*/ 4233 h 423341"/>
              <a:gd name="connsiteX6" fmla="*/ 728133 w 1303867"/>
              <a:gd name="connsiteY6" fmla="*/ 410633 h 423341"/>
              <a:gd name="connsiteX7" fmla="*/ 795867 w 1303867"/>
              <a:gd name="connsiteY7" fmla="*/ 16933 h 423341"/>
              <a:gd name="connsiteX8" fmla="*/ 846667 w 1303867"/>
              <a:gd name="connsiteY8" fmla="*/ 423333 h 423341"/>
              <a:gd name="connsiteX9" fmla="*/ 914400 w 1303867"/>
              <a:gd name="connsiteY9" fmla="*/ 29633 h 423341"/>
              <a:gd name="connsiteX10" fmla="*/ 960967 w 1303867"/>
              <a:gd name="connsiteY10" fmla="*/ 381000 h 423341"/>
              <a:gd name="connsiteX11" fmla="*/ 1024467 w 1303867"/>
              <a:gd name="connsiteY11" fmla="*/ 46566 h 423341"/>
              <a:gd name="connsiteX12" fmla="*/ 1066800 w 1303867"/>
              <a:gd name="connsiteY12" fmla="*/ 347133 h 423341"/>
              <a:gd name="connsiteX13" fmla="*/ 1117600 w 1303867"/>
              <a:gd name="connsiteY13" fmla="*/ 177800 h 423341"/>
              <a:gd name="connsiteX14" fmla="*/ 1303867 w 1303867"/>
              <a:gd name="connsiteY14" fmla="*/ 156633 h 42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03867" h="423341">
                <a:moveTo>
                  <a:pt x="0" y="186266"/>
                </a:moveTo>
                <a:cubicBezTo>
                  <a:pt x="152047" y="175330"/>
                  <a:pt x="304094" y="164394"/>
                  <a:pt x="385233" y="203200"/>
                </a:cubicBezTo>
                <a:cubicBezTo>
                  <a:pt x="466372" y="242006"/>
                  <a:pt x="460022" y="452967"/>
                  <a:pt x="486833" y="419100"/>
                </a:cubicBezTo>
                <a:cubicBezTo>
                  <a:pt x="513644" y="385233"/>
                  <a:pt x="527050" y="706"/>
                  <a:pt x="546100" y="0"/>
                </a:cubicBezTo>
                <a:cubicBezTo>
                  <a:pt x="565150" y="-706"/>
                  <a:pt x="578555" y="414161"/>
                  <a:pt x="601133" y="414866"/>
                </a:cubicBezTo>
                <a:cubicBezTo>
                  <a:pt x="623711" y="415571"/>
                  <a:pt x="660400" y="4938"/>
                  <a:pt x="681567" y="4233"/>
                </a:cubicBezTo>
                <a:cubicBezTo>
                  <a:pt x="702734" y="3527"/>
                  <a:pt x="709083" y="408516"/>
                  <a:pt x="728133" y="410633"/>
                </a:cubicBezTo>
                <a:cubicBezTo>
                  <a:pt x="747183" y="412750"/>
                  <a:pt x="776111" y="14816"/>
                  <a:pt x="795867" y="16933"/>
                </a:cubicBezTo>
                <a:cubicBezTo>
                  <a:pt x="815623" y="19050"/>
                  <a:pt x="826912" y="421216"/>
                  <a:pt x="846667" y="423333"/>
                </a:cubicBezTo>
                <a:cubicBezTo>
                  <a:pt x="866422" y="425450"/>
                  <a:pt x="895350" y="36688"/>
                  <a:pt x="914400" y="29633"/>
                </a:cubicBezTo>
                <a:cubicBezTo>
                  <a:pt x="933450" y="22577"/>
                  <a:pt x="942623" y="378178"/>
                  <a:pt x="960967" y="381000"/>
                </a:cubicBezTo>
                <a:cubicBezTo>
                  <a:pt x="979312" y="383822"/>
                  <a:pt x="1006828" y="52210"/>
                  <a:pt x="1024467" y="46566"/>
                </a:cubicBezTo>
                <a:cubicBezTo>
                  <a:pt x="1042106" y="40921"/>
                  <a:pt x="1051278" y="325261"/>
                  <a:pt x="1066800" y="347133"/>
                </a:cubicBezTo>
                <a:cubicBezTo>
                  <a:pt x="1082322" y="369005"/>
                  <a:pt x="1078089" y="209550"/>
                  <a:pt x="1117600" y="177800"/>
                </a:cubicBezTo>
                <a:cubicBezTo>
                  <a:pt x="1157111" y="146050"/>
                  <a:pt x="1230489" y="151341"/>
                  <a:pt x="1303867" y="156633"/>
                </a:cubicBezTo>
              </a:path>
            </a:pathLst>
          </a:custGeom>
          <a:noFill/>
          <a:ln w="12700">
            <a:solidFill>
              <a:srgbClr val="C00000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latin typeface="Comic Sans MS" panose="030F0702030302020204" pitchFamily="66" charset="0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22BF715D-CF02-9D70-1A5B-4A276CD1EE9D}"/>
              </a:ext>
            </a:extLst>
          </p:cNvPr>
          <p:cNvSpPr/>
          <p:nvPr/>
        </p:nvSpPr>
        <p:spPr>
          <a:xfrm rot="11492593">
            <a:off x="6661790" y="2831312"/>
            <a:ext cx="730382" cy="134285"/>
          </a:xfrm>
          <a:custGeom>
            <a:avLst/>
            <a:gdLst>
              <a:gd name="connsiteX0" fmla="*/ 0 w 1303867"/>
              <a:gd name="connsiteY0" fmla="*/ 186266 h 423341"/>
              <a:gd name="connsiteX1" fmla="*/ 385233 w 1303867"/>
              <a:gd name="connsiteY1" fmla="*/ 203200 h 423341"/>
              <a:gd name="connsiteX2" fmla="*/ 486833 w 1303867"/>
              <a:gd name="connsiteY2" fmla="*/ 419100 h 423341"/>
              <a:gd name="connsiteX3" fmla="*/ 546100 w 1303867"/>
              <a:gd name="connsiteY3" fmla="*/ 0 h 423341"/>
              <a:gd name="connsiteX4" fmla="*/ 601133 w 1303867"/>
              <a:gd name="connsiteY4" fmla="*/ 414866 h 423341"/>
              <a:gd name="connsiteX5" fmla="*/ 681567 w 1303867"/>
              <a:gd name="connsiteY5" fmla="*/ 4233 h 423341"/>
              <a:gd name="connsiteX6" fmla="*/ 728133 w 1303867"/>
              <a:gd name="connsiteY6" fmla="*/ 410633 h 423341"/>
              <a:gd name="connsiteX7" fmla="*/ 795867 w 1303867"/>
              <a:gd name="connsiteY7" fmla="*/ 16933 h 423341"/>
              <a:gd name="connsiteX8" fmla="*/ 846667 w 1303867"/>
              <a:gd name="connsiteY8" fmla="*/ 423333 h 423341"/>
              <a:gd name="connsiteX9" fmla="*/ 914400 w 1303867"/>
              <a:gd name="connsiteY9" fmla="*/ 29633 h 423341"/>
              <a:gd name="connsiteX10" fmla="*/ 960967 w 1303867"/>
              <a:gd name="connsiteY10" fmla="*/ 381000 h 423341"/>
              <a:gd name="connsiteX11" fmla="*/ 1024467 w 1303867"/>
              <a:gd name="connsiteY11" fmla="*/ 46566 h 423341"/>
              <a:gd name="connsiteX12" fmla="*/ 1066800 w 1303867"/>
              <a:gd name="connsiteY12" fmla="*/ 347133 h 423341"/>
              <a:gd name="connsiteX13" fmla="*/ 1117600 w 1303867"/>
              <a:gd name="connsiteY13" fmla="*/ 177800 h 423341"/>
              <a:gd name="connsiteX14" fmla="*/ 1303867 w 1303867"/>
              <a:gd name="connsiteY14" fmla="*/ 156633 h 42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03867" h="423341">
                <a:moveTo>
                  <a:pt x="0" y="186266"/>
                </a:moveTo>
                <a:cubicBezTo>
                  <a:pt x="152047" y="175330"/>
                  <a:pt x="304094" y="164394"/>
                  <a:pt x="385233" y="203200"/>
                </a:cubicBezTo>
                <a:cubicBezTo>
                  <a:pt x="466372" y="242006"/>
                  <a:pt x="460022" y="452967"/>
                  <a:pt x="486833" y="419100"/>
                </a:cubicBezTo>
                <a:cubicBezTo>
                  <a:pt x="513644" y="385233"/>
                  <a:pt x="527050" y="706"/>
                  <a:pt x="546100" y="0"/>
                </a:cubicBezTo>
                <a:cubicBezTo>
                  <a:pt x="565150" y="-706"/>
                  <a:pt x="578555" y="414161"/>
                  <a:pt x="601133" y="414866"/>
                </a:cubicBezTo>
                <a:cubicBezTo>
                  <a:pt x="623711" y="415571"/>
                  <a:pt x="660400" y="4938"/>
                  <a:pt x="681567" y="4233"/>
                </a:cubicBezTo>
                <a:cubicBezTo>
                  <a:pt x="702734" y="3527"/>
                  <a:pt x="709083" y="408516"/>
                  <a:pt x="728133" y="410633"/>
                </a:cubicBezTo>
                <a:cubicBezTo>
                  <a:pt x="747183" y="412750"/>
                  <a:pt x="776111" y="14816"/>
                  <a:pt x="795867" y="16933"/>
                </a:cubicBezTo>
                <a:cubicBezTo>
                  <a:pt x="815623" y="19050"/>
                  <a:pt x="826912" y="421216"/>
                  <a:pt x="846667" y="423333"/>
                </a:cubicBezTo>
                <a:cubicBezTo>
                  <a:pt x="866422" y="425450"/>
                  <a:pt x="895350" y="36688"/>
                  <a:pt x="914400" y="29633"/>
                </a:cubicBezTo>
                <a:cubicBezTo>
                  <a:pt x="933450" y="22577"/>
                  <a:pt x="942623" y="378178"/>
                  <a:pt x="960967" y="381000"/>
                </a:cubicBezTo>
                <a:cubicBezTo>
                  <a:pt x="979312" y="383822"/>
                  <a:pt x="1006828" y="52210"/>
                  <a:pt x="1024467" y="46566"/>
                </a:cubicBezTo>
                <a:cubicBezTo>
                  <a:pt x="1042106" y="40921"/>
                  <a:pt x="1051278" y="325261"/>
                  <a:pt x="1066800" y="347133"/>
                </a:cubicBezTo>
                <a:cubicBezTo>
                  <a:pt x="1082322" y="369005"/>
                  <a:pt x="1078089" y="209550"/>
                  <a:pt x="1117600" y="177800"/>
                </a:cubicBezTo>
                <a:cubicBezTo>
                  <a:pt x="1157111" y="146050"/>
                  <a:pt x="1230489" y="151341"/>
                  <a:pt x="1303867" y="156633"/>
                </a:cubicBezTo>
              </a:path>
            </a:pathLst>
          </a:custGeom>
          <a:noFill/>
          <a:ln w="127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latin typeface="Comic Sans MS" panose="030F0702030302020204" pitchFamily="66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4250E0B-CFF0-C760-8FDB-93659FCE12E1}"/>
              </a:ext>
            </a:extLst>
          </p:cNvPr>
          <p:cNvSpPr/>
          <p:nvPr/>
        </p:nvSpPr>
        <p:spPr>
          <a:xfrm rot="11492593">
            <a:off x="6686745" y="2709126"/>
            <a:ext cx="730382" cy="134285"/>
          </a:xfrm>
          <a:custGeom>
            <a:avLst/>
            <a:gdLst>
              <a:gd name="connsiteX0" fmla="*/ 0 w 1303867"/>
              <a:gd name="connsiteY0" fmla="*/ 186266 h 423341"/>
              <a:gd name="connsiteX1" fmla="*/ 385233 w 1303867"/>
              <a:gd name="connsiteY1" fmla="*/ 203200 h 423341"/>
              <a:gd name="connsiteX2" fmla="*/ 486833 w 1303867"/>
              <a:gd name="connsiteY2" fmla="*/ 419100 h 423341"/>
              <a:gd name="connsiteX3" fmla="*/ 546100 w 1303867"/>
              <a:gd name="connsiteY3" fmla="*/ 0 h 423341"/>
              <a:gd name="connsiteX4" fmla="*/ 601133 w 1303867"/>
              <a:gd name="connsiteY4" fmla="*/ 414866 h 423341"/>
              <a:gd name="connsiteX5" fmla="*/ 681567 w 1303867"/>
              <a:gd name="connsiteY5" fmla="*/ 4233 h 423341"/>
              <a:gd name="connsiteX6" fmla="*/ 728133 w 1303867"/>
              <a:gd name="connsiteY6" fmla="*/ 410633 h 423341"/>
              <a:gd name="connsiteX7" fmla="*/ 795867 w 1303867"/>
              <a:gd name="connsiteY7" fmla="*/ 16933 h 423341"/>
              <a:gd name="connsiteX8" fmla="*/ 846667 w 1303867"/>
              <a:gd name="connsiteY8" fmla="*/ 423333 h 423341"/>
              <a:gd name="connsiteX9" fmla="*/ 914400 w 1303867"/>
              <a:gd name="connsiteY9" fmla="*/ 29633 h 423341"/>
              <a:gd name="connsiteX10" fmla="*/ 960967 w 1303867"/>
              <a:gd name="connsiteY10" fmla="*/ 381000 h 423341"/>
              <a:gd name="connsiteX11" fmla="*/ 1024467 w 1303867"/>
              <a:gd name="connsiteY11" fmla="*/ 46566 h 423341"/>
              <a:gd name="connsiteX12" fmla="*/ 1066800 w 1303867"/>
              <a:gd name="connsiteY12" fmla="*/ 347133 h 423341"/>
              <a:gd name="connsiteX13" fmla="*/ 1117600 w 1303867"/>
              <a:gd name="connsiteY13" fmla="*/ 177800 h 423341"/>
              <a:gd name="connsiteX14" fmla="*/ 1303867 w 1303867"/>
              <a:gd name="connsiteY14" fmla="*/ 156633 h 42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03867" h="423341">
                <a:moveTo>
                  <a:pt x="0" y="186266"/>
                </a:moveTo>
                <a:cubicBezTo>
                  <a:pt x="152047" y="175330"/>
                  <a:pt x="304094" y="164394"/>
                  <a:pt x="385233" y="203200"/>
                </a:cubicBezTo>
                <a:cubicBezTo>
                  <a:pt x="466372" y="242006"/>
                  <a:pt x="460022" y="452967"/>
                  <a:pt x="486833" y="419100"/>
                </a:cubicBezTo>
                <a:cubicBezTo>
                  <a:pt x="513644" y="385233"/>
                  <a:pt x="527050" y="706"/>
                  <a:pt x="546100" y="0"/>
                </a:cubicBezTo>
                <a:cubicBezTo>
                  <a:pt x="565150" y="-706"/>
                  <a:pt x="578555" y="414161"/>
                  <a:pt x="601133" y="414866"/>
                </a:cubicBezTo>
                <a:cubicBezTo>
                  <a:pt x="623711" y="415571"/>
                  <a:pt x="660400" y="4938"/>
                  <a:pt x="681567" y="4233"/>
                </a:cubicBezTo>
                <a:cubicBezTo>
                  <a:pt x="702734" y="3527"/>
                  <a:pt x="709083" y="408516"/>
                  <a:pt x="728133" y="410633"/>
                </a:cubicBezTo>
                <a:cubicBezTo>
                  <a:pt x="747183" y="412750"/>
                  <a:pt x="776111" y="14816"/>
                  <a:pt x="795867" y="16933"/>
                </a:cubicBezTo>
                <a:cubicBezTo>
                  <a:pt x="815623" y="19050"/>
                  <a:pt x="826912" y="421216"/>
                  <a:pt x="846667" y="423333"/>
                </a:cubicBezTo>
                <a:cubicBezTo>
                  <a:pt x="866422" y="425450"/>
                  <a:pt x="895350" y="36688"/>
                  <a:pt x="914400" y="29633"/>
                </a:cubicBezTo>
                <a:cubicBezTo>
                  <a:pt x="933450" y="22577"/>
                  <a:pt x="942623" y="378178"/>
                  <a:pt x="960967" y="381000"/>
                </a:cubicBezTo>
                <a:cubicBezTo>
                  <a:pt x="979312" y="383822"/>
                  <a:pt x="1006828" y="52210"/>
                  <a:pt x="1024467" y="46566"/>
                </a:cubicBezTo>
                <a:cubicBezTo>
                  <a:pt x="1042106" y="40921"/>
                  <a:pt x="1051278" y="325261"/>
                  <a:pt x="1066800" y="347133"/>
                </a:cubicBezTo>
                <a:cubicBezTo>
                  <a:pt x="1082322" y="369005"/>
                  <a:pt x="1078089" y="209550"/>
                  <a:pt x="1117600" y="177800"/>
                </a:cubicBezTo>
                <a:cubicBezTo>
                  <a:pt x="1157111" y="146050"/>
                  <a:pt x="1230489" y="151341"/>
                  <a:pt x="1303867" y="156633"/>
                </a:cubicBezTo>
              </a:path>
            </a:pathLst>
          </a:custGeom>
          <a:noFill/>
          <a:ln w="12700">
            <a:solidFill>
              <a:schemeClr val="accent5">
                <a:lumMod val="75000"/>
              </a:schemeClr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latin typeface="Comic Sans MS" panose="030F0702030302020204" pitchFamily="66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010D631-692A-69B0-E009-1CB5BBCED55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5918" y="2569504"/>
            <a:ext cx="504755" cy="4779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9FB22F0-7BE1-5927-2CFD-587B30EDC14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29789" y="2732417"/>
            <a:ext cx="236564" cy="46421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BCF90BD-5ADD-D44B-33CF-1E2E8898D74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95987" y="2519368"/>
            <a:ext cx="419915" cy="41991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5569EF3-BDB9-B58C-B2A8-26C78156CFB0}"/>
              </a:ext>
            </a:extLst>
          </p:cNvPr>
          <p:cNvSpPr txBox="1"/>
          <p:nvPr/>
        </p:nvSpPr>
        <p:spPr>
          <a:xfrm>
            <a:off x="3653518" y="2919944"/>
            <a:ext cx="66527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b="1" dirty="0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</a:t>
            </a:r>
            <a:r>
              <a:rPr lang="en-US" altLang="zh-CN" sz="1100" b="1" dirty="0">
                <a:solidFill>
                  <a:srgbClr val="00B05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G</a:t>
            </a:r>
            <a:r>
              <a:rPr lang="en-US" altLang="zh-CN" sz="1100" b="1" dirty="0">
                <a:solidFill>
                  <a:srgbClr val="00B0F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1CAF497-3E7C-CE50-8C36-823642A519D7}"/>
              </a:ext>
            </a:extLst>
          </p:cNvPr>
          <p:cNvSpPr txBox="1"/>
          <p:nvPr/>
        </p:nvSpPr>
        <p:spPr>
          <a:xfrm>
            <a:off x="6679875" y="4452013"/>
            <a:ext cx="10091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Amplitude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C387C6-62F1-E30D-A68B-D8B712D52A03}"/>
              </a:ext>
            </a:extLst>
          </p:cNvPr>
          <p:cNvSpPr txBox="1"/>
          <p:nvPr/>
        </p:nvSpPr>
        <p:spPr>
          <a:xfrm>
            <a:off x="7574614" y="4452013"/>
            <a:ext cx="6478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Phase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01C7F8C-B9F9-D042-3BB1-91864871B636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889" y="3239340"/>
            <a:ext cx="612000" cy="1224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61447F3-C397-BCED-AA8E-826D1C09C808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835" y="3239340"/>
            <a:ext cx="612000" cy="1224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5B1B952-F7D2-764F-D931-2A060E5D0FFF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362" y="3239340"/>
            <a:ext cx="612000" cy="1224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AD3630-F286-F4CF-03B3-8F9E072A705B}"/>
              </a:ext>
            </a:extLst>
          </p:cNvPr>
          <p:cNvGrpSpPr/>
          <p:nvPr/>
        </p:nvGrpSpPr>
        <p:grpSpPr>
          <a:xfrm>
            <a:off x="3717997" y="2516972"/>
            <a:ext cx="2166301" cy="2202319"/>
            <a:chOff x="10234459" y="5891298"/>
            <a:chExt cx="2166301" cy="2202319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2D7339A7-5F5D-129E-AF96-CB1290551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771141" y="5891298"/>
              <a:ext cx="448675" cy="445299"/>
            </a:xfrm>
            <a:prstGeom prst="rect">
              <a:avLst/>
            </a:prstGeom>
          </p:spPr>
        </p:pic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A5495C9F-7667-5F59-EE9F-7D4B1522A652}"/>
                </a:ext>
              </a:extLst>
            </p:cNvPr>
            <p:cNvSpPr/>
            <p:nvPr/>
          </p:nvSpPr>
          <p:spPr>
            <a:xfrm rot="11506266">
              <a:off x="10720550" y="6344385"/>
              <a:ext cx="730382" cy="134285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Comic Sans MS" panose="030F0702030302020204" pitchFamily="66" charset="0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8D43F4CB-0732-5E7C-B47F-F80F421737D1}"/>
                </a:ext>
              </a:extLst>
            </p:cNvPr>
            <p:cNvSpPr/>
            <p:nvPr/>
          </p:nvSpPr>
          <p:spPr>
            <a:xfrm rot="11506266">
              <a:off x="10748742" y="6209097"/>
              <a:ext cx="730382" cy="134285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Comic Sans MS" panose="030F0702030302020204" pitchFamily="66" charset="0"/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5BF20801-002B-1968-A73D-D3C301A88AE4}"/>
                </a:ext>
              </a:extLst>
            </p:cNvPr>
            <p:cNvSpPr/>
            <p:nvPr/>
          </p:nvSpPr>
          <p:spPr>
            <a:xfrm rot="11506266">
              <a:off x="10774182" y="6087010"/>
              <a:ext cx="730382" cy="134285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  <a:headEnd type="non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Comic Sans MS" panose="030F0702030302020204" pitchFamily="66" charset="0"/>
              </a:endParaRPr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D5FD9D96-40D7-765A-D8BD-926A26ECE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234459" y="5919284"/>
              <a:ext cx="504755" cy="477925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2AB939E5-0B9C-6D08-879C-59ED06CB7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02839" y="6112411"/>
              <a:ext cx="236564" cy="464216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BD36146-FCD4-84FE-658A-6E36F2A3BF03}"/>
                </a:ext>
              </a:extLst>
            </p:cNvPr>
            <p:cNvSpPr txBox="1"/>
            <p:nvPr/>
          </p:nvSpPr>
          <p:spPr>
            <a:xfrm>
              <a:off x="10781974" y="7832007"/>
              <a:ext cx="100919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b="1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Amplitude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9A4F1E8-4564-6845-996C-4F3D570ABDA3}"/>
                </a:ext>
              </a:extLst>
            </p:cNvPr>
            <p:cNvSpPr txBox="1"/>
            <p:nvPr/>
          </p:nvSpPr>
          <p:spPr>
            <a:xfrm>
              <a:off x="11752914" y="7832007"/>
              <a:ext cx="64784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b="1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Phase</a:t>
              </a:r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873E1953-0357-077B-99F9-27E830F5737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5741" y="6619334"/>
              <a:ext cx="612000" cy="1224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B62214D9-92A8-6374-C966-5CFC30C32C4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61268" y="6619334"/>
              <a:ext cx="612000" cy="1224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B107714B-00D8-A1C0-60B4-34ABFACFBCF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76795" y="6619334"/>
              <a:ext cx="612000" cy="1224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24BC2DB7-2A4E-40B1-6A03-7F099938D871}"/>
              </a:ext>
            </a:extLst>
          </p:cNvPr>
          <p:cNvSpPr/>
          <p:nvPr/>
        </p:nvSpPr>
        <p:spPr>
          <a:xfrm>
            <a:off x="3414950" y="6360122"/>
            <a:ext cx="4894972" cy="2319431"/>
          </a:xfrm>
          <a:prstGeom prst="roundRect">
            <a:avLst>
              <a:gd name="adj" fmla="val 6875"/>
            </a:avLst>
          </a:prstGeom>
          <a:gradFill flip="none" rotWithShape="1">
            <a:gsLst>
              <a:gs pos="100000">
                <a:schemeClr val="bg1"/>
              </a:gs>
              <a:gs pos="50000">
                <a:srgbClr val="D3E5F4"/>
              </a:gs>
              <a:gs pos="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Comic Sans MS" panose="030F0702030302020204" pitchFamily="66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2E8F967-F852-E491-C904-74D940F997EF}"/>
              </a:ext>
            </a:extLst>
          </p:cNvPr>
          <p:cNvSpPr txBox="1"/>
          <p:nvPr/>
        </p:nvSpPr>
        <p:spPr>
          <a:xfrm rot="16200000">
            <a:off x="2688694" y="7414239"/>
            <a:ext cx="17833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Infrared Modality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B5BAD76-3B6D-A6CB-B0FD-8E19F9B4328A}"/>
              </a:ext>
            </a:extLst>
          </p:cNvPr>
          <p:cNvGrpSpPr/>
          <p:nvPr/>
        </p:nvGrpSpPr>
        <p:grpSpPr>
          <a:xfrm>
            <a:off x="3680367" y="6359564"/>
            <a:ext cx="4542453" cy="2309062"/>
            <a:chOff x="5414990" y="9889342"/>
            <a:chExt cx="4542453" cy="2309062"/>
          </a:xfrm>
        </p:grpSpPr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3D553F29-4C2F-6915-6D18-ED52373A7518}"/>
                </a:ext>
              </a:extLst>
            </p:cNvPr>
            <p:cNvSpPr/>
            <p:nvPr/>
          </p:nvSpPr>
          <p:spPr>
            <a:xfrm rot="11965414">
              <a:off x="8362683" y="10327768"/>
              <a:ext cx="631749" cy="13428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Comic Sans MS" panose="030F0702030302020204" pitchFamily="66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C9D280B-ACD1-DBCB-F192-643150FAE291}"/>
                </a:ext>
              </a:extLst>
            </p:cNvPr>
            <p:cNvSpPr txBox="1"/>
            <p:nvPr/>
          </p:nvSpPr>
          <p:spPr>
            <a:xfrm>
              <a:off x="8180949" y="9889342"/>
              <a:ext cx="170665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b="1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Close (Overexposure)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E6C3BBA4-0127-6F68-BEF0-8504D9529BFE}"/>
                </a:ext>
              </a:extLst>
            </p:cNvPr>
            <p:cNvSpPr txBox="1"/>
            <p:nvPr/>
          </p:nvSpPr>
          <p:spPr>
            <a:xfrm>
              <a:off x="5414990" y="10323251"/>
              <a:ext cx="66527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IR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32C4701-414A-09AB-8889-191BE6E9AEDB}"/>
                </a:ext>
              </a:extLst>
            </p:cNvPr>
            <p:cNvSpPr txBox="1"/>
            <p:nvPr/>
          </p:nvSpPr>
          <p:spPr>
            <a:xfrm>
              <a:off x="8414856" y="11936794"/>
              <a:ext cx="100919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b="1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Amplitude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90DF0CA-12CF-2BB4-6306-40713FD23A91}"/>
                </a:ext>
              </a:extLst>
            </p:cNvPr>
            <p:cNvSpPr txBox="1"/>
            <p:nvPr/>
          </p:nvSpPr>
          <p:spPr>
            <a:xfrm>
              <a:off x="9309597" y="11936794"/>
              <a:ext cx="64784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b="1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Phase</a:t>
              </a:r>
            </a:p>
          </p:txBody>
        </p:sp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2656FAF3-0FE4-3A30-D402-A80E35179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840724" y="9957476"/>
              <a:ext cx="504755" cy="477925"/>
            </a:xfrm>
            <a:prstGeom prst="rect">
              <a:avLst/>
            </a:pr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8A0AAA5D-8B43-3814-EBF9-056EC9348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01984" y="10173081"/>
              <a:ext cx="236564" cy="464216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512BF5C3-559D-8DB4-978A-50FB71776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805" y="10721129"/>
              <a:ext cx="612000" cy="1224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284FEBF6-1468-1026-E274-6C45A0A37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28510" y="10721129"/>
              <a:ext cx="612000" cy="1224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E8178997-F2CA-3A6C-9E85-CBAA42DA0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4657" y="10721129"/>
              <a:ext cx="612000" cy="1224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620015F-441F-6A17-BE20-E1A7CAF19DC9}"/>
              </a:ext>
            </a:extLst>
          </p:cNvPr>
          <p:cNvGrpSpPr/>
          <p:nvPr/>
        </p:nvGrpSpPr>
        <p:grpSpPr>
          <a:xfrm>
            <a:off x="3716462" y="6379724"/>
            <a:ext cx="2186476" cy="2298500"/>
            <a:chOff x="10234208" y="9899904"/>
            <a:chExt cx="2186476" cy="2298500"/>
          </a:xfrm>
        </p:grpSpPr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0763A7F5-83F4-EA38-AB20-5E36F6C5C14F}"/>
                </a:ext>
              </a:extLst>
            </p:cNvPr>
            <p:cNvSpPr/>
            <p:nvPr/>
          </p:nvSpPr>
          <p:spPr>
            <a:xfrm rot="11542586">
              <a:off x="10689210" y="10313106"/>
              <a:ext cx="1220952" cy="134286"/>
            </a:xfrm>
            <a:custGeom>
              <a:avLst/>
              <a:gdLst>
                <a:gd name="connsiteX0" fmla="*/ 0 w 1303867"/>
                <a:gd name="connsiteY0" fmla="*/ 186266 h 423341"/>
                <a:gd name="connsiteX1" fmla="*/ 385233 w 1303867"/>
                <a:gd name="connsiteY1" fmla="*/ 203200 h 423341"/>
                <a:gd name="connsiteX2" fmla="*/ 486833 w 1303867"/>
                <a:gd name="connsiteY2" fmla="*/ 419100 h 423341"/>
                <a:gd name="connsiteX3" fmla="*/ 546100 w 1303867"/>
                <a:gd name="connsiteY3" fmla="*/ 0 h 423341"/>
                <a:gd name="connsiteX4" fmla="*/ 601133 w 1303867"/>
                <a:gd name="connsiteY4" fmla="*/ 414866 h 423341"/>
                <a:gd name="connsiteX5" fmla="*/ 681567 w 1303867"/>
                <a:gd name="connsiteY5" fmla="*/ 4233 h 423341"/>
                <a:gd name="connsiteX6" fmla="*/ 728133 w 1303867"/>
                <a:gd name="connsiteY6" fmla="*/ 410633 h 423341"/>
                <a:gd name="connsiteX7" fmla="*/ 795867 w 1303867"/>
                <a:gd name="connsiteY7" fmla="*/ 16933 h 423341"/>
                <a:gd name="connsiteX8" fmla="*/ 846667 w 1303867"/>
                <a:gd name="connsiteY8" fmla="*/ 423333 h 423341"/>
                <a:gd name="connsiteX9" fmla="*/ 914400 w 1303867"/>
                <a:gd name="connsiteY9" fmla="*/ 29633 h 423341"/>
                <a:gd name="connsiteX10" fmla="*/ 960967 w 1303867"/>
                <a:gd name="connsiteY10" fmla="*/ 381000 h 423341"/>
                <a:gd name="connsiteX11" fmla="*/ 1024467 w 1303867"/>
                <a:gd name="connsiteY11" fmla="*/ 46566 h 423341"/>
                <a:gd name="connsiteX12" fmla="*/ 1066800 w 1303867"/>
                <a:gd name="connsiteY12" fmla="*/ 347133 h 423341"/>
                <a:gd name="connsiteX13" fmla="*/ 1117600 w 1303867"/>
                <a:gd name="connsiteY13" fmla="*/ 177800 h 423341"/>
                <a:gd name="connsiteX14" fmla="*/ 1303867 w 1303867"/>
                <a:gd name="connsiteY14" fmla="*/ 156633 h 42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3867" h="423341">
                  <a:moveTo>
                    <a:pt x="0" y="186266"/>
                  </a:moveTo>
                  <a:cubicBezTo>
                    <a:pt x="152047" y="175330"/>
                    <a:pt x="304094" y="164394"/>
                    <a:pt x="385233" y="203200"/>
                  </a:cubicBezTo>
                  <a:cubicBezTo>
                    <a:pt x="466372" y="242006"/>
                    <a:pt x="460022" y="452967"/>
                    <a:pt x="486833" y="419100"/>
                  </a:cubicBezTo>
                  <a:cubicBezTo>
                    <a:pt x="513644" y="385233"/>
                    <a:pt x="527050" y="706"/>
                    <a:pt x="546100" y="0"/>
                  </a:cubicBezTo>
                  <a:cubicBezTo>
                    <a:pt x="565150" y="-706"/>
                    <a:pt x="578555" y="414161"/>
                    <a:pt x="601133" y="414866"/>
                  </a:cubicBezTo>
                  <a:cubicBezTo>
                    <a:pt x="623711" y="415571"/>
                    <a:pt x="660400" y="4938"/>
                    <a:pt x="681567" y="4233"/>
                  </a:cubicBezTo>
                  <a:cubicBezTo>
                    <a:pt x="702734" y="3527"/>
                    <a:pt x="709083" y="408516"/>
                    <a:pt x="728133" y="410633"/>
                  </a:cubicBezTo>
                  <a:cubicBezTo>
                    <a:pt x="747183" y="412750"/>
                    <a:pt x="776111" y="14816"/>
                    <a:pt x="795867" y="16933"/>
                  </a:cubicBezTo>
                  <a:cubicBezTo>
                    <a:pt x="815623" y="19050"/>
                    <a:pt x="826912" y="421216"/>
                    <a:pt x="846667" y="423333"/>
                  </a:cubicBezTo>
                  <a:cubicBezTo>
                    <a:pt x="866422" y="425450"/>
                    <a:pt x="895350" y="36688"/>
                    <a:pt x="914400" y="29633"/>
                  </a:cubicBezTo>
                  <a:cubicBezTo>
                    <a:pt x="933450" y="22577"/>
                    <a:pt x="942623" y="378178"/>
                    <a:pt x="960967" y="381000"/>
                  </a:cubicBezTo>
                  <a:cubicBezTo>
                    <a:pt x="979312" y="383822"/>
                    <a:pt x="1006828" y="52210"/>
                    <a:pt x="1024467" y="46566"/>
                  </a:cubicBezTo>
                  <a:cubicBezTo>
                    <a:pt x="1042106" y="40921"/>
                    <a:pt x="1051278" y="325261"/>
                    <a:pt x="1066800" y="347133"/>
                  </a:cubicBezTo>
                  <a:cubicBezTo>
                    <a:pt x="1082322" y="369005"/>
                    <a:pt x="1078089" y="209550"/>
                    <a:pt x="1117600" y="177800"/>
                  </a:cubicBezTo>
                  <a:cubicBezTo>
                    <a:pt x="1157111" y="146050"/>
                    <a:pt x="1230489" y="151341"/>
                    <a:pt x="1303867" y="156633"/>
                  </a:cubicBezTo>
                </a:path>
              </a:pathLst>
            </a:cu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Comic Sans MS" panose="030F0702030302020204" pitchFamily="66" charset="0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A60D4250-47D9-A59F-3491-2AB270A4441D}"/>
                </a:ext>
              </a:extLst>
            </p:cNvPr>
            <p:cNvSpPr txBox="1"/>
            <p:nvPr/>
          </p:nvSpPr>
          <p:spPr>
            <a:xfrm>
              <a:off x="10652776" y="9899904"/>
              <a:ext cx="165454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b="1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Far (Underexposure)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ED0F4F24-B965-C667-907B-49BB866C624D}"/>
                </a:ext>
              </a:extLst>
            </p:cNvPr>
            <p:cNvSpPr txBox="1"/>
            <p:nvPr/>
          </p:nvSpPr>
          <p:spPr>
            <a:xfrm>
              <a:off x="10776497" y="11936794"/>
              <a:ext cx="100919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b="1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Amplitude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3F22D91-AE44-CF42-3634-89FB2EAD5D8A}"/>
                </a:ext>
              </a:extLst>
            </p:cNvPr>
            <p:cNvSpPr txBox="1"/>
            <p:nvPr/>
          </p:nvSpPr>
          <p:spPr>
            <a:xfrm>
              <a:off x="11772838" y="11936794"/>
              <a:ext cx="64784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b="1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Phase</a:t>
              </a:r>
            </a:p>
          </p:txBody>
        </p:sp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B6BA296D-166C-8E38-163A-E72EDC182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234208" y="9927264"/>
              <a:ext cx="504755" cy="477925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AC9D055C-DD3C-0602-CAF0-41241ACCF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902575" y="10173081"/>
              <a:ext cx="236564" cy="464216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12DF0252-5C69-0E20-69DF-E4ACCF666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55172" y="10705355"/>
              <a:ext cx="612000" cy="1224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FA7D27B9-DEF9-49A2-445C-3DE657AC5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9024" y="10705355"/>
              <a:ext cx="612000" cy="1224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1E71BC6B-FEBC-3AF9-A9F9-3391F6201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71319" y="10705355"/>
              <a:ext cx="612000" cy="1224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8282C69C-2F0C-DF16-68E1-935D49B0B202}"/>
              </a:ext>
            </a:extLst>
          </p:cNvPr>
          <p:cNvSpPr/>
          <p:nvPr/>
        </p:nvSpPr>
        <p:spPr>
          <a:xfrm>
            <a:off x="3427650" y="4760773"/>
            <a:ext cx="4882272" cy="1558048"/>
          </a:xfrm>
          <a:prstGeom prst="roundRect">
            <a:avLst>
              <a:gd name="adj" fmla="val 6875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Comic Sans MS" panose="030F0702030302020204" pitchFamily="66" charset="0"/>
            </a:endParaRP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889A725F-27D3-7664-6CC0-2BE35A40AB78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579" b="59969"/>
          <a:stretch>
            <a:fillRect/>
          </a:stretch>
        </p:blipFill>
        <p:spPr>
          <a:xfrm>
            <a:off x="7523868" y="4917402"/>
            <a:ext cx="713178" cy="12511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F2B627D8-21BC-B421-A9A2-D40B01E95790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88" t="1046" r="33057" b="60597"/>
          <a:stretch>
            <a:fillRect/>
          </a:stretch>
        </p:blipFill>
        <p:spPr>
          <a:xfrm>
            <a:off x="3502903" y="4943555"/>
            <a:ext cx="701611" cy="11988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5176B693-F817-A414-CC7F-D10D2F4DDC24}"/>
              </a:ext>
            </a:extLst>
          </p:cNvPr>
          <p:cNvSpPr/>
          <p:nvPr/>
        </p:nvSpPr>
        <p:spPr>
          <a:xfrm>
            <a:off x="7957608" y="5228247"/>
            <a:ext cx="193683" cy="193683"/>
          </a:xfrm>
          <a:prstGeom prst="rect">
            <a:avLst/>
          </a:prstGeom>
          <a:noFill/>
          <a:ln w="19050">
            <a:solidFill>
              <a:srgbClr val="1D82B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latin typeface="Comic Sans MS" panose="030F0702030302020204" pitchFamily="66" charset="0"/>
            </a:endParaRPr>
          </a:p>
        </p:txBody>
      </p: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A6301D3F-D2ED-9A61-816D-AB991DC8CBB7}"/>
              </a:ext>
            </a:extLst>
          </p:cNvPr>
          <p:cNvCxnSpPr>
            <a:cxnSpLocks/>
            <a:stCxn id="57" idx="1"/>
          </p:cNvCxnSpPr>
          <p:nvPr/>
        </p:nvCxnSpPr>
        <p:spPr>
          <a:xfrm rot="10800000" flipV="1">
            <a:off x="5726758" y="5325087"/>
            <a:ext cx="2230851" cy="435598"/>
          </a:xfrm>
          <a:prstGeom prst="bentConnector3">
            <a:avLst>
              <a:gd name="adj1" fmla="val 100325"/>
            </a:avLst>
          </a:prstGeom>
          <a:ln w="19050">
            <a:solidFill>
              <a:srgbClr val="1D82BB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085929BA-349C-2720-2E1F-6924F6CC778D}"/>
              </a:ext>
            </a:extLst>
          </p:cNvPr>
          <p:cNvSpPr txBox="1"/>
          <p:nvPr/>
        </p:nvSpPr>
        <p:spPr>
          <a:xfrm>
            <a:off x="5680787" y="5292105"/>
            <a:ext cx="97029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High-</a:t>
            </a:r>
          </a:p>
          <a:p>
            <a:pPr algn="ctr"/>
            <a:r>
              <a:rPr lang="en-US" altLang="zh-CN" sz="11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frequency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01D12F7-281E-82C1-84A6-E941ADD1DE17}"/>
              </a:ext>
            </a:extLst>
          </p:cNvPr>
          <p:cNvSpPr/>
          <p:nvPr/>
        </p:nvSpPr>
        <p:spPr>
          <a:xfrm>
            <a:off x="3687125" y="5228247"/>
            <a:ext cx="294910" cy="532441"/>
          </a:xfrm>
          <a:prstGeom prst="rect">
            <a:avLst/>
          </a:prstGeom>
          <a:noFill/>
          <a:ln w="19050">
            <a:solidFill>
              <a:srgbClr val="D45A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latin typeface="Comic Sans MS" panose="030F0702030302020204" pitchFamily="66" charset="0"/>
            </a:endParaRP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AB94D089-6BCD-97EC-61C5-E77FA289F74D}"/>
              </a:ext>
            </a:extLst>
          </p:cNvPr>
          <p:cNvCxnSpPr>
            <a:cxnSpLocks/>
            <a:stCxn id="60" idx="0"/>
          </p:cNvCxnSpPr>
          <p:nvPr/>
        </p:nvCxnSpPr>
        <p:spPr>
          <a:xfrm rot="5400000" flipH="1" flipV="1">
            <a:off x="4240593" y="4724700"/>
            <a:ext cx="97532" cy="909558"/>
          </a:xfrm>
          <a:prstGeom prst="bentConnector2">
            <a:avLst/>
          </a:prstGeom>
          <a:ln w="19050">
            <a:solidFill>
              <a:srgbClr val="D45A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1409EE83-29F7-4398-AB06-1E05F14474A0}"/>
              </a:ext>
            </a:extLst>
          </p:cNvPr>
          <p:cNvSpPr txBox="1"/>
          <p:nvPr/>
        </p:nvSpPr>
        <p:spPr>
          <a:xfrm>
            <a:off x="4744141" y="4730213"/>
            <a:ext cx="9540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Low-</a:t>
            </a:r>
          </a:p>
          <a:p>
            <a:pPr algn="ctr"/>
            <a:r>
              <a:rPr lang="en-US" altLang="zh-CN" sz="11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frequency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AD4F689-934D-C931-2622-51B25FE9AFEA}"/>
              </a:ext>
            </a:extLst>
          </p:cNvPr>
          <p:cNvSpPr txBox="1"/>
          <p:nvPr/>
        </p:nvSpPr>
        <p:spPr>
          <a:xfrm rot="16200000">
            <a:off x="3577732" y="5340523"/>
            <a:ext cx="16444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Amplitude ratio (%)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B765F65-87E6-D56D-6968-31A38119C5FF}"/>
              </a:ext>
            </a:extLst>
          </p:cNvPr>
          <p:cNvSpPr txBox="1"/>
          <p:nvPr/>
        </p:nvSpPr>
        <p:spPr>
          <a:xfrm>
            <a:off x="6593068" y="5337239"/>
            <a:ext cx="66527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b="1" dirty="0">
                <a:solidFill>
                  <a:srgbClr val="1D82BB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RGB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3B9D40D-6761-0C24-82F9-F622AD01035C}"/>
              </a:ext>
            </a:extLst>
          </p:cNvPr>
          <p:cNvSpPr txBox="1"/>
          <p:nvPr/>
        </p:nvSpPr>
        <p:spPr>
          <a:xfrm>
            <a:off x="4625091" y="5269544"/>
            <a:ext cx="66527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b="1" dirty="0">
                <a:solidFill>
                  <a:srgbClr val="D459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IR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8CD88E-7446-E5C7-C670-C8D5B42F74E0}"/>
              </a:ext>
            </a:extLst>
          </p:cNvPr>
          <p:cNvSpPr txBox="1"/>
          <p:nvPr/>
        </p:nvSpPr>
        <p:spPr>
          <a:xfrm>
            <a:off x="3251200" y="8761205"/>
            <a:ext cx="51441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添加一些内容</a:t>
            </a:r>
            <a:endParaRPr lang="en-US" altLang="zh-CN" sz="4800" b="1" dirty="0">
              <a:solidFill>
                <a:srgbClr val="C00000"/>
              </a:solidFill>
              <a:latin typeface="方正卡通_GBK" panose="03000509000000000000" pitchFamily="65" charset="-122"/>
              <a:ea typeface="方正卡通_GBK" panose="03000509000000000000" pitchFamily="65" charset="-122"/>
            </a:endParaRPr>
          </a:p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顺便改个配色风格</a:t>
            </a:r>
          </a:p>
        </p:txBody>
      </p:sp>
    </p:spTree>
    <p:extLst>
      <p:ext uri="{BB962C8B-B14F-4D97-AF65-F5344CB8AC3E}">
        <p14:creationId xmlns:p14="http://schemas.microsoft.com/office/powerpoint/2010/main" val="561982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</TotalTime>
  <Words>540</Words>
  <Application>Microsoft Office PowerPoint</Application>
  <PresentationFormat>自定义</PresentationFormat>
  <Paragraphs>313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方正卡通_GBK</vt:lpstr>
      <vt:lpstr>Arial</vt:lpstr>
      <vt:lpstr>Calibri</vt:lpstr>
      <vt:lpstr>Calibri Light</vt:lpstr>
      <vt:lpstr>Cambria Math</vt:lpstr>
      <vt:lpstr>Comic Sans MS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旭霖 李</dc:creator>
  <cp:lastModifiedBy>旭霖 李</cp:lastModifiedBy>
  <cp:revision>7</cp:revision>
  <dcterms:created xsi:type="dcterms:W3CDTF">2026-06-11T19:33:32Z</dcterms:created>
  <dcterms:modified xsi:type="dcterms:W3CDTF">2026-06-12T13:56:24Z</dcterms:modified>
</cp:coreProperties>
</file>